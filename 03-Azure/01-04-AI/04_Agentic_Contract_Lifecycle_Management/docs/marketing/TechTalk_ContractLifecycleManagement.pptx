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1.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3.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5.xml" ContentType="application/vnd.openxmlformats-officedocument.theme+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6.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7.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theme/theme8.xml" ContentType="application/vnd.openxmlformats-officedocument.theme+xml"/>
  <Override PartName="/ppt/tags/tag2.xml" ContentType="application/vnd.openxmlformats-officedocument.presentationml.tags+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theme/theme9.xml" ContentType="application/vnd.openxmlformats-officedocument.theme+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theme/theme10.xml" ContentType="application/vnd.openxmlformats-officedocument.theme+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xml" ContentType="application/vnd.openxmlformats-officedocument.presentationml.tags+xml"/>
  <Override PartName="/ppt/notesSlides/notesSlide32.xml" ContentType="application/vnd.openxmlformats-officedocument.presentationml.notesSlide+xml"/>
  <Override PartName="/ppt/tags/tag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5.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6.xml" ContentType="application/vnd.openxmlformats-officedocument.presentationml.tags+xml"/>
  <Override PartName="/ppt/notesSlides/notesSlide44.xml" ContentType="application/vnd.openxmlformats-officedocument.presentationml.notesSlide+xml"/>
  <Override PartName="/ppt/tags/tag7.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8.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9.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10.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11.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12.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13.xml" ContentType="application/vnd.openxmlformats-officedocument.presentationml.tags+xml"/>
  <Override PartName="/ppt/notesSlides/notesSlide68.xml" ContentType="application/vnd.openxmlformats-officedocument.presentationml.notesSlide+xml"/>
  <Override PartName="/ppt/tags/tag14.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15.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16.xml" ContentType="application/vnd.openxmlformats-officedocument.presentationml.tags+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17.xml" ContentType="application/vnd.openxmlformats-officedocument.presentationml.tags+xml"/>
  <Override PartName="/ppt/notesSlides/notesSlide82.xml" ContentType="application/vnd.openxmlformats-officedocument.presentationml.notesSlide+xml"/>
  <Override PartName="/ppt/tags/tag18.xml" ContentType="application/vnd.openxmlformats-officedocument.presentationml.tags+xml"/>
  <Override PartName="/ppt/notesSlides/notesSlide83.xml" ContentType="application/vnd.openxmlformats-officedocument.presentationml.notesSlide+xml"/>
  <Override PartName="/ppt/tags/tag19.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tags/tag20.xml" ContentType="application/vnd.openxmlformats-officedocument.presentationml.tags+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tags/tag21.xml" ContentType="application/vnd.openxmlformats-officedocument.presentationml.tags+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 id="2147483720" r:id="rId3"/>
    <p:sldMasterId id="2147483846" r:id="rId4"/>
    <p:sldMasterId id="2147483859" r:id="rId5"/>
    <p:sldMasterId id="2147483880" r:id="rId6"/>
    <p:sldMasterId id="2147483920" r:id="rId7"/>
    <p:sldMasterId id="2147483934" r:id="rId8"/>
    <p:sldMasterId id="2147483980" r:id="rId9"/>
    <p:sldMasterId id="2147484000" r:id="rId10"/>
    <p:sldMasterId id="2147484038" r:id="rId11"/>
  </p:sldMasterIdLst>
  <p:notesMasterIdLst>
    <p:notesMasterId r:id="rId140"/>
  </p:notesMasterIdLst>
  <p:sldIdLst>
    <p:sldId id="268" r:id="rId12"/>
    <p:sldId id="317" r:id="rId13"/>
    <p:sldId id="295" r:id="rId14"/>
    <p:sldId id="424" r:id="rId15"/>
    <p:sldId id="406" r:id="rId16"/>
    <p:sldId id="425" r:id="rId17"/>
    <p:sldId id="365" r:id="rId18"/>
    <p:sldId id="426" r:id="rId19"/>
    <p:sldId id="290" r:id="rId20"/>
    <p:sldId id="332" r:id="rId21"/>
    <p:sldId id="2147483647" r:id="rId22"/>
    <p:sldId id="363" r:id="rId23"/>
    <p:sldId id="260" r:id="rId24"/>
    <p:sldId id="257" r:id="rId25"/>
    <p:sldId id="292" r:id="rId26"/>
    <p:sldId id="291" r:id="rId27"/>
    <p:sldId id="413" r:id="rId28"/>
    <p:sldId id="256" r:id="rId29"/>
    <p:sldId id="294" r:id="rId30"/>
    <p:sldId id="270" r:id="rId31"/>
    <p:sldId id="258" r:id="rId32"/>
    <p:sldId id="319" r:id="rId33"/>
    <p:sldId id="297" r:id="rId34"/>
    <p:sldId id="309" r:id="rId35"/>
    <p:sldId id="285" r:id="rId36"/>
    <p:sldId id="321" r:id="rId37"/>
    <p:sldId id="322" r:id="rId38"/>
    <p:sldId id="320" r:id="rId39"/>
    <p:sldId id="2147483641" r:id="rId40"/>
    <p:sldId id="271" r:id="rId41"/>
    <p:sldId id="272" r:id="rId42"/>
    <p:sldId id="353" r:id="rId43"/>
    <p:sldId id="274" r:id="rId44"/>
    <p:sldId id="368" r:id="rId45"/>
    <p:sldId id="323" r:id="rId46"/>
    <p:sldId id="324" r:id="rId47"/>
    <p:sldId id="313" r:id="rId48"/>
    <p:sldId id="289" r:id="rId49"/>
    <p:sldId id="325" r:id="rId50"/>
    <p:sldId id="288" r:id="rId51"/>
    <p:sldId id="308" r:id="rId52"/>
    <p:sldId id="335" r:id="rId53"/>
    <p:sldId id="395" r:id="rId54"/>
    <p:sldId id="282" r:id="rId55"/>
    <p:sldId id="283" r:id="rId56"/>
    <p:sldId id="2147483594" r:id="rId57"/>
    <p:sldId id="259" r:id="rId58"/>
    <p:sldId id="261" r:id="rId59"/>
    <p:sldId id="264" r:id="rId60"/>
    <p:sldId id="276" r:id="rId61"/>
    <p:sldId id="376" r:id="rId62"/>
    <p:sldId id="277" r:id="rId63"/>
    <p:sldId id="326" r:id="rId64"/>
    <p:sldId id="385" r:id="rId65"/>
    <p:sldId id="327" r:id="rId66"/>
    <p:sldId id="301" r:id="rId67"/>
    <p:sldId id="298" r:id="rId68"/>
    <p:sldId id="314" r:id="rId69"/>
    <p:sldId id="300" r:id="rId70"/>
    <p:sldId id="267" r:id="rId71"/>
    <p:sldId id="484" r:id="rId72"/>
    <p:sldId id="269" r:id="rId73"/>
    <p:sldId id="328" r:id="rId74"/>
    <p:sldId id="303" r:id="rId75"/>
    <p:sldId id="304" r:id="rId76"/>
    <p:sldId id="2147482561" r:id="rId77"/>
    <p:sldId id="307" r:id="rId78"/>
    <p:sldId id="2147482576" r:id="rId79"/>
    <p:sldId id="2147482579" r:id="rId80"/>
    <p:sldId id="2147483642" r:id="rId81"/>
    <p:sldId id="311" r:id="rId82"/>
    <p:sldId id="286" r:id="rId83"/>
    <p:sldId id="340" r:id="rId84"/>
    <p:sldId id="341" r:id="rId85"/>
    <p:sldId id="265" r:id="rId86"/>
    <p:sldId id="342" r:id="rId87"/>
    <p:sldId id="488" r:id="rId88"/>
    <p:sldId id="485" r:id="rId89"/>
    <p:sldId id="343" r:id="rId90"/>
    <p:sldId id="344" r:id="rId91"/>
    <p:sldId id="572" r:id="rId92"/>
    <p:sldId id="329" r:id="rId93"/>
    <p:sldId id="266" r:id="rId94"/>
    <p:sldId id="2147483573" r:id="rId95"/>
    <p:sldId id="299" r:id="rId96"/>
    <p:sldId id="471" r:id="rId97"/>
    <p:sldId id="330" r:id="rId98"/>
    <p:sldId id="263" r:id="rId99"/>
    <p:sldId id="262" r:id="rId100"/>
    <p:sldId id="331" r:id="rId101"/>
    <p:sldId id="334" r:id="rId102"/>
    <p:sldId id="336" r:id="rId103"/>
    <p:sldId id="2147482952" r:id="rId104"/>
    <p:sldId id="446" r:id="rId105"/>
    <p:sldId id="305" r:id="rId106"/>
    <p:sldId id="287" r:id="rId107"/>
    <p:sldId id="306" r:id="rId108"/>
    <p:sldId id="337" r:id="rId109"/>
    <p:sldId id="273" r:id="rId110"/>
    <p:sldId id="275" r:id="rId111"/>
    <p:sldId id="432" r:id="rId112"/>
    <p:sldId id="2147479950" r:id="rId113"/>
    <p:sldId id="2147483574" r:id="rId114"/>
    <p:sldId id="2147479944" r:id="rId115"/>
    <p:sldId id="2147483000" r:id="rId116"/>
    <p:sldId id="278" r:id="rId117"/>
    <p:sldId id="644" r:id="rId118"/>
    <p:sldId id="495" r:id="rId119"/>
    <p:sldId id="280" r:id="rId120"/>
    <p:sldId id="281" r:id="rId121"/>
    <p:sldId id="338" r:id="rId122"/>
    <p:sldId id="302" r:id="rId123"/>
    <p:sldId id="339" r:id="rId124"/>
    <p:sldId id="333" r:id="rId125"/>
    <p:sldId id="2147483622" r:id="rId126"/>
    <p:sldId id="296" r:id="rId127"/>
    <p:sldId id="279" r:id="rId128"/>
    <p:sldId id="293" r:id="rId129"/>
    <p:sldId id="2147483646" r:id="rId130"/>
    <p:sldId id="2147481850" r:id="rId131"/>
    <p:sldId id="318" r:id="rId132"/>
    <p:sldId id="316" r:id="rId133"/>
    <p:sldId id="310" r:id="rId134"/>
    <p:sldId id="312" r:id="rId135"/>
    <p:sldId id="315" r:id="rId136"/>
    <p:sldId id="284" r:id="rId137"/>
    <p:sldId id="2147481873" r:id="rId138"/>
    <p:sldId id="349" r:id="rId139"/>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Introduction" id="{8D633B2E-5D8B-4ACE-87E3-B038953D37B2}">
          <p14:sldIdLst>
            <p14:sldId id="268"/>
            <p14:sldId id="317"/>
          </p14:sldIdLst>
        </p14:section>
        <p14:section name="02. Business Problem" id="{976EDF2B-4F0C-40AA-B074-071ED8852DBC}">
          <p14:sldIdLst>
            <p14:sldId id="295"/>
            <p14:sldId id="424"/>
            <p14:sldId id="406"/>
            <p14:sldId id="425"/>
            <p14:sldId id="365"/>
            <p14:sldId id="426"/>
            <p14:sldId id="290"/>
          </p14:sldIdLst>
        </p14:section>
        <p14:section name="03. Intorducting Agentic AI" id="{E83D18EB-55B7-4660-80DE-B09DB6DC011E}">
          <p14:sldIdLst>
            <p14:sldId id="332"/>
            <p14:sldId id="2147483647"/>
            <p14:sldId id="363"/>
            <p14:sldId id="260"/>
            <p14:sldId id="257"/>
            <p14:sldId id="292"/>
            <p14:sldId id="291"/>
            <p14:sldId id="413"/>
            <p14:sldId id="256"/>
            <p14:sldId id="294"/>
            <p14:sldId id="270"/>
            <p14:sldId id="258"/>
          </p14:sldIdLst>
        </p14:section>
        <p14:section name="04. Agent patterns" id="{92425DBC-C228-417D-BFA3-E7CB947B8090}">
          <p14:sldIdLst>
            <p14:sldId id="319"/>
            <p14:sldId id="297"/>
            <p14:sldId id="309"/>
            <p14:sldId id="285"/>
            <p14:sldId id="321"/>
            <p14:sldId id="322"/>
          </p14:sldIdLst>
        </p14:section>
        <p14:section name="05. How to build AI Agents today" id="{CBE1BB48-2F4B-4098-895E-ABC0778760C5}">
          <p14:sldIdLst>
            <p14:sldId id="320"/>
            <p14:sldId id="2147483641"/>
            <p14:sldId id="271"/>
            <p14:sldId id="272"/>
            <p14:sldId id="353"/>
            <p14:sldId id="274"/>
            <p14:sldId id="368"/>
            <p14:sldId id="323"/>
            <p14:sldId id="324"/>
            <p14:sldId id="313"/>
            <p14:sldId id="289"/>
            <p14:sldId id="325"/>
            <p14:sldId id="288"/>
            <p14:sldId id="308"/>
            <p14:sldId id="335"/>
            <p14:sldId id="395"/>
            <p14:sldId id="282"/>
            <p14:sldId id="283"/>
            <p14:sldId id="2147483594"/>
            <p14:sldId id="259"/>
            <p14:sldId id="261"/>
            <p14:sldId id="264"/>
            <p14:sldId id="276"/>
            <p14:sldId id="376"/>
            <p14:sldId id="277"/>
            <p14:sldId id="326"/>
            <p14:sldId id="385"/>
            <p14:sldId id="327"/>
            <p14:sldId id="301"/>
            <p14:sldId id="298"/>
            <p14:sldId id="314"/>
            <p14:sldId id="300"/>
            <p14:sldId id="267"/>
            <p14:sldId id="484"/>
            <p14:sldId id="269"/>
            <p14:sldId id="328"/>
            <p14:sldId id="303"/>
            <p14:sldId id="304"/>
            <p14:sldId id="2147482561"/>
            <p14:sldId id="307"/>
            <p14:sldId id="2147482576"/>
            <p14:sldId id="2147482579"/>
            <p14:sldId id="2147483642"/>
            <p14:sldId id="311"/>
            <p14:sldId id="286"/>
            <p14:sldId id="340"/>
            <p14:sldId id="341"/>
            <p14:sldId id="265"/>
            <p14:sldId id="342"/>
            <p14:sldId id="488"/>
            <p14:sldId id="485"/>
            <p14:sldId id="343"/>
            <p14:sldId id="344"/>
            <p14:sldId id="572"/>
            <p14:sldId id="329"/>
            <p14:sldId id="266"/>
            <p14:sldId id="2147483573"/>
            <p14:sldId id="299"/>
            <p14:sldId id="471"/>
            <p14:sldId id="330"/>
            <p14:sldId id="263"/>
            <p14:sldId id="262"/>
            <p14:sldId id="331"/>
            <p14:sldId id="334"/>
            <p14:sldId id="336"/>
            <p14:sldId id="2147482952"/>
            <p14:sldId id="446"/>
            <p14:sldId id="305"/>
            <p14:sldId id="287"/>
            <p14:sldId id="306"/>
            <p14:sldId id="337"/>
            <p14:sldId id="273"/>
            <p14:sldId id="275"/>
            <p14:sldId id="432"/>
            <p14:sldId id="2147479950"/>
            <p14:sldId id="2147483574"/>
            <p14:sldId id="2147479944"/>
            <p14:sldId id="2147483000"/>
            <p14:sldId id="278"/>
            <p14:sldId id="644"/>
            <p14:sldId id="495"/>
            <p14:sldId id="280"/>
            <p14:sldId id="281"/>
            <p14:sldId id="338"/>
            <p14:sldId id="302"/>
            <p14:sldId id="339"/>
            <p14:sldId id="333"/>
            <p14:sldId id="2147483622"/>
            <p14:sldId id="296"/>
            <p14:sldId id="279"/>
            <p14:sldId id="293"/>
          </p14:sldIdLst>
        </p14:section>
        <p14:section name="06. Today's Use Case: CLM" id="{8A4DE204-B4A8-4378-9680-E81B4A6ECFDB}">
          <p14:sldIdLst>
            <p14:sldId id="2147483646"/>
            <p14:sldId id="2147481850"/>
            <p14:sldId id="318"/>
            <p14:sldId id="316"/>
            <p14:sldId id="310"/>
            <p14:sldId id="312"/>
            <p14:sldId id="315"/>
            <p14:sldId id="284"/>
            <p14:sldId id="2147481873"/>
            <p14:sldId id="34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3B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28671C-7324-435C-8CF4-20E548CA48C2}" v="142" dt="2026-08-04T08:51:56.013"/>
    <p1510:client id="{D72E6C18-9914-32A1-7C57-99035587DD67}" v="718" dt="2026-08-04T09:19:0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6.xml"/><Relationship Id="rId21" Type="http://schemas.openxmlformats.org/officeDocument/2006/relationships/slide" Target="slides/slide10.xml"/><Relationship Id="rId42" Type="http://schemas.openxmlformats.org/officeDocument/2006/relationships/slide" Target="slides/slide31.xml"/><Relationship Id="rId63" Type="http://schemas.openxmlformats.org/officeDocument/2006/relationships/slide" Target="slides/slide52.xml"/><Relationship Id="rId84" Type="http://schemas.openxmlformats.org/officeDocument/2006/relationships/slide" Target="slides/slide73.xml"/><Relationship Id="rId138" Type="http://schemas.openxmlformats.org/officeDocument/2006/relationships/slide" Target="slides/slide127.xml"/><Relationship Id="rId107" Type="http://schemas.openxmlformats.org/officeDocument/2006/relationships/slide" Target="slides/slide96.xml"/><Relationship Id="rId11" Type="http://schemas.openxmlformats.org/officeDocument/2006/relationships/slideMaster" Target="slideMasters/slideMaster11.xml"/><Relationship Id="rId32" Type="http://schemas.openxmlformats.org/officeDocument/2006/relationships/slide" Target="slides/slide21.xml"/><Relationship Id="rId53" Type="http://schemas.openxmlformats.org/officeDocument/2006/relationships/slide" Target="slides/slide42.xml"/><Relationship Id="rId74" Type="http://schemas.openxmlformats.org/officeDocument/2006/relationships/slide" Target="slides/slide63.xml"/><Relationship Id="rId128" Type="http://schemas.openxmlformats.org/officeDocument/2006/relationships/slide" Target="slides/slide117.xml"/><Relationship Id="rId5" Type="http://schemas.openxmlformats.org/officeDocument/2006/relationships/slideMaster" Target="slideMasters/slideMaster5.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113" Type="http://schemas.openxmlformats.org/officeDocument/2006/relationships/slide" Target="slides/slide102.xml"/><Relationship Id="rId118" Type="http://schemas.openxmlformats.org/officeDocument/2006/relationships/slide" Target="slides/slide107.xml"/><Relationship Id="rId134" Type="http://schemas.openxmlformats.org/officeDocument/2006/relationships/slide" Target="slides/slide123.xml"/><Relationship Id="rId139" Type="http://schemas.openxmlformats.org/officeDocument/2006/relationships/slide" Target="slides/slide128.xml"/><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slide" Target="slides/slide92.xml"/><Relationship Id="rId108" Type="http://schemas.openxmlformats.org/officeDocument/2006/relationships/slide" Target="slides/slide97.xml"/><Relationship Id="rId124" Type="http://schemas.openxmlformats.org/officeDocument/2006/relationships/slide" Target="slides/slide113.xml"/><Relationship Id="rId129" Type="http://schemas.openxmlformats.org/officeDocument/2006/relationships/slide" Target="slides/slide118.xml"/><Relationship Id="rId54" Type="http://schemas.openxmlformats.org/officeDocument/2006/relationships/slide" Target="slides/slide43.xml"/><Relationship Id="rId70" Type="http://schemas.openxmlformats.org/officeDocument/2006/relationships/slide" Target="slides/slide59.xml"/><Relationship Id="rId75" Type="http://schemas.openxmlformats.org/officeDocument/2006/relationships/slide" Target="slides/slide64.xml"/><Relationship Id="rId91" Type="http://schemas.openxmlformats.org/officeDocument/2006/relationships/slide" Target="slides/slide80.xml"/><Relationship Id="rId96" Type="http://schemas.openxmlformats.org/officeDocument/2006/relationships/slide" Target="slides/slide85.xml"/><Relationship Id="rId140" Type="http://schemas.openxmlformats.org/officeDocument/2006/relationships/notesMaster" Target="notesMasters/notesMaster1.xml"/><Relationship Id="rId14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2.xml"/><Relationship Id="rId28" Type="http://schemas.openxmlformats.org/officeDocument/2006/relationships/slide" Target="slides/slide17.xml"/><Relationship Id="rId49" Type="http://schemas.openxmlformats.org/officeDocument/2006/relationships/slide" Target="slides/slide38.xml"/><Relationship Id="rId114" Type="http://schemas.openxmlformats.org/officeDocument/2006/relationships/slide" Target="slides/slide103.xml"/><Relationship Id="rId119" Type="http://schemas.openxmlformats.org/officeDocument/2006/relationships/slide" Target="slides/slide108.xml"/><Relationship Id="rId44" Type="http://schemas.openxmlformats.org/officeDocument/2006/relationships/slide" Target="slides/slide33.xml"/><Relationship Id="rId60" Type="http://schemas.openxmlformats.org/officeDocument/2006/relationships/slide" Target="slides/slide49.xml"/><Relationship Id="rId65" Type="http://schemas.openxmlformats.org/officeDocument/2006/relationships/slide" Target="slides/slide54.xml"/><Relationship Id="rId81" Type="http://schemas.openxmlformats.org/officeDocument/2006/relationships/slide" Target="slides/slide70.xml"/><Relationship Id="rId86" Type="http://schemas.openxmlformats.org/officeDocument/2006/relationships/slide" Target="slides/slide75.xml"/><Relationship Id="rId130" Type="http://schemas.openxmlformats.org/officeDocument/2006/relationships/slide" Target="slides/slide119.xml"/><Relationship Id="rId135" Type="http://schemas.openxmlformats.org/officeDocument/2006/relationships/slide" Target="slides/slide124.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slide" Target="slides/slide9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slide" Target="slides/slide93.xml"/><Relationship Id="rId120" Type="http://schemas.openxmlformats.org/officeDocument/2006/relationships/slide" Target="slides/slide109.xml"/><Relationship Id="rId125" Type="http://schemas.openxmlformats.org/officeDocument/2006/relationships/slide" Target="slides/slide114.xml"/><Relationship Id="rId141" Type="http://schemas.openxmlformats.org/officeDocument/2006/relationships/presProps" Target="presProps.xml"/><Relationship Id="rId146" Type="http://schemas.microsoft.com/office/2015/10/relationships/revisionInfo" Target="revisionInfo.xml"/><Relationship Id="rId7" Type="http://schemas.openxmlformats.org/officeDocument/2006/relationships/slideMaster" Target="slideMasters/slideMaster7.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slideMaster" Target="slideMasters/slideMaster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slide" Target="slides/slide99.xml"/><Relationship Id="rId115" Type="http://schemas.openxmlformats.org/officeDocument/2006/relationships/slide" Target="slides/slide104.xml"/><Relationship Id="rId131" Type="http://schemas.openxmlformats.org/officeDocument/2006/relationships/slide" Target="slides/slide120.xml"/><Relationship Id="rId136" Type="http://schemas.openxmlformats.org/officeDocument/2006/relationships/slide" Target="slides/slide125.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slide" Target="slides/slide89.xml"/><Relationship Id="rId105" Type="http://schemas.openxmlformats.org/officeDocument/2006/relationships/slide" Target="slides/slide94.xml"/><Relationship Id="rId126" Type="http://schemas.openxmlformats.org/officeDocument/2006/relationships/slide" Target="slides/slide115.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121" Type="http://schemas.openxmlformats.org/officeDocument/2006/relationships/slide" Target="slides/slide110.xml"/><Relationship Id="rId142"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 Id="rId116" Type="http://schemas.openxmlformats.org/officeDocument/2006/relationships/slide" Target="slides/slide105.xml"/><Relationship Id="rId137" Type="http://schemas.openxmlformats.org/officeDocument/2006/relationships/slide" Target="slides/slide126.xml"/><Relationship Id="rId20" Type="http://schemas.openxmlformats.org/officeDocument/2006/relationships/slide" Target="slides/slide9.xml"/><Relationship Id="rId41" Type="http://schemas.openxmlformats.org/officeDocument/2006/relationships/slide" Target="slides/slide30.xml"/><Relationship Id="rId62" Type="http://schemas.openxmlformats.org/officeDocument/2006/relationships/slide" Target="slides/slide51.xml"/><Relationship Id="rId83" Type="http://schemas.openxmlformats.org/officeDocument/2006/relationships/slide" Target="slides/slide72.xml"/><Relationship Id="rId88" Type="http://schemas.openxmlformats.org/officeDocument/2006/relationships/slide" Target="slides/slide77.xml"/><Relationship Id="rId111" Type="http://schemas.openxmlformats.org/officeDocument/2006/relationships/slide" Target="slides/slide100.xml"/><Relationship Id="rId132" Type="http://schemas.openxmlformats.org/officeDocument/2006/relationships/slide" Target="slides/slide121.xml"/><Relationship Id="rId15" Type="http://schemas.openxmlformats.org/officeDocument/2006/relationships/slide" Target="slides/slide4.xml"/><Relationship Id="rId36" Type="http://schemas.openxmlformats.org/officeDocument/2006/relationships/slide" Target="slides/slide25.xml"/><Relationship Id="rId57" Type="http://schemas.openxmlformats.org/officeDocument/2006/relationships/slide" Target="slides/slide46.xml"/><Relationship Id="rId106" Type="http://schemas.openxmlformats.org/officeDocument/2006/relationships/slide" Target="slides/slide95.xml"/><Relationship Id="rId127" Type="http://schemas.openxmlformats.org/officeDocument/2006/relationships/slide" Target="slides/slide116.xml"/><Relationship Id="rId10" Type="http://schemas.openxmlformats.org/officeDocument/2006/relationships/slideMaster" Target="slideMasters/slideMaster10.xml"/><Relationship Id="rId31" Type="http://schemas.openxmlformats.org/officeDocument/2006/relationships/slide" Target="slides/slide20.xml"/><Relationship Id="rId52" Type="http://schemas.openxmlformats.org/officeDocument/2006/relationships/slide" Target="slides/slide41.xml"/><Relationship Id="rId73" Type="http://schemas.openxmlformats.org/officeDocument/2006/relationships/slide" Target="slides/slide62.xml"/><Relationship Id="rId78" Type="http://schemas.openxmlformats.org/officeDocument/2006/relationships/slide" Target="slides/slide67.xml"/><Relationship Id="rId94" Type="http://schemas.openxmlformats.org/officeDocument/2006/relationships/slide" Target="slides/slide83.xml"/><Relationship Id="rId99" Type="http://schemas.openxmlformats.org/officeDocument/2006/relationships/slide" Target="slides/slide88.xml"/><Relationship Id="rId101" Type="http://schemas.openxmlformats.org/officeDocument/2006/relationships/slide" Target="slides/slide90.xml"/><Relationship Id="rId122" Type="http://schemas.openxmlformats.org/officeDocument/2006/relationships/slide" Target="slides/slide111.xml"/><Relationship Id="rId14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15.xml"/><Relationship Id="rId47" Type="http://schemas.openxmlformats.org/officeDocument/2006/relationships/slide" Target="slides/slide36.xml"/><Relationship Id="rId68" Type="http://schemas.openxmlformats.org/officeDocument/2006/relationships/slide" Target="slides/slide57.xml"/><Relationship Id="rId89" Type="http://schemas.openxmlformats.org/officeDocument/2006/relationships/slide" Target="slides/slide78.xml"/><Relationship Id="rId112" Type="http://schemas.openxmlformats.org/officeDocument/2006/relationships/slide" Target="slides/slide101.xml"/><Relationship Id="rId133" Type="http://schemas.openxmlformats.org/officeDocument/2006/relationships/slide" Target="slides/slide122.xml"/><Relationship Id="rId16" Type="http://schemas.openxmlformats.org/officeDocument/2006/relationships/slide" Target="slides/slide5.xml"/><Relationship Id="rId37" Type="http://schemas.openxmlformats.org/officeDocument/2006/relationships/slide" Target="slides/slide26.xml"/><Relationship Id="rId58" Type="http://schemas.openxmlformats.org/officeDocument/2006/relationships/slide" Target="slides/slide47.xml"/><Relationship Id="rId79" Type="http://schemas.openxmlformats.org/officeDocument/2006/relationships/slide" Target="slides/slide68.xml"/><Relationship Id="rId102" Type="http://schemas.openxmlformats.org/officeDocument/2006/relationships/slide" Target="slides/slide91.xml"/><Relationship Id="rId123" Type="http://schemas.openxmlformats.org/officeDocument/2006/relationships/slide" Target="slides/slide112.xml"/><Relationship Id="rId14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Lambe" userId="S::t-plambe@microsoft.com::27e64b0a-53f2-4398-a911-2a3310bc66ae" providerId="AD" clId="Web-{D72E6C18-9914-32A1-7C57-99035587DD67}"/>
    <pc:docChg chg="modSld">
      <pc:chgData name="Priyanka Lambe" userId="S::t-plambe@microsoft.com::27e64b0a-53f2-4398-a911-2a3310bc66ae" providerId="AD" clId="Web-{D72E6C18-9914-32A1-7C57-99035587DD67}" dt="2026-08-04T09:19:01.978" v="501"/>
      <pc:docMkLst>
        <pc:docMk/>
      </pc:docMkLst>
      <pc:sldChg chg="delSp modSp">
        <pc:chgData name="Priyanka Lambe" userId="S::t-plambe@microsoft.com::27e64b0a-53f2-4398-a911-2a3310bc66ae" providerId="AD" clId="Web-{D72E6C18-9914-32A1-7C57-99035587DD67}" dt="2026-08-04T09:19:01.978" v="501"/>
        <pc:sldMkLst>
          <pc:docMk/>
          <pc:sldMk cId="0" sldId="316"/>
        </pc:sldMkLst>
        <pc:spChg chg="mod">
          <ac:chgData name="Priyanka Lambe" userId="S::t-plambe@microsoft.com::27e64b0a-53f2-4398-a911-2a3310bc66ae" providerId="AD" clId="Web-{D72E6C18-9914-32A1-7C57-99035587DD67}" dt="2026-08-04T09:06:07.686" v="403" actId="20577"/>
          <ac:spMkLst>
            <pc:docMk/>
            <pc:sldMk cId="0" sldId="316"/>
            <ac:spMk id="10" creationId="{00000000-0000-0000-0000-000000000000}"/>
          </ac:spMkLst>
        </pc:spChg>
        <pc:spChg chg="mod">
          <ac:chgData name="Priyanka Lambe" userId="S::t-plambe@microsoft.com::27e64b0a-53f2-4398-a911-2a3310bc66ae" providerId="AD" clId="Web-{D72E6C18-9914-32A1-7C57-99035587DD67}" dt="2026-08-04T09:11:28.213" v="460" actId="20577"/>
          <ac:spMkLst>
            <pc:docMk/>
            <pc:sldMk cId="0" sldId="316"/>
            <ac:spMk id="16" creationId="{00000000-0000-0000-0000-000000000000}"/>
          </ac:spMkLst>
        </pc:spChg>
        <pc:spChg chg="mod">
          <ac:chgData name="Priyanka Lambe" userId="S::t-plambe@microsoft.com::27e64b0a-53f2-4398-a911-2a3310bc66ae" providerId="AD" clId="Web-{D72E6C18-9914-32A1-7C57-99035587DD67}" dt="2026-08-04T09:09:49.381" v="449" actId="20577"/>
          <ac:spMkLst>
            <pc:docMk/>
            <pc:sldMk cId="0" sldId="316"/>
            <ac:spMk id="22" creationId="{00000000-0000-0000-0000-000000000000}"/>
          </ac:spMkLst>
        </pc:spChg>
        <pc:spChg chg="mod">
          <ac:chgData name="Priyanka Lambe" userId="S::t-plambe@microsoft.com::27e64b0a-53f2-4398-a911-2a3310bc66ae" providerId="AD" clId="Web-{D72E6C18-9914-32A1-7C57-99035587DD67}" dt="2026-08-04T09:08:56.942" v="440" actId="20577"/>
          <ac:spMkLst>
            <pc:docMk/>
            <pc:sldMk cId="0" sldId="316"/>
            <ac:spMk id="28" creationId="{00000000-0000-0000-0000-000000000000}"/>
          </ac:spMkLst>
        </pc:spChg>
        <pc:spChg chg="mod">
          <ac:chgData name="Priyanka Lambe" userId="S::t-plambe@microsoft.com::27e64b0a-53f2-4398-a911-2a3310bc66ae" providerId="AD" clId="Web-{D72E6C18-9914-32A1-7C57-99035587DD67}" dt="2026-08-04T09:09:32.130" v="446" actId="20577"/>
          <ac:spMkLst>
            <pc:docMk/>
            <pc:sldMk cId="0" sldId="316"/>
            <ac:spMk id="34" creationId="{00000000-0000-0000-0000-000000000000}"/>
          </ac:spMkLst>
        </pc:spChg>
        <pc:spChg chg="mod">
          <ac:chgData name="Priyanka Lambe" userId="S::t-plambe@microsoft.com::27e64b0a-53f2-4398-a911-2a3310bc66ae" providerId="AD" clId="Web-{D72E6C18-9914-32A1-7C57-99035587DD67}" dt="2026-08-04T09:19:01.978" v="501"/>
          <ac:spMkLst>
            <pc:docMk/>
            <pc:sldMk cId="0" sldId="316"/>
            <ac:spMk id="40" creationId="{00000000-0000-0000-0000-000000000000}"/>
          </ac:spMkLst>
        </pc:spChg>
        <pc:spChg chg="mod">
          <ac:chgData name="Priyanka Lambe" userId="S::t-plambe@microsoft.com::27e64b0a-53f2-4398-a911-2a3310bc66ae" providerId="AD" clId="Web-{D72E6C18-9914-32A1-7C57-99035587DD67}" dt="2026-08-04T09:16:20.582" v="483" actId="20577"/>
          <ac:spMkLst>
            <pc:docMk/>
            <pc:sldMk cId="0" sldId="316"/>
            <ac:spMk id="46" creationId="{00000000-0000-0000-0000-000000000000}"/>
          </ac:spMkLst>
        </pc:spChg>
        <pc:spChg chg="mod">
          <ac:chgData name="Priyanka Lambe" userId="S::t-plambe@microsoft.com::27e64b0a-53f2-4398-a911-2a3310bc66ae" providerId="AD" clId="Web-{D72E6C18-9914-32A1-7C57-99035587DD67}" dt="2026-08-04T09:13:29.045" v="470"/>
          <ac:spMkLst>
            <pc:docMk/>
            <pc:sldMk cId="0" sldId="316"/>
            <ac:spMk id="52" creationId="{00000000-0000-0000-0000-000000000000}"/>
          </ac:spMkLst>
        </pc:spChg>
        <pc:spChg chg="mod">
          <ac:chgData name="Priyanka Lambe" userId="S::t-plambe@microsoft.com::27e64b0a-53f2-4398-a911-2a3310bc66ae" providerId="AD" clId="Web-{D72E6C18-9914-32A1-7C57-99035587DD67}" dt="2026-08-04T09:05:10.528" v="399" actId="20577"/>
          <ac:spMkLst>
            <pc:docMk/>
            <pc:sldMk cId="0" sldId="316"/>
            <ac:spMk id="61" creationId="{00000000-0000-0000-0000-000000000000}"/>
          </ac:spMkLst>
        </pc:spChg>
        <pc:spChg chg="mod">
          <ac:chgData name="Priyanka Lambe" userId="S::t-plambe@microsoft.com::27e64b0a-53f2-4398-a911-2a3310bc66ae" providerId="AD" clId="Web-{D72E6C18-9914-32A1-7C57-99035587DD67}" dt="2026-08-04T08:59:18.922" v="396" actId="20577"/>
          <ac:spMkLst>
            <pc:docMk/>
            <pc:sldMk cId="0" sldId="316"/>
            <ac:spMk id="67" creationId="{00000000-0000-0000-0000-000000000000}"/>
          </ac:spMkLst>
        </pc:spChg>
        <pc:spChg chg="del mod">
          <ac:chgData name="Priyanka Lambe" userId="S::t-plambe@microsoft.com::27e64b0a-53f2-4398-a911-2a3310bc66ae" providerId="AD" clId="Web-{D72E6C18-9914-32A1-7C57-99035587DD67}" dt="2026-08-04T09:17:55.101" v="498"/>
          <ac:spMkLst>
            <pc:docMk/>
            <pc:sldMk cId="0" sldId="316"/>
            <ac:spMk id="79" creationId="{F3D0BB79-270D-7279-0C73-7DD6433D6E5A}"/>
          </ac:spMkLst>
        </pc:spChg>
      </pc:sldChg>
      <pc:sldChg chg="modSp">
        <pc:chgData name="Priyanka Lambe" userId="S::t-plambe@microsoft.com::27e64b0a-53f2-4398-a911-2a3310bc66ae" providerId="AD" clId="Web-{D72E6C18-9914-32A1-7C57-99035587DD67}" dt="2026-08-04T08:46:09.068" v="394"/>
        <pc:sldMkLst>
          <pc:docMk/>
          <pc:sldMk cId="0" sldId="318"/>
        </pc:sldMkLst>
        <pc:spChg chg="mod">
          <ac:chgData name="Priyanka Lambe" userId="S::t-plambe@microsoft.com::27e64b0a-53f2-4398-a911-2a3310bc66ae" providerId="AD" clId="Web-{D72E6C18-9914-32A1-7C57-99035587DD67}" dt="2026-08-04T08:36:29.188" v="349" actId="20577"/>
          <ac:spMkLst>
            <pc:docMk/>
            <pc:sldMk cId="0" sldId="318"/>
            <ac:spMk id="10" creationId="{00000000-0000-0000-0000-000000000000}"/>
          </ac:spMkLst>
        </pc:spChg>
        <pc:spChg chg="mod">
          <ac:chgData name="Priyanka Lambe" userId="S::t-plambe@microsoft.com::27e64b0a-53f2-4398-a911-2a3310bc66ae" providerId="AD" clId="Web-{D72E6C18-9914-32A1-7C57-99035587DD67}" dt="2026-08-04T08:36:48.283" v="350" actId="20577"/>
          <ac:spMkLst>
            <pc:docMk/>
            <pc:sldMk cId="0" sldId="318"/>
            <ac:spMk id="16" creationId="{00000000-0000-0000-0000-000000000000}"/>
          </ac:spMkLst>
        </pc:spChg>
        <pc:spChg chg="mod">
          <ac:chgData name="Priyanka Lambe" userId="S::t-plambe@microsoft.com::27e64b0a-53f2-4398-a911-2a3310bc66ae" providerId="AD" clId="Web-{D72E6C18-9914-32A1-7C57-99035587DD67}" dt="2026-08-04T08:42:23.544" v="357" actId="20577"/>
          <ac:spMkLst>
            <pc:docMk/>
            <pc:sldMk cId="0" sldId="318"/>
            <ac:spMk id="59" creationId="{00000000-0000-0000-0000-000000000000}"/>
          </ac:spMkLst>
        </pc:spChg>
        <pc:spChg chg="mod">
          <ac:chgData name="Priyanka Lambe" userId="S::t-plambe@microsoft.com::27e64b0a-53f2-4398-a911-2a3310bc66ae" providerId="AD" clId="Web-{D72E6C18-9914-32A1-7C57-99035587DD67}" dt="2026-08-04T08:43:01.952" v="366" actId="20577"/>
          <ac:spMkLst>
            <pc:docMk/>
            <pc:sldMk cId="0" sldId="318"/>
            <ac:spMk id="61" creationId="{00000000-0000-0000-0000-000000000000}"/>
          </ac:spMkLst>
        </pc:spChg>
        <pc:spChg chg="mod">
          <ac:chgData name="Priyanka Lambe" userId="S::t-plambe@microsoft.com::27e64b0a-53f2-4398-a911-2a3310bc66ae" providerId="AD" clId="Web-{D72E6C18-9914-32A1-7C57-99035587DD67}" dt="2026-08-04T08:43:18.640" v="380" actId="20577"/>
          <ac:spMkLst>
            <pc:docMk/>
            <pc:sldMk cId="0" sldId="318"/>
            <ac:spMk id="63" creationId="{00000000-0000-0000-0000-000000000000}"/>
          </ac:spMkLst>
        </pc:spChg>
        <pc:spChg chg="mod">
          <ac:chgData name="Priyanka Lambe" userId="S::t-plambe@microsoft.com::27e64b0a-53f2-4398-a911-2a3310bc66ae" providerId="AD" clId="Web-{D72E6C18-9914-32A1-7C57-99035587DD67}" dt="2026-08-04T08:45:27.379" v="391"/>
          <ac:spMkLst>
            <pc:docMk/>
            <pc:sldMk cId="0" sldId="318"/>
            <ac:spMk id="65" creationId="{00000000-0000-0000-0000-000000000000}"/>
          </ac:spMkLst>
        </pc:spChg>
        <pc:spChg chg="mod">
          <ac:chgData name="Priyanka Lambe" userId="S::t-plambe@microsoft.com::27e64b0a-53f2-4398-a911-2a3310bc66ae" providerId="AD" clId="Web-{D72E6C18-9914-32A1-7C57-99035587DD67}" dt="2026-08-04T08:45:21.410" v="390"/>
          <ac:spMkLst>
            <pc:docMk/>
            <pc:sldMk cId="0" sldId="318"/>
            <ac:spMk id="69" creationId="{00000000-0000-0000-0000-000000000000}"/>
          </ac:spMkLst>
        </pc:spChg>
        <pc:spChg chg="mod">
          <ac:chgData name="Priyanka Lambe" userId="S::t-plambe@microsoft.com::27e64b0a-53f2-4398-a911-2a3310bc66ae" providerId="AD" clId="Web-{D72E6C18-9914-32A1-7C57-99035587DD67}" dt="2026-08-04T08:45:33.410" v="392"/>
          <ac:spMkLst>
            <pc:docMk/>
            <pc:sldMk cId="0" sldId="318"/>
            <ac:spMk id="75" creationId="{00000000-0000-0000-0000-000000000000}"/>
          </ac:spMkLst>
        </pc:spChg>
        <pc:spChg chg="mod">
          <ac:chgData name="Priyanka Lambe" userId="S::t-plambe@microsoft.com::27e64b0a-53f2-4398-a911-2a3310bc66ae" providerId="AD" clId="Web-{D72E6C18-9914-32A1-7C57-99035587DD67}" dt="2026-08-04T08:46:09.068" v="394"/>
          <ac:spMkLst>
            <pc:docMk/>
            <pc:sldMk cId="0" sldId="318"/>
            <ac:spMk id="82" creationId="{EE0C5F9D-460A-29B6-C299-41BEE05891D1}"/>
          </ac:spMkLst>
        </pc:spChg>
      </pc:sldChg>
      <pc:sldChg chg="modSp">
        <pc:chgData name="Priyanka Lambe" userId="S::t-plambe@microsoft.com::27e64b0a-53f2-4398-a911-2a3310bc66ae" providerId="AD" clId="Web-{D72E6C18-9914-32A1-7C57-99035587DD67}" dt="2026-08-04T08:21:19.485" v="342"/>
        <pc:sldMkLst>
          <pc:docMk/>
          <pc:sldMk cId="852663033" sldId="2147481850"/>
        </pc:sldMkLst>
        <pc:spChg chg="mod">
          <ac:chgData name="Priyanka Lambe" userId="S::t-plambe@microsoft.com::27e64b0a-53f2-4398-a911-2a3310bc66ae" providerId="AD" clId="Web-{D72E6C18-9914-32A1-7C57-99035587DD67}" dt="2026-08-04T07:41:24.124" v="116" actId="20577"/>
          <ac:spMkLst>
            <pc:docMk/>
            <pc:sldMk cId="852663033" sldId="2147481850"/>
            <ac:spMk id="8" creationId="{36C5FA6F-E2ED-89A7-1FDB-D0E9C6163176}"/>
          </ac:spMkLst>
        </pc:spChg>
        <pc:spChg chg="mod">
          <ac:chgData name="Priyanka Lambe" userId="S::t-plambe@microsoft.com::27e64b0a-53f2-4398-a911-2a3310bc66ae" providerId="AD" clId="Web-{D72E6C18-9914-32A1-7C57-99035587DD67}" dt="2026-08-04T07:39:36.558" v="114" actId="20577"/>
          <ac:spMkLst>
            <pc:docMk/>
            <pc:sldMk cId="852663033" sldId="2147481850"/>
            <ac:spMk id="11" creationId="{2C70E3A7-3C2B-2C29-0085-AA3DEB4EB1A7}"/>
          </ac:spMkLst>
        </pc:spChg>
        <pc:spChg chg="mod">
          <ac:chgData name="Priyanka Lambe" userId="S::t-plambe@microsoft.com::27e64b0a-53f2-4398-a911-2a3310bc66ae" providerId="AD" clId="Web-{D72E6C18-9914-32A1-7C57-99035587DD67}" dt="2026-08-04T08:04:42.858" v="261" actId="1076"/>
          <ac:spMkLst>
            <pc:docMk/>
            <pc:sldMk cId="852663033" sldId="2147481850"/>
            <ac:spMk id="15" creationId="{C2B45842-195C-105F-B8CE-DCEC55EE5193}"/>
          </ac:spMkLst>
        </pc:spChg>
        <pc:spChg chg="mod">
          <ac:chgData name="Priyanka Lambe" userId="S::t-plambe@microsoft.com::27e64b0a-53f2-4398-a911-2a3310bc66ae" providerId="AD" clId="Web-{D72E6C18-9914-32A1-7C57-99035587DD67}" dt="2026-08-04T07:59:56.583" v="222" actId="1076"/>
          <ac:spMkLst>
            <pc:docMk/>
            <pc:sldMk cId="852663033" sldId="2147481850"/>
            <ac:spMk id="33" creationId="{0EE7F57F-3CA8-0D87-18C7-CC0F265C5EE8}"/>
          </ac:spMkLst>
        </pc:spChg>
        <pc:spChg chg="mod">
          <ac:chgData name="Priyanka Lambe" userId="S::t-plambe@microsoft.com::27e64b0a-53f2-4398-a911-2a3310bc66ae" providerId="AD" clId="Web-{D72E6C18-9914-32A1-7C57-99035587DD67}" dt="2026-08-04T08:17:19.462" v="290" actId="20577"/>
          <ac:spMkLst>
            <pc:docMk/>
            <pc:sldMk cId="852663033" sldId="2147481850"/>
            <ac:spMk id="49" creationId="{A3C5E719-EBBB-4867-BB7F-EEFDD045F91B}"/>
          </ac:spMkLst>
        </pc:spChg>
        <pc:spChg chg="mod">
          <ac:chgData name="Priyanka Lambe" userId="S::t-plambe@microsoft.com::27e64b0a-53f2-4398-a911-2a3310bc66ae" providerId="AD" clId="Web-{D72E6C18-9914-32A1-7C57-99035587DD67}" dt="2026-08-04T08:20:21.233" v="322" actId="14100"/>
          <ac:spMkLst>
            <pc:docMk/>
            <pc:sldMk cId="852663033" sldId="2147481850"/>
            <ac:spMk id="50" creationId="{D2F47CE7-AA39-0E5D-BB32-C1712828275F}"/>
          </ac:spMkLst>
        </pc:spChg>
        <pc:spChg chg="mod">
          <ac:chgData name="Priyanka Lambe" userId="S::t-plambe@microsoft.com::27e64b0a-53f2-4398-a911-2a3310bc66ae" providerId="AD" clId="Web-{D72E6C18-9914-32A1-7C57-99035587DD67}" dt="2026-08-04T08:21:19.485" v="342"/>
          <ac:spMkLst>
            <pc:docMk/>
            <pc:sldMk cId="852663033" sldId="2147481850"/>
            <ac:spMk id="51" creationId="{82A25629-20ED-DE0E-762C-67C16CD2DC47}"/>
          </ac:spMkLst>
        </pc:spChg>
        <pc:spChg chg="mod">
          <ac:chgData name="Priyanka Lambe" userId="S::t-plambe@microsoft.com::27e64b0a-53f2-4398-a911-2a3310bc66ae" providerId="AD" clId="Web-{D72E6C18-9914-32A1-7C57-99035587DD67}" dt="2026-08-04T08:09:50.150" v="281"/>
          <ac:spMkLst>
            <pc:docMk/>
            <pc:sldMk cId="852663033" sldId="2147481850"/>
            <ac:spMk id="53" creationId="{964A97F1-182A-AEED-0C1A-5227C168439E}"/>
          </ac:spMkLst>
        </pc:spChg>
        <pc:spChg chg="mod">
          <ac:chgData name="Priyanka Lambe" userId="S::t-plambe@microsoft.com::27e64b0a-53f2-4398-a911-2a3310bc66ae" providerId="AD" clId="Web-{D72E6C18-9914-32A1-7C57-99035587DD67}" dt="2026-08-04T08:09:05.867" v="279"/>
          <ac:spMkLst>
            <pc:docMk/>
            <pc:sldMk cId="852663033" sldId="2147481850"/>
            <ac:spMk id="54" creationId="{516664F7-E5B1-9E93-9F73-D4CD67F0DCF1}"/>
          </ac:spMkLst>
        </pc:spChg>
        <pc:spChg chg="mod">
          <ac:chgData name="Priyanka Lambe" userId="S::t-plambe@microsoft.com::27e64b0a-53f2-4398-a911-2a3310bc66ae" providerId="AD" clId="Web-{D72E6C18-9914-32A1-7C57-99035587DD67}" dt="2026-08-04T07:47:18.230" v="166"/>
          <ac:spMkLst>
            <pc:docMk/>
            <pc:sldMk cId="852663033" sldId="2147481850"/>
            <ac:spMk id="57" creationId="{22D4FD33-2DBD-52A9-609B-093387F7988E}"/>
          </ac:spMkLst>
        </pc:spChg>
      </pc:sldChg>
    </pc:docChg>
  </pc:docChgLst>
  <pc:docChgLst>
    <pc:chgData name="Glejdis Shkembi" userId="1c63e9c2-f066-4d08-a46c-6f3c67414dab" providerId="ADAL" clId="{D59F3545-C3AF-42EE-AFFA-D09C72A691CB}"/>
    <pc:docChg chg="undo custSel addSld delSld modSld sldOrd delMainMaster modMainMaster addSection modSection">
      <pc:chgData name="Glejdis Shkembi" userId="1c63e9c2-f066-4d08-a46c-6f3c67414dab" providerId="ADAL" clId="{D59F3545-C3AF-42EE-AFFA-D09C72A691CB}" dt="2026-08-04T08:51:56.013" v="830" actId="20577"/>
      <pc:docMkLst>
        <pc:docMk/>
      </pc:docMkLst>
      <pc:sldChg chg="ord">
        <pc:chgData name="Glejdis Shkembi" userId="1c63e9c2-f066-4d08-a46c-6f3c67414dab" providerId="ADAL" clId="{D59F3545-C3AF-42EE-AFFA-D09C72A691CB}" dt="2026-07-30T16:11:58.470" v="35"/>
        <pc:sldMkLst>
          <pc:docMk/>
          <pc:sldMk cId="1040978387" sldId="256"/>
        </pc:sldMkLst>
      </pc:sldChg>
      <pc:sldChg chg="add ord">
        <pc:chgData name="Glejdis Shkembi" userId="1c63e9c2-f066-4d08-a46c-6f3c67414dab" providerId="ADAL" clId="{D59F3545-C3AF-42EE-AFFA-D09C72A691CB}" dt="2026-08-03T10:04:28.787" v="240"/>
        <pc:sldMkLst>
          <pc:docMk/>
          <pc:sldMk cId="2407711272" sldId="257"/>
        </pc:sldMkLst>
      </pc:sldChg>
      <pc:sldChg chg="add del">
        <pc:chgData name="Glejdis Shkembi" userId="1c63e9c2-f066-4d08-a46c-6f3c67414dab" providerId="ADAL" clId="{D59F3545-C3AF-42EE-AFFA-D09C72A691CB}" dt="2026-08-03T11:40:56.570" v="713"/>
        <pc:sldMkLst>
          <pc:docMk/>
          <pc:sldMk cId="1829557737" sldId="259"/>
        </pc:sldMkLst>
      </pc:sldChg>
      <pc:sldChg chg="add del modTransition">
        <pc:chgData name="Glejdis Shkembi" userId="1c63e9c2-f066-4d08-a46c-6f3c67414dab" providerId="ADAL" clId="{D59F3545-C3AF-42EE-AFFA-D09C72A691CB}" dt="2026-08-03T11:40:29.459" v="706"/>
        <pc:sldMkLst>
          <pc:docMk/>
          <pc:sldMk cId="2419901072" sldId="259"/>
        </pc:sldMkLst>
      </pc:sldChg>
      <pc:sldChg chg="del mod modShow">
        <pc:chgData name="Glejdis Shkembi" userId="1c63e9c2-f066-4d08-a46c-6f3c67414dab" providerId="ADAL" clId="{D59F3545-C3AF-42EE-AFFA-D09C72A691CB}" dt="2026-08-03T11:31:56.455" v="425" actId="47"/>
        <pc:sldMkLst>
          <pc:docMk/>
          <pc:sldMk cId="3613701882" sldId="259"/>
        </pc:sldMkLst>
      </pc:sldChg>
      <pc:sldChg chg="add ord modTransition">
        <pc:chgData name="Glejdis Shkembi" userId="1c63e9c2-f066-4d08-a46c-6f3c67414dab" providerId="ADAL" clId="{D59F3545-C3AF-42EE-AFFA-D09C72A691CB}" dt="2026-08-03T09:58:08.151" v="231"/>
        <pc:sldMkLst>
          <pc:docMk/>
          <pc:sldMk cId="2258120571" sldId="260"/>
        </pc:sldMkLst>
      </pc:sldChg>
      <pc:sldChg chg="add del">
        <pc:chgData name="Glejdis Shkembi" userId="1c63e9c2-f066-4d08-a46c-6f3c67414dab" providerId="ADAL" clId="{D59F3545-C3AF-42EE-AFFA-D09C72A691CB}" dt="2026-08-03T11:40:56.570" v="713"/>
        <pc:sldMkLst>
          <pc:docMk/>
          <pc:sldMk cId="1063703579" sldId="261"/>
        </pc:sldMkLst>
      </pc:sldChg>
      <pc:sldChg chg="del ord">
        <pc:chgData name="Glejdis Shkembi" userId="1c63e9c2-f066-4d08-a46c-6f3c67414dab" providerId="ADAL" clId="{D59F3545-C3AF-42EE-AFFA-D09C72A691CB}" dt="2026-08-03T11:29:36.701" v="412" actId="47"/>
        <pc:sldMkLst>
          <pc:docMk/>
          <pc:sldMk cId="3358351016" sldId="261"/>
        </pc:sldMkLst>
      </pc:sldChg>
      <pc:sldChg chg="mod ord modShow">
        <pc:chgData name="Glejdis Shkembi" userId="1c63e9c2-f066-4d08-a46c-6f3c67414dab" providerId="ADAL" clId="{D59F3545-C3AF-42EE-AFFA-D09C72A691CB}" dt="2026-08-03T11:27:40.784" v="400" actId="729"/>
        <pc:sldMkLst>
          <pc:docMk/>
          <pc:sldMk cId="178991234" sldId="262"/>
        </pc:sldMkLst>
      </pc:sldChg>
      <pc:sldChg chg="ord">
        <pc:chgData name="Glejdis Shkembi" userId="1c63e9c2-f066-4d08-a46c-6f3c67414dab" providerId="ADAL" clId="{D59F3545-C3AF-42EE-AFFA-D09C72A691CB}" dt="2026-08-03T11:27:24.655" v="399"/>
        <pc:sldMkLst>
          <pc:docMk/>
          <pc:sldMk cId="730098915" sldId="263"/>
        </pc:sldMkLst>
      </pc:sldChg>
      <pc:sldChg chg="add del">
        <pc:chgData name="Glejdis Shkembi" userId="1c63e9c2-f066-4d08-a46c-6f3c67414dab" providerId="ADAL" clId="{D59F3545-C3AF-42EE-AFFA-D09C72A691CB}" dt="2026-08-03T11:40:56.570" v="713"/>
        <pc:sldMkLst>
          <pc:docMk/>
          <pc:sldMk cId="2419901072" sldId="264"/>
        </pc:sldMkLst>
      </pc:sldChg>
      <pc:sldChg chg="del">
        <pc:chgData name="Glejdis Shkembi" userId="1c63e9c2-f066-4d08-a46c-6f3c67414dab" providerId="ADAL" clId="{D59F3545-C3AF-42EE-AFFA-D09C72A691CB}" dt="2026-08-03T11:31:14.352" v="420" actId="47"/>
        <pc:sldMkLst>
          <pc:docMk/>
          <pc:sldMk cId="4240641914" sldId="264"/>
        </pc:sldMkLst>
      </pc:sldChg>
      <pc:sldChg chg="add del">
        <pc:chgData name="Glejdis Shkembi" userId="1c63e9c2-f066-4d08-a46c-6f3c67414dab" providerId="ADAL" clId="{D59F3545-C3AF-42EE-AFFA-D09C72A691CB}" dt="2026-08-03T11:21:41.005" v="375" actId="47"/>
        <pc:sldMkLst>
          <pc:docMk/>
          <pc:sldMk cId="2559300268" sldId="265"/>
        </pc:sldMkLst>
      </pc:sldChg>
      <pc:sldChg chg="add del mod modShow">
        <pc:chgData name="Glejdis Shkembi" userId="1c63e9c2-f066-4d08-a46c-6f3c67414dab" providerId="ADAL" clId="{D59F3545-C3AF-42EE-AFFA-D09C72A691CB}" dt="2026-08-04T08:47:53.308" v="790" actId="729"/>
        <pc:sldMkLst>
          <pc:docMk/>
          <pc:sldMk cId="3412436385" sldId="265"/>
        </pc:sldMkLst>
      </pc:sldChg>
      <pc:sldChg chg="ord">
        <pc:chgData name="Glejdis Shkembi" userId="1c63e9c2-f066-4d08-a46c-6f3c67414dab" providerId="ADAL" clId="{D59F3545-C3AF-42EE-AFFA-D09C72A691CB}" dt="2026-08-03T11:30:15.433" v="416"/>
        <pc:sldMkLst>
          <pc:docMk/>
          <pc:sldMk cId="278832969" sldId="266"/>
        </pc:sldMkLst>
      </pc:sldChg>
      <pc:sldChg chg="mod ord modShow">
        <pc:chgData name="Glejdis Shkembi" userId="1c63e9c2-f066-4d08-a46c-6f3c67414dab" providerId="ADAL" clId="{D59F3545-C3AF-42EE-AFFA-D09C72A691CB}" dt="2026-08-03T11:42:32.332" v="728" actId="729"/>
        <pc:sldMkLst>
          <pc:docMk/>
          <pc:sldMk cId="2644572822" sldId="267"/>
        </pc:sldMkLst>
      </pc:sldChg>
      <pc:sldChg chg="add del">
        <pc:chgData name="Glejdis Shkembi" userId="1c63e9c2-f066-4d08-a46c-6f3c67414dab" providerId="ADAL" clId="{D59F3545-C3AF-42EE-AFFA-D09C72A691CB}" dt="2026-08-03T11:43:38.538" v="741"/>
        <pc:sldMkLst>
          <pc:docMk/>
          <pc:sldMk cId="1413205155" sldId="269"/>
        </pc:sldMkLst>
      </pc:sldChg>
      <pc:sldChg chg="add del">
        <pc:chgData name="Glejdis Shkembi" userId="1c63e9c2-f066-4d08-a46c-6f3c67414dab" providerId="ADAL" clId="{D59F3545-C3AF-42EE-AFFA-D09C72A691CB}" dt="2026-08-03T11:21:41.005" v="375" actId="47"/>
        <pc:sldMkLst>
          <pc:docMk/>
          <pc:sldMk cId="3759920293" sldId="269"/>
        </pc:sldMkLst>
      </pc:sldChg>
      <pc:sldChg chg="add ord modTransition">
        <pc:chgData name="Glejdis Shkembi" userId="1c63e9c2-f066-4d08-a46c-6f3c67414dab" providerId="ADAL" clId="{D59F3545-C3AF-42EE-AFFA-D09C72A691CB}" dt="2026-07-30T16:12:11.194" v="37"/>
        <pc:sldMkLst>
          <pc:docMk/>
          <pc:sldMk cId="1341992982" sldId="270"/>
        </pc:sldMkLst>
      </pc:sldChg>
      <pc:sldChg chg="add del">
        <pc:chgData name="Glejdis Shkembi" userId="1c63e9c2-f066-4d08-a46c-6f3c67414dab" providerId="ADAL" clId="{D59F3545-C3AF-42EE-AFFA-D09C72A691CB}" dt="2026-08-03T11:21:41.005" v="375" actId="47"/>
        <pc:sldMkLst>
          <pc:docMk/>
          <pc:sldMk cId="2628600441" sldId="273"/>
        </pc:sldMkLst>
      </pc:sldChg>
      <pc:sldChg chg="add del">
        <pc:chgData name="Glejdis Shkembi" userId="1c63e9c2-f066-4d08-a46c-6f3c67414dab" providerId="ADAL" clId="{D59F3545-C3AF-42EE-AFFA-D09C72A691CB}" dt="2026-08-03T11:44:40.684" v="747"/>
        <pc:sldMkLst>
          <pc:docMk/>
          <pc:sldMk cId="3340254421" sldId="273"/>
        </pc:sldMkLst>
      </pc:sldChg>
      <pc:sldChg chg="ord">
        <pc:chgData name="Glejdis Shkembi" userId="1c63e9c2-f066-4d08-a46c-6f3c67414dab" providerId="ADAL" clId="{D59F3545-C3AF-42EE-AFFA-D09C72A691CB}" dt="2026-08-03T10:09:38.064" v="331"/>
        <pc:sldMkLst>
          <pc:docMk/>
          <pc:sldMk cId="1667529113" sldId="274"/>
        </pc:sldMkLst>
      </pc:sldChg>
      <pc:sldChg chg="add del">
        <pc:chgData name="Glejdis Shkembi" userId="1c63e9c2-f066-4d08-a46c-6f3c67414dab" providerId="ADAL" clId="{D59F3545-C3AF-42EE-AFFA-D09C72A691CB}" dt="2026-08-03T11:44:40.684" v="747"/>
        <pc:sldMkLst>
          <pc:docMk/>
          <pc:sldMk cId="1678400972" sldId="275"/>
        </pc:sldMkLst>
      </pc:sldChg>
      <pc:sldChg chg="add del">
        <pc:chgData name="Glejdis Shkembi" userId="1c63e9c2-f066-4d08-a46c-6f3c67414dab" providerId="ADAL" clId="{D59F3545-C3AF-42EE-AFFA-D09C72A691CB}" dt="2026-08-03T11:22:42.134" v="379" actId="47"/>
        <pc:sldMkLst>
          <pc:docMk/>
          <pc:sldMk cId="3785657069" sldId="275"/>
        </pc:sldMkLst>
      </pc:sldChg>
      <pc:sldChg chg="add del">
        <pc:chgData name="Glejdis Shkembi" userId="1c63e9c2-f066-4d08-a46c-6f3c67414dab" providerId="ADAL" clId="{D59F3545-C3AF-42EE-AFFA-D09C72A691CB}" dt="2026-08-03T11:41:11.807" v="718"/>
        <pc:sldMkLst>
          <pc:docMk/>
          <pc:sldMk cId="279472937" sldId="276"/>
        </pc:sldMkLst>
      </pc:sldChg>
      <pc:sldChg chg="add del">
        <pc:chgData name="Glejdis Shkembi" userId="1c63e9c2-f066-4d08-a46c-6f3c67414dab" providerId="ADAL" clId="{D59F3545-C3AF-42EE-AFFA-D09C72A691CB}" dt="2026-08-03T11:22:38.119" v="378" actId="47"/>
        <pc:sldMkLst>
          <pc:docMk/>
          <pc:sldMk cId="4059562982" sldId="276"/>
        </pc:sldMkLst>
      </pc:sldChg>
      <pc:sldChg chg="add del">
        <pc:chgData name="Glejdis Shkembi" userId="1c63e9c2-f066-4d08-a46c-6f3c67414dab" providerId="ADAL" clId="{D59F3545-C3AF-42EE-AFFA-D09C72A691CB}" dt="2026-08-03T11:41:56.898" v="723"/>
        <pc:sldMkLst>
          <pc:docMk/>
          <pc:sldMk cId="2358418611" sldId="277"/>
        </pc:sldMkLst>
      </pc:sldChg>
      <pc:sldChg chg="add del">
        <pc:chgData name="Glejdis Shkembi" userId="1c63e9c2-f066-4d08-a46c-6f3c67414dab" providerId="ADAL" clId="{D59F3545-C3AF-42EE-AFFA-D09C72A691CB}" dt="2026-08-03T11:22:42.134" v="379" actId="47"/>
        <pc:sldMkLst>
          <pc:docMk/>
          <pc:sldMk cId="3047803145" sldId="277"/>
        </pc:sldMkLst>
      </pc:sldChg>
      <pc:sldChg chg="add del">
        <pc:chgData name="Glejdis Shkembi" userId="1c63e9c2-f066-4d08-a46c-6f3c67414dab" providerId="ADAL" clId="{D59F3545-C3AF-42EE-AFFA-D09C72A691CB}" dt="2026-08-03T11:23:23.783" v="386" actId="47"/>
        <pc:sldMkLst>
          <pc:docMk/>
          <pc:sldMk cId="1008495550" sldId="278"/>
        </pc:sldMkLst>
      </pc:sldChg>
      <pc:sldChg chg="add del">
        <pc:chgData name="Glejdis Shkembi" userId="1c63e9c2-f066-4d08-a46c-6f3c67414dab" providerId="ADAL" clId="{D59F3545-C3AF-42EE-AFFA-D09C72A691CB}" dt="2026-08-03T11:44:56.373" v="750"/>
        <pc:sldMkLst>
          <pc:docMk/>
          <pc:sldMk cId="2801677276" sldId="278"/>
        </pc:sldMkLst>
      </pc:sldChg>
      <pc:sldChg chg="add del">
        <pc:chgData name="Glejdis Shkembi" userId="1c63e9c2-f066-4d08-a46c-6f3c67414dab" providerId="ADAL" clId="{D59F3545-C3AF-42EE-AFFA-D09C72A691CB}" dt="2026-07-30T16:15:15.434" v="54"/>
        <pc:sldMkLst>
          <pc:docMk/>
          <pc:sldMk cId="3390216313" sldId="279"/>
        </pc:sldMkLst>
      </pc:sldChg>
      <pc:sldChg chg="add del">
        <pc:chgData name="Glejdis Shkembi" userId="1c63e9c2-f066-4d08-a46c-6f3c67414dab" providerId="ADAL" clId="{D59F3545-C3AF-42EE-AFFA-D09C72A691CB}" dt="2026-08-03T11:23:23.783" v="386" actId="47"/>
        <pc:sldMkLst>
          <pc:docMk/>
          <pc:sldMk cId="2818603321" sldId="280"/>
        </pc:sldMkLst>
      </pc:sldChg>
      <pc:sldChg chg="add del">
        <pc:chgData name="Glejdis Shkembi" userId="1c63e9c2-f066-4d08-a46c-6f3c67414dab" providerId="ADAL" clId="{D59F3545-C3AF-42EE-AFFA-D09C72A691CB}" dt="2026-08-03T11:45:25.824" v="756"/>
        <pc:sldMkLst>
          <pc:docMk/>
          <pc:sldMk cId="4164315848" sldId="280"/>
        </pc:sldMkLst>
      </pc:sldChg>
      <pc:sldChg chg="add">
        <pc:chgData name="Glejdis Shkembi" userId="1c63e9c2-f066-4d08-a46c-6f3c67414dab" providerId="ADAL" clId="{D59F3545-C3AF-42EE-AFFA-D09C72A691CB}" dt="2026-08-03T11:45:33.676" v="757"/>
        <pc:sldMkLst>
          <pc:docMk/>
          <pc:sldMk cId="2442176559" sldId="281"/>
        </pc:sldMkLst>
      </pc:sldChg>
      <pc:sldChg chg="del">
        <pc:chgData name="Glejdis Shkembi" userId="1c63e9c2-f066-4d08-a46c-6f3c67414dab" providerId="ADAL" clId="{D59F3545-C3AF-42EE-AFFA-D09C72A691CB}" dt="2026-08-03T11:21:41.005" v="375" actId="47"/>
        <pc:sldMkLst>
          <pc:docMk/>
          <pc:sldMk cId="3053367801" sldId="281"/>
        </pc:sldMkLst>
      </pc:sldChg>
      <pc:sldChg chg="mod ord modShow">
        <pc:chgData name="Glejdis Shkembi" userId="1c63e9c2-f066-4d08-a46c-6f3c67414dab" providerId="ADAL" clId="{D59F3545-C3AF-42EE-AFFA-D09C72A691CB}" dt="2026-08-03T11:41:34.596" v="720" actId="729"/>
        <pc:sldMkLst>
          <pc:docMk/>
          <pc:sldMk cId="3641747297" sldId="282"/>
        </pc:sldMkLst>
      </pc:sldChg>
      <pc:sldChg chg="add del mod ord modShow">
        <pc:chgData name="Glejdis Shkembi" userId="1c63e9c2-f066-4d08-a46c-6f3c67414dab" providerId="ADAL" clId="{D59F3545-C3AF-42EE-AFFA-D09C72A691CB}" dt="2026-08-03T11:40:38.743" v="710" actId="729"/>
        <pc:sldMkLst>
          <pc:docMk/>
          <pc:sldMk cId="1289497071" sldId="283"/>
        </pc:sldMkLst>
      </pc:sldChg>
      <pc:sldChg chg="modSp add mod">
        <pc:chgData name="Glejdis Shkembi" userId="1c63e9c2-f066-4d08-a46c-6f3c67414dab" providerId="ADAL" clId="{D59F3545-C3AF-42EE-AFFA-D09C72A691CB}" dt="2026-08-03T17:02:14.996" v="773" actId="20577"/>
        <pc:sldMkLst>
          <pc:docMk/>
          <pc:sldMk cId="535160309" sldId="284"/>
        </pc:sldMkLst>
        <pc:spChg chg="mod">
          <ac:chgData name="Glejdis Shkembi" userId="1c63e9c2-f066-4d08-a46c-6f3c67414dab" providerId="ADAL" clId="{D59F3545-C3AF-42EE-AFFA-D09C72A691CB}" dt="2026-08-03T06:59:14.418" v="76" actId="20577"/>
          <ac:spMkLst>
            <pc:docMk/>
            <pc:sldMk cId="535160309" sldId="284"/>
            <ac:spMk id="15" creationId="{13EA69AA-55EC-0146-61C1-4B2CCBEF8BF8}"/>
          </ac:spMkLst>
        </pc:spChg>
        <pc:spChg chg="mod">
          <ac:chgData name="Glejdis Shkembi" userId="1c63e9c2-f066-4d08-a46c-6f3c67414dab" providerId="ADAL" clId="{D59F3545-C3AF-42EE-AFFA-D09C72A691CB}" dt="2026-08-03T17:02:14.996" v="773" actId="20577"/>
          <ac:spMkLst>
            <pc:docMk/>
            <pc:sldMk cId="535160309" sldId="284"/>
            <ac:spMk id="85" creationId="{2F074A59-7C44-FCC8-8761-A5E0226364FC}"/>
          </ac:spMkLst>
        </pc:spChg>
      </pc:sldChg>
      <pc:sldChg chg="ord">
        <pc:chgData name="Glejdis Shkembi" userId="1c63e9c2-f066-4d08-a46c-6f3c67414dab" providerId="ADAL" clId="{D59F3545-C3AF-42EE-AFFA-D09C72A691CB}" dt="2026-08-03T10:22:24.170" v="363"/>
        <pc:sldMkLst>
          <pc:docMk/>
          <pc:sldMk cId="2991972871" sldId="285"/>
        </pc:sldMkLst>
      </pc:sldChg>
      <pc:sldChg chg="add del ord">
        <pc:chgData name="Glejdis Shkembi" userId="1c63e9c2-f066-4d08-a46c-6f3c67414dab" providerId="ADAL" clId="{D59F3545-C3AF-42EE-AFFA-D09C72A691CB}" dt="2026-08-03T11:22:58.692" v="383"/>
        <pc:sldMkLst>
          <pc:docMk/>
          <pc:sldMk cId="3072498456" sldId="286"/>
        </pc:sldMkLst>
      </pc:sldChg>
      <pc:sldChg chg="add ord">
        <pc:chgData name="Glejdis Shkembi" userId="1c63e9c2-f066-4d08-a46c-6f3c67414dab" providerId="ADAL" clId="{D59F3545-C3AF-42EE-AFFA-D09C72A691CB}" dt="2026-08-03T11:23:36.259" v="388"/>
        <pc:sldMkLst>
          <pc:docMk/>
          <pc:sldMk cId="2933496987" sldId="287"/>
        </pc:sldMkLst>
      </pc:sldChg>
      <pc:sldChg chg="ord">
        <pc:chgData name="Glejdis Shkembi" userId="1c63e9c2-f066-4d08-a46c-6f3c67414dab" providerId="ADAL" clId="{D59F3545-C3AF-42EE-AFFA-D09C72A691CB}" dt="2026-08-03T10:20:42.364" v="355"/>
        <pc:sldMkLst>
          <pc:docMk/>
          <pc:sldMk cId="2514431088" sldId="288"/>
        </pc:sldMkLst>
      </pc:sldChg>
      <pc:sldChg chg="ord">
        <pc:chgData name="Glejdis Shkembi" userId="1c63e9c2-f066-4d08-a46c-6f3c67414dab" providerId="ADAL" clId="{D59F3545-C3AF-42EE-AFFA-D09C72A691CB}" dt="2026-08-03T11:26:48.265" v="395"/>
        <pc:sldMkLst>
          <pc:docMk/>
          <pc:sldMk cId="1574598191" sldId="289"/>
        </pc:sldMkLst>
      </pc:sldChg>
      <pc:sldChg chg="ord">
        <pc:chgData name="Glejdis Shkembi" userId="1c63e9c2-f066-4d08-a46c-6f3c67414dab" providerId="ADAL" clId="{D59F3545-C3AF-42EE-AFFA-D09C72A691CB}" dt="2026-08-03T10:03:55.613" v="238"/>
        <pc:sldMkLst>
          <pc:docMk/>
          <pc:sldMk cId="1070430742" sldId="290"/>
        </pc:sldMkLst>
      </pc:sldChg>
      <pc:sldChg chg="mod modShow">
        <pc:chgData name="Glejdis Shkembi" userId="1c63e9c2-f066-4d08-a46c-6f3c67414dab" providerId="ADAL" clId="{D59F3545-C3AF-42EE-AFFA-D09C72A691CB}" dt="2026-08-03T10:04:45.968" v="241" actId="729"/>
        <pc:sldMkLst>
          <pc:docMk/>
          <pc:sldMk cId="3882219393" sldId="291"/>
        </pc:sldMkLst>
      </pc:sldChg>
      <pc:sldChg chg="add del">
        <pc:chgData name="Glejdis Shkembi" userId="1c63e9c2-f066-4d08-a46c-6f3c67414dab" providerId="ADAL" clId="{D59F3545-C3AF-42EE-AFFA-D09C72A691CB}" dt="2026-07-30T16:15:15.434" v="54"/>
        <pc:sldMkLst>
          <pc:docMk/>
          <pc:sldMk cId="3382482003" sldId="293"/>
        </pc:sldMkLst>
      </pc:sldChg>
      <pc:sldChg chg="add">
        <pc:chgData name="Glejdis Shkembi" userId="1c63e9c2-f066-4d08-a46c-6f3c67414dab" providerId="ADAL" clId="{D59F3545-C3AF-42EE-AFFA-D09C72A691CB}" dt="2026-07-30T16:15:44.996" v="55"/>
        <pc:sldMkLst>
          <pc:docMk/>
          <pc:sldMk cId="2622093777" sldId="295"/>
        </pc:sldMkLst>
      </pc:sldChg>
      <pc:sldChg chg="addSp delSp mod">
        <pc:chgData name="Glejdis Shkembi" userId="1c63e9c2-f066-4d08-a46c-6f3c67414dab" providerId="ADAL" clId="{D59F3545-C3AF-42EE-AFFA-D09C72A691CB}" dt="2026-07-30T16:13:40.871" v="41" actId="22"/>
        <pc:sldMkLst>
          <pc:docMk/>
          <pc:sldMk cId="4103460680" sldId="296"/>
        </pc:sldMkLst>
      </pc:sldChg>
      <pc:sldChg chg="ord">
        <pc:chgData name="Glejdis Shkembi" userId="1c63e9c2-f066-4d08-a46c-6f3c67414dab" providerId="ADAL" clId="{D59F3545-C3AF-42EE-AFFA-D09C72A691CB}" dt="2026-08-03T10:21:20.075" v="358"/>
        <pc:sldMkLst>
          <pc:docMk/>
          <pc:sldMk cId="2807465100" sldId="297"/>
        </pc:sldMkLst>
      </pc:sldChg>
      <pc:sldChg chg="mod ord modShow">
        <pc:chgData name="Glejdis Shkembi" userId="1c63e9c2-f066-4d08-a46c-6f3c67414dab" providerId="ADAL" clId="{D59F3545-C3AF-42EE-AFFA-D09C72A691CB}" dt="2026-08-03T11:31:07.755" v="419" actId="729"/>
        <pc:sldMkLst>
          <pc:docMk/>
          <pc:sldMk cId="3728390219" sldId="298"/>
        </pc:sldMkLst>
      </pc:sldChg>
      <pc:sldChg chg="ord">
        <pc:chgData name="Glejdis Shkembi" userId="1c63e9c2-f066-4d08-a46c-6f3c67414dab" providerId="ADAL" clId="{D59F3545-C3AF-42EE-AFFA-D09C72A691CB}" dt="2026-08-03T11:30:06.380" v="414"/>
        <pc:sldMkLst>
          <pc:docMk/>
          <pc:sldMk cId="3363347381" sldId="299"/>
        </pc:sldMkLst>
      </pc:sldChg>
      <pc:sldChg chg="ord">
        <pc:chgData name="Glejdis Shkembi" userId="1c63e9c2-f066-4d08-a46c-6f3c67414dab" providerId="ADAL" clId="{D59F3545-C3AF-42EE-AFFA-D09C72A691CB}" dt="2026-08-03T11:28:44.069" v="403"/>
        <pc:sldMkLst>
          <pc:docMk/>
          <pc:sldMk cId="2913439975" sldId="300"/>
        </pc:sldMkLst>
      </pc:sldChg>
      <pc:sldChg chg="ord">
        <pc:chgData name="Glejdis Shkembi" userId="1c63e9c2-f066-4d08-a46c-6f3c67414dab" providerId="ADAL" clId="{D59F3545-C3AF-42EE-AFFA-D09C72A691CB}" dt="2026-08-03T11:28:44.069" v="403"/>
        <pc:sldMkLst>
          <pc:docMk/>
          <pc:sldMk cId="504455454" sldId="301"/>
        </pc:sldMkLst>
      </pc:sldChg>
      <pc:sldChg chg="add del">
        <pc:chgData name="Glejdis Shkembi" userId="1c63e9c2-f066-4d08-a46c-6f3c67414dab" providerId="ADAL" clId="{D59F3545-C3AF-42EE-AFFA-D09C72A691CB}" dt="2026-08-03T11:45:45.942" v="760"/>
        <pc:sldMkLst>
          <pc:docMk/>
          <pc:sldMk cId="1588597718" sldId="302"/>
        </pc:sldMkLst>
      </pc:sldChg>
      <pc:sldChg chg="del">
        <pc:chgData name="Glejdis Shkembi" userId="1c63e9c2-f066-4d08-a46c-6f3c67414dab" providerId="ADAL" clId="{D59F3545-C3AF-42EE-AFFA-D09C72A691CB}" dt="2026-08-03T11:28:28.935" v="401" actId="47"/>
        <pc:sldMkLst>
          <pc:docMk/>
          <pc:sldMk cId="3437784100" sldId="302"/>
        </pc:sldMkLst>
      </pc:sldChg>
      <pc:sldChg chg="del">
        <pc:chgData name="Glejdis Shkembi" userId="1c63e9c2-f066-4d08-a46c-6f3c67414dab" providerId="ADAL" clId="{D59F3545-C3AF-42EE-AFFA-D09C72A691CB}" dt="2026-08-03T11:29:05.227" v="406" actId="47"/>
        <pc:sldMkLst>
          <pc:docMk/>
          <pc:sldMk cId="45830876" sldId="303"/>
        </pc:sldMkLst>
      </pc:sldChg>
      <pc:sldChg chg="add ord modTransition">
        <pc:chgData name="Glejdis Shkembi" userId="1c63e9c2-f066-4d08-a46c-6f3c67414dab" providerId="ADAL" clId="{D59F3545-C3AF-42EE-AFFA-D09C72A691CB}" dt="2026-08-04T08:15:41.562" v="780"/>
        <pc:sldMkLst>
          <pc:docMk/>
          <pc:sldMk cId="3413376034" sldId="303"/>
        </pc:sldMkLst>
      </pc:sldChg>
      <pc:sldChg chg="add del">
        <pc:chgData name="Glejdis Shkembi" userId="1c63e9c2-f066-4d08-a46c-6f3c67414dab" providerId="ADAL" clId="{D59F3545-C3AF-42EE-AFFA-D09C72A691CB}" dt="2026-08-04T08:15:30.587" v="777" actId="47"/>
        <pc:sldMkLst>
          <pc:docMk/>
          <pc:sldMk cId="3810413111" sldId="303"/>
        </pc:sldMkLst>
      </pc:sldChg>
      <pc:sldChg chg="del">
        <pc:chgData name="Glejdis Shkembi" userId="1c63e9c2-f066-4d08-a46c-6f3c67414dab" providerId="ADAL" clId="{D59F3545-C3AF-42EE-AFFA-D09C72A691CB}" dt="2026-08-03T11:27:15.080" v="397" actId="47"/>
        <pc:sldMkLst>
          <pc:docMk/>
          <pc:sldMk cId="7561364" sldId="304"/>
        </pc:sldMkLst>
      </pc:sldChg>
      <pc:sldChg chg="add setBg">
        <pc:chgData name="Glejdis Shkembi" userId="1c63e9c2-f066-4d08-a46c-6f3c67414dab" providerId="ADAL" clId="{D59F3545-C3AF-42EE-AFFA-D09C72A691CB}" dt="2026-08-04T08:15:58.743" v="782"/>
        <pc:sldMkLst>
          <pc:docMk/>
          <pc:sldMk cId="3891407096" sldId="304"/>
        </pc:sldMkLst>
      </pc:sldChg>
      <pc:sldChg chg="mod ord modShow">
        <pc:chgData name="Glejdis Shkembi" userId="1c63e9c2-f066-4d08-a46c-6f3c67414dab" providerId="ADAL" clId="{D59F3545-C3AF-42EE-AFFA-D09C72A691CB}" dt="2026-08-03T11:32:16.357" v="429" actId="729"/>
        <pc:sldMkLst>
          <pc:docMk/>
          <pc:sldMk cId="625999510" sldId="305"/>
        </pc:sldMkLst>
      </pc:sldChg>
      <pc:sldChg chg="ord">
        <pc:chgData name="Glejdis Shkembi" userId="1c63e9c2-f066-4d08-a46c-6f3c67414dab" providerId="ADAL" clId="{D59F3545-C3AF-42EE-AFFA-D09C72A691CB}" dt="2026-08-03T11:32:30.084" v="433"/>
        <pc:sldMkLst>
          <pc:docMk/>
          <pc:sldMk cId="2191959060" sldId="306"/>
        </pc:sldMkLst>
      </pc:sldChg>
      <pc:sldChg chg="del">
        <pc:chgData name="Glejdis Shkembi" userId="1c63e9c2-f066-4d08-a46c-6f3c67414dab" providerId="ADAL" clId="{D59F3545-C3AF-42EE-AFFA-D09C72A691CB}" dt="2026-08-03T11:33:01.557" v="441" actId="47"/>
        <pc:sldMkLst>
          <pc:docMk/>
          <pc:sldMk cId="1439108026" sldId="307"/>
        </pc:sldMkLst>
      </pc:sldChg>
      <pc:sldChg chg="add">
        <pc:chgData name="Glejdis Shkembi" userId="1c63e9c2-f066-4d08-a46c-6f3c67414dab" providerId="ADAL" clId="{D59F3545-C3AF-42EE-AFFA-D09C72A691CB}" dt="2026-08-04T08:46:45.528" v="784"/>
        <pc:sldMkLst>
          <pc:docMk/>
          <pc:sldMk cId="2907386013" sldId="307"/>
        </pc:sldMkLst>
      </pc:sldChg>
      <pc:sldChg chg="mod ord modShow">
        <pc:chgData name="Glejdis Shkembi" userId="1c63e9c2-f066-4d08-a46c-6f3c67414dab" providerId="ADAL" clId="{D59F3545-C3AF-42EE-AFFA-D09C72A691CB}" dt="2026-08-03T10:21:00.462" v="356" actId="729"/>
        <pc:sldMkLst>
          <pc:docMk/>
          <pc:sldMk cId="439165402" sldId="308"/>
        </pc:sldMkLst>
      </pc:sldChg>
      <pc:sldChg chg="modSp add del mod">
        <pc:chgData name="Glejdis Shkembi" userId="1c63e9c2-f066-4d08-a46c-6f3c67414dab" providerId="ADAL" clId="{D59F3545-C3AF-42EE-AFFA-D09C72A691CB}" dt="2026-08-03T10:05:41.384" v="247" actId="108"/>
        <pc:sldMkLst>
          <pc:docMk/>
          <pc:sldMk cId="3245112536" sldId="309"/>
        </pc:sldMkLst>
        <pc:spChg chg="mod">
          <ac:chgData name="Glejdis Shkembi" userId="1c63e9c2-f066-4d08-a46c-6f3c67414dab" providerId="ADAL" clId="{D59F3545-C3AF-42EE-AFFA-D09C72A691CB}" dt="2026-08-03T10:05:41.384" v="247" actId="108"/>
          <ac:spMkLst>
            <pc:docMk/>
            <pc:sldMk cId="3245112536" sldId="309"/>
            <ac:spMk id="3" creationId="{AF4FDE03-6EFF-09FE-CE79-0DA8A5BD6A1A}"/>
          </ac:spMkLst>
        </pc:spChg>
      </pc:sldChg>
      <pc:sldChg chg="add del">
        <pc:chgData name="Glejdis Shkembi" userId="1c63e9c2-f066-4d08-a46c-6f3c67414dab" providerId="ADAL" clId="{D59F3545-C3AF-42EE-AFFA-D09C72A691CB}" dt="2026-08-03T09:59:58.664" v="233" actId="47"/>
        <pc:sldMkLst>
          <pc:docMk/>
          <pc:sldMk cId="3361377108" sldId="309"/>
        </pc:sldMkLst>
      </pc:sldChg>
      <pc:sldChg chg="add mod modShow">
        <pc:chgData name="Glejdis Shkembi" userId="1c63e9c2-f066-4d08-a46c-6f3c67414dab" providerId="ADAL" clId="{D59F3545-C3AF-42EE-AFFA-D09C72A691CB}" dt="2026-08-03T07:46:13.608" v="115" actId="729"/>
        <pc:sldMkLst>
          <pc:docMk/>
          <pc:sldMk cId="1579551848" sldId="310"/>
        </pc:sldMkLst>
      </pc:sldChg>
      <pc:sldChg chg="add">
        <pc:chgData name="Glejdis Shkembi" userId="1c63e9c2-f066-4d08-a46c-6f3c67414dab" providerId="ADAL" clId="{D59F3545-C3AF-42EE-AFFA-D09C72A691CB}" dt="2026-08-04T08:47:32.552" v="788"/>
        <pc:sldMkLst>
          <pc:docMk/>
          <pc:sldMk cId="1582868195" sldId="311"/>
        </pc:sldMkLst>
      </pc:sldChg>
      <pc:sldChg chg="del">
        <pc:chgData name="Glejdis Shkembi" userId="1c63e9c2-f066-4d08-a46c-6f3c67414dab" providerId="ADAL" clId="{D59F3545-C3AF-42EE-AFFA-D09C72A691CB}" dt="2026-08-03T11:28:28.935" v="401" actId="47"/>
        <pc:sldMkLst>
          <pc:docMk/>
          <pc:sldMk cId="3944190946" sldId="311"/>
        </pc:sldMkLst>
      </pc:sldChg>
      <pc:sldChg chg="add mod modShow">
        <pc:chgData name="Glejdis Shkembi" userId="1c63e9c2-f066-4d08-a46c-6f3c67414dab" providerId="ADAL" clId="{D59F3545-C3AF-42EE-AFFA-D09C72A691CB}" dt="2026-08-03T07:46:13.608" v="115" actId="729"/>
        <pc:sldMkLst>
          <pc:docMk/>
          <pc:sldMk cId="828409678" sldId="312"/>
        </pc:sldMkLst>
      </pc:sldChg>
      <pc:sldChg chg="mod ord modShow">
        <pc:chgData name="Glejdis Shkembi" userId="1c63e9c2-f066-4d08-a46c-6f3c67414dab" providerId="ADAL" clId="{D59F3545-C3AF-42EE-AFFA-D09C72A691CB}" dt="2026-08-03T11:26:25.670" v="391" actId="729"/>
        <pc:sldMkLst>
          <pc:docMk/>
          <pc:sldMk cId="2012872143" sldId="313"/>
        </pc:sldMkLst>
      </pc:sldChg>
      <pc:sldChg chg="mod ord modShow">
        <pc:chgData name="Glejdis Shkembi" userId="1c63e9c2-f066-4d08-a46c-6f3c67414dab" providerId="ADAL" clId="{D59F3545-C3AF-42EE-AFFA-D09C72A691CB}" dt="2026-08-03T11:31:07.755" v="419" actId="729"/>
        <pc:sldMkLst>
          <pc:docMk/>
          <pc:sldMk cId="153963152" sldId="314"/>
        </pc:sldMkLst>
      </pc:sldChg>
      <pc:sldChg chg="addSp delSp modSp new mod">
        <pc:chgData name="Glejdis Shkembi" userId="1c63e9c2-f066-4d08-a46c-6f3c67414dab" providerId="ADAL" clId="{D59F3545-C3AF-42EE-AFFA-D09C72A691CB}" dt="2026-08-03T17:09:44.016" v="775" actId="931"/>
        <pc:sldMkLst>
          <pc:docMk/>
          <pc:sldMk cId="501205454" sldId="315"/>
        </pc:sldMkLst>
        <pc:picChg chg="add del mod">
          <ac:chgData name="Glejdis Shkembi" userId="1c63e9c2-f066-4d08-a46c-6f3c67414dab" providerId="ADAL" clId="{D59F3545-C3AF-42EE-AFFA-D09C72A691CB}" dt="2026-08-03T17:09:36.574" v="774" actId="478"/>
          <ac:picMkLst>
            <pc:docMk/>
            <pc:sldMk cId="501205454" sldId="315"/>
            <ac:picMk id="3" creationId="{EE0536F0-F19E-7AA7-DF4E-FF6C44363E30}"/>
          </ac:picMkLst>
        </pc:picChg>
        <pc:picChg chg="add mod">
          <ac:chgData name="Glejdis Shkembi" userId="1c63e9c2-f066-4d08-a46c-6f3c67414dab" providerId="ADAL" clId="{D59F3545-C3AF-42EE-AFFA-D09C72A691CB}" dt="2026-08-03T17:09:44.016" v="775" actId="931"/>
          <ac:picMkLst>
            <pc:docMk/>
            <pc:sldMk cId="501205454" sldId="315"/>
            <ac:picMk id="4" creationId="{22466E21-4885-8A2C-1373-1F261DF1F0F5}"/>
          </ac:picMkLst>
        </pc:picChg>
      </pc:sldChg>
      <pc:sldChg chg="addSp modSp add mod setBg">
        <pc:chgData name="Glejdis Shkembi" userId="1c63e9c2-f066-4d08-a46c-6f3c67414dab" providerId="ADAL" clId="{D59F3545-C3AF-42EE-AFFA-D09C72A691CB}" dt="2026-08-03T08:47:07.899" v="198" actId="20577"/>
        <pc:sldMkLst>
          <pc:docMk/>
          <pc:sldMk cId="0" sldId="316"/>
        </pc:sldMkLst>
        <pc:spChg chg="add mod">
          <ac:chgData name="Glejdis Shkembi" userId="1c63e9c2-f066-4d08-a46c-6f3c67414dab" providerId="ADAL" clId="{D59F3545-C3AF-42EE-AFFA-D09C72A691CB}" dt="2026-08-03T08:47:03.285" v="193" actId="1076"/>
          <ac:spMkLst>
            <pc:docMk/>
            <pc:sldMk cId="0" sldId="316"/>
            <ac:spMk id="79" creationId="{F3D0BB79-270D-7279-0C73-7DD6433D6E5A}"/>
          </ac:spMkLst>
        </pc:spChg>
        <pc:spChg chg="mod">
          <ac:chgData name="Glejdis Shkembi" userId="1c63e9c2-f066-4d08-a46c-6f3c67414dab" providerId="ADAL" clId="{D59F3545-C3AF-42EE-AFFA-D09C72A691CB}" dt="2026-08-03T08:47:04.921" v="194"/>
          <ac:spMkLst>
            <pc:docMk/>
            <pc:sldMk cId="0" sldId="316"/>
            <ac:spMk id="80" creationId="{A3E1A57F-606C-34E0-66BA-855673E3633D}"/>
          </ac:spMkLst>
        </pc:spChg>
        <pc:spChg chg="mod">
          <ac:chgData name="Glejdis Shkembi" userId="1c63e9c2-f066-4d08-a46c-6f3c67414dab" providerId="ADAL" clId="{D59F3545-C3AF-42EE-AFFA-D09C72A691CB}" dt="2026-08-03T08:47:07.899" v="198" actId="20577"/>
          <ac:spMkLst>
            <pc:docMk/>
            <pc:sldMk cId="0" sldId="316"/>
            <ac:spMk id="81" creationId="{F5784085-2D4A-2F3D-C73B-0AB325888EF3}"/>
          </ac:spMkLst>
        </pc:spChg>
        <pc:grpChg chg="add mod">
          <ac:chgData name="Glejdis Shkembi" userId="1c63e9c2-f066-4d08-a46c-6f3c67414dab" providerId="ADAL" clId="{D59F3545-C3AF-42EE-AFFA-D09C72A691CB}" dt="2026-08-03T08:47:04.921" v="194"/>
          <ac:grpSpMkLst>
            <pc:docMk/>
            <pc:sldMk cId="0" sldId="316"/>
            <ac:grpSpMk id="78" creationId="{A5089769-AAD7-E765-5C2A-FA1001BEFAC6}"/>
          </ac:grpSpMkLst>
        </pc:grpChg>
      </pc:sldChg>
      <pc:sldChg chg="addSp modSp add del mod setBg">
        <pc:chgData name="Glejdis Shkembi" userId="1c63e9c2-f066-4d08-a46c-6f3c67414dab" providerId="ADAL" clId="{D59F3545-C3AF-42EE-AFFA-D09C72A691CB}" dt="2026-08-03T09:36:52.614" v="201" actId="47"/>
        <pc:sldMkLst>
          <pc:docMk/>
          <pc:sldMk cId="0" sldId="317"/>
        </pc:sldMkLst>
        <pc:spChg chg="mod">
          <ac:chgData name="Glejdis Shkembi" userId="1c63e9c2-f066-4d08-a46c-6f3c67414dab" providerId="ADAL" clId="{D59F3545-C3AF-42EE-AFFA-D09C72A691CB}" dt="2026-08-03T08:43:32.453" v="163" actId="20577"/>
          <ac:spMkLst>
            <pc:docMk/>
            <pc:sldMk cId="0" sldId="317"/>
            <ac:spMk id="21" creationId="{00000000-0000-0000-0000-000000000000}"/>
          </ac:spMkLst>
        </pc:spChg>
        <pc:spChg chg="add">
          <ac:chgData name="Glejdis Shkembi" userId="1c63e9c2-f066-4d08-a46c-6f3c67414dab" providerId="ADAL" clId="{D59F3545-C3AF-42EE-AFFA-D09C72A691CB}" dt="2026-08-03T08:42:35.708" v="131" actId="22"/>
          <ac:spMkLst>
            <pc:docMk/>
            <pc:sldMk cId="0" sldId="317"/>
            <ac:spMk id="47" creationId="{3AFF07B6-932D-6F94-1FA6-CC2B1D112DBD}"/>
          </ac:spMkLst>
        </pc:spChg>
      </pc:sldChg>
      <pc:sldChg chg="modSp add mod">
        <pc:chgData name="Glejdis Shkembi" userId="1c63e9c2-f066-4d08-a46c-6f3c67414dab" providerId="ADAL" clId="{D59F3545-C3AF-42EE-AFFA-D09C72A691CB}" dt="2026-08-03T11:36:42.100" v="704" actId="20577"/>
        <pc:sldMkLst>
          <pc:docMk/>
          <pc:sldMk cId="2670290437" sldId="317"/>
        </pc:sldMkLst>
        <pc:spChg chg="mod">
          <ac:chgData name="Glejdis Shkembi" userId="1c63e9c2-f066-4d08-a46c-6f3c67414dab" providerId="ADAL" clId="{D59F3545-C3AF-42EE-AFFA-D09C72A691CB}" dt="2026-08-03T11:35:09.420" v="478" actId="20577"/>
          <ac:spMkLst>
            <pc:docMk/>
            <pc:sldMk cId="2670290437" sldId="317"/>
            <ac:spMk id="225" creationId="{EC0A4A6A-CB7C-8CD6-F7DD-9EC6B3525D5C}"/>
          </ac:spMkLst>
        </pc:spChg>
        <pc:spChg chg="mod">
          <ac:chgData name="Glejdis Shkembi" userId="1c63e9c2-f066-4d08-a46c-6f3c67414dab" providerId="ADAL" clId="{D59F3545-C3AF-42EE-AFFA-D09C72A691CB}" dt="2026-08-03T11:35:15.259" v="500" actId="20577"/>
          <ac:spMkLst>
            <pc:docMk/>
            <pc:sldMk cId="2670290437" sldId="317"/>
            <ac:spMk id="227" creationId="{FC4EF75C-3569-ED99-7CB4-F45CC1DAB675}"/>
          </ac:spMkLst>
        </pc:spChg>
        <pc:spChg chg="mod">
          <ac:chgData name="Glejdis Shkembi" userId="1c63e9c2-f066-4d08-a46c-6f3c67414dab" providerId="ADAL" clId="{D59F3545-C3AF-42EE-AFFA-D09C72A691CB}" dt="2026-08-03T11:35:39.677" v="552" actId="313"/>
          <ac:spMkLst>
            <pc:docMk/>
            <pc:sldMk cId="2670290437" sldId="317"/>
            <ac:spMk id="229" creationId="{4D1C0A32-7E12-93AA-7B17-17EDDF4FFE2F}"/>
          </ac:spMkLst>
        </pc:spChg>
        <pc:spChg chg="mod">
          <ac:chgData name="Glejdis Shkembi" userId="1c63e9c2-f066-4d08-a46c-6f3c67414dab" providerId="ADAL" clId="{D59F3545-C3AF-42EE-AFFA-D09C72A691CB}" dt="2026-08-03T11:35:57.214" v="599" actId="20577"/>
          <ac:spMkLst>
            <pc:docMk/>
            <pc:sldMk cId="2670290437" sldId="317"/>
            <ac:spMk id="231" creationId="{A5647CC0-0B21-9CE5-EBA0-39DDFFDE926F}"/>
          </ac:spMkLst>
        </pc:spChg>
        <pc:spChg chg="mod">
          <ac:chgData name="Glejdis Shkembi" userId="1c63e9c2-f066-4d08-a46c-6f3c67414dab" providerId="ADAL" clId="{D59F3545-C3AF-42EE-AFFA-D09C72A691CB}" dt="2026-08-03T11:36:16.149" v="647" actId="20577"/>
          <ac:spMkLst>
            <pc:docMk/>
            <pc:sldMk cId="2670290437" sldId="317"/>
            <ac:spMk id="233" creationId="{B02F2FFD-4EAB-D857-84F1-2B86D997ADF1}"/>
          </ac:spMkLst>
        </pc:spChg>
        <pc:spChg chg="mod">
          <ac:chgData name="Glejdis Shkembi" userId="1c63e9c2-f066-4d08-a46c-6f3c67414dab" providerId="ADAL" clId="{D59F3545-C3AF-42EE-AFFA-D09C72A691CB}" dt="2026-08-03T11:36:35.500" v="695" actId="20577"/>
          <ac:spMkLst>
            <pc:docMk/>
            <pc:sldMk cId="2670290437" sldId="317"/>
            <ac:spMk id="235" creationId="{E77BFF74-1BB2-0327-91F7-F241A197DAAC}"/>
          </ac:spMkLst>
        </pc:spChg>
        <pc:spChg chg="mod">
          <ac:chgData name="Glejdis Shkembi" userId="1c63e9c2-f066-4d08-a46c-6f3c67414dab" providerId="ADAL" clId="{D59F3545-C3AF-42EE-AFFA-D09C72A691CB}" dt="2026-08-03T11:36:42.100" v="704" actId="20577"/>
          <ac:spMkLst>
            <pc:docMk/>
            <pc:sldMk cId="2670290437" sldId="317"/>
            <ac:spMk id="237" creationId="{6CCB77FA-7933-C142-15E2-D0C168E6A01D}"/>
          </ac:spMkLst>
        </pc:spChg>
      </pc:sldChg>
      <pc:sldChg chg="addSp delSp modSp add mod setBg">
        <pc:chgData name="Glejdis Shkembi" userId="1c63e9c2-f066-4d08-a46c-6f3c67414dab" providerId="ADAL" clId="{D59F3545-C3AF-42EE-AFFA-D09C72A691CB}" dt="2026-08-04T08:51:18.769" v="824" actId="478"/>
        <pc:sldMkLst>
          <pc:docMk/>
          <pc:sldMk cId="0" sldId="318"/>
        </pc:sldMkLst>
        <pc:spChg chg="mod">
          <ac:chgData name="Glejdis Shkembi" userId="1c63e9c2-f066-4d08-a46c-6f3c67414dab" providerId="ADAL" clId="{D59F3545-C3AF-42EE-AFFA-D09C72A691CB}" dt="2026-08-03T08:46:18.355" v="185" actId="20577"/>
          <ac:spMkLst>
            <pc:docMk/>
            <pc:sldMk cId="0" sldId="318"/>
            <ac:spMk id="2" creationId="{00000000-0000-0000-0000-000000000000}"/>
          </ac:spMkLst>
        </pc:spChg>
        <pc:spChg chg="mod">
          <ac:chgData name="Glejdis Shkembi" userId="1c63e9c2-f066-4d08-a46c-6f3c67414dab" providerId="ADAL" clId="{D59F3545-C3AF-42EE-AFFA-D09C72A691CB}" dt="2026-08-03T08:46:52.168" v="191" actId="108"/>
          <ac:spMkLst>
            <pc:docMk/>
            <pc:sldMk cId="0" sldId="318"/>
            <ac:spMk id="77" creationId="{2FA2157A-0269-9704-05D1-BFD7D8451EB9}"/>
          </ac:spMkLst>
        </pc:spChg>
        <pc:spChg chg="mod">
          <ac:chgData name="Glejdis Shkembi" userId="1c63e9c2-f066-4d08-a46c-6f3c67414dab" providerId="ADAL" clId="{D59F3545-C3AF-42EE-AFFA-D09C72A691CB}" dt="2026-08-03T08:46:52.168" v="191" actId="108"/>
          <ac:spMkLst>
            <pc:docMk/>
            <pc:sldMk cId="0" sldId="318"/>
            <ac:spMk id="78" creationId="{BA3826CC-CE1F-5A54-5FAE-6AD78D4CF3BF}"/>
          </ac:spMkLst>
        </pc:spChg>
        <pc:spChg chg="add del">
          <ac:chgData name="Glejdis Shkembi" userId="1c63e9c2-f066-4d08-a46c-6f3c67414dab" providerId="ADAL" clId="{D59F3545-C3AF-42EE-AFFA-D09C72A691CB}" dt="2026-08-04T08:51:18.769" v="824" actId="478"/>
          <ac:spMkLst>
            <pc:docMk/>
            <pc:sldMk cId="0" sldId="318"/>
            <ac:spMk id="82" creationId="{EE0C5F9D-460A-29B6-C299-41BEE05891D1}"/>
          </ac:spMkLst>
        </pc:spChg>
        <pc:grpChg chg="add mod">
          <ac:chgData name="Glejdis Shkembi" userId="1c63e9c2-f066-4d08-a46c-6f3c67414dab" providerId="ADAL" clId="{D59F3545-C3AF-42EE-AFFA-D09C72A691CB}" dt="2026-08-03T08:46:09.011" v="182" actId="14100"/>
          <ac:grpSpMkLst>
            <pc:docMk/>
            <pc:sldMk cId="0" sldId="318"/>
            <ac:grpSpMk id="76" creationId="{6D4F6058-107C-173C-4D0E-BEAE6D1BB166}"/>
          </ac:grpSpMkLst>
        </pc:grpChg>
        <pc:picChg chg="add del mod">
          <ac:chgData name="Glejdis Shkembi" userId="1c63e9c2-f066-4d08-a46c-6f3c67414dab" providerId="ADAL" clId="{D59F3545-C3AF-42EE-AFFA-D09C72A691CB}" dt="2026-08-03T08:46:53.695" v="192" actId="478"/>
          <ac:picMkLst>
            <pc:docMk/>
            <pc:sldMk cId="0" sldId="318"/>
            <ac:picMk id="80" creationId="{38D7D13E-7CE4-1CC2-3239-1FC5A3E65365}"/>
          </ac:picMkLst>
        </pc:picChg>
      </pc:sldChg>
      <pc:sldChg chg="addSp modSp add del mod setBg">
        <pc:chgData name="Glejdis Shkembi" userId="1c63e9c2-f066-4d08-a46c-6f3c67414dab" providerId="ADAL" clId="{D59F3545-C3AF-42EE-AFFA-D09C72A691CB}" dt="2026-08-03T09:45:56.241" v="223" actId="47"/>
        <pc:sldMkLst>
          <pc:docMk/>
          <pc:sldMk cId="0" sldId="319"/>
        </pc:sldMkLst>
        <pc:spChg chg="mod">
          <ac:chgData name="Glejdis Shkembi" userId="1c63e9c2-f066-4d08-a46c-6f3c67414dab" providerId="ADAL" clId="{D59F3545-C3AF-42EE-AFFA-D09C72A691CB}" dt="2026-08-03T09:43:16.574" v="209" actId="20577"/>
          <ac:spMkLst>
            <pc:docMk/>
            <pc:sldMk cId="0" sldId="319"/>
            <ac:spMk id="21" creationId="{00000000-0000-0000-0000-000000000000}"/>
          </ac:spMkLst>
        </pc:spChg>
        <pc:spChg chg="add mod">
          <ac:chgData name="Glejdis Shkembi" userId="1c63e9c2-f066-4d08-a46c-6f3c67414dab" providerId="ADAL" clId="{D59F3545-C3AF-42EE-AFFA-D09C72A691CB}" dt="2026-08-03T09:44:11.266" v="211" actId="17032"/>
          <ac:spMkLst>
            <pc:docMk/>
            <pc:sldMk cId="0" sldId="319"/>
            <ac:spMk id="47" creationId="{7489ED37-7132-D780-E0F4-470F9CE9FAF2}"/>
          </ac:spMkLst>
        </pc:spChg>
      </pc:sldChg>
      <pc:sldChg chg="modSp add mod ord">
        <pc:chgData name="Glejdis Shkembi" userId="1c63e9c2-f066-4d08-a46c-6f3c67414dab" providerId="ADAL" clId="{D59F3545-C3AF-42EE-AFFA-D09C72A691CB}" dt="2026-08-03T10:06:39.843" v="314" actId="20577"/>
        <pc:sldMkLst>
          <pc:docMk/>
          <pc:sldMk cId="2806516707" sldId="319"/>
        </pc:sldMkLst>
        <pc:spChg chg="mod">
          <ac:chgData name="Glejdis Shkembi" userId="1c63e9c2-f066-4d08-a46c-6f3c67414dab" providerId="ADAL" clId="{D59F3545-C3AF-42EE-AFFA-D09C72A691CB}" dt="2026-08-03T10:06:30.001" v="282" actId="20577"/>
          <ac:spMkLst>
            <pc:docMk/>
            <pc:sldMk cId="2806516707" sldId="319"/>
            <ac:spMk id="2" creationId="{27066568-B2D2-C2F6-7BD5-96283A9D681D}"/>
          </ac:spMkLst>
        </pc:spChg>
        <pc:spChg chg="mod">
          <ac:chgData name="Glejdis Shkembi" userId="1c63e9c2-f066-4d08-a46c-6f3c67414dab" providerId="ADAL" clId="{D59F3545-C3AF-42EE-AFFA-D09C72A691CB}" dt="2026-08-03T10:06:39.843" v="314" actId="20577"/>
          <ac:spMkLst>
            <pc:docMk/>
            <pc:sldMk cId="2806516707" sldId="319"/>
            <ac:spMk id="3" creationId="{409E529E-1F10-15D3-F44C-A0FA7251C97F}"/>
          </ac:spMkLst>
        </pc:spChg>
      </pc:sldChg>
      <pc:sldChg chg="add del">
        <pc:chgData name="Glejdis Shkembi" userId="1c63e9c2-f066-4d08-a46c-6f3c67414dab" providerId="ADAL" clId="{D59F3545-C3AF-42EE-AFFA-D09C72A691CB}" dt="2026-08-03T10:18:11.163" v="348" actId="47"/>
        <pc:sldMkLst>
          <pc:docMk/>
          <pc:sldMk cId="4054400569" sldId="320"/>
        </pc:sldMkLst>
      </pc:sldChg>
      <pc:sldChg chg="modSp add del mod">
        <pc:chgData name="Glejdis Shkembi" userId="1c63e9c2-f066-4d08-a46c-6f3c67414dab" providerId="ADAL" clId="{D59F3545-C3AF-42EE-AFFA-D09C72A691CB}" dt="2026-08-03T10:07:16.328" v="319" actId="108"/>
        <pc:sldMkLst>
          <pc:docMk/>
          <pc:sldMk cId="1777939622" sldId="321"/>
        </pc:sldMkLst>
        <pc:spChg chg="mod">
          <ac:chgData name="Glejdis Shkembi" userId="1c63e9c2-f066-4d08-a46c-6f3c67414dab" providerId="ADAL" clId="{D59F3545-C3AF-42EE-AFFA-D09C72A691CB}" dt="2026-08-03T10:07:16.328" v="319" actId="108"/>
          <ac:spMkLst>
            <pc:docMk/>
            <pc:sldMk cId="1777939622" sldId="321"/>
            <ac:spMk id="2" creationId="{EBC75825-E59B-2210-52EE-38447D25CE91}"/>
          </ac:spMkLst>
        </pc:spChg>
      </pc:sldChg>
      <pc:sldChg chg="delSp modSp add del mod">
        <pc:chgData name="Glejdis Shkembi" userId="1c63e9c2-f066-4d08-a46c-6f3c67414dab" providerId="ADAL" clId="{D59F3545-C3AF-42EE-AFFA-D09C72A691CB}" dt="2026-08-03T10:07:31.286" v="321" actId="478"/>
        <pc:sldMkLst>
          <pc:docMk/>
          <pc:sldMk cId="0" sldId="322"/>
        </pc:sldMkLst>
        <pc:spChg chg="mod">
          <ac:chgData name="Glejdis Shkembi" userId="1c63e9c2-f066-4d08-a46c-6f3c67414dab" providerId="ADAL" clId="{D59F3545-C3AF-42EE-AFFA-D09C72A691CB}" dt="2026-08-03T10:07:20.230" v="320" actId="108"/>
          <ac:spMkLst>
            <pc:docMk/>
            <pc:sldMk cId="0" sldId="322"/>
            <ac:spMk id="4" creationId="{14903B07-C31E-B388-0500-63FE869CBE73}"/>
          </ac:spMkLst>
        </pc:spChg>
        <pc:picChg chg="del">
          <ac:chgData name="Glejdis Shkembi" userId="1c63e9c2-f066-4d08-a46c-6f3c67414dab" providerId="ADAL" clId="{D59F3545-C3AF-42EE-AFFA-D09C72A691CB}" dt="2026-08-03T10:07:31.286" v="321" actId="478"/>
          <ac:picMkLst>
            <pc:docMk/>
            <pc:sldMk cId="0" sldId="322"/>
            <ac:picMk id="205" creationId="{0DCAB172-DC04-04B2-938E-2FD829F8E4A9}"/>
          </ac:picMkLst>
        </pc:picChg>
      </pc:sldChg>
      <pc:sldChg chg="modSp add del mod">
        <pc:chgData name="Glejdis Shkembi" userId="1c63e9c2-f066-4d08-a46c-6f3c67414dab" providerId="ADAL" clId="{D59F3545-C3AF-42EE-AFFA-D09C72A691CB}" dt="2026-08-03T10:08:50.802" v="329" actId="120"/>
        <pc:sldMkLst>
          <pc:docMk/>
          <pc:sldMk cId="1004993045" sldId="323"/>
        </pc:sldMkLst>
        <pc:spChg chg="mod">
          <ac:chgData name="Glejdis Shkembi" userId="1c63e9c2-f066-4d08-a46c-6f3c67414dab" providerId="ADAL" clId="{D59F3545-C3AF-42EE-AFFA-D09C72A691CB}" dt="2026-08-03T10:08:50.802" v="329" actId="120"/>
          <ac:spMkLst>
            <pc:docMk/>
            <pc:sldMk cId="1004993045" sldId="323"/>
            <ac:spMk id="4" creationId="{7B4C4C62-1B61-B65D-E99D-C41724FE6C8E}"/>
          </ac:spMkLst>
        </pc:spChg>
      </pc:sldChg>
      <pc:sldChg chg="modSp add mod">
        <pc:chgData name="Glejdis Shkembi" userId="1c63e9c2-f066-4d08-a46c-6f3c67414dab" providerId="ADAL" clId="{D59F3545-C3AF-42EE-AFFA-D09C72A691CB}" dt="2026-08-03T10:11:42.289" v="340" actId="108"/>
        <pc:sldMkLst>
          <pc:docMk/>
          <pc:sldMk cId="2800793217" sldId="324"/>
        </pc:sldMkLst>
        <pc:spChg chg="mod">
          <ac:chgData name="Glejdis Shkembi" userId="1c63e9c2-f066-4d08-a46c-6f3c67414dab" providerId="ADAL" clId="{D59F3545-C3AF-42EE-AFFA-D09C72A691CB}" dt="2026-08-03T10:11:42.289" v="340" actId="108"/>
          <ac:spMkLst>
            <pc:docMk/>
            <pc:sldMk cId="2800793217" sldId="324"/>
            <ac:spMk id="8" creationId="{6EF8D18B-052F-6D20-75B2-72BE7F1A0455}"/>
          </ac:spMkLst>
        </pc:spChg>
      </pc:sldChg>
      <pc:sldChg chg="modSp add mod">
        <pc:chgData name="Glejdis Shkembi" userId="1c63e9c2-f066-4d08-a46c-6f3c67414dab" providerId="ADAL" clId="{D59F3545-C3AF-42EE-AFFA-D09C72A691CB}" dt="2026-08-03T10:11:33.833" v="338" actId="108"/>
        <pc:sldMkLst>
          <pc:docMk/>
          <pc:sldMk cId="98225268" sldId="325"/>
        </pc:sldMkLst>
        <pc:spChg chg="mod">
          <ac:chgData name="Glejdis Shkembi" userId="1c63e9c2-f066-4d08-a46c-6f3c67414dab" providerId="ADAL" clId="{D59F3545-C3AF-42EE-AFFA-D09C72A691CB}" dt="2026-08-03T10:11:33.833" v="338" actId="108"/>
          <ac:spMkLst>
            <pc:docMk/>
            <pc:sldMk cId="98225268" sldId="325"/>
            <ac:spMk id="11" creationId="{AF0F9983-392D-3E2D-03FF-0740F858540F}"/>
          </ac:spMkLst>
        </pc:spChg>
      </pc:sldChg>
      <pc:sldChg chg="modSp add mod">
        <pc:chgData name="Glejdis Shkembi" userId="1c63e9c2-f066-4d08-a46c-6f3c67414dab" providerId="ADAL" clId="{D59F3545-C3AF-42EE-AFFA-D09C72A691CB}" dt="2026-08-03T10:11:38.401" v="339" actId="108"/>
        <pc:sldMkLst>
          <pc:docMk/>
          <pc:sldMk cId="1775108921" sldId="326"/>
        </pc:sldMkLst>
        <pc:spChg chg="mod">
          <ac:chgData name="Glejdis Shkembi" userId="1c63e9c2-f066-4d08-a46c-6f3c67414dab" providerId="ADAL" clId="{D59F3545-C3AF-42EE-AFFA-D09C72A691CB}" dt="2026-08-03T10:11:38.401" v="339" actId="108"/>
          <ac:spMkLst>
            <pc:docMk/>
            <pc:sldMk cId="1775108921" sldId="326"/>
            <ac:spMk id="11" creationId="{E9209F70-559D-B392-5B43-C361EAE5A695}"/>
          </ac:spMkLst>
        </pc:spChg>
      </pc:sldChg>
      <pc:sldChg chg="add mod modShow">
        <pc:chgData name="Glejdis Shkembi" userId="1c63e9c2-f066-4d08-a46c-6f3c67414dab" providerId="ADAL" clId="{D59F3545-C3AF-42EE-AFFA-D09C72A691CB}" dt="2026-08-03T11:28:46.982" v="404" actId="729"/>
        <pc:sldMkLst>
          <pc:docMk/>
          <pc:sldMk cId="1126811076" sldId="327"/>
        </pc:sldMkLst>
      </pc:sldChg>
      <pc:sldChg chg="modSp add mod">
        <pc:chgData name="Glejdis Shkembi" userId="1c63e9c2-f066-4d08-a46c-6f3c67414dab" providerId="ADAL" clId="{D59F3545-C3AF-42EE-AFFA-D09C72A691CB}" dt="2026-08-03T10:12:02.882" v="342" actId="108"/>
        <pc:sldMkLst>
          <pc:docMk/>
          <pc:sldMk cId="3793823026" sldId="328"/>
        </pc:sldMkLst>
        <pc:spChg chg="mod">
          <ac:chgData name="Glejdis Shkembi" userId="1c63e9c2-f066-4d08-a46c-6f3c67414dab" providerId="ADAL" clId="{D59F3545-C3AF-42EE-AFFA-D09C72A691CB}" dt="2026-08-03T10:12:02.882" v="342" actId="108"/>
          <ac:spMkLst>
            <pc:docMk/>
            <pc:sldMk cId="3793823026" sldId="328"/>
            <ac:spMk id="11" creationId="{EDBE9965-60BF-B7A8-8994-25312F99AD08}"/>
          </ac:spMkLst>
        </pc:spChg>
      </pc:sldChg>
      <pc:sldChg chg="modSp add mod">
        <pc:chgData name="Glejdis Shkembi" userId="1c63e9c2-f066-4d08-a46c-6f3c67414dab" providerId="ADAL" clId="{D59F3545-C3AF-42EE-AFFA-D09C72A691CB}" dt="2026-08-03T10:11:58.034" v="341" actId="108"/>
        <pc:sldMkLst>
          <pc:docMk/>
          <pc:sldMk cId="3736789471" sldId="329"/>
        </pc:sldMkLst>
        <pc:spChg chg="mod">
          <ac:chgData name="Glejdis Shkembi" userId="1c63e9c2-f066-4d08-a46c-6f3c67414dab" providerId="ADAL" clId="{D59F3545-C3AF-42EE-AFFA-D09C72A691CB}" dt="2026-08-03T10:11:58.034" v="341" actId="108"/>
          <ac:spMkLst>
            <pc:docMk/>
            <pc:sldMk cId="3736789471" sldId="329"/>
            <ac:spMk id="11" creationId="{0F02EA15-E438-8CD7-A483-B9452DADD043}"/>
          </ac:spMkLst>
        </pc:spChg>
      </pc:sldChg>
      <pc:sldChg chg="modSp add mod">
        <pc:chgData name="Glejdis Shkembi" userId="1c63e9c2-f066-4d08-a46c-6f3c67414dab" providerId="ADAL" clId="{D59F3545-C3AF-42EE-AFFA-D09C72A691CB}" dt="2026-08-03T10:17:00.273" v="344" actId="108"/>
        <pc:sldMkLst>
          <pc:docMk/>
          <pc:sldMk cId="30472724" sldId="330"/>
        </pc:sldMkLst>
        <pc:spChg chg="mod">
          <ac:chgData name="Glejdis Shkembi" userId="1c63e9c2-f066-4d08-a46c-6f3c67414dab" providerId="ADAL" clId="{D59F3545-C3AF-42EE-AFFA-D09C72A691CB}" dt="2026-08-03T10:17:00.273" v="344" actId="108"/>
          <ac:spMkLst>
            <pc:docMk/>
            <pc:sldMk cId="30472724" sldId="330"/>
            <ac:spMk id="5" creationId="{4864F8C5-AA82-CA32-FE80-DFC4E53BB749}"/>
          </ac:spMkLst>
        </pc:spChg>
      </pc:sldChg>
      <pc:sldChg chg="modSp add mod">
        <pc:chgData name="Glejdis Shkembi" userId="1c63e9c2-f066-4d08-a46c-6f3c67414dab" providerId="ADAL" clId="{D59F3545-C3AF-42EE-AFFA-D09C72A691CB}" dt="2026-08-03T10:17:04.859" v="345" actId="108"/>
        <pc:sldMkLst>
          <pc:docMk/>
          <pc:sldMk cId="1538912057" sldId="331"/>
        </pc:sldMkLst>
        <pc:spChg chg="mod">
          <ac:chgData name="Glejdis Shkembi" userId="1c63e9c2-f066-4d08-a46c-6f3c67414dab" providerId="ADAL" clId="{D59F3545-C3AF-42EE-AFFA-D09C72A691CB}" dt="2026-08-03T10:17:04.859" v="345" actId="108"/>
          <ac:spMkLst>
            <pc:docMk/>
            <pc:sldMk cId="1538912057" sldId="331"/>
            <ac:spMk id="11" creationId="{2127638B-7066-6DD6-E04C-4BB228733474}"/>
          </ac:spMkLst>
        </pc:spChg>
      </pc:sldChg>
      <pc:sldChg chg="addSp delSp modSp del mod ord">
        <pc:chgData name="Glejdis Shkembi" userId="1c63e9c2-f066-4d08-a46c-6f3c67414dab" providerId="ADAL" clId="{D59F3545-C3AF-42EE-AFFA-D09C72A691CB}" dt="2026-08-03T10:06:42.804" v="315" actId="47"/>
        <pc:sldMkLst>
          <pc:docMk/>
          <pc:sldMk cId="3055161364" sldId="331"/>
        </pc:sldMkLst>
        <pc:spChg chg="del">
          <ac:chgData name="Glejdis Shkembi" userId="1c63e9c2-f066-4d08-a46c-6f3c67414dab" providerId="ADAL" clId="{D59F3545-C3AF-42EE-AFFA-D09C72A691CB}" dt="2026-08-03T10:05:58.895" v="265" actId="478"/>
          <ac:spMkLst>
            <pc:docMk/>
            <pc:sldMk cId="3055161364" sldId="331"/>
            <ac:spMk id="2" creationId="{4944FC55-B257-F023-BD4F-4DA5A29E9EE8}"/>
          </ac:spMkLst>
        </pc:spChg>
        <pc:spChg chg="mod">
          <ac:chgData name="Glejdis Shkembi" userId="1c63e9c2-f066-4d08-a46c-6f3c67414dab" providerId="ADAL" clId="{D59F3545-C3AF-42EE-AFFA-D09C72A691CB}" dt="2026-08-03T10:05:56.965" v="264" actId="20577"/>
          <ac:spMkLst>
            <pc:docMk/>
            <pc:sldMk cId="3055161364" sldId="331"/>
            <ac:spMk id="3" creationId="{22C9FB5C-0D66-2171-A009-ACE242F2EE1A}"/>
          </ac:spMkLst>
        </pc:spChg>
        <pc:spChg chg="add del mod">
          <ac:chgData name="Glejdis Shkembi" userId="1c63e9c2-f066-4d08-a46c-6f3c67414dab" providerId="ADAL" clId="{D59F3545-C3AF-42EE-AFFA-D09C72A691CB}" dt="2026-08-03T10:06:03.265" v="266" actId="478"/>
          <ac:spMkLst>
            <pc:docMk/>
            <pc:sldMk cId="3055161364" sldId="331"/>
            <ac:spMk id="5" creationId="{D8B7364A-3608-C39B-D92C-3FEC9AB9A63C}"/>
          </ac:spMkLst>
        </pc:spChg>
      </pc:sldChg>
      <pc:sldChg chg="mod modShow">
        <pc:chgData name="Glejdis Shkembi" userId="1c63e9c2-f066-4d08-a46c-6f3c67414dab" providerId="ADAL" clId="{D59F3545-C3AF-42EE-AFFA-D09C72A691CB}" dt="2026-08-03T10:10:29.243" v="334" actId="729"/>
        <pc:sldMkLst>
          <pc:docMk/>
          <pc:sldMk cId="2236045940" sldId="333"/>
        </pc:sldMkLst>
      </pc:sldChg>
      <pc:sldChg chg="modSp add mod">
        <pc:chgData name="Glejdis Shkembi" userId="1c63e9c2-f066-4d08-a46c-6f3c67414dab" providerId="ADAL" clId="{D59F3545-C3AF-42EE-AFFA-D09C72A691CB}" dt="2026-08-03T10:17:08.638" v="346" actId="108"/>
        <pc:sldMkLst>
          <pc:docMk/>
          <pc:sldMk cId="3125499774" sldId="334"/>
        </pc:sldMkLst>
        <pc:spChg chg="mod">
          <ac:chgData name="Glejdis Shkembi" userId="1c63e9c2-f066-4d08-a46c-6f3c67414dab" providerId="ADAL" clId="{D59F3545-C3AF-42EE-AFFA-D09C72A691CB}" dt="2026-08-03T10:17:08.638" v="346" actId="108"/>
          <ac:spMkLst>
            <pc:docMk/>
            <pc:sldMk cId="3125499774" sldId="334"/>
            <ac:spMk id="11" creationId="{F2972F09-B9D2-E479-FF18-48F68021B2A5}"/>
          </ac:spMkLst>
        </pc:spChg>
      </pc:sldChg>
      <pc:sldChg chg="modSp mod ord">
        <pc:chgData name="Glejdis Shkembi" userId="1c63e9c2-f066-4d08-a46c-6f3c67414dab" providerId="ADAL" clId="{D59F3545-C3AF-42EE-AFFA-D09C72A691CB}" dt="2026-08-03T10:20:42.364" v="355"/>
        <pc:sldMkLst>
          <pc:docMk/>
          <pc:sldMk cId="2706142305" sldId="335"/>
        </pc:sldMkLst>
        <pc:spChg chg="mod">
          <ac:chgData name="Glejdis Shkembi" userId="1c63e9c2-f066-4d08-a46c-6f3c67414dab" providerId="ADAL" clId="{D59F3545-C3AF-42EE-AFFA-D09C72A691CB}" dt="2026-07-30T16:17:04.829" v="56" actId="1076"/>
          <ac:spMkLst>
            <pc:docMk/>
            <pc:sldMk cId="2706142305" sldId="335"/>
            <ac:spMk id="144" creationId="{D5A0F17C-931E-8304-0E00-845E44F8027E}"/>
          </ac:spMkLst>
        </pc:spChg>
      </pc:sldChg>
      <pc:sldChg chg="modSp add mod">
        <pc:chgData name="Glejdis Shkembi" userId="1c63e9c2-f066-4d08-a46c-6f3c67414dab" providerId="ADAL" clId="{D59F3545-C3AF-42EE-AFFA-D09C72A691CB}" dt="2026-08-03T10:19:04.193" v="351" actId="108"/>
        <pc:sldMkLst>
          <pc:docMk/>
          <pc:sldMk cId="426350196" sldId="336"/>
        </pc:sldMkLst>
        <pc:spChg chg="mod">
          <ac:chgData name="Glejdis Shkembi" userId="1c63e9c2-f066-4d08-a46c-6f3c67414dab" providerId="ADAL" clId="{D59F3545-C3AF-42EE-AFFA-D09C72A691CB}" dt="2026-08-03T10:19:04.193" v="351" actId="108"/>
          <ac:spMkLst>
            <pc:docMk/>
            <pc:sldMk cId="426350196" sldId="336"/>
            <ac:spMk id="10" creationId="{C022746C-D621-AC2D-DA3F-923C59152C9C}"/>
          </ac:spMkLst>
        </pc:spChg>
      </pc:sldChg>
      <pc:sldChg chg="modSp add mod">
        <pc:chgData name="Glejdis Shkembi" userId="1c63e9c2-f066-4d08-a46c-6f3c67414dab" providerId="ADAL" clId="{D59F3545-C3AF-42EE-AFFA-D09C72A691CB}" dt="2026-08-03T10:19:07.129" v="352" actId="108"/>
        <pc:sldMkLst>
          <pc:docMk/>
          <pc:sldMk cId="2294120075" sldId="337"/>
        </pc:sldMkLst>
        <pc:spChg chg="mod">
          <ac:chgData name="Glejdis Shkembi" userId="1c63e9c2-f066-4d08-a46c-6f3c67414dab" providerId="ADAL" clId="{D59F3545-C3AF-42EE-AFFA-D09C72A691CB}" dt="2026-08-03T10:19:07.129" v="352" actId="108"/>
          <ac:spMkLst>
            <pc:docMk/>
            <pc:sldMk cId="2294120075" sldId="337"/>
            <ac:spMk id="11" creationId="{6194404A-882F-D52E-B6B0-A00DB51DA634}"/>
          </ac:spMkLst>
        </pc:spChg>
      </pc:sldChg>
      <pc:sldChg chg="modSp add mod">
        <pc:chgData name="Glejdis Shkembi" userId="1c63e9c2-f066-4d08-a46c-6f3c67414dab" providerId="ADAL" clId="{D59F3545-C3AF-42EE-AFFA-D09C72A691CB}" dt="2026-08-03T10:19:10.090" v="353" actId="108"/>
        <pc:sldMkLst>
          <pc:docMk/>
          <pc:sldMk cId="3768555865" sldId="338"/>
        </pc:sldMkLst>
        <pc:spChg chg="mod">
          <ac:chgData name="Glejdis Shkembi" userId="1c63e9c2-f066-4d08-a46c-6f3c67414dab" providerId="ADAL" clId="{D59F3545-C3AF-42EE-AFFA-D09C72A691CB}" dt="2026-08-03T10:19:10.090" v="353" actId="108"/>
          <ac:spMkLst>
            <pc:docMk/>
            <pc:sldMk cId="3768555865" sldId="338"/>
            <ac:spMk id="11" creationId="{1D48A626-5165-141D-BF87-749E319134C7}"/>
          </ac:spMkLst>
        </pc:spChg>
      </pc:sldChg>
      <pc:sldChg chg="add mod modShow">
        <pc:chgData name="Glejdis Shkembi" userId="1c63e9c2-f066-4d08-a46c-6f3c67414dab" providerId="ADAL" clId="{D59F3545-C3AF-42EE-AFFA-D09C72A691CB}" dt="2026-08-03T11:32:03.180" v="426" actId="729"/>
        <pc:sldMkLst>
          <pc:docMk/>
          <pc:sldMk cId="512630347" sldId="339"/>
        </pc:sldMkLst>
      </pc:sldChg>
      <pc:sldChg chg="add">
        <pc:chgData name="Glejdis Shkembi" userId="1c63e9c2-f066-4d08-a46c-6f3c67414dab" providerId="ADAL" clId="{D59F3545-C3AF-42EE-AFFA-D09C72A691CB}" dt="2026-08-04T08:47:49.345" v="789"/>
        <pc:sldMkLst>
          <pc:docMk/>
          <pc:sldMk cId="4196865776" sldId="340"/>
        </pc:sldMkLst>
      </pc:sldChg>
      <pc:sldChg chg="add">
        <pc:chgData name="Glejdis Shkembi" userId="1c63e9c2-f066-4d08-a46c-6f3c67414dab" providerId="ADAL" clId="{D59F3545-C3AF-42EE-AFFA-D09C72A691CB}" dt="2026-08-04T08:48:13.867" v="791"/>
        <pc:sldMkLst>
          <pc:docMk/>
          <pc:sldMk cId="2822994457" sldId="341"/>
        </pc:sldMkLst>
      </pc:sldChg>
      <pc:sldChg chg="add">
        <pc:chgData name="Glejdis Shkembi" userId="1c63e9c2-f066-4d08-a46c-6f3c67414dab" providerId="ADAL" clId="{D59F3545-C3AF-42EE-AFFA-D09C72A691CB}" dt="2026-08-04T08:48:31.405" v="792"/>
        <pc:sldMkLst>
          <pc:docMk/>
          <pc:sldMk cId="4275544454" sldId="342"/>
        </pc:sldMkLst>
      </pc:sldChg>
      <pc:sldChg chg="add del">
        <pc:chgData name="Glejdis Shkembi" userId="1c63e9c2-f066-4d08-a46c-6f3c67414dab" providerId="ADAL" clId="{D59F3545-C3AF-42EE-AFFA-D09C72A691CB}" dt="2026-08-04T08:48:57.648" v="795"/>
        <pc:sldMkLst>
          <pc:docMk/>
          <pc:sldMk cId="2743003577" sldId="343"/>
        </pc:sldMkLst>
      </pc:sldChg>
      <pc:sldChg chg="add">
        <pc:chgData name="Glejdis Shkembi" userId="1c63e9c2-f066-4d08-a46c-6f3c67414dab" providerId="ADAL" clId="{D59F3545-C3AF-42EE-AFFA-D09C72A691CB}" dt="2026-08-04T08:49:26.148" v="796"/>
        <pc:sldMkLst>
          <pc:docMk/>
          <pc:sldMk cId="2547349872" sldId="344"/>
        </pc:sldMkLst>
      </pc:sldChg>
      <pc:sldChg chg="add del">
        <pc:chgData name="Glejdis Shkembi" userId="1c63e9c2-f066-4d08-a46c-6f3c67414dab" providerId="ADAL" clId="{D59F3545-C3AF-42EE-AFFA-D09C72A691CB}" dt="2026-07-30T11:55:49.754" v="6"/>
        <pc:sldMkLst>
          <pc:docMk/>
          <pc:sldMk cId="984890360" sldId="349"/>
        </pc:sldMkLst>
      </pc:sldChg>
      <pc:sldChg chg="add">
        <pc:chgData name="Glejdis Shkembi" userId="1c63e9c2-f066-4d08-a46c-6f3c67414dab" providerId="ADAL" clId="{D59F3545-C3AF-42EE-AFFA-D09C72A691CB}" dt="2026-07-30T16:09:22.342" v="31"/>
        <pc:sldMkLst>
          <pc:docMk/>
          <pc:sldMk cId="2649115744" sldId="353"/>
        </pc:sldMkLst>
      </pc:sldChg>
      <pc:sldChg chg="add ord modTransition">
        <pc:chgData name="Glejdis Shkembi" userId="1c63e9c2-f066-4d08-a46c-6f3c67414dab" providerId="ADAL" clId="{D59F3545-C3AF-42EE-AFFA-D09C72A691CB}" dt="2026-08-03T09:58:08.151" v="231"/>
        <pc:sldMkLst>
          <pc:docMk/>
          <pc:sldMk cId="1941082767" sldId="363"/>
        </pc:sldMkLst>
      </pc:sldChg>
      <pc:sldChg chg="add">
        <pc:chgData name="Glejdis Shkembi" userId="1c63e9c2-f066-4d08-a46c-6f3c67414dab" providerId="ADAL" clId="{D59F3545-C3AF-42EE-AFFA-D09C72A691CB}" dt="2026-07-30T16:15:44.996" v="55"/>
        <pc:sldMkLst>
          <pc:docMk/>
          <pc:sldMk cId="4070289839" sldId="365"/>
        </pc:sldMkLst>
      </pc:sldChg>
      <pc:sldChg chg="ord">
        <pc:chgData name="Glejdis Shkembi" userId="1c63e9c2-f066-4d08-a46c-6f3c67414dab" providerId="ADAL" clId="{D59F3545-C3AF-42EE-AFFA-D09C72A691CB}" dt="2026-08-03T10:09:54.953" v="333"/>
        <pc:sldMkLst>
          <pc:docMk/>
          <pc:sldMk cId="1312720991" sldId="368"/>
        </pc:sldMkLst>
      </pc:sldChg>
      <pc:sldChg chg="add del">
        <pc:chgData name="Glejdis Shkembi" userId="1c63e9c2-f066-4d08-a46c-6f3c67414dab" providerId="ADAL" clId="{D59F3545-C3AF-42EE-AFFA-D09C72A691CB}" dt="2026-08-03T11:41:56.898" v="723"/>
        <pc:sldMkLst>
          <pc:docMk/>
          <pc:sldMk cId="3115904432" sldId="376"/>
        </pc:sldMkLst>
      </pc:sldChg>
      <pc:sldChg chg="add del">
        <pc:chgData name="Glejdis Shkembi" userId="1c63e9c2-f066-4d08-a46c-6f3c67414dab" providerId="ADAL" clId="{D59F3545-C3AF-42EE-AFFA-D09C72A691CB}" dt="2026-08-03T11:42:11.495" v="727"/>
        <pc:sldMkLst>
          <pc:docMk/>
          <pc:sldMk cId="1796069686" sldId="385"/>
        </pc:sldMkLst>
      </pc:sldChg>
      <pc:sldChg chg="add">
        <pc:chgData name="Glejdis Shkembi" userId="1c63e9c2-f066-4d08-a46c-6f3c67414dab" providerId="ADAL" clId="{D59F3545-C3AF-42EE-AFFA-D09C72A691CB}" dt="2026-08-03T11:41:30.323" v="719"/>
        <pc:sldMkLst>
          <pc:docMk/>
          <pc:sldMk cId="3342905957" sldId="395"/>
        </pc:sldMkLst>
      </pc:sldChg>
      <pc:sldChg chg="del">
        <pc:chgData name="Glejdis Shkembi" userId="1c63e9c2-f066-4d08-a46c-6f3c67414dab" providerId="ADAL" clId="{D59F3545-C3AF-42EE-AFFA-D09C72A691CB}" dt="2026-08-03T10:18:16.673" v="349" actId="47"/>
        <pc:sldMkLst>
          <pc:docMk/>
          <pc:sldMk cId="1626273535" sldId="396"/>
        </pc:sldMkLst>
      </pc:sldChg>
      <pc:sldChg chg="del">
        <pc:chgData name="Glejdis Shkembi" userId="1c63e9c2-f066-4d08-a46c-6f3c67414dab" providerId="ADAL" clId="{D59F3545-C3AF-42EE-AFFA-D09C72A691CB}" dt="2026-08-03T10:22:40.293" v="366" actId="47"/>
        <pc:sldMkLst>
          <pc:docMk/>
          <pc:sldMk cId="1713816372" sldId="402"/>
        </pc:sldMkLst>
      </pc:sldChg>
      <pc:sldChg chg="add">
        <pc:chgData name="Glejdis Shkembi" userId="1c63e9c2-f066-4d08-a46c-6f3c67414dab" providerId="ADAL" clId="{D59F3545-C3AF-42EE-AFFA-D09C72A691CB}" dt="2026-07-30T16:15:44.996" v="55"/>
        <pc:sldMkLst>
          <pc:docMk/>
          <pc:sldMk cId="4223373772" sldId="406"/>
        </pc:sldMkLst>
      </pc:sldChg>
      <pc:sldChg chg="add">
        <pc:chgData name="Glejdis Shkembi" userId="1c63e9c2-f066-4d08-a46c-6f3c67414dab" providerId="ADAL" clId="{D59F3545-C3AF-42EE-AFFA-D09C72A691CB}" dt="2026-07-30T16:15:44.996" v="55"/>
        <pc:sldMkLst>
          <pc:docMk/>
          <pc:sldMk cId="973973059" sldId="424"/>
        </pc:sldMkLst>
      </pc:sldChg>
      <pc:sldChg chg="add modNotesTx">
        <pc:chgData name="Glejdis Shkembi" userId="1c63e9c2-f066-4d08-a46c-6f3c67414dab" providerId="ADAL" clId="{D59F3545-C3AF-42EE-AFFA-D09C72A691CB}" dt="2026-08-03T09:59:04.106" v="232" actId="20577"/>
        <pc:sldMkLst>
          <pc:docMk/>
          <pc:sldMk cId="408787434" sldId="425"/>
        </pc:sldMkLst>
      </pc:sldChg>
      <pc:sldChg chg="add">
        <pc:chgData name="Glejdis Shkembi" userId="1c63e9c2-f066-4d08-a46c-6f3c67414dab" providerId="ADAL" clId="{D59F3545-C3AF-42EE-AFFA-D09C72A691CB}" dt="2026-07-30T16:15:44.996" v="55"/>
        <pc:sldMkLst>
          <pc:docMk/>
          <pc:sldMk cId="363942974" sldId="426"/>
        </pc:sldMkLst>
      </pc:sldChg>
      <pc:sldChg chg="add del">
        <pc:chgData name="Glejdis Shkembi" userId="1c63e9c2-f066-4d08-a46c-6f3c67414dab" providerId="ADAL" clId="{D59F3545-C3AF-42EE-AFFA-D09C72A691CB}" dt="2026-08-03T11:44:40.684" v="747"/>
        <pc:sldMkLst>
          <pc:docMk/>
          <pc:sldMk cId="170432114" sldId="432"/>
        </pc:sldMkLst>
      </pc:sldChg>
      <pc:sldChg chg="add del modTransition">
        <pc:chgData name="Glejdis Shkembi" userId="1c63e9c2-f066-4d08-a46c-6f3c67414dab" providerId="ADAL" clId="{D59F3545-C3AF-42EE-AFFA-D09C72A691CB}" dt="2026-08-03T11:44:02.676" v="744"/>
        <pc:sldMkLst>
          <pc:docMk/>
          <pc:sldMk cId="3626955930" sldId="446"/>
        </pc:sldMkLst>
      </pc:sldChg>
      <pc:sldChg chg="del">
        <pc:chgData name="Glejdis Shkembi" userId="1c63e9c2-f066-4d08-a46c-6f3c67414dab" providerId="ADAL" clId="{D59F3545-C3AF-42EE-AFFA-D09C72A691CB}" dt="2026-08-03T11:26:56.039" v="396" actId="47"/>
        <pc:sldMkLst>
          <pc:docMk/>
          <pc:sldMk cId="691468201" sldId="452"/>
        </pc:sldMkLst>
      </pc:sldChg>
      <pc:sldChg chg="del ord">
        <pc:chgData name="Glejdis Shkembi" userId="1c63e9c2-f066-4d08-a46c-6f3c67414dab" providerId="ADAL" clId="{D59F3545-C3AF-42EE-AFFA-D09C72A691CB}" dt="2026-08-03T10:22:26.609" v="364" actId="47"/>
        <pc:sldMkLst>
          <pc:docMk/>
          <pc:sldMk cId="1027662810" sldId="453"/>
        </pc:sldMkLst>
      </pc:sldChg>
      <pc:sldChg chg="del">
        <pc:chgData name="Glejdis Shkembi" userId="1c63e9c2-f066-4d08-a46c-6f3c67414dab" providerId="ADAL" clId="{D59F3545-C3AF-42EE-AFFA-D09C72A691CB}" dt="2026-08-03T11:28:58.415" v="405" actId="47"/>
        <pc:sldMkLst>
          <pc:docMk/>
          <pc:sldMk cId="2346185536" sldId="467"/>
        </pc:sldMkLst>
      </pc:sldChg>
      <pc:sldChg chg="ord">
        <pc:chgData name="Glejdis Shkembi" userId="1c63e9c2-f066-4d08-a46c-6f3c67414dab" providerId="ADAL" clId="{D59F3545-C3AF-42EE-AFFA-D09C72A691CB}" dt="2026-08-03T11:30:06.380" v="414"/>
        <pc:sldMkLst>
          <pc:docMk/>
          <pc:sldMk cId="1489308671" sldId="471"/>
        </pc:sldMkLst>
      </pc:sldChg>
      <pc:sldChg chg="ord">
        <pc:chgData name="Glejdis Shkembi" userId="1c63e9c2-f066-4d08-a46c-6f3c67414dab" providerId="ADAL" clId="{D59F3545-C3AF-42EE-AFFA-D09C72A691CB}" dt="2026-08-03T11:31:27.345" v="422"/>
        <pc:sldMkLst>
          <pc:docMk/>
          <pc:sldMk cId="1290092016" sldId="484"/>
        </pc:sldMkLst>
      </pc:sldChg>
      <pc:sldChg chg="ord">
        <pc:chgData name="Glejdis Shkembi" userId="1c63e9c2-f066-4d08-a46c-6f3c67414dab" providerId="ADAL" clId="{D59F3545-C3AF-42EE-AFFA-D09C72A691CB}" dt="2026-08-03T11:31:34.126" v="424"/>
        <pc:sldMkLst>
          <pc:docMk/>
          <pc:sldMk cId="2856974690" sldId="485"/>
        </pc:sldMkLst>
      </pc:sldChg>
      <pc:sldChg chg="mod ord modShow">
        <pc:chgData name="Glejdis Shkembi" userId="1c63e9c2-f066-4d08-a46c-6f3c67414dab" providerId="ADAL" clId="{D59F3545-C3AF-42EE-AFFA-D09C72A691CB}" dt="2026-08-03T11:29:18.782" v="409" actId="729"/>
        <pc:sldMkLst>
          <pc:docMk/>
          <pc:sldMk cId="1878453171" sldId="488"/>
        </pc:sldMkLst>
      </pc:sldChg>
      <pc:sldChg chg="del">
        <pc:chgData name="Glejdis Shkembi" userId="1c63e9c2-f066-4d08-a46c-6f3c67414dab" providerId="ADAL" clId="{D59F3545-C3AF-42EE-AFFA-D09C72A691CB}" dt="2026-08-03T11:33:36.661" v="454" actId="47"/>
        <pc:sldMkLst>
          <pc:docMk/>
          <pc:sldMk cId="1678489444" sldId="490"/>
        </pc:sldMkLst>
      </pc:sldChg>
      <pc:sldChg chg="del">
        <pc:chgData name="Glejdis Shkembi" userId="1c63e9c2-f066-4d08-a46c-6f3c67414dab" providerId="ADAL" clId="{D59F3545-C3AF-42EE-AFFA-D09C72A691CB}" dt="2026-08-03T11:33:03.448" v="442" actId="47"/>
        <pc:sldMkLst>
          <pc:docMk/>
          <pc:sldMk cId="3860187768" sldId="491"/>
        </pc:sldMkLst>
      </pc:sldChg>
      <pc:sldChg chg="del">
        <pc:chgData name="Glejdis Shkembi" userId="1c63e9c2-f066-4d08-a46c-6f3c67414dab" providerId="ADAL" clId="{D59F3545-C3AF-42EE-AFFA-D09C72A691CB}" dt="2026-08-03T11:33:04.148" v="443" actId="47"/>
        <pc:sldMkLst>
          <pc:docMk/>
          <pc:sldMk cId="2185254155" sldId="492"/>
        </pc:sldMkLst>
      </pc:sldChg>
      <pc:sldChg chg="del">
        <pc:chgData name="Glejdis Shkembi" userId="1c63e9c2-f066-4d08-a46c-6f3c67414dab" providerId="ADAL" clId="{D59F3545-C3AF-42EE-AFFA-D09C72A691CB}" dt="2026-08-03T11:33:05.942" v="444" actId="47"/>
        <pc:sldMkLst>
          <pc:docMk/>
          <pc:sldMk cId="2425561749" sldId="493"/>
        </pc:sldMkLst>
      </pc:sldChg>
      <pc:sldChg chg="ord">
        <pc:chgData name="Glejdis Shkembi" userId="1c63e9c2-f066-4d08-a46c-6f3c67414dab" providerId="ADAL" clId="{D59F3545-C3AF-42EE-AFFA-D09C72A691CB}" dt="2026-08-03T11:33:11.590" v="446"/>
        <pc:sldMkLst>
          <pc:docMk/>
          <pc:sldMk cId="2060456369" sldId="495"/>
        </pc:sldMkLst>
      </pc:sldChg>
      <pc:sldChg chg="del">
        <pc:chgData name="Glejdis Shkembi" userId="1c63e9c2-f066-4d08-a46c-6f3c67414dab" providerId="ADAL" clId="{D59F3545-C3AF-42EE-AFFA-D09C72A691CB}" dt="2026-08-03T11:33:12.824" v="447" actId="47"/>
        <pc:sldMkLst>
          <pc:docMk/>
          <pc:sldMk cId="78158802" sldId="496"/>
        </pc:sldMkLst>
      </pc:sldChg>
      <pc:sldChg chg="add del">
        <pc:chgData name="Glejdis Shkembi" userId="1c63e9c2-f066-4d08-a46c-6f3c67414dab" providerId="ADAL" clId="{D59F3545-C3AF-42EE-AFFA-D09C72A691CB}" dt="2026-08-04T08:15:42.892" v="781" actId="47"/>
        <pc:sldMkLst>
          <pc:docMk/>
          <pc:sldMk cId="423425424" sldId="569"/>
        </pc:sldMkLst>
      </pc:sldChg>
      <pc:sldChg chg="add del mod modShow">
        <pc:chgData name="Glejdis Shkembi" userId="1c63e9c2-f066-4d08-a46c-6f3c67414dab" providerId="ADAL" clId="{D59F3545-C3AF-42EE-AFFA-D09C72A691CB}" dt="2026-08-03T11:43:22.631" v="738" actId="729"/>
        <pc:sldMkLst>
          <pc:docMk/>
          <pc:sldMk cId="0" sldId="572"/>
        </pc:sldMkLst>
      </pc:sldChg>
      <pc:sldChg chg="add del">
        <pc:chgData name="Glejdis Shkembi" userId="1c63e9c2-f066-4d08-a46c-6f3c67414dab" providerId="ADAL" clId="{D59F3545-C3AF-42EE-AFFA-D09C72A691CB}" dt="2026-08-03T11:45:16.144" v="753"/>
        <pc:sldMkLst>
          <pc:docMk/>
          <pc:sldMk cId="3383384142" sldId="644"/>
        </pc:sldMkLst>
      </pc:sldChg>
      <pc:sldChg chg="ord">
        <pc:chgData name="Glejdis Shkembi" userId="1c63e9c2-f066-4d08-a46c-6f3c67414dab" providerId="ADAL" clId="{D59F3545-C3AF-42EE-AFFA-D09C72A691CB}" dt="2026-08-03T11:32:43.874" v="438"/>
        <pc:sldMkLst>
          <pc:docMk/>
          <pc:sldMk cId="1826848763" sldId="2147479944"/>
        </pc:sldMkLst>
      </pc:sldChg>
      <pc:sldChg chg="mod ord modShow">
        <pc:chgData name="Glejdis Shkembi" userId="1c63e9c2-f066-4d08-a46c-6f3c67414dab" providerId="ADAL" clId="{D59F3545-C3AF-42EE-AFFA-D09C72A691CB}" dt="2026-08-03T11:32:39.409" v="436" actId="729"/>
        <pc:sldMkLst>
          <pc:docMk/>
          <pc:sldMk cId="3318686812" sldId="2147479950"/>
        </pc:sldMkLst>
      </pc:sldChg>
      <pc:sldChg chg="addSp delSp modSp add del mod ord modTransition">
        <pc:chgData name="Glejdis Shkembi" userId="1c63e9c2-f066-4d08-a46c-6f3c67414dab" providerId="ADAL" clId="{D59F3545-C3AF-42EE-AFFA-D09C72A691CB}" dt="2026-08-04T08:51:56.013" v="830" actId="20577"/>
        <pc:sldMkLst>
          <pc:docMk/>
          <pc:sldMk cId="852663033" sldId="2147481850"/>
        </pc:sldMkLst>
        <pc:spChg chg="mod">
          <ac:chgData name="Glejdis Shkembi" userId="1c63e9c2-f066-4d08-a46c-6f3c67414dab" providerId="ADAL" clId="{D59F3545-C3AF-42EE-AFFA-D09C72A691CB}" dt="2026-08-04T08:51:56.013" v="830" actId="20577"/>
          <ac:spMkLst>
            <pc:docMk/>
            <pc:sldMk cId="852663033" sldId="2147481850"/>
            <ac:spMk id="15" creationId="{C2B45842-195C-105F-B8CE-DCEC55EE5193}"/>
          </ac:spMkLst>
        </pc:spChg>
        <pc:spChg chg="add del mod">
          <ac:chgData name="Glejdis Shkembi" userId="1c63e9c2-f066-4d08-a46c-6f3c67414dab" providerId="ADAL" clId="{D59F3545-C3AF-42EE-AFFA-D09C72A691CB}" dt="2026-08-03T09:45:37.166" v="220" actId="478"/>
          <ac:spMkLst>
            <pc:docMk/>
            <pc:sldMk cId="852663033" sldId="2147481850"/>
            <ac:spMk id="40" creationId="{3332A766-3444-6DF4-3563-8FEA753B2231}"/>
          </ac:spMkLst>
        </pc:spChg>
        <pc:spChg chg="add del mod">
          <ac:chgData name="Glejdis Shkembi" userId="1c63e9c2-f066-4d08-a46c-6f3c67414dab" providerId="ADAL" clId="{D59F3545-C3AF-42EE-AFFA-D09C72A691CB}" dt="2026-08-04T08:51:03.663" v="821" actId="478"/>
          <ac:spMkLst>
            <pc:docMk/>
            <pc:sldMk cId="852663033" sldId="2147481850"/>
            <ac:spMk id="51" creationId="{82A25629-20ED-DE0E-762C-67C16CD2DC47}"/>
          </ac:spMkLst>
        </pc:spChg>
        <pc:spChg chg="del">
          <ac:chgData name="Glejdis Shkembi" userId="1c63e9c2-f066-4d08-a46c-6f3c67414dab" providerId="ADAL" clId="{D59F3545-C3AF-42EE-AFFA-D09C72A691CB}" dt="2026-08-03T09:45:00.845" v="212" actId="478"/>
          <ac:spMkLst>
            <pc:docMk/>
            <pc:sldMk cId="852663033" sldId="2147481850"/>
            <ac:spMk id="56" creationId="{D86537B6-0A39-5BBB-DC3F-F0C9DAF88690}"/>
          </ac:spMkLst>
        </pc:spChg>
      </pc:sldChg>
      <pc:sldChg chg="addSp add del mod ord modTransition">
        <pc:chgData name="Glejdis Shkembi" userId="1c63e9c2-f066-4d08-a46c-6f3c67414dab" providerId="ADAL" clId="{D59F3545-C3AF-42EE-AFFA-D09C72A691CB}" dt="2026-08-03T08:45:38.271" v="165" actId="47"/>
        <pc:sldMkLst>
          <pc:docMk/>
          <pc:sldMk cId="4062661527" sldId="2147481854"/>
        </pc:sldMkLst>
        <pc:spChg chg="add">
          <ac:chgData name="Glejdis Shkembi" userId="1c63e9c2-f066-4d08-a46c-6f3c67414dab" providerId="ADAL" clId="{D59F3545-C3AF-42EE-AFFA-D09C72A691CB}" dt="2026-08-03T07:46:09.929" v="114" actId="22"/>
          <ac:spMkLst>
            <pc:docMk/>
            <pc:sldMk cId="4062661527" sldId="2147481854"/>
            <ac:spMk id="9" creationId="{C9D3123B-BB09-852B-F9AA-626720BC23B8}"/>
          </ac:spMkLst>
        </pc:spChg>
      </pc:sldChg>
      <pc:sldChg chg="add del mod modTransition modShow">
        <pc:chgData name="Glejdis Shkembi" userId="1c63e9c2-f066-4d08-a46c-6f3c67414dab" providerId="ADAL" clId="{D59F3545-C3AF-42EE-AFFA-D09C72A691CB}" dt="2026-08-03T12:35:26.054" v="761" actId="729"/>
        <pc:sldMkLst>
          <pc:docMk/>
          <pc:sldMk cId="1312030836" sldId="2147481873"/>
        </pc:sldMkLst>
      </pc:sldChg>
      <pc:sldChg chg="add setBg">
        <pc:chgData name="Glejdis Shkembi" userId="1c63e9c2-f066-4d08-a46c-6f3c67414dab" providerId="ADAL" clId="{D59F3545-C3AF-42EE-AFFA-D09C72A691CB}" dt="2026-08-04T08:46:22.345" v="783"/>
        <pc:sldMkLst>
          <pc:docMk/>
          <pc:sldMk cId="571061831" sldId="2147482561"/>
        </pc:sldMkLst>
      </pc:sldChg>
      <pc:sldChg chg="modSp add mod setBg modShow">
        <pc:chgData name="Glejdis Shkembi" userId="1c63e9c2-f066-4d08-a46c-6f3c67414dab" providerId="ADAL" clId="{D59F3545-C3AF-42EE-AFFA-D09C72A691CB}" dt="2026-08-04T08:49:51.202" v="798" actId="27636"/>
        <pc:sldMkLst>
          <pc:docMk/>
          <pc:sldMk cId="1834916577" sldId="2147482576"/>
        </pc:sldMkLst>
        <pc:spChg chg="mod">
          <ac:chgData name="Glejdis Shkembi" userId="1c63e9c2-f066-4d08-a46c-6f3c67414dab" providerId="ADAL" clId="{D59F3545-C3AF-42EE-AFFA-D09C72A691CB}" dt="2026-08-04T08:49:51.202" v="798" actId="27636"/>
          <ac:spMkLst>
            <pc:docMk/>
            <pc:sldMk cId="1834916577" sldId="2147482576"/>
            <ac:spMk id="3" creationId="{E66C7C81-16EA-CB62-8853-B7CD34771EBE}"/>
          </ac:spMkLst>
        </pc:spChg>
      </pc:sldChg>
      <pc:sldChg chg="add setBg">
        <pc:chgData name="Glejdis Shkembi" userId="1c63e9c2-f066-4d08-a46c-6f3c67414dab" providerId="ADAL" clId="{D59F3545-C3AF-42EE-AFFA-D09C72A691CB}" dt="2026-08-04T08:47:10.286" v="787"/>
        <pc:sldMkLst>
          <pc:docMk/>
          <pc:sldMk cId="2766025994" sldId="2147482579"/>
        </pc:sldMkLst>
      </pc:sldChg>
      <pc:sldChg chg="add ord">
        <pc:chgData name="Glejdis Shkembi" userId="1c63e9c2-f066-4d08-a46c-6f3c67414dab" providerId="ADAL" clId="{D59F3545-C3AF-42EE-AFFA-D09C72A691CB}" dt="2026-08-03T11:23:36.259" v="388"/>
        <pc:sldMkLst>
          <pc:docMk/>
          <pc:sldMk cId="2603543450" sldId="2147482952"/>
        </pc:sldMkLst>
      </pc:sldChg>
      <pc:sldChg chg="ord">
        <pc:chgData name="Glejdis Shkembi" userId="1c63e9c2-f066-4d08-a46c-6f3c67414dab" providerId="ADAL" clId="{D59F3545-C3AF-42EE-AFFA-D09C72A691CB}" dt="2026-08-03T11:32:47.357" v="440"/>
        <pc:sldMkLst>
          <pc:docMk/>
          <pc:sldMk cId="1665584579" sldId="2147483000"/>
        </pc:sldMkLst>
      </pc:sldChg>
      <pc:sldChg chg="del">
        <pc:chgData name="Glejdis Shkembi" userId="1c63e9c2-f066-4d08-a46c-6f3c67414dab" providerId="ADAL" clId="{D59F3545-C3AF-42EE-AFFA-D09C72A691CB}" dt="2026-08-03T10:21:53.224" v="361" actId="47"/>
        <pc:sldMkLst>
          <pc:docMk/>
          <pc:sldMk cId="1066482949" sldId="2147483569"/>
        </pc:sldMkLst>
      </pc:sldChg>
      <pc:sldChg chg="del">
        <pc:chgData name="Glejdis Shkembi" userId="1c63e9c2-f066-4d08-a46c-6f3c67414dab" providerId="ADAL" clId="{D59F3545-C3AF-42EE-AFFA-D09C72A691CB}" dt="2026-08-03T10:22:34.571" v="365" actId="47"/>
        <pc:sldMkLst>
          <pc:docMk/>
          <pc:sldMk cId="3308380259" sldId="2147483571"/>
        </pc:sldMkLst>
      </pc:sldChg>
      <pc:sldChg chg="del">
        <pc:chgData name="Glejdis Shkembi" userId="1c63e9c2-f066-4d08-a46c-6f3c67414dab" providerId="ADAL" clId="{D59F3545-C3AF-42EE-AFFA-D09C72A691CB}" dt="2026-08-03T11:33:14.350" v="448" actId="47"/>
        <pc:sldMkLst>
          <pc:docMk/>
          <pc:sldMk cId="308156135" sldId="2147483572"/>
        </pc:sldMkLst>
      </pc:sldChg>
      <pc:sldChg chg="mod ord modShow">
        <pc:chgData name="Glejdis Shkembi" userId="1c63e9c2-f066-4d08-a46c-6f3c67414dab" providerId="ADAL" clId="{D59F3545-C3AF-42EE-AFFA-D09C72A691CB}" dt="2026-08-03T11:33:32.464" v="453" actId="729"/>
        <pc:sldMkLst>
          <pc:docMk/>
          <pc:sldMk cId="1949367922" sldId="2147483573"/>
        </pc:sldMkLst>
      </pc:sldChg>
      <pc:sldChg chg="add del ord">
        <pc:chgData name="Glejdis Shkembi" userId="1c63e9c2-f066-4d08-a46c-6f3c67414dab" providerId="ADAL" clId="{D59F3545-C3AF-42EE-AFFA-D09C72A691CB}" dt="2026-08-03T11:34:14.651" v="464"/>
        <pc:sldMkLst>
          <pc:docMk/>
          <pc:sldMk cId="2547226390" sldId="2147483574"/>
        </pc:sldMkLst>
      </pc:sldChg>
      <pc:sldChg chg="add del">
        <pc:chgData name="Glejdis Shkembi" userId="1c63e9c2-f066-4d08-a46c-6f3c67414dab" providerId="ADAL" clId="{D59F3545-C3AF-42EE-AFFA-D09C72A691CB}" dt="2026-08-03T11:40:35.082" v="709"/>
        <pc:sldMkLst>
          <pc:docMk/>
          <pc:sldMk cId="294331471" sldId="2147483594"/>
        </pc:sldMkLst>
      </pc:sldChg>
      <pc:sldChg chg="mod modShow">
        <pc:chgData name="Glejdis Shkembi" userId="1c63e9c2-f066-4d08-a46c-6f3c67414dab" providerId="ADAL" clId="{D59F3545-C3AF-42EE-AFFA-D09C72A691CB}" dt="2026-08-03T10:11:00.384" v="336" actId="729"/>
        <pc:sldMkLst>
          <pc:docMk/>
          <pc:sldMk cId="2185243980" sldId="2147483622"/>
        </pc:sldMkLst>
      </pc:sldChg>
      <pc:sldChg chg="add del ord setBg">
        <pc:chgData name="Glejdis Shkembi" userId="1c63e9c2-f066-4d08-a46c-6f3c67414dab" providerId="ADAL" clId="{D59F3545-C3AF-42EE-AFFA-D09C72A691CB}" dt="2026-08-03T11:22:58.692" v="383"/>
        <pc:sldMkLst>
          <pc:docMk/>
          <pc:sldMk cId="638977138" sldId="2147483642"/>
        </pc:sldMkLst>
      </pc:sldChg>
      <pc:sldChg chg="add del ord setBg">
        <pc:chgData name="Glejdis Shkembi" userId="1c63e9c2-f066-4d08-a46c-6f3c67414dab" providerId="ADAL" clId="{D59F3545-C3AF-42EE-AFFA-D09C72A691CB}" dt="2026-08-03T11:41:58.766" v="724" actId="47"/>
        <pc:sldMkLst>
          <pc:docMk/>
          <pc:sldMk cId="720976700" sldId="2147483645"/>
        </pc:sldMkLst>
      </pc:sldChg>
      <pc:sldChg chg="add del ord">
        <pc:chgData name="Glejdis Shkembi" userId="1c63e9c2-f066-4d08-a46c-6f3c67414dab" providerId="ADAL" clId="{D59F3545-C3AF-42EE-AFFA-D09C72A691CB}" dt="2026-08-03T09:58:08.151" v="231"/>
        <pc:sldMkLst>
          <pc:docMk/>
          <pc:sldMk cId="153566719" sldId="2147483647"/>
        </pc:sldMkLst>
      </pc:sldChg>
      <pc:sldMasterChg chg="delSldLayout">
        <pc:chgData name="Glejdis Shkembi" userId="1c63e9c2-f066-4d08-a46c-6f3c67414dab" providerId="ADAL" clId="{D59F3545-C3AF-42EE-AFFA-D09C72A691CB}" dt="2026-08-03T11:29:05.227" v="406" actId="47"/>
        <pc:sldMasterMkLst>
          <pc:docMk/>
          <pc:sldMasterMk cId="4253988927" sldId="2147483694"/>
        </pc:sldMasterMkLst>
        <pc:sldLayoutChg chg="del">
          <pc:chgData name="Glejdis Shkembi" userId="1c63e9c2-f066-4d08-a46c-6f3c67414dab" providerId="ADAL" clId="{D59F3545-C3AF-42EE-AFFA-D09C72A691CB}" dt="2026-08-03T11:29:05.227" v="406" actId="47"/>
          <pc:sldLayoutMkLst>
            <pc:docMk/>
            <pc:sldMasterMk cId="4253988927" sldId="2147483694"/>
            <pc:sldLayoutMk cId="1649062564" sldId="2147483717"/>
          </pc:sldLayoutMkLst>
        </pc:sldLayoutChg>
      </pc:sldMasterChg>
      <pc:sldMasterChg chg="delSldLayout modSldLayout sldLayoutOrd">
        <pc:chgData name="Glejdis Shkembi" userId="1c63e9c2-f066-4d08-a46c-6f3c67414dab" providerId="ADAL" clId="{D59F3545-C3AF-42EE-AFFA-D09C72A691CB}" dt="2026-08-03T09:45:56.241" v="223" actId="47"/>
        <pc:sldMasterMkLst>
          <pc:docMk/>
          <pc:sldMasterMk cId="2546345059" sldId="2147483720"/>
        </pc:sldMasterMkLst>
        <pc:sldLayoutChg chg="mod ord">
          <pc:chgData name="Glejdis Shkembi" userId="1c63e9c2-f066-4d08-a46c-6f3c67414dab" providerId="ADAL" clId="{D59F3545-C3AF-42EE-AFFA-D09C72A691CB}" dt="2026-08-03T08:37:39.188" v="119"/>
          <pc:sldLayoutMkLst>
            <pc:docMk/>
            <pc:sldMasterMk cId="2546345059" sldId="2147483720"/>
            <pc:sldLayoutMk cId="3425039667" sldId="2147483898"/>
          </pc:sldLayoutMkLst>
        </pc:sldLayoutChg>
        <pc:sldLayoutChg chg="mod ord">
          <pc:chgData name="Glejdis Shkembi" userId="1c63e9c2-f066-4d08-a46c-6f3c67414dab" providerId="ADAL" clId="{D59F3545-C3AF-42EE-AFFA-D09C72A691CB}" dt="2026-08-03T08:37:39.188" v="119"/>
          <pc:sldLayoutMkLst>
            <pc:docMk/>
            <pc:sldMasterMk cId="2546345059" sldId="2147483720"/>
            <pc:sldLayoutMk cId="3836763643" sldId="2147483899"/>
          </pc:sldLayoutMkLst>
        </pc:sldLayoutChg>
        <pc:sldLayoutChg chg="mod ord">
          <pc:chgData name="Glejdis Shkembi" userId="1c63e9c2-f066-4d08-a46c-6f3c67414dab" providerId="ADAL" clId="{D59F3545-C3AF-42EE-AFFA-D09C72A691CB}" dt="2026-08-03T08:37:39.188" v="119"/>
          <pc:sldLayoutMkLst>
            <pc:docMk/>
            <pc:sldMasterMk cId="2546345059" sldId="2147483720"/>
            <pc:sldLayoutMk cId="222541282" sldId="2147483900"/>
          </pc:sldLayoutMkLst>
        </pc:sldLayoutChg>
        <pc:sldLayoutChg chg="mod ord">
          <pc:chgData name="Glejdis Shkembi" userId="1c63e9c2-f066-4d08-a46c-6f3c67414dab" providerId="ADAL" clId="{D59F3545-C3AF-42EE-AFFA-D09C72A691CB}" dt="2026-08-03T08:37:39.188" v="119"/>
          <pc:sldLayoutMkLst>
            <pc:docMk/>
            <pc:sldMasterMk cId="2546345059" sldId="2147483720"/>
            <pc:sldLayoutMk cId="3460824766" sldId="2147483901"/>
          </pc:sldLayoutMkLst>
        </pc:sldLayoutChg>
        <pc:sldLayoutChg chg="mod ord">
          <pc:chgData name="Glejdis Shkembi" userId="1c63e9c2-f066-4d08-a46c-6f3c67414dab" providerId="ADAL" clId="{D59F3545-C3AF-42EE-AFFA-D09C72A691CB}" dt="2026-08-03T08:37:39.188" v="119"/>
          <pc:sldLayoutMkLst>
            <pc:docMk/>
            <pc:sldMasterMk cId="2546345059" sldId="2147483720"/>
            <pc:sldLayoutMk cId="998863418" sldId="2147483902"/>
          </pc:sldLayoutMkLst>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1548728013" sldId="2147483903"/>
          </pc:sldLayoutMkLst>
          <pc:spChg chg="mod">
            <ac:chgData name="Glejdis Shkembi" userId="1c63e9c2-f066-4d08-a46c-6f3c67414dab" providerId="ADAL" clId="{D59F3545-C3AF-42EE-AFFA-D09C72A691CB}" dt="2026-08-03T08:37:39.188" v="119"/>
            <ac:spMkLst>
              <pc:docMk/>
              <pc:sldMasterMk cId="2546345059" sldId="2147483720"/>
              <pc:sldLayoutMk cId="1548728013" sldId="2147483903"/>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1548728013" sldId="2147483903"/>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1252174656" sldId="2147483904"/>
          </pc:sldLayoutMkLst>
          <pc:spChg chg="mod">
            <ac:chgData name="Glejdis Shkembi" userId="1c63e9c2-f066-4d08-a46c-6f3c67414dab" providerId="ADAL" clId="{D59F3545-C3AF-42EE-AFFA-D09C72A691CB}" dt="2026-08-03T08:37:39.188" v="119"/>
            <ac:spMkLst>
              <pc:docMk/>
              <pc:sldMasterMk cId="2546345059" sldId="2147483720"/>
              <pc:sldLayoutMk cId="1252174656" sldId="2147483904"/>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1252174656" sldId="2147483904"/>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1127827778" sldId="2147483905"/>
          </pc:sldLayoutMkLst>
          <pc:spChg chg="mod">
            <ac:chgData name="Glejdis Shkembi" userId="1c63e9c2-f066-4d08-a46c-6f3c67414dab" providerId="ADAL" clId="{D59F3545-C3AF-42EE-AFFA-D09C72A691CB}" dt="2026-08-03T08:37:39.188" v="119"/>
            <ac:spMkLst>
              <pc:docMk/>
              <pc:sldMasterMk cId="2546345059" sldId="2147483720"/>
              <pc:sldLayoutMk cId="1127827778" sldId="2147483905"/>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1127827778" sldId="2147483905"/>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3024553581" sldId="2147483906"/>
          </pc:sldLayoutMkLst>
          <pc:spChg chg="mod">
            <ac:chgData name="Glejdis Shkembi" userId="1c63e9c2-f066-4d08-a46c-6f3c67414dab" providerId="ADAL" clId="{D59F3545-C3AF-42EE-AFFA-D09C72A691CB}" dt="2026-08-03T08:37:39.188" v="119"/>
            <ac:spMkLst>
              <pc:docMk/>
              <pc:sldMasterMk cId="2546345059" sldId="2147483720"/>
              <pc:sldLayoutMk cId="3024553581" sldId="2147483906"/>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3024553581" sldId="2147483906"/>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2905290886" sldId="2147483907"/>
          </pc:sldLayoutMkLst>
          <pc:spChg chg="mod">
            <ac:chgData name="Glejdis Shkembi" userId="1c63e9c2-f066-4d08-a46c-6f3c67414dab" providerId="ADAL" clId="{D59F3545-C3AF-42EE-AFFA-D09C72A691CB}" dt="2026-08-03T08:37:39.188" v="119"/>
            <ac:spMkLst>
              <pc:docMk/>
              <pc:sldMasterMk cId="2546345059" sldId="2147483720"/>
              <pc:sldLayoutMk cId="2905290886" sldId="2147483907"/>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2905290886" sldId="2147483907"/>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1064738407" sldId="2147483908"/>
          </pc:sldLayoutMkLst>
          <pc:spChg chg="mod">
            <ac:chgData name="Glejdis Shkembi" userId="1c63e9c2-f066-4d08-a46c-6f3c67414dab" providerId="ADAL" clId="{D59F3545-C3AF-42EE-AFFA-D09C72A691CB}" dt="2026-08-03T08:37:39.188" v="119"/>
            <ac:spMkLst>
              <pc:docMk/>
              <pc:sldMasterMk cId="2546345059" sldId="2147483720"/>
              <pc:sldLayoutMk cId="1064738407" sldId="2147483908"/>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1064738407" sldId="2147483908"/>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2955023184" sldId="2147483909"/>
          </pc:sldLayoutMkLst>
          <pc:spChg chg="mod">
            <ac:chgData name="Glejdis Shkembi" userId="1c63e9c2-f066-4d08-a46c-6f3c67414dab" providerId="ADAL" clId="{D59F3545-C3AF-42EE-AFFA-D09C72A691CB}" dt="2026-08-03T08:37:39.188" v="119"/>
            <ac:spMkLst>
              <pc:docMk/>
              <pc:sldMasterMk cId="2546345059" sldId="2147483720"/>
              <pc:sldLayoutMk cId="2955023184" sldId="2147483909"/>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2955023184" sldId="2147483909"/>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46963229" sldId="2147483910"/>
          </pc:sldLayoutMkLst>
          <pc:spChg chg="mod">
            <ac:chgData name="Glejdis Shkembi" userId="1c63e9c2-f066-4d08-a46c-6f3c67414dab" providerId="ADAL" clId="{D59F3545-C3AF-42EE-AFFA-D09C72A691CB}" dt="2026-08-03T08:37:39.188" v="119"/>
            <ac:spMkLst>
              <pc:docMk/>
              <pc:sldMasterMk cId="2546345059" sldId="2147483720"/>
              <pc:sldLayoutMk cId="46963229" sldId="2147483910"/>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46963229" sldId="2147483910"/>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2683588110" sldId="2147483911"/>
          </pc:sldLayoutMkLst>
          <pc:spChg chg="mod">
            <ac:chgData name="Glejdis Shkembi" userId="1c63e9c2-f066-4d08-a46c-6f3c67414dab" providerId="ADAL" clId="{D59F3545-C3AF-42EE-AFFA-D09C72A691CB}" dt="2026-08-03T08:37:39.188" v="119"/>
            <ac:spMkLst>
              <pc:docMk/>
              <pc:sldMasterMk cId="2546345059" sldId="2147483720"/>
              <pc:sldLayoutMk cId="2683588110" sldId="2147483911"/>
              <ac:spMk id="5" creationId="{00000000-0000-0000-0000-000000000000}"/>
            </ac:spMkLst>
          </pc:spChg>
          <pc:spChg chg="mod">
            <ac:chgData name="Glejdis Shkembi" userId="1c63e9c2-f066-4d08-a46c-6f3c67414dab" providerId="ADAL" clId="{D59F3545-C3AF-42EE-AFFA-D09C72A691CB}" dt="2026-08-03T08:37:39.188" v="119"/>
            <ac:spMkLst>
              <pc:docMk/>
              <pc:sldMasterMk cId="2546345059" sldId="2147483720"/>
              <pc:sldLayoutMk cId="2683588110" sldId="2147483911"/>
              <ac:spMk id="9" creationId="{00000000-0000-0000-0000-000000000000}"/>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4047894427" sldId="2147483912"/>
          </pc:sldLayoutMkLst>
          <pc:spChg chg="mod">
            <ac:chgData name="Glejdis Shkembi" userId="1c63e9c2-f066-4d08-a46c-6f3c67414dab" providerId="ADAL" clId="{D59F3545-C3AF-42EE-AFFA-D09C72A691CB}" dt="2026-08-03T08:37:39.188" v="119"/>
            <ac:spMkLst>
              <pc:docMk/>
              <pc:sldMasterMk cId="2546345059" sldId="2147483720"/>
              <pc:sldLayoutMk cId="4047894427" sldId="2147483912"/>
              <ac:spMk id="2" creationId="{8308CE50-46CE-0973-AC08-7477BEAD00F3}"/>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3" creationId="{03424D10-01E7-37F9-6091-2C95487D9F73}"/>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4" creationId="{FDFE8ED1-0EC9-B339-1813-0B4260A0A2DA}"/>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5" creationId="{823006D8-810A-DCBB-7E79-17F6322E2FFC}"/>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6" creationId="{ADAAB847-57CB-2458-2ADA-6D7770794074}"/>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7" creationId="{6B655A31-FF73-73EA-1EA8-00F13891AB94}"/>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8" creationId="{E819634A-80BB-C620-3C16-1EA80A7B1C18}"/>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9" creationId="{05E7CC6D-40F5-C58C-FC44-793B1A98AC5D}"/>
            </ac:spMkLst>
          </pc:spChg>
          <pc:spChg chg="mod">
            <ac:chgData name="Glejdis Shkembi" userId="1c63e9c2-f066-4d08-a46c-6f3c67414dab" providerId="ADAL" clId="{D59F3545-C3AF-42EE-AFFA-D09C72A691CB}" dt="2026-08-03T08:37:39.188" v="119"/>
            <ac:spMkLst>
              <pc:docMk/>
              <pc:sldMasterMk cId="2546345059" sldId="2147483720"/>
              <pc:sldLayoutMk cId="4047894427" sldId="2147483912"/>
              <ac:spMk id="10" creationId="{E6B93ED5-5CA7-C983-373E-E42D7424C7CB}"/>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1032553570" sldId="2147483913"/>
          </pc:sldLayoutMkLst>
          <pc:spChg chg="mod">
            <ac:chgData name="Glejdis Shkembi" userId="1c63e9c2-f066-4d08-a46c-6f3c67414dab" providerId="ADAL" clId="{D59F3545-C3AF-42EE-AFFA-D09C72A691CB}" dt="2026-08-03T08:37:39.188" v="119"/>
            <ac:spMkLst>
              <pc:docMk/>
              <pc:sldMasterMk cId="2546345059" sldId="2147483720"/>
              <pc:sldLayoutMk cId="1032553570" sldId="2147483913"/>
              <ac:spMk id="2" creationId="{D0AAD849-7CFE-4AF7-A7C5-6BBD50C88C1A}"/>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21021618" sldId="2147483914"/>
          </pc:sldLayoutMkLst>
          <pc:spChg chg="mod">
            <ac:chgData name="Glejdis Shkembi" userId="1c63e9c2-f066-4d08-a46c-6f3c67414dab" providerId="ADAL" clId="{D59F3545-C3AF-42EE-AFFA-D09C72A691CB}" dt="2026-08-03T08:37:39.188" v="119"/>
            <ac:spMkLst>
              <pc:docMk/>
              <pc:sldMasterMk cId="2546345059" sldId="2147483720"/>
              <pc:sldLayoutMk cId="21021618" sldId="2147483914"/>
              <ac:spMk id="2" creationId="{D0AAD849-7CFE-4AF7-A7C5-6BBD50C88C1A}"/>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3361610556" sldId="2147483915"/>
          </pc:sldLayoutMkLst>
          <pc:spChg chg="mod">
            <ac:chgData name="Glejdis Shkembi" userId="1c63e9c2-f066-4d08-a46c-6f3c67414dab" providerId="ADAL" clId="{D59F3545-C3AF-42EE-AFFA-D09C72A691CB}" dt="2026-08-03T08:37:39.188" v="119"/>
            <ac:spMkLst>
              <pc:docMk/>
              <pc:sldMasterMk cId="2546345059" sldId="2147483720"/>
              <pc:sldLayoutMk cId="3361610556" sldId="2147483915"/>
              <ac:spMk id="3" creationId="{D655B182-C5FF-81E8-8156-470DF32495DC}"/>
            </ac:spMkLst>
          </pc:spChg>
          <pc:spChg chg="mod">
            <ac:chgData name="Glejdis Shkembi" userId="1c63e9c2-f066-4d08-a46c-6f3c67414dab" providerId="ADAL" clId="{D59F3545-C3AF-42EE-AFFA-D09C72A691CB}" dt="2026-08-03T08:37:39.188" v="119"/>
            <ac:spMkLst>
              <pc:docMk/>
              <pc:sldMasterMk cId="2546345059" sldId="2147483720"/>
              <pc:sldLayoutMk cId="3361610556" sldId="2147483915"/>
              <ac:spMk id="4" creationId="{BC71D650-3B87-D82E-F786-ADD5DDCE4C70}"/>
            </ac:spMkLst>
          </pc:spChg>
          <pc:spChg chg="mod">
            <ac:chgData name="Glejdis Shkembi" userId="1c63e9c2-f066-4d08-a46c-6f3c67414dab" providerId="ADAL" clId="{D59F3545-C3AF-42EE-AFFA-D09C72A691CB}" dt="2026-08-03T08:37:39.188" v="119"/>
            <ac:spMkLst>
              <pc:docMk/>
              <pc:sldMasterMk cId="2546345059" sldId="2147483720"/>
              <pc:sldLayoutMk cId="3361610556" sldId="2147483915"/>
              <ac:spMk id="5" creationId="{735A3663-712F-A49D-172F-24B861511350}"/>
            </ac:spMkLst>
          </pc:spChg>
        </pc:sldLayoutChg>
        <pc:sldLayoutChg chg="mod ord">
          <pc:chgData name="Glejdis Shkembi" userId="1c63e9c2-f066-4d08-a46c-6f3c67414dab" providerId="ADAL" clId="{D59F3545-C3AF-42EE-AFFA-D09C72A691CB}" dt="2026-08-03T08:37:39.188" v="119"/>
          <pc:sldLayoutMkLst>
            <pc:docMk/>
            <pc:sldMasterMk cId="2546345059" sldId="2147483720"/>
            <pc:sldLayoutMk cId="1392279979" sldId="2147483916"/>
          </pc:sldLayoutMkLst>
        </pc:sldLayoutChg>
        <pc:sldLayoutChg chg="mod ord">
          <pc:chgData name="Glejdis Shkembi" userId="1c63e9c2-f066-4d08-a46c-6f3c67414dab" providerId="ADAL" clId="{D59F3545-C3AF-42EE-AFFA-D09C72A691CB}" dt="2026-08-03T08:37:39.188" v="119"/>
          <pc:sldLayoutMkLst>
            <pc:docMk/>
            <pc:sldMasterMk cId="2546345059" sldId="2147483720"/>
            <pc:sldLayoutMk cId="759767777" sldId="2147483917"/>
          </pc:sldLayoutMkLst>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3497539700" sldId="2147483918"/>
          </pc:sldLayoutMkLst>
          <pc:spChg chg="mod">
            <ac:chgData name="Glejdis Shkembi" userId="1c63e9c2-f066-4d08-a46c-6f3c67414dab" providerId="ADAL" clId="{D59F3545-C3AF-42EE-AFFA-D09C72A691CB}" dt="2026-08-03T08:37:39.188" v="119"/>
            <ac:spMkLst>
              <pc:docMk/>
              <pc:sldMasterMk cId="2546345059" sldId="2147483720"/>
              <pc:sldLayoutMk cId="3497539700" sldId="2147483918"/>
              <ac:spMk id="3" creationId="{935C9167-B5C7-4834-AC78-240C8C3EF11E}"/>
            </ac:spMkLst>
          </pc:spChg>
          <pc:spChg chg="mod">
            <ac:chgData name="Glejdis Shkembi" userId="1c63e9c2-f066-4d08-a46c-6f3c67414dab" providerId="ADAL" clId="{D59F3545-C3AF-42EE-AFFA-D09C72A691CB}" dt="2026-08-03T08:37:39.188" v="119"/>
            <ac:spMkLst>
              <pc:docMk/>
              <pc:sldMasterMk cId="2546345059" sldId="2147483720"/>
              <pc:sldLayoutMk cId="3497539700" sldId="2147483918"/>
              <ac:spMk id="4" creationId="{0E780C89-4FC1-4FE7-AFCA-1C41A1B0944C}"/>
            </ac:spMkLst>
          </pc:spChg>
          <pc:spChg chg="mod">
            <ac:chgData name="Glejdis Shkembi" userId="1c63e9c2-f066-4d08-a46c-6f3c67414dab" providerId="ADAL" clId="{D59F3545-C3AF-42EE-AFFA-D09C72A691CB}" dt="2026-08-03T08:37:39.188" v="119"/>
            <ac:spMkLst>
              <pc:docMk/>
              <pc:sldMasterMk cId="2546345059" sldId="2147483720"/>
              <pc:sldLayoutMk cId="3497539700" sldId="2147483918"/>
              <ac:spMk id="5" creationId="{2E18FD0C-FA99-4937-92CD-5CF7F279CD8E}"/>
            </ac:spMkLst>
          </pc:spChg>
        </pc:sldLayoutChg>
        <pc:sldLayoutChg chg="modSp mod ord">
          <pc:chgData name="Glejdis Shkembi" userId="1c63e9c2-f066-4d08-a46c-6f3c67414dab" providerId="ADAL" clId="{D59F3545-C3AF-42EE-AFFA-D09C72A691CB}" dt="2026-08-03T08:37:39.188" v="119"/>
          <pc:sldLayoutMkLst>
            <pc:docMk/>
            <pc:sldMasterMk cId="2546345059" sldId="2147483720"/>
            <pc:sldLayoutMk cId="2091500735" sldId="2147483919"/>
          </pc:sldLayoutMkLst>
          <pc:spChg chg="mod">
            <ac:chgData name="Glejdis Shkembi" userId="1c63e9c2-f066-4d08-a46c-6f3c67414dab" providerId="ADAL" clId="{D59F3545-C3AF-42EE-AFFA-D09C72A691CB}" dt="2026-08-03T08:37:39.188" v="119"/>
            <ac:spMkLst>
              <pc:docMk/>
              <pc:sldMasterMk cId="2546345059" sldId="2147483720"/>
              <pc:sldLayoutMk cId="2091500735" sldId="2147483919"/>
              <ac:spMk id="2" creationId="{D0AAD849-7CFE-4AF7-A7C5-6BBD50C88C1A}"/>
            </ac:spMkLst>
          </pc:spChg>
        </pc:sldLayoutChg>
        <pc:sldLayoutChg chg="del">
          <pc:chgData name="Glejdis Shkembi" userId="1c63e9c2-f066-4d08-a46c-6f3c67414dab" providerId="ADAL" clId="{D59F3545-C3AF-42EE-AFFA-D09C72A691CB}" dt="2026-08-03T09:45:56.241" v="223" actId="47"/>
          <pc:sldLayoutMkLst>
            <pc:docMk/>
            <pc:sldMasterMk cId="2546345059" sldId="2147483720"/>
            <pc:sldLayoutMk cId="741782908" sldId="2147483933"/>
          </pc:sldLayoutMkLst>
        </pc:sldLayoutChg>
      </pc:sldMasterChg>
      <pc:sldMasterChg chg="del sldLayoutOrd">
        <pc:chgData name="Glejdis Shkembi" userId="1c63e9c2-f066-4d08-a46c-6f3c67414dab" providerId="ADAL" clId="{D59F3545-C3AF-42EE-AFFA-D09C72A691CB}" dt="2026-08-03T08:37:39.229" v="120"/>
        <pc:sldMasterMkLst>
          <pc:docMk/>
          <pc:sldMasterMk cId="3877834722" sldId="2147483897"/>
        </pc:sldMasterMkLst>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autoTitleDeleted val="1"/>
    <c:plotArea>
      <c:layout>
        <c:manualLayout>
          <c:layoutTarget val="inner"/>
          <c:xMode val="edge"/>
          <c:yMode val="edge"/>
          <c:x val="8.3847929571665841E-2"/>
          <c:y val="9.5421623067075356E-2"/>
          <c:w val="0.90322663915656221"/>
          <c:h val="0.80608238151560152"/>
        </c:manualLayout>
      </c:layout>
      <c:barChart>
        <c:barDir val="col"/>
        <c:grouping val="clustered"/>
        <c:varyColors val="0"/>
        <c:ser>
          <c:idx val="0"/>
          <c:order val="0"/>
          <c:tx>
            <c:strRef>
              <c:f>Sheet1!$B$1</c:f>
              <c:strCache>
                <c:ptCount val="1"/>
                <c:pt idx="0">
                  <c:v>Model-based Agents</c:v>
                </c:pt>
              </c:strCache>
            </c:strRef>
          </c:tx>
          <c:spPr>
            <a:solidFill>
              <a:srgbClr val="394952"/>
            </a:solidFill>
            <a:ln>
              <a:noFill/>
            </a:ln>
            <a:effectLst/>
          </c:spPr>
          <c:invertIfNegative val="0"/>
          <c:dPt>
            <c:idx val="0"/>
            <c:invertIfNegative val="0"/>
            <c:bubble3D val="0"/>
            <c:spPr>
              <a:solidFill>
                <a:srgbClr val="5A616E"/>
              </a:solidFill>
              <a:ln>
                <a:noFill/>
              </a:ln>
              <a:effectLst/>
            </c:spPr>
            <c:extLst>
              <c:ext xmlns:c16="http://schemas.microsoft.com/office/drawing/2014/chart" uri="{C3380CC4-5D6E-409C-BE32-E72D297353CC}">
                <c16:uniqueId val="{00000001-F417-40C0-A435-7F6B58E195F4}"/>
              </c:ext>
            </c:extLst>
          </c:dPt>
          <c:cat>
            <c:strRef>
              <c:f>Sheet1!$A$2</c:f>
              <c:strCache>
                <c:ptCount val="1"/>
                <c:pt idx="0">
                  <c:v>WebArena Benchmark (by CMU)</c:v>
                </c:pt>
              </c:strCache>
            </c:strRef>
          </c:cat>
          <c:val>
            <c:numRef>
              <c:f>Sheet1!$B$2</c:f>
              <c:numCache>
                <c:formatCode>General</c:formatCode>
                <c:ptCount val="1"/>
                <c:pt idx="0">
                  <c:v>4.4000000000000004</c:v>
                </c:pt>
              </c:numCache>
            </c:numRef>
          </c:val>
          <c:extLst>
            <c:ext xmlns:c16="http://schemas.microsoft.com/office/drawing/2014/chart" uri="{C3380CC4-5D6E-409C-BE32-E72D297353CC}">
              <c16:uniqueId val="{00000002-F417-40C0-A435-7F6B58E195F4}"/>
            </c:ext>
          </c:extLst>
        </c:ser>
        <c:ser>
          <c:idx val="1"/>
          <c:order val="1"/>
          <c:tx>
            <c:strRef>
              <c:f>Sheet1!$C$1</c:f>
              <c:strCache>
                <c:ptCount val="1"/>
                <c:pt idx="0">
                  <c:v>Monolithic Agents</c:v>
                </c:pt>
              </c:strCache>
            </c:strRef>
          </c:tx>
          <c:spPr>
            <a:solidFill>
              <a:srgbClr val="5A616E"/>
            </a:solidFill>
            <a:ln>
              <a:noFill/>
            </a:ln>
            <a:effectLst/>
          </c:spPr>
          <c:invertIfNegative val="0"/>
          <c:dPt>
            <c:idx val="0"/>
            <c:invertIfNegative val="0"/>
            <c:bubble3D val="0"/>
            <c:spPr>
              <a:solidFill>
                <a:srgbClr val="959AA3"/>
              </a:solidFill>
              <a:ln>
                <a:noFill/>
              </a:ln>
              <a:effectLst/>
            </c:spPr>
            <c:extLst>
              <c:ext xmlns:c16="http://schemas.microsoft.com/office/drawing/2014/chart" uri="{C3380CC4-5D6E-409C-BE32-E72D297353CC}">
                <c16:uniqueId val="{00000004-F417-40C0-A435-7F6B58E195F4}"/>
              </c:ext>
            </c:extLst>
          </c:dPt>
          <c:cat>
            <c:strRef>
              <c:f>Sheet1!$A$2</c:f>
              <c:strCache>
                <c:ptCount val="1"/>
                <c:pt idx="0">
                  <c:v>WebArena Benchmark (by CMU)</c:v>
                </c:pt>
              </c:strCache>
            </c:strRef>
          </c:cat>
          <c:val>
            <c:numRef>
              <c:f>Sheet1!$C$2</c:f>
              <c:numCache>
                <c:formatCode>General</c:formatCode>
                <c:ptCount val="1"/>
                <c:pt idx="0">
                  <c:v>14.7</c:v>
                </c:pt>
              </c:numCache>
            </c:numRef>
          </c:val>
          <c:extLst>
            <c:ext xmlns:c16="http://schemas.microsoft.com/office/drawing/2014/chart" uri="{C3380CC4-5D6E-409C-BE32-E72D297353CC}">
              <c16:uniqueId val="{00000005-F417-40C0-A435-7F6B58E195F4}"/>
            </c:ext>
          </c:extLst>
        </c:ser>
        <c:ser>
          <c:idx val="2"/>
          <c:order val="2"/>
          <c:tx>
            <c:strRef>
              <c:f>Sheet1!$D$1</c:f>
              <c:strCache>
                <c:ptCount val="1"/>
                <c:pt idx="0">
                  <c:v>Multi-agents (Magnetic-1)</c:v>
                </c:pt>
              </c:strCache>
            </c:strRef>
          </c:tx>
          <c:spPr>
            <a:solidFill>
              <a:srgbClr val="959AA3"/>
            </a:solidFill>
            <a:ln>
              <a:noFill/>
            </a:ln>
            <a:effectLst/>
          </c:spPr>
          <c:invertIfNegative val="0"/>
          <c:dPt>
            <c:idx val="0"/>
            <c:invertIfNegative val="0"/>
            <c:bubble3D val="0"/>
            <c:spPr>
              <a:solidFill>
                <a:srgbClr val="ABB0B5"/>
              </a:solidFill>
              <a:ln>
                <a:noFill/>
              </a:ln>
              <a:effectLst/>
            </c:spPr>
            <c:extLst>
              <c:ext xmlns:c16="http://schemas.microsoft.com/office/drawing/2014/chart" uri="{C3380CC4-5D6E-409C-BE32-E72D297353CC}">
                <c16:uniqueId val="{00000007-F417-40C0-A435-7F6B58E195F4}"/>
              </c:ext>
            </c:extLst>
          </c:dPt>
          <c:cat>
            <c:strRef>
              <c:f>Sheet1!$A$2</c:f>
              <c:strCache>
                <c:ptCount val="1"/>
                <c:pt idx="0">
                  <c:v>WebArena Benchmark (by CMU)</c:v>
                </c:pt>
              </c:strCache>
            </c:strRef>
          </c:cat>
          <c:val>
            <c:numRef>
              <c:f>Sheet1!$D$2</c:f>
              <c:numCache>
                <c:formatCode>General</c:formatCode>
                <c:ptCount val="1"/>
                <c:pt idx="0">
                  <c:v>32</c:v>
                </c:pt>
              </c:numCache>
            </c:numRef>
          </c:val>
          <c:extLst>
            <c:ext xmlns:c16="http://schemas.microsoft.com/office/drawing/2014/chart" uri="{C3380CC4-5D6E-409C-BE32-E72D297353CC}">
              <c16:uniqueId val="{00000008-F417-40C0-A435-7F6B58E195F4}"/>
            </c:ext>
          </c:extLst>
        </c:ser>
        <c:ser>
          <c:idx val="3"/>
          <c:order val="3"/>
          <c:tx>
            <c:strRef>
              <c:f>Sheet1!$E$1</c:f>
              <c:strCache>
                <c:ptCount val="1"/>
                <c:pt idx="0">
                  <c:v>Multi-agents + HIL</c:v>
                </c:pt>
              </c:strCache>
            </c:strRef>
          </c:tx>
          <c:spPr>
            <a:solidFill>
              <a:schemeClr val="accent4"/>
            </a:solidFill>
            <a:ln>
              <a:noFill/>
            </a:ln>
            <a:effectLst/>
          </c:spPr>
          <c:invertIfNegative val="0"/>
          <c:dPt>
            <c:idx val="0"/>
            <c:invertIfNegative val="0"/>
            <c:bubble3D val="0"/>
            <c:spPr>
              <a:gradFill flip="none" rotWithShape="1">
                <a:gsLst>
                  <a:gs pos="0">
                    <a:srgbClr val="FFA38B"/>
                  </a:gs>
                  <a:gs pos="98000">
                    <a:srgbClr val="D59ED7"/>
                  </a:gs>
                </a:gsLst>
                <a:path path="circle">
                  <a:fillToRect l="100000" t="100000"/>
                </a:path>
                <a:tileRect r="-100000" b="-100000"/>
              </a:gradFill>
              <a:ln>
                <a:noFill/>
              </a:ln>
              <a:effectLst/>
            </c:spPr>
            <c:extLst>
              <c:ext xmlns:c16="http://schemas.microsoft.com/office/drawing/2014/chart" uri="{C3380CC4-5D6E-409C-BE32-E72D297353CC}">
                <c16:uniqueId val="{0000000A-F417-40C0-A435-7F6B58E195F4}"/>
              </c:ext>
            </c:extLst>
          </c:dPt>
          <c:cat>
            <c:strRef>
              <c:f>Sheet1!$A$2</c:f>
              <c:strCache>
                <c:ptCount val="1"/>
                <c:pt idx="0">
                  <c:v>WebArena Benchmark (by CMU)</c:v>
                </c:pt>
              </c:strCache>
            </c:strRef>
          </c:cat>
          <c:val>
            <c:numRef>
              <c:f>Sheet1!$E$2</c:f>
              <c:numCache>
                <c:formatCode>General</c:formatCode>
                <c:ptCount val="1"/>
                <c:pt idx="0">
                  <c:v>66</c:v>
                </c:pt>
              </c:numCache>
            </c:numRef>
          </c:val>
          <c:extLst>
            <c:ext xmlns:c16="http://schemas.microsoft.com/office/drawing/2014/chart" uri="{C3380CC4-5D6E-409C-BE32-E72D297353CC}">
              <c16:uniqueId val="{0000000B-F417-40C0-A435-7F6B58E195F4}"/>
            </c:ext>
          </c:extLst>
        </c:ser>
        <c:ser>
          <c:idx val="4"/>
          <c:order val="4"/>
          <c:tx>
            <c:strRef>
              <c:f>Sheet1!$F$1</c:f>
              <c:strCache>
                <c:ptCount val="1"/>
                <c:pt idx="0">
                  <c:v>Human</c:v>
                </c:pt>
              </c:strCache>
            </c:strRef>
          </c:tx>
          <c:spPr>
            <a:gradFill flip="none" rotWithShape="1">
              <a:gsLst>
                <a:gs pos="0">
                  <a:srgbClr val="FF5C39"/>
                </a:gs>
                <a:gs pos="99000">
                  <a:srgbClr val="C03BC4"/>
                </a:gs>
              </a:gsLst>
              <a:path path="circle">
                <a:fillToRect t="100000" r="100000"/>
              </a:path>
              <a:tileRect l="-100000" b="-100000"/>
            </a:gradFill>
            <a:ln>
              <a:noFill/>
            </a:ln>
            <a:effectLst/>
          </c:spPr>
          <c:invertIfNegative val="0"/>
          <c:cat>
            <c:strRef>
              <c:f>Sheet1!$A$2</c:f>
              <c:strCache>
                <c:ptCount val="1"/>
                <c:pt idx="0">
                  <c:v>WebArena Benchmark (by CMU)</c:v>
                </c:pt>
              </c:strCache>
            </c:strRef>
          </c:cat>
          <c:val>
            <c:numRef>
              <c:f>Sheet1!$F$2</c:f>
              <c:numCache>
                <c:formatCode>General</c:formatCode>
                <c:ptCount val="1"/>
                <c:pt idx="0">
                  <c:v>78</c:v>
                </c:pt>
              </c:numCache>
            </c:numRef>
          </c:val>
          <c:extLst>
            <c:ext xmlns:c16="http://schemas.microsoft.com/office/drawing/2014/chart" uri="{C3380CC4-5D6E-409C-BE32-E72D297353CC}">
              <c16:uniqueId val="{0000000C-F417-40C0-A435-7F6B58E195F4}"/>
            </c:ext>
          </c:extLst>
        </c:ser>
        <c:dLbls>
          <c:showLegendKey val="0"/>
          <c:showVal val="0"/>
          <c:showCatName val="0"/>
          <c:showSerName val="0"/>
          <c:showPercent val="0"/>
          <c:showBubbleSize val="0"/>
        </c:dLbls>
        <c:gapWidth val="219"/>
        <c:overlap val="-27"/>
        <c:axId val="68734687"/>
        <c:axId val="68412863"/>
      </c:barChart>
      <c:catAx>
        <c:axId val="687346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crossAx val="68412863"/>
        <c:crosses val="autoZero"/>
        <c:auto val="1"/>
        <c:lblAlgn val="ctr"/>
        <c:lblOffset val="100"/>
        <c:noMultiLvlLbl val="0"/>
      </c:catAx>
      <c:valAx>
        <c:axId val="68412863"/>
        <c:scaling>
          <c:orientation val="minMax"/>
        </c:scaling>
        <c:delete val="0"/>
        <c:axPos val="l"/>
        <c:title>
          <c:tx>
            <c:rich>
              <a:bodyPr rot="-5400000" spcFirstLastPara="1" vertOverflow="ellipsis" vert="horz" wrap="square" anchor="ctr" anchorCtr="1"/>
              <a:lstStyle/>
              <a:p>
                <a:pPr algn="ctr" rtl="0">
                  <a:defRPr sz="1400" b="0" i="0" u="none" strike="noStrike" kern="1200" baseline="0">
                    <a:solidFill>
                      <a:srgbClr val="FFFFFF">
                        <a:lumMod val="65000"/>
                        <a:lumOff val="35000"/>
                      </a:srgbClr>
                    </a:solidFill>
                    <a:latin typeface="+mn-lt"/>
                    <a:ea typeface="+mn-ea"/>
                    <a:cs typeface="+mn-cs"/>
                  </a:defRPr>
                </a:pPr>
                <a:r>
                  <a:rPr lang="en-US" sz="1400" b="0" i="0" u="none" strike="noStrike" kern="1200" baseline="0">
                    <a:solidFill>
                      <a:srgbClr val="FFFFFF">
                        <a:lumMod val="65000"/>
                        <a:lumOff val="35000"/>
                      </a:srgbClr>
                    </a:solidFill>
                    <a:latin typeface="+mn-lt"/>
                    <a:ea typeface="+mn-ea"/>
                    <a:cs typeface="+mn-cs"/>
                  </a:rPr>
                  <a:t>Task Completion Rates</a:t>
                </a:r>
              </a:p>
            </c:rich>
          </c:tx>
          <c:layout>
            <c:manualLayout>
              <c:xMode val="edge"/>
              <c:yMode val="edge"/>
              <c:x val="9.400313652197647E-3"/>
              <c:y val="0.34949979395301467"/>
            </c:manualLayout>
          </c:layout>
          <c:overlay val="0"/>
          <c:spPr>
            <a:noFill/>
            <a:ln>
              <a:noFill/>
            </a:ln>
            <a:effectLst/>
          </c:spPr>
          <c:txPr>
            <a:bodyPr rot="-5400000" spcFirstLastPara="1" vertOverflow="ellipsis" vert="horz" wrap="square" anchor="ctr" anchorCtr="1"/>
            <a:lstStyle/>
            <a:p>
              <a:pPr algn="ctr" rtl="0">
                <a:defRPr sz="1400" b="0" i="0" u="none" strike="noStrike" kern="1200" baseline="0">
                  <a:solidFill>
                    <a:srgbClr val="FFFFFF">
                      <a:lumMod val="65000"/>
                      <a:lumOff val="35000"/>
                    </a:srgb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68734687"/>
        <c:crosses val="autoZero"/>
        <c:crossBetween val="between"/>
      </c:valAx>
      <c:spPr>
        <a:noFill/>
        <a:ln w="25400">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1D640-36C3-47AA-AC2A-062CE407EE96}" type="datetimeFigureOut">
              <a:rPr lang="en-DE" smtClean="0"/>
              <a:t>04/08/2026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D4BD2E-E17E-4ED6-8438-D9DC84FBC31D}" type="slidenum">
              <a:rPr lang="en-DE" smtClean="0"/>
              <a:t>‹#›</a:t>
            </a:fld>
            <a:endParaRPr lang="en-DE"/>
          </a:p>
        </p:txBody>
      </p:sp>
    </p:spTree>
    <p:extLst>
      <p:ext uri="{BB962C8B-B14F-4D97-AF65-F5344CB8AC3E}">
        <p14:creationId xmlns:p14="http://schemas.microsoft.com/office/powerpoint/2010/main" val="2944911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2.deloitte.com/us/en/insights/topics/digital-transformation/generative-ai-and-the-future-enterprise.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microsoft.com/en-us/worklab/work-trend-index/2025-the-year-the-frontier-firm-is-bor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mckinsey.com/capabilities/mckinsey-digital/our-insights/rewired-and-running-ahead-digital-and-ai-leaders-are-leaving-the-rest-behind"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mckinsey.com/capabilities/quantumblack/our-insights/the-state-of-ai"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microsoft-my.sharepoint.com/:p:/p/kebarnet/Ee-V-uNOm0dKvkQ9pQIhG6gBNL5lqLQZ6uyG5yzd9wd9Bw?e=2qwfap"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microsoft.com/en-us/research/articles/magentic-one-a-generalist-multi-agent-system-for-solving-complex-tasks/"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www.microsoft.com/en-us/research/wp-content/uploads/2024/11/MagenticOne.pdf"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techcommunity.microsoft.com/blog/aiplatformblog/ignite-2024-announcing-the-azure-ai-foundry-sdk/4295862?previewMessage=true"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learn.microsoft.com/en-us/connectors/connector-reference/connector-reference-logicapps-connectors"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www.youtube.com/watch?v=cjIE5fBInAE"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3" Type="http://schemas.openxmlformats.org/officeDocument/2006/relationships/hyperlink" Target="https://aka.ms/heinekenazureai" TargetMode="External"/><Relationship Id="rId2" Type="http://schemas.openxmlformats.org/officeDocument/2006/relationships/slide" Target="../slides/slide114.xml"/><Relationship Id="rId1" Type="http://schemas.openxmlformats.org/officeDocument/2006/relationships/notesMaster" Target="../notesMasters/notesMaster1.xml"/><Relationship Id="rId5" Type="http://schemas.openxmlformats.org/officeDocument/2006/relationships/hyperlink" Target="https://www.microsoft.com/en/customers/story/21885-fujitsu-azure-ai-foundry" TargetMode="External"/><Relationship Id="rId4" Type="http://schemas.openxmlformats.org/officeDocument/2006/relationships/hyperlink" Target="https://aka.ms/carvanastory" TargetMode="Externa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we will be going over Azure AI Foundry: The AI app and agent factory.</a:t>
            </a:r>
          </a:p>
          <a:p>
            <a:r>
              <a:rPr lang="en-US"/>
              <a:t>We will talk about how Azure AI Foundry helps you design, customize and manage AI applications and agents at scale.</a:t>
            </a:r>
          </a:p>
          <a:p>
            <a:r>
              <a:rPr lang="en-US"/>
              <a:t>Lets dive 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9746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Here's a quick look at what we'll cover today.</a:t>
            </a:r>
          </a:p>
          <a:p>
            <a:r>
              <a:rPr lang="en-US" sz="1200"/>
              <a:t>We'll start by framing the agentic AI opportunity — why this shift matters and why now. Then we'll walk through common agent patterns and introduce Foundry Agent Service as the platform that brings it all together.</a:t>
            </a:r>
          </a:p>
          <a:p>
            <a:r>
              <a:rPr lang="en-US" sz="1200"/>
              <a:t>From there, we'll go deeper into the Build, Deploy, and Operate lifecycle, look at real-world architectures, and close with customer stories and how you can get started today.</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1455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Let’s begin by looking at the reality of business processes today, and the typical pain points companies face with existing automation. I want you to think about the challenges you see every day—manual work, brittle automations, and slow adaptation to change. In this session, I’ll show how AI agents can address these issues and drive a step-change in efficiency and flexibility.</a:t>
            </a:r>
            <a:r>
              <a:rPr lang="en-US"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5"/>
          </p:nvPr>
        </p:nvSpPr>
        <p:spPr/>
        <p:txBody>
          <a:bodyPr/>
          <a:lstStyle/>
          <a:p>
            <a:fld id="{DCA0D00C-D97D-4D9F-A1A5-E7BA88B482EE}" type="slidenum">
              <a:rPr lang="en-US" smtClean="0"/>
              <a:t>3</a:t>
            </a:fld>
            <a:endParaRPr lang="en-US"/>
          </a:p>
        </p:txBody>
      </p:sp>
    </p:spTree>
    <p:extLst>
      <p:ext uri="{BB962C8B-B14F-4D97-AF65-F5344CB8AC3E}">
        <p14:creationId xmlns:p14="http://schemas.microsoft.com/office/powerpoint/2010/main" val="402659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9E20E-CAF1-CC1D-D741-9252F58C5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7D263-675D-88C6-58C9-3BD263A08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CE64E-CFBB-147C-6B5A-A9686FA0A6BC}"/>
              </a:ext>
            </a:extLst>
          </p:cNvPr>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To illustrate, let’s use a classic customer support example—a washing machine making too much noise. There could be several causes: unbalanced loads, worn drum bearings, or loose parts. Traditionally, resolving this requires a lot of human intervention: support staff have to interpret the issue, search for documentation, and manually create service tickets. Even if automation is involved, it’s often just handling simple lookups, not end-to-end resolution. Many organizations have started using generative AI for knowledge retrieval—like using RAG to answer questions faster. For example, a support agent can quickly search for the W100 manual or look up troubleshooting steps. </a:t>
            </a:r>
            <a:r>
              <a:rPr lang="en-US" sz="1200" b="0" i="0" kern="1200">
                <a:solidFill>
                  <a:schemeClr val="tx1"/>
                </a:solidFill>
                <a:effectLst/>
                <a:latin typeface="+mn-lt"/>
                <a:ea typeface="+mn-ea"/>
                <a:cs typeface="+mn-cs"/>
              </a:rPr>
              <a:t>​</a:t>
            </a:r>
            <a:endParaRPr lang="en-US"/>
          </a:p>
        </p:txBody>
      </p:sp>
      <p:sp>
        <p:nvSpPr>
          <p:cNvPr id="4" name="Slide Number Placeholder 3">
            <a:extLst>
              <a:ext uri="{FF2B5EF4-FFF2-40B4-BE49-F238E27FC236}">
                <a16:creationId xmlns:a16="http://schemas.microsoft.com/office/drawing/2014/main" id="{9EB98018-0495-5AB0-4A26-18E862C7FE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584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But the process is still fragmented. Once an answer is found, someone needs to act on it—typically by creating a ticket for a technician, which is still a manual handoff. This is what most downstream processes look like today. After the initial knowledge search, there are manual steps: filling out ticket forms, entering data into databases, triggering automations or RPA scripts, and sending notifications. Each step adds friction and increases the risk of errors or delays. The process is slow, and requires meaningful human involvement at every turn.</a:t>
            </a:r>
            <a:r>
              <a:rPr lang="en-US"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4811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Even with API automations, the reality is these systems are brittle. They break when UIs change, require constant monitoring, and can’t handle novel or unexpected cases. Employees waste valuable time structuring data, and even the best-designed automations often fail when edge cases arise. The net result is slow, error-prone processes that don’t scale.</a:t>
            </a:r>
            <a:r>
              <a:rPr lang="en-US"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5"/>
          </p:nvPr>
        </p:nvSpPr>
        <p:spPr/>
        <p:txBody>
          <a:bodyPr/>
          <a:lstStyle/>
          <a:p>
            <a:fld id="{DCA0D00C-D97D-4D9F-A1A5-E7BA88B482EE}" type="slidenum">
              <a:rPr lang="en-US" smtClean="0"/>
              <a:t>6</a:t>
            </a:fld>
            <a:endParaRPr lang="en-US"/>
          </a:p>
        </p:txBody>
      </p:sp>
    </p:spTree>
    <p:extLst>
      <p:ext uri="{BB962C8B-B14F-4D97-AF65-F5344CB8AC3E}">
        <p14:creationId xmlns:p14="http://schemas.microsoft.com/office/powerpoint/2010/main" val="3986327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Now, let’s look at what’s possible with AI agents. Instead of stopping at finding answers, agents can reason about the context, convert conversations into structured data like JSON, and trigger end-to-end automation: submitting forms, updating work orders, and assigning technicians. The agent can react dynamically, retry actions, or escalate if needed. This dramatically reduces the need for human intervention and makes the process resilient to change.</a:t>
            </a:r>
            <a:r>
              <a:rPr lang="en-US"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68296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8FED5-0C8C-C80A-D865-5212E196F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EFE27-061C-5859-AC2F-512A5A6030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9656D-5F66-208E-9703-4809C31BAC22}"/>
              </a:ext>
            </a:extLst>
          </p:cNvPr>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In this workflow, agents do the heavy lifting. They interpret the customer conversation, structure the data, and directly submit forms or update tickets. If a technician isn’t available, the agent tries the next available one. These agents can update records, track the status, and handle exceptions—all without manual work. This is how we make automation more resilient and adaptive.</a:t>
            </a:r>
            <a:r>
              <a:rPr lang="en-US" sz="1200" b="0" i="0" kern="1200">
                <a:solidFill>
                  <a:schemeClr val="tx1"/>
                </a:solidFill>
                <a:effectLst/>
                <a:latin typeface="+mn-lt"/>
                <a:ea typeface="+mn-ea"/>
                <a:cs typeface="+mn-cs"/>
              </a:rPr>
              <a:t>​</a:t>
            </a:r>
            <a:endParaRPr lang="en-US"/>
          </a:p>
        </p:txBody>
      </p:sp>
      <p:sp>
        <p:nvSpPr>
          <p:cNvPr id="4" name="Slide Number Placeholder 3">
            <a:extLst>
              <a:ext uri="{FF2B5EF4-FFF2-40B4-BE49-F238E27FC236}">
                <a16:creationId xmlns:a16="http://schemas.microsoft.com/office/drawing/2014/main" id="{C5524461-03B2-2B9A-EC18-3B00C971BF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479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66775-3BB5-9939-525E-A26DD91BA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A2260-9825-9D25-889E-BE905B006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4F6E65-80D5-0AC1-9859-A082FC3D7A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70% or more generative AI experiments never make it to production </a:t>
            </a:r>
            <a:br>
              <a:rPr lang="en-US"/>
            </a:br>
            <a:r>
              <a:rPr lang="en-US"/>
              <a:t>Source: Deloitte, </a:t>
            </a:r>
            <a:r>
              <a:rPr lang="en-US">
                <a:hlinkClick r:id="rId3"/>
              </a:rPr>
              <a:t>GenAI and the future enterprise | Deloitte Insights</a:t>
            </a:r>
            <a:r>
              <a:rPr lang="en-US"/>
              <a:t>-https://www2.deloitte.com/us/en/insights/topics/digital-transformation/generative-ai-and-the-future-enterprise.html</a:t>
            </a:r>
          </a:p>
          <a:p>
            <a:endParaRPr lang="en-US"/>
          </a:p>
        </p:txBody>
      </p:sp>
      <p:sp>
        <p:nvSpPr>
          <p:cNvPr id="4" name="Slide Number Placeholder 3">
            <a:extLst>
              <a:ext uri="{FF2B5EF4-FFF2-40B4-BE49-F238E27FC236}">
                <a16:creationId xmlns:a16="http://schemas.microsoft.com/office/drawing/2014/main" id="{3CD07933-F482-BAEF-CAC3-99AE1BEFE5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A15276-9AB5-4C50-942A-C010AD768EEB}" type="slidenum">
              <a:rPr kumimoji="0" lang="en-US" sz="13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633981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1992A-F36F-E9C1-7797-B6979D5F0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9EACE-8374-428A-A476-9596151ECE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EB63EA-5FD7-51CD-1F08-F76CF279C085}"/>
              </a:ext>
            </a:extLst>
          </p:cNvPr>
          <p:cNvSpPr>
            <a:spLocks noGrp="1"/>
          </p:cNvSpPr>
          <p:nvPr>
            <p:ph type="body" idx="1"/>
          </p:nvPr>
        </p:nvSpPr>
        <p:spPr/>
        <p:txBody>
          <a:bodyPr/>
          <a:lstStyle/>
          <a:p>
            <a:pPr defTabSz="966612">
              <a:defRPr/>
            </a:pPr>
            <a:r>
              <a:rPr lang="en-US" b="0" i="0" u="none" strike="noStrike" kern="1200">
                <a:solidFill>
                  <a:schemeClr val="tx1"/>
                </a:solidFill>
                <a:effectLst/>
              </a:rPr>
              <a:t>Agentic AI is the new wave. </a:t>
            </a:r>
            <a:r>
              <a:rPr lang="en-US"/>
              <a:t>AI agents are transforming how companies operate. Surveys from leading analyst and IT companies point to a surge in adoption. </a:t>
            </a:r>
            <a:endParaRPr lang="en-US">
              <a:solidFill>
                <a:srgbClr val="444444"/>
              </a:solidFill>
            </a:endParaRPr>
          </a:p>
          <a:p>
            <a:pPr defTabSz="966612">
              <a:defRPr/>
            </a:pPr>
            <a:endParaRPr lang="en-US">
              <a:solidFill>
                <a:srgbClr val="444444"/>
              </a:solidFill>
            </a:endParaRPr>
          </a:p>
          <a:p>
            <a:pPr defTabSz="966612">
              <a:defRPr/>
            </a:pPr>
            <a:r>
              <a:rPr lang="en-US"/>
              <a:t>By 2028, over a billion AI agents are expected to be in use. This is a pivotal moment for innovation. </a:t>
            </a:r>
            <a:r>
              <a:rPr lang="en-US" kern="1200">
                <a:solidFill>
                  <a:schemeClr val="tx1"/>
                </a:solidFill>
                <a:effectLst/>
              </a:rPr>
              <a:t>Technical leaders must prepare for a future where agents are embedded across workflows. </a:t>
            </a:r>
            <a:endParaRPr lang="en-US" kern="1200">
              <a:solidFill>
                <a:srgbClr val="444444"/>
              </a:solidFill>
              <a:effectLst/>
            </a:endParaRPr>
          </a:p>
          <a:p>
            <a:pPr defTabSz="966612">
              <a:defRPr/>
            </a:pPr>
            <a:endParaRPr lang="en-US" kern="1200">
              <a:solidFill>
                <a:srgbClr val="444444"/>
              </a:solidFill>
              <a:effectLst/>
              <a:ea typeface="+mn-ea"/>
              <a:cs typeface="+mn-cs"/>
            </a:endParaRPr>
          </a:p>
          <a:p>
            <a:pPr defTabSz="966612">
              <a:defRPr/>
            </a:pPr>
            <a:r>
              <a:rPr lang="en-US"/>
              <a:t>What’s even more exciting is that agent adoption is not some distant vision, it has happening right now. </a:t>
            </a:r>
            <a:endParaRPr lang="en-US">
              <a:solidFill>
                <a:srgbClr val="444444"/>
              </a:solidFill>
            </a:endParaRPr>
          </a:p>
          <a:p>
            <a:pPr defTabSz="966612">
              <a:defRPr/>
            </a:pPr>
            <a:endParaRPr lang="en-US">
              <a:solidFill>
                <a:srgbClr val="444444"/>
              </a:solidFill>
            </a:endParaRPr>
          </a:p>
          <a:p>
            <a:pPr marL="0" marR="0" lvl="0" indent="0" algn="l" defTabSz="966612">
              <a:lnSpc>
                <a:spcPct val="100000"/>
              </a:lnSpc>
              <a:spcBef>
                <a:spcPts val="0"/>
              </a:spcBef>
              <a:spcAft>
                <a:spcPts val="0"/>
              </a:spcAft>
              <a:buNone/>
              <a:tabLst/>
              <a:defRPr/>
            </a:pPr>
            <a:r>
              <a:rPr lang="en-US"/>
              <a:t>AI is even transforming the software development process itself with over 90% of software engineers expected to use AI code assistants by 2028.</a:t>
            </a:r>
            <a:endParaRPr lang="en-US">
              <a:solidFill>
                <a:srgbClr val="444444"/>
              </a:solidFill>
            </a:endParaRPr>
          </a:p>
          <a:p>
            <a:endParaRPr lang="en-US">
              <a:solidFill>
                <a:srgbClr val="444444"/>
              </a:solidFill>
            </a:endParaRPr>
          </a:p>
          <a:p>
            <a:r>
              <a:rPr lang="en-US" b="1"/>
              <a:t>REFERENCES</a:t>
            </a:r>
            <a:endParaRPr lang="en-US">
              <a:solidFill>
                <a:srgbClr val="444444"/>
              </a:solidFill>
            </a:endParaRPr>
          </a:p>
          <a:p>
            <a:r>
              <a:rPr lang="en-US">
                <a:solidFill>
                  <a:srgbClr val="696969"/>
                </a:solidFill>
              </a:rPr>
              <a:t>1.</a:t>
            </a:r>
            <a:r>
              <a:rPr lang="en-US">
                <a:solidFill>
                  <a:srgbClr val="444444"/>
                </a:solidFill>
                <a:hlinkClick r:id="rId3"/>
              </a:rPr>
              <a:t>Work Trend Index Annual Report</a:t>
            </a:r>
            <a:endParaRPr lang="en-US">
              <a:solidFill>
                <a:srgbClr val="444444"/>
              </a:solidFill>
            </a:endParaRPr>
          </a:p>
          <a:p>
            <a:r>
              <a:rPr lang="en-US">
                <a:solidFill>
                  <a:srgbClr val="696969"/>
                </a:solidFill>
              </a:rPr>
              <a:t>2.</a:t>
            </a:r>
            <a:r>
              <a:rPr lang="en-US">
                <a:solidFill>
                  <a:srgbClr val="A5A5A5"/>
                </a:solidFill>
              </a:rPr>
              <a:t>16 Changes to the Way Enterprises Are Building and Buying Generative AI | Andreessen Horowitz</a:t>
            </a:r>
            <a:endParaRPr lang="en-US"/>
          </a:p>
          <a:p>
            <a:endParaRPr lang="en-US" b="1"/>
          </a:p>
        </p:txBody>
      </p:sp>
      <p:sp>
        <p:nvSpPr>
          <p:cNvPr id="4" name="Slide Number Placeholder 3">
            <a:extLst>
              <a:ext uri="{FF2B5EF4-FFF2-40B4-BE49-F238E27FC236}">
                <a16:creationId xmlns:a16="http://schemas.microsoft.com/office/drawing/2014/main" id="{8B1B1986-554D-8CCA-871E-82D57319B7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597BD5-DB97-4C3C-BDDA-7C02709AD7D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7569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4BE5D-FE12-E1F3-181A-956F6F73A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3DFF5-18C3-78B5-DFF7-2B76DA86C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AA9B8-7ACB-D75A-1077-BFD164AFCFF5}"/>
              </a:ext>
            </a:extLst>
          </p:cNvPr>
          <p:cNvSpPr>
            <a:spLocks noGrp="1"/>
          </p:cNvSpPr>
          <p:nvPr>
            <p:ph type="body" idx="1"/>
          </p:nvPr>
        </p:nvSpPr>
        <p:spPr/>
        <p:txBody>
          <a:bodyPr/>
          <a:lstStyle/>
          <a:p>
            <a:r>
              <a:rPr lang="en-US"/>
              <a:t>All these capabilities can be leveraged across industries to bring to life many different use cases that drive success. </a:t>
            </a:r>
          </a:p>
          <a:p>
            <a:r>
              <a:rPr lang="en-US"/>
              <a:t>Whether through the creation of unique chatbot experiences that help customers find information they need, identifying and summarizing key data to help employees be more productive, or analyzing large quantities of data to isolate potential risks, intelligent apps help companies create value and gain competitive advantage…</a:t>
            </a:r>
          </a:p>
          <a:p>
            <a:endParaRPr lang="en-US"/>
          </a:p>
          <a:p>
            <a:r>
              <a:rPr lang="en-US"/>
              <a:t>3</a:t>
            </a:r>
            <a:r>
              <a:rPr lang="en-US" baseline="30000"/>
              <a:t>rd</a:t>
            </a:r>
            <a:r>
              <a:rPr lang="en-US"/>
              <a:t> party reports: </a:t>
            </a:r>
            <a:r>
              <a:rPr lang="en-US">
                <a:hlinkClick r:id="rId3"/>
              </a:rPr>
              <a:t>Digital and AI leaders outcompete | McKinsey</a:t>
            </a:r>
            <a:endParaRPr lang="en-US"/>
          </a:p>
          <a:p>
            <a:r>
              <a:rPr lang="en-US">
                <a:hlinkClick r:id="rId4"/>
              </a:rPr>
              <a:t>The state of AI in early 2024: Gen AI adoption spikes and starts to generate value | McKinsey</a:t>
            </a:r>
            <a:endParaRPr lang="en-US"/>
          </a:p>
        </p:txBody>
      </p:sp>
      <p:sp>
        <p:nvSpPr>
          <p:cNvPr id="4" name="Slide Number Placeholder 3">
            <a:extLst>
              <a:ext uri="{FF2B5EF4-FFF2-40B4-BE49-F238E27FC236}">
                <a16:creationId xmlns:a16="http://schemas.microsoft.com/office/drawing/2014/main" id="{CF89443B-33EC-FC1B-6068-74FF94BEF8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6BDD2E-C11B-49E0-B227-C3497EB5E15D}"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293168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F949-8AF6-FA5E-B57E-39DBAD546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89683-FEC3-D05A-DC69-0483ACA39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D0D3AF-6CBD-0DA4-628E-6E3FD930A898}"/>
              </a:ext>
            </a:extLst>
          </p:cNvPr>
          <p:cNvSpPr>
            <a:spLocks noGrp="1"/>
          </p:cNvSpPr>
          <p:nvPr>
            <p:ph type="body" idx="1"/>
          </p:nvPr>
        </p:nvSpPr>
        <p:spPr/>
        <p:txBody>
          <a:bodyPr/>
          <a:lstStyle/>
          <a:p>
            <a:pPr defTabSz="960577">
              <a:defRPr/>
            </a:pPr>
            <a:r>
              <a:rPr lang="en-US" sz="1200">
                <a:solidFill>
                  <a:srgbClr val="323130"/>
                </a:solidFill>
                <a:latin typeface="Segoe Sans Text Light" pitchFamily="2" charset="0"/>
                <a:ea typeface="Segoe UI" panose="020B0502040204020203" pitchFamily="34" charset="0"/>
              </a:rPr>
              <a:t>It’s clear that businesses are being disrupted.</a:t>
            </a:r>
          </a:p>
          <a:p>
            <a:pPr defTabSz="960577">
              <a:defRPr/>
            </a:pPr>
            <a:r>
              <a:rPr lang="en-US" sz="1200">
                <a:solidFill>
                  <a:srgbClr val="323130"/>
                </a:solidFill>
                <a:latin typeface="Segoe Sans Text Light" pitchFamily="2" charset="0"/>
                <a:ea typeface="Segoe UI" panose="020B0502040204020203" pitchFamily="34" charset="0"/>
              </a:rPr>
              <a:t>You are not alone in facing this. We have too and have our Customer Zero stats to share with you. </a:t>
            </a:r>
          </a:p>
          <a:p>
            <a:pPr defTabSz="960577">
              <a:defRPr/>
            </a:pPr>
            <a:r>
              <a:rPr lang="en-US" sz="1200"/>
              <a:t>We’ve been deploying agents across our functions and really seeing the business value.</a:t>
            </a:r>
          </a:p>
          <a:p>
            <a:pPr defTabSz="960577">
              <a:defRPr/>
            </a:pPr>
            <a:endParaRPr lang="en-US" sz="1200">
              <a:latin typeface="Times New Roman" panose="02020603050405020304" pitchFamily="18" charset="0"/>
              <a:ea typeface="Times New Roman" panose="02020603050405020304" pitchFamily="18" charset="0"/>
            </a:endParaRPr>
          </a:p>
          <a:p>
            <a:r>
              <a:rPr lang="en-US"/>
              <a:t>Source (with additional scenario slides): </a:t>
            </a:r>
            <a:r>
              <a:rPr lang="en-US">
                <a:hlinkClick r:id="rId3"/>
              </a:rPr>
              <a:t>Functional impact of Copilot at Microsoft.pptx</a:t>
            </a:r>
            <a:endParaRPr lang="en-US"/>
          </a:p>
        </p:txBody>
      </p:sp>
      <p:sp>
        <p:nvSpPr>
          <p:cNvPr id="4" name="Slide Number Placeholder 3">
            <a:extLst>
              <a:ext uri="{FF2B5EF4-FFF2-40B4-BE49-F238E27FC236}">
                <a16:creationId xmlns:a16="http://schemas.microsoft.com/office/drawing/2014/main" id="{A9F15D1D-5CE3-93EA-ADD9-CF1E534F55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6BDD2E-C11B-49E0-B227-C3497EB5E15D}"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362614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AB969-7B1C-5517-9D57-42578D23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9DAE8-2994-0146-224A-C88CA1D09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77412D-D22C-04BF-4ED5-DD530C010A00}"/>
              </a:ext>
            </a:extLst>
          </p:cNvPr>
          <p:cNvSpPr>
            <a:spLocks noGrp="1"/>
          </p:cNvSpPr>
          <p:nvPr>
            <p:ph type="body" idx="1"/>
          </p:nvPr>
        </p:nvSpPr>
        <p:spPr/>
        <p:txBody>
          <a:bodyPr/>
          <a:lstStyle/>
          <a:p>
            <a:r>
              <a:rPr lang="en-US"/>
              <a:t>We started with automation, that is great for deterministic workflows, but hard to adapt. </a:t>
            </a:r>
          </a:p>
          <a:p>
            <a:r>
              <a:rPr lang="en-US"/>
              <a:t>LLM then enabled assistants that could answer questions and generate summaries.</a:t>
            </a:r>
          </a:p>
          <a:p>
            <a:br>
              <a:rPr lang="en-US" b="1"/>
            </a:br>
            <a:r>
              <a:rPr lang="en-US" b="1"/>
              <a:t>The next wave is single agents with </a:t>
            </a:r>
            <a:r>
              <a:rPr lang="en-US"/>
              <a:t>autonomy to plan and act toward a goal, composing them into </a:t>
            </a:r>
            <a:r>
              <a:rPr lang="en-US" b="1"/>
              <a:t>agentic systems</a:t>
            </a:r>
            <a:r>
              <a:rPr lang="en-US"/>
              <a:t> –fleets of agents that negotiate, cooperate, and optimize as an intelligent workforce. </a:t>
            </a:r>
          </a:p>
          <a:p>
            <a:endParaRPr lang="en-US"/>
          </a:p>
          <a:p>
            <a:r>
              <a:rPr lang="en-US"/>
              <a:t>The key difference from where we started is adaptability.</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Let’s take a look at how automation and AI capabilities have evolved over time to bring more efficiency, value, and strategic advantage to businesses.</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0" i="0" u="none" strike="noStrike" kern="1200">
                <a:solidFill>
                  <a:schemeClr val="tx1"/>
                </a:solidFill>
                <a:effectLst/>
                <a:latin typeface="+mn-lt"/>
                <a:ea typeface="+mn-ea"/>
                <a:cs typeface="+mn-cs"/>
              </a:rPr>
              <a:t>Starting on the left, </a:t>
            </a:r>
            <a:r>
              <a:rPr lang="en-US" sz="1200" b="0" i="1" u="none" strike="noStrike" kern="1200">
                <a:solidFill>
                  <a:schemeClr val="tx1"/>
                </a:solidFill>
                <a:effectLst/>
                <a:latin typeface="+mn-lt"/>
                <a:ea typeface="+mn-ea"/>
                <a:cs typeface="+mn-cs"/>
              </a:rPr>
              <a:t>yesterday's technologies</a:t>
            </a:r>
            <a:r>
              <a:rPr lang="en-US" sz="1200" b="0" i="0" u="none" strike="noStrike" kern="1200">
                <a:solidFill>
                  <a:schemeClr val="tx1"/>
                </a:solidFill>
                <a:effectLst/>
                <a:latin typeface="+mn-lt"/>
                <a:ea typeface="+mn-ea"/>
                <a:cs typeface="+mn-cs"/>
              </a:rPr>
              <a:t> like RPA (Robotic Process Automation) focused on completing repetitive tasks, such as inputting new hire information into HR systems. These were efficient for structured, rule-based workflows but limited to specific functions.</a:t>
            </a:r>
            <a:r>
              <a:rPr lang="en-US" sz="1200" b="0" i="0" kern="120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0" i="0" u="none" strike="noStrike" kern="1200">
                <a:solidFill>
                  <a:schemeClr val="tx1"/>
                </a:solidFill>
                <a:effectLst/>
                <a:latin typeface="+mn-lt"/>
                <a:ea typeface="+mn-ea"/>
                <a:cs typeface="+mn-cs"/>
              </a:rPr>
              <a:t>The next step was the introduction of </a:t>
            </a:r>
            <a:r>
              <a:rPr lang="en-US" sz="1200" b="0" i="1" u="none" strike="noStrike" kern="1200">
                <a:solidFill>
                  <a:schemeClr val="tx1"/>
                </a:solidFill>
                <a:effectLst/>
                <a:latin typeface="+mn-lt"/>
                <a:ea typeface="+mn-ea"/>
                <a:cs typeface="+mn-cs"/>
              </a:rPr>
              <a:t>chatbots</a:t>
            </a:r>
            <a:r>
              <a:rPr lang="en-US" sz="1200" b="0" i="0" u="none" strike="noStrike" kern="1200">
                <a:solidFill>
                  <a:schemeClr val="tx1"/>
                </a:solidFill>
                <a:effectLst/>
                <a:latin typeface="+mn-lt"/>
                <a:ea typeface="+mn-ea"/>
                <a:cs typeface="+mn-cs"/>
              </a:rPr>
              <a:t>, which were able to answer simple questions. For example, ‘What is the dress code in the office?’ They added value by improving user engagement and providing immediate responses but still lacked the ability to take meaningful action.</a:t>
            </a:r>
            <a:r>
              <a:rPr lang="en-US" sz="1200" b="0" i="0" kern="120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0" i="0" u="none" strike="noStrike" kern="1200">
                <a:solidFill>
                  <a:schemeClr val="tx1"/>
                </a:solidFill>
                <a:effectLst/>
                <a:latin typeface="+mn-lt"/>
                <a:ea typeface="+mn-ea"/>
                <a:cs typeface="+mn-cs"/>
              </a:rPr>
              <a:t>Moving to </a:t>
            </a:r>
            <a:r>
              <a:rPr lang="en-US" sz="1200" b="0" i="1" u="none" strike="noStrike" kern="1200">
                <a:solidFill>
                  <a:schemeClr val="tx1"/>
                </a:solidFill>
                <a:effectLst/>
                <a:latin typeface="+mn-lt"/>
                <a:ea typeface="+mn-ea"/>
                <a:cs typeface="+mn-cs"/>
              </a:rPr>
              <a:t>today</a:t>
            </a:r>
            <a:r>
              <a:rPr lang="en-US" sz="1200" b="0" i="0" u="none" strike="noStrike" kern="1200">
                <a:solidFill>
                  <a:schemeClr val="tx1"/>
                </a:solidFill>
                <a:effectLst/>
                <a:latin typeface="+mn-lt"/>
                <a:ea typeface="+mn-ea"/>
                <a:cs typeface="+mn-cs"/>
              </a:rPr>
              <a:t>, we see the emergence of more capable AI systems. A </a:t>
            </a:r>
            <a:r>
              <a:rPr lang="en-US" sz="1200" b="0" i="1" u="none" strike="noStrike" kern="1200">
                <a:solidFill>
                  <a:schemeClr val="tx1"/>
                </a:solidFill>
                <a:effectLst/>
                <a:latin typeface="+mn-lt"/>
                <a:ea typeface="+mn-ea"/>
                <a:cs typeface="+mn-cs"/>
              </a:rPr>
              <a:t>single AI agent</a:t>
            </a:r>
            <a:r>
              <a:rPr lang="en-US" sz="1200" b="0" i="0" u="none" strike="noStrike" kern="1200">
                <a:solidFill>
                  <a:schemeClr val="tx1"/>
                </a:solidFill>
                <a:effectLst/>
                <a:latin typeface="+mn-lt"/>
                <a:ea typeface="+mn-ea"/>
                <a:cs typeface="+mn-cs"/>
              </a:rPr>
              <a:t>, supervised by a human, can not only answer questions but take actionable steps, such as ordering a laptop for a new employee. This represents a significant leap in value, enabling organizations to streamline and automate more complex processes.</a:t>
            </a:r>
            <a:r>
              <a:rPr lang="en-US" sz="1200" b="0" i="0" kern="120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0" i="0" u="none" strike="noStrike" kern="1200">
                <a:solidFill>
                  <a:schemeClr val="tx1"/>
                </a:solidFill>
                <a:effectLst/>
                <a:latin typeface="+mn-lt"/>
                <a:ea typeface="+mn-ea"/>
                <a:cs typeface="+mn-cs"/>
              </a:rPr>
              <a:t>Finally, the most advanced stage we’re seeing today is a </a:t>
            </a:r>
            <a:r>
              <a:rPr lang="en-US" sz="1200" b="0" i="1" u="none" strike="noStrike" kern="1200">
                <a:solidFill>
                  <a:schemeClr val="tx1"/>
                </a:solidFill>
                <a:effectLst/>
                <a:latin typeface="+mn-lt"/>
                <a:ea typeface="+mn-ea"/>
                <a:cs typeface="+mn-cs"/>
              </a:rPr>
              <a:t>multi-agent system</a:t>
            </a:r>
            <a:r>
              <a:rPr lang="en-US" sz="1200" b="0" i="0" u="none" strike="noStrike" kern="1200">
                <a:solidFill>
                  <a:schemeClr val="tx1"/>
                </a:solidFill>
                <a:effectLst/>
                <a:latin typeface="+mn-lt"/>
                <a:ea typeface="+mn-ea"/>
                <a:cs typeface="+mn-cs"/>
              </a:rPr>
              <a:t>. These agents, such as HR, IT, and Training agents, collaborate to solve complex tasks that span multiple domains. For example, onboarding multiple employees by a specific deadline requires coordination between several departments. Human supervisors remain in the loop to ensure quality and handle exceptions, but much of the process is automated, providing unparalleled efficiency and scalability.</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pPr rtl="0" fontAlgn="base"/>
            <a:r>
              <a:rPr lang="en-US" sz="1200" b="0" i="0" u="none" strike="noStrike" kern="1200">
                <a:solidFill>
                  <a:schemeClr val="tx1"/>
                </a:solidFill>
                <a:effectLst/>
                <a:latin typeface="+mn-lt"/>
                <a:ea typeface="+mn-ea"/>
                <a:cs typeface="+mn-cs"/>
              </a:rPr>
              <a:t>The trend is clear: we’re moving towards a future where AI not only supports but actively drives cross-functional collaboration, unlocking new levels of efficiency and advantage for businesses.</a:t>
            </a:r>
            <a:r>
              <a:rPr lang="en-US" sz="1200" b="0" i="0" kern="1200">
                <a:solidFill>
                  <a:schemeClr val="tx1"/>
                </a:solidFill>
                <a:effectLst/>
                <a:latin typeface="+mn-lt"/>
                <a:ea typeface="+mn-ea"/>
                <a:cs typeface="+mn-cs"/>
              </a:rPr>
              <a:t>​</a:t>
            </a:r>
          </a:p>
          <a:p>
            <a:pPr rtl="0" fontAlgn="base"/>
            <a:r>
              <a:rPr lang="en-US" sz="1200" b="0" i="0" kern="1200">
                <a:solidFill>
                  <a:schemeClr val="tx1"/>
                </a:solidFill>
                <a:effectLst/>
                <a:latin typeface="+mn-lt"/>
                <a:ea typeface="+mn-ea"/>
                <a:cs typeface="+mn-cs"/>
              </a:rPr>
              <a:t>​</a:t>
            </a:r>
          </a:p>
          <a:p>
            <a:endParaRPr lang="en-US"/>
          </a:p>
          <a:p>
            <a:endParaRPr lang="en-US"/>
          </a:p>
        </p:txBody>
      </p:sp>
      <p:sp>
        <p:nvSpPr>
          <p:cNvPr id="4" name="Header Placeholder 3">
            <a:extLst>
              <a:ext uri="{FF2B5EF4-FFF2-40B4-BE49-F238E27FC236}">
                <a16:creationId xmlns:a16="http://schemas.microsoft.com/office/drawing/2014/main" id="{F11B4682-6E8B-2F84-6293-F3B25FD78CE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E83D4AA-9A07-6C49-98EF-04083319196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487E29A-189A-DE9E-1501-EA7A3E16D96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A28E529-02A9-7FBD-FE69-C7DDBA3E2A5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86760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9DBE-05F5-9B12-1483-912CDA029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4C368-77C1-6BD5-13A1-FE37616117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5CDF25-7E74-E2ED-8AAE-0AA1566DFA93}"/>
              </a:ext>
            </a:extLst>
          </p:cNvPr>
          <p:cNvSpPr>
            <a:spLocks noGrp="1"/>
          </p:cNvSpPr>
          <p:nvPr>
            <p:ph type="body" idx="1"/>
          </p:nvPr>
        </p:nvSpPr>
        <p:spPr/>
        <p:txBody>
          <a:bodyPr/>
          <a:lstStyle/>
          <a:p>
            <a:pPr marL="457200" indent="-457200">
              <a:buFont typeface="Arial" panose="020B0604020202020204" pitchFamily="34" charset="0"/>
              <a:buChar char="•"/>
            </a:pPr>
            <a:r>
              <a:rPr lang="en-US"/>
              <a:t>Agentic AI is here, we are at the AI inflection point: we’re moving from “assistants” to “agents” that act, not just respond. </a:t>
            </a:r>
          </a:p>
          <a:p>
            <a:pPr marL="457200" indent="-457200">
              <a:buFont typeface="Arial" panose="020B0604020202020204" pitchFamily="34" charset="0"/>
              <a:buChar char="•"/>
            </a:pPr>
            <a:r>
              <a:rPr lang="en-US"/>
              <a:t>Competitive-advantage: organizations that master agents can automate multi-step workflows, integrate deeply with systems, reduce cost and cycle time, and deliver new business models.</a:t>
            </a:r>
          </a:p>
          <a:p>
            <a:pPr marL="457200" indent="-457200">
              <a:buFont typeface="Arial" panose="020B0604020202020204" pitchFamily="34" charset="0"/>
              <a:buChar char="•"/>
            </a:pPr>
            <a:r>
              <a:rPr lang="en-US"/>
              <a:t>Technical leaders should pay attention because it changes how we architect systems, build dev experience, handle models, operationalize AI.</a:t>
            </a:r>
          </a:p>
          <a:p>
            <a:pPr marL="457200" indent="-457200">
              <a:buFont typeface="Arial" panose="020B0604020202020204" pitchFamily="34" charset="0"/>
              <a:buChar char="•"/>
            </a:pPr>
            <a:r>
              <a:rPr lang="en-US"/>
              <a:t>Risk of being behind: If you treat this as just “another chatbot” you’ll miss the shift to agents that embed in enterprise workflows and can act across systems</a:t>
            </a:r>
            <a:endParaRPr lang="en-US" sz="2800" b="0" i="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13395CFF-03B7-C422-BEC4-BDEF6C7C37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19AD25-75D8-481E-B5D4-BAECA21D5B8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9637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0E33-82CB-C03D-D659-A435659EB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D1545-F918-C5B6-7C4E-A294104F7F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3C1C1C7-1240-2CE4-1D74-A483A8A31FCB}"/>
              </a:ext>
            </a:extLst>
          </p:cNvPr>
          <p:cNvSpPr>
            <a:spLocks noGrp="1"/>
          </p:cNvSpPr>
          <p:nvPr>
            <p:ph type="body" idx="1"/>
          </p:nvPr>
        </p:nvSpPr>
        <p:spPr/>
        <p:txBody>
          <a:bodyPr/>
          <a:lstStyle/>
          <a:p>
            <a:pPr marL="457200" indent="-457200">
              <a:buFont typeface="Arial" panose="020B0604020202020204" pitchFamily="34" charset="0"/>
              <a:buChar char="•"/>
            </a:pPr>
            <a:r>
              <a:rPr lang="en-US"/>
              <a:t>Agentic AI is here, we are at the AI inflection point: we’re moving from “assistants” to “agents” that act, not just respond. </a:t>
            </a:r>
          </a:p>
          <a:p>
            <a:pPr marL="457200" indent="-457200">
              <a:buFont typeface="Arial" panose="020B0604020202020204" pitchFamily="34" charset="0"/>
              <a:buChar char="•"/>
            </a:pPr>
            <a:r>
              <a:rPr lang="en-US"/>
              <a:t>Competitive-advantage: organizations that master agents can automate multi-step workflows, integrate deeply with systems, reduce cost and cycle time, and deliver new business models.</a:t>
            </a:r>
          </a:p>
          <a:p>
            <a:pPr marL="457200" indent="-457200">
              <a:buFont typeface="Arial" panose="020B0604020202020204" pitchFamily="34" charset="0"/>
              <a:buChar char="•"/>
            </a:pPr>
            <a:r>
              <a:rPr lang="en-US"/>
              <a:t>Technical leaders should pay attention because it changes how we architect systems, build dev experience, handle models, operationalize AI.</a:t>
            </a:r>
          </a:p>
          <a:p>
            <a:pPr marL="457200" indent="-457200">
              <a:buFont typeface="Arial" panose="020B0604020202020204" pitchFamily="34" charset="0"/>
              <a:buChar char="•"/>
            </a:pPr>
            <a:r>
              <a:rPr lang="en-US"/>
              <a:t>Risk of being behind: If you treat this as just “another chatbot” you’ll miss the shift to agents that embed in enterprise workflows and can act across systems</a:t>
            </a:r>
            <a:endParaRPr lang="en-US" sz="2800" b="0" i="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0EE70E05-7592-BA6C-9029-5FBB52FB7A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19AD25-75D8-481E-B5D4-BAECA21D5B8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4525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Calibri" panose="020F0502020204030204" pitchFamily="34" charset="0"/>
                <a:ea typeface="MS Mincho" panose="02020609040205080304" pitchFamily="49" charset="-128"/>
                <a:cs typeface="Arial" panose="020B0604020202020204" pitchFamily="34" charset="0"/>
              </a:rPr>
              <a:t>An </a:t>
            </a:r>
            <a:r>
              <a:rPr lang="en-US" sz="900" b="1">
                <a:effectLst/>
                <a:latin typeface="Calibri" panose="020F0502020204030204" pitchFamily="34" charset="0"/>
                <a:ea typeface="MS Mincho" panose="02020609040205080304" pitchFamily="49" charset="-128"/>
                <a:cs typeface="Arial" panose="020B0604020202020204" pitchFamily="34" charset="0"/>
              </a:rPr>
              <a:t>AI</a:t>
            </a:r>
            <a:r>
              <a:rPr lang="en-US" sz="900">
                <a:effectLst/>
                <a:latin typeface="Calibri" panose="020F0502020204030204" pitchFamily="34" charset="0"/>
                <a:ea typeface="MS Mincho" panose="02020609040205080304" pitchFamily="49" charset="-128"/>
                <a:cs typeface="Arial" panose="020B0604020202020204" pitchFamily="34" charset="0"/>
              </a:rPr>
              <a:t> </a:t>
            </a:r>
            <a:r>
              <a:rPr lang="en-US" sz="900" b="1">
                <a:effectLst/>
                <a:latin typeface="Calibri" panose="020F0502020204030204" pitchFamily="34" charset="0"/>
                <a:ea typeface="MS Mincho" panose="02020609040205080304" pitchFamily="49" charset="-128"/>
                <a:cs typeface="Arial" panose="020B0604020202020204" pitchFamily="34" charset="0"/>
              </a:rPr>
              <a:t>agent</a:t>
            </a:r>
            <a:r>
              <a:rPr lang="en-US" sz="900">
                <a:effectLst/>
                <a:latin typeface="Calibri" panose="020F0502020204030204" pitchFamily="34" charset="0"/>
                <a:ea typeface="MS Mincho" panose="02020609040205080304" pitchFamily="49" charset="-128"/>
                <a:cs typeface="Arial" panose="020B0604020202020204" pitchFamily="34" charset="0"/>
              </a:rPr>
              <a:t> is a simple program where you allow an LLM to help you decide the control flow of the program. It is like a micro-service that can execute tasks and achieve specific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ffectLst/>
              <a:latin typeface="Calibri" panose="020F0502020204030204" pitchFamily="34" charset="0"/>
              <a:ea typeface="MS Mincho" panose="02020609040205080304" pitchFamily="49"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Segoe UI" panose="020B0502040204020203" pitchFamily="34" charset="0"/>
              </a:rPr>
              <a:t>just like microservices, you can update or fine-tune an agent without having to rebuild the whole system. Even if our applications aren’t literally a collection of tiny agents coordinating with each other, thinking in these terms helps us focus on modularity and scalability. It’s all about having a unit of logic that's easy to optimize and improve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u="sng">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latin typeface="Segoe UI Semilight" panose="020B0402040204020203" pitchFamily="34" charset="0"/>
                <a:ea typeface="Times New Roman" panose="02020603050405020304" pitchFamily="18" charset="0"/>
                <a:cs typeface="Times New Roman" panose="02020603050405020304" pitchFamily="18" charset="0"/>
              </a:rPr>
              <a:t>What makes an agent different from traditional software (and RPA) is its ability to handle unstructured, multi-modal input, it uses the LLM to decide which tool to invoke. </a:t>
            </a:r>
            <a:endParaRPr lang="en-US"/>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69878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FDE56-3EE3-B598-B7BA-01CD9C935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61D22-E7EE-155C-521C-EC3A2E2F0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A5685-FB37-63EF-FA0C-5E7F72D97C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Calibri" panose="020F0502020204030204" pitchFamily="34" charset="0"/>
                <a:ea typeface="MS Mincho" panose="02020609040205080304" pitchFamily="49" charset="-128"/>
                <a:cs typeface="Arial" panose="020B0604020202020204" pitchFamily="34" charset="0"/>
              </a:rPr>
              <a:t>An </a:t>
            </a:r>
            <a:r>
              <a:rPr lang="en-US" sz="900" b="1">
                <a:effectLst/>
                <a:latin typeface="Calibri" panose="020F0502020204030204" pitchFamily="34" charset="0"/>
                <a:ea typeface="MS Mincho" panose="02020609040205080304" pitchFamily="49" charset="-128"/>
                <a:cs typeface="Arial" panose="020B0604020202020204" pitchFamily="34" charset="0"/>
              </a:rPr>
              <a:t>AI</a:t>
            </a:r>
            <a:r>
              <a:rPr lang="en-US" sz="900">
                <a:effectLst/>
                <a:latin typeface="Calibri" panose="020F0502020204030204" pitchFamily="34" charset="0"/>
                <a:ea typeface="MS Mincho" panose="02020609040205080304" pitchFamily="49" charset="-128"/>
                <a:cs typeface="Arial" panose="020B0604020202020204" pitchFamily="34" charset="0"/>
              </a:rPr>
              <a:t> </a:t>
            </a:r>
            <a:r>
              <a:rPr lang="en-US" sz="900" b="1">
                <a:effectLst/>
                <a:latin typeface="Calibri" panose="020F0502020204030204" pitchFamily="34" charset="0"/>
                <a:ea typeface="MS Mincho" panose="02020609040205080304" pitchFamily="49" charset="-128"/>
                <a:cs typeface="Arial" panose="020B0604020202020204" pitchFamily="34" charset="0"/>
              </a:rPr>
              <a:t>agent</a:t>
            </a:r>
            <a:r>
              <a:rPr lang="en-US" sz="900">
                <a:effectLst/>
                <a:latin typeface="Calibri" panose="020F0502020204030204" pitchFamily="34" charset="0"/>
                <a:ea typeface="MS Mincho" panose="02020609040205080304" pitchFamily="49" charset="-128"/>
                <a:cs typeface="Arial" panose="020B0604020202020204" pitchFamily="34" charset="0"/>
              </a:rPr>
              <a:t> is a simple program where you allow an LLM to help you decide the control flow of the program. It is like a micro-service that can execute tasks and achieve specific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ffectLst/>
              <a:latin typeface="Calibri" panose="020F0502020204030204" pitchFamily="34" charset="0"/>
              <a:ea typeface="MS Mincho" panose="02020609040205080304" pitchFamily="49"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Segoe UI" panose="020B0502040204020203" pitchFamily="34" charset="0"/>
              </a:rPr>
              <a:t>just like microservices, you can update or fine-tune an agent without having to rebuild the whole system. Even if our applications aren’t literally a collection of tiny agents coordinating with each other, thinking in these terms helps us focus on modularity and scalability. It’s all about having a unit of logic that's easy to optimize and improve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u="sng">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latin typeface="Segoe UI Semilight" panose="020B0402040204020203" pitchFamily="34" charset="0"/>
                <a:ea typeface="Times New Roman" panose="02020603050405020304" pitchFamily="18" charset="0"/>
                <a:cs typeface="Times New Roman" panose="02020603050405020304" pitchFamily="18" charset="0"/>
              </a:rPr>
              <a:t>What makes an agent different from traditional software (and RPA) is its ability to handle unstructured, multi-modal input, it uses the LLM to decide which tool to invoke. </a:t>
            </a:r>
            <a:endParaRPr lang="en-US"/>
          </a:p>
          <a:p>
            <a:endParaRPr lang="en-US"/>
          </a:p>
        </p:txBody>
      </p:sp>
      <p:sp>
        <p:nvSpPr>
          <p:cNvPr id="4" name="Header Placeholder 3">
            <a:extLst>
              <a:ext uri="{FF2B5EF4-FFF2-40B4-BE49-F238E27FC236}">
                <a16:creationId xmlns:a16="http://schemas.microsoft.com/office/drawing/2014/main" id="{89D609EF-56A2-4706-1784-F9E499A5AF4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7AC4C76-7A23-2041-FD2B-58A9B8C3A26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6A029A8-0F26-1F54-7F14-D84A1893460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E5DE69F-C8F6-900B-6549-6D3A4C38525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91814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6DD5-A8BA-76D7-CCE9-7B7D202DE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2481A-C9DA-787E-DB3B-7B9710360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09C15-CAC8-7EE3-7E19-56F39ABA44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Calibri" panose="020F0502020204030204" pitchFamily="34" charset="0"/>
                <a:ea typeface="MS Mincho" panose="02020609040205080304" pitchFamily="49" charset="-128"/>
                <a:cs typeface="Arial" panose="020B0604020202020204" pitchFamily="34" charset="0"/>
              </a:rPr>
              <a:t>An </a:t>
            </a:r>
            <a:r>
              <a:rPr lang="en-US" sz="900" b="1">
                <a:effectLst/>
                <a:latin typeface="Calibri" panose="020F0502020204030204" pitchFamily="34" charset="0"/>
                <a:ea typeface="MS Mincho" panose="02020609040205080304" pitchFamily="49" charset="-128"/>
                <a:cs typeface="Arial" panose="020B0604020202020204" pitchFamily="34" charset="0"/>
              </a:rPr>
              <a:t>AI</a:t>
            </a:r>
            <a:r>
              <a:rPr lang="en-US" sz="900">
                <a:effectLst/>
                <a:latin typeface="Calibri" panose="020F0502020204030204" pitchFamily="34" charset="0"/>
                <a:ea typeface="MS Mincho" panose="02020609040205080304" pitchFamily="49" charset="-128"/>
                <a:cs typeface="Arial" panose="020B0604020202020204" pitchFamily="34" charset="0"/>
              </a:rPr>
              <a:t> </a:t>
            </a:r>
            <a:r>
              <a:rPr lang="en-US" sz="900" b="1">
                <a:effectLst/>
                <a:latin typeface="Calibri" panose="020F0502020204030204" pitchFamily="34" charset="0"/>
                <a:ea typeface="MS Mincho" panose="02020609040205080304" pitchFamily="49" charset="-128"/>
                <a:cs typeface="Arial" panose="020B0604020202020204" pitchFamily="34" charset="0"/>
              </a:rPr>
              <a:t>agent</a:t>
            </a:r>
            <a:r>
              <a:rPr lang="en-US" sz="900">
                <a:effectLst/>
                <a:latin typeface="Calibri" panose="020F0502020204030204" pitchFamily="34" charset="0"/>
                <a:ea typeface="MS Mincho" panose="02020609040205080304" pitchFamily="49" charset="-128"/>
                <a:cs typeface="Arial" panose="020B0604020202020204" pitchFamily="34" charset="0"/>
              </a:rPr>
              <a:t> is a simple program where you allow an LLM to help you decide the control flow of the program. It is like a micro-service that can execute tasks and achieve specific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ffectLst/>
              <a:latin typeface="Calibri" panose="020F0502020204030204" pitchFamily="34" charset="0"/>
              <a:ea typeface="MS Mincho" panose="02020609040205080304" pitchFamily="49"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Segoe UI" panose="020B0502040204020203" pitchFamily="34" charset="0"/>
              </a:rPr>
              <a:t>just like microservices, you can update or fine-tune an agent without having to rebuild the whole system. Even if our applications aren’t literally a collection of tiny agents coordinating with each other, thinking in these terms helps us focus on modularity and scalability. It’s all about having a unit of logic that's easy to optimize and improve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u="sng">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latin typeface="Segoe UI Semilight" panose="020B0402040204020203" pitchFamily="34" charset="0"/>
                <a:ea typeface="Times New Roman" panose="02020603050405020304" pitchFamily="18" charset="0"/>
                <a:cs typeface="Times New Roman" panose="02020603050405020304" pitchFamily="18" charset="0"/>
              </a:rPr>
              <a:t>What makes an agent different from traditional software (and RPA) is its ability to handle unstructured, multi-modal input, it uses the LLM to decide which tool to invoke. </a:t>
            </a:r>
            <a:endParaRPr lang="en-US"/>
          </a:p>
          <a:p>
            <a:endParaRPr lang="en-US"/>
          </a:p>
        </p:txBody>
      </p:sp>
      <p:sp>
        <p:nvSpPr>
          <p:cNvPr id="4" name="Header Placeholder 3">
            <a:extLst>
              <a:ext uri="{FF2B5EF4-FFF2-40B4-BE49-F238E27FC236}">
                <a16:creationId xmlns:a16="http://schemas.microsoft.com/office/drawing/2014/main" id="{C39B18EF-94DF-E7E5-D96F-007DE92FAD9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5D7285F-76EB-7485-B590-1B6FFEC6600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5CA0C75-C850-7AD2-6894-BAC4402298F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5999A5F-E111-08DD-387C-27308499DF7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95215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34816-6856-BB63-CA8F-DC27C0742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038F1-DDB6-4036-3C95-A5FFD3FC8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A95A8-F989-63EE-8BDC-F59D08BB740D}"/>
              </a:ext>
            </a:extLst>
          </p:cNvPr>
          <p:cNvSpPr>
            <a:spLocks noGrp="1"/>
          </p:cNvSpPr>
          <p:nvPr>
            <p:ph type="body" idx="1"/>
          </p:nvPr>
        </p:nvSpPr>
        <p:spPr/>
        <p:txBody>
          <a:bodyPr/>
          <a:lstStyle/>
          <a:p>
            <a:pPr defTabSz="1003343">
              <a:defRPr/>
            </a:pPr>
            <a:r>
              <a:rPr lang="en-US" sz="1400" b="1">
                <a:solidFill>
                  <a:srgbClr val="000000"/>
                </a:solidFill>
                <a:latin typeface="Segoe Sans Text Light"/>
                <a:cs typeface="Segoe Sans Text Light"/>
              </a:rPr>
              <a:t>Agents exist on a spectrum. </a:t>
            </a:r>
            <a:r>
              <a:rPr lang="en-US" sz="1400">
                <a:solidFill>
                  <a:srgbClr val="000000"/>
                </a:solidFill>
                <a:latin typeface="Segoe Sans Text Light"/>
                <a:cs typeface="Segoe Sans Text Light"/>
              </a:rPr>
              <a:t>Different organizations are at different stages of their AI transformation. Some are advanced and building the next generation of agents with autonomous capabilities. Others are still building out their AI agents to focus on retrieval and task experiences bringing their knowledge and automations into their agent experiences. </a:t>
            </a:r>
          </a:p>
          <a:p>
            <a:pPr defTabSz="1003343">
              <a:defRPr/>
            </a:pPr>
            <a:endParaRPr lang="en-US" sz="1400">
              <a:solidFill>
                <a:srgbClr val="000000"/>
              </a:solidFill>
              <a:latin typeface="Segoe Sans Text Light" pitchFamily="2" charset="0"/>
            </a:endParaRPr>
          </a:p>
          <a:p>
            <a:pPr defTabSz="1003343">
              <a:defRPr/>
            </a:pPr>
            <a:r>
              <a:rPr lang="en-US" sz="1400" b="1">
                <a:solidFill>
                  <a:srgbClr val="000000"/>
                </a:solidFill>
                <a:latin typeface="Segoe Sans Text Light"/>
                <a:cs typeface="Segoe Sans Text Light"/>
              </a:rPr>
              <a:t>These descriptions are not official technical names for your agents. </a:t>
            </a:r>
            <a:r>
              <a:rPr lang="en-US" sz="1400">
                <a:solidFill>
                  <a:srgbClr val="000000"/>
                </a:solidFill>
                <a:latin typeface="Segoe Sans Text Light"/>
                <a:cs typeface="Segoe Sans Text Light"/>
              </a:rPr>
              <a:t>They are used to describe the capabilities that your agent may possess. All agents have the same set of components; however it is down to the makers use case and complexity that dictates where it sits across this continuum. </a:t>
            </a:r>
          </a:p>
          <a:p>
            <a:pPr defTabSz="1003343">
              <a:defRPr/>
            </a:pPr>
            <a:endParaRPr lang="en-US" sz="1400">
              <a:solidFill>
                <a:srgbClr val="000000"/>
              </a:solidFill>
              <a:latin typeface="Segoe Sans Text Light" pitchFamily="2" charset="0"/>
            </a:endParaRPr>
          </a:p>
          <a:p>
            <a:pPr defTabSz="1003343">
              <a:defRPr/>
            </a:pPr>
            <a:r>
              <a:rPr lang="en-US" sz="1400">
                <a:solidFill>
                  <a:srgbClr val="000000"/>
                </a:solidFill>
                <a:latin typeface="Segoe Sans Text Light"/>
                <a:cs typeface="Segoe Sans Text Light"/>
              </a:rPr>
              <a:t>We recognize that agents has been an industry term used over the years. Currently, it is mostly associated with the right side of autonomy. We believe everything is an agent and that they live on a spectrum of capability.</a:t>
            </a:r>
          </a:p>
          <a:p>
            <a:pPr defTabSz="1003343">
              <a:defRPr/>
            </a:pPr>
            <a:endParaRPr lang="en-US" sz="1400">
              <a:solidFill>
                <a:srgbClr val="000000"/>
              </a:solidFill>
              <a:latin typeface="Segoe Sans Text Light" pitchFamily="2" charset="0"/>
            </a:endParaRPr>
          </a:p>
          <a:p>
            <a:pPr defTabSz="1003343">
              <a:defRPr/>
            </a:pPr>
            <a:r>
              <a:rPr lang="en-US" sz="1400" b="1">
                <a:solidFill>
                  <a:srgbClr val="000000"/>
                </a:solidFill>
                <a:latin typeface="Segoe Sans Text Light"/>
                <a:cs typeface="Segoe Sans Text Light"/>
              </a:rPr>
              <a:t>Retrieval: </a:t>
            </a:r>
            <a:r>
              <a:rPr lang="en-US" sz="1400">
                <a:solidFill>
                  <a:srgbClr val="000000"/>
                </a:solidFill>
                <a:latin typeface="Segoe Sans Text Light"/>
                <a:cs typeface="Segoe Sans Text Light"/>
              </a:rPr>
              <a:t>Designed with specific instructions on how to behave, their personality, and their overall objectives. They follow predefined rules and guidelines set by the creators.</a:t>
            </a:r>
          </a:p>
          <a:p>
            <a:pPr defTabSz="1003343">
              <a:defRPr/>
            </a:pPr>
            <a:endParaRPr lang="en-US" sz="1400">
              <a:solidFill>
                <a:srgbClr val="000000"/>
              </a:solidFill>
              <a:latin typeface="Segoe Sans Text Light" pitchFamily="2" charset="0"/>
            </a:endParaRPr>
          </a:p>
          <a:p>
            <a:pPr defTabSz="1003343">
              <a:defRPr/>
            </a:pPr>
            <a:r>
              <a:rPr lang="en-US" sz="1400" b="1">
                <a:solidFill>
                  <a:srgbClr val="000000"/>
                </a:solidFill>
                <a:latin typeface="Segoe Sans Text Light"/>
                <a:cs typeface="Segoe Sans Text Light"/>
              </a:rPr>
              <a:t>Task: </a:t>
            </a:r>
            <a:r>
              <a:rPr lang="en-US" sz="1400">
                <a:solidFill>
                  <a:srgbClr val="000000"/>
                </a:solidFill>
                <a:latin typeface="Segoe Sans Text Light"/>
                <a:cs typeface="Segoe Sans Text Light"/>
              </a:rPr>
              <a:t>connected to specific workflows or processes. They operate based on knowledge, skills, and rules based automation. Their primary purpose is to automate repetitive tasks.</a:t>
            </a:r>
          </a:p>
          <a:p>
            <a:pPr defTabSz="1003343">
              <a:defRPr/>
            </a:pPr>
            <a:endParaRPr lang="en-US" sz="1400">
              <a:solidFill>
                <a:srgbClr val="000000"/>
              </a:solidFill>
              <a:latin typeface="Segoe Sans Text Light" pitchFamily="2" charset="0"/>
            </a:endParaRPr>
          </a:p>
          <a:p>
            <a:pPr defTabSz="1003343">
              <a:defRPr/>
            </a:pPr>
            <a:r>
              <a:rPr lang="en-US" sz="1400" b="1">
                <a:solidFill>
                  <a:srgbClr val="000000"/>
                </a:solidFill>
                <a:latin typeface="Segoe Sans Text Light"/>
                <a:cs typeface="Segoe Sans Text Light"/>
              </a:rPr>
              <a:t>Autonomous: </a:t>
            </a:r>
            <a:r>
              <a:rPr lang="en-US" sz="1400">
                <a:solidFill>
                  <a:srgbClr val="000000"/>
                </a:solidFill>
                <a:latin typeface="Segoe Sans Text Light"/>
                <a:cs typeface="Segoe Sans Text Light"/>
              </a:rPr>
              <a:t>Operate independently, dynamically planning and learning from the processes. They adapt to changing conditions and make decisions without constant human intervention.</a:t>
            </a:r>
          </a:p>
          <a:p>
            <a:pPr defTabSz="1003343">
              <a:defRPr/>
            </a:pPr>
            <a:endParaRPr lang="en-US" sz="1400">
              <a:solidFill>
                <a:srgbClr val="000000"/>
              </a:solidFill>
              <a:latin typeface="Segoe Sans Text Light" pitchFamily="2" charset="0"/>
            </a:endParaRPr>
          </a:p>
          <a:p>
            <a:endParaRPr lang="en-US" sz="1400"/>
          </a:p>
          <a:p>
            <a:endParaRPr lang="en-US"/>
          </a:p>
        </p:txBody>
      </p:sp>
      <p:sp>
        <p:nvSpPr>
          <p:cNvPr id="4" name="Slide Number Placeholder 3">
            <a:extLst>
              <a:ext uri="{FF2B5EF4-FFF2-40B4-BE49-F238E27FC236}">
                <a16:creationId xmlns:a16="http://schemas.microsoft.com/office/drawing/2014/main" id="{03F9BD53-FE4D-91F5-2857-4DCA3AA1CD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A15276-9AB5-4C50-942A-C010AD768EEB}" type="slidenum">
              <a:rPr kumimoji="0" lang="en-US" sz="1300" b="0" i="0" u="none" strike="noStrike" kern="1200" cap="none" spc="0" normalizeH="0" baseline="0" noProof="0" smtClean="0">
                <a:ln>
                  <a:noFill/>
                </a:ln>
                <a:solidFill>
                  <a:prstClr val="black"/>
                </a:solidFill>
                <a:effectLst/>
                <a:uLnTx/>
                <a:uFillTx/>
                <a:latin typeface="Segoe Sans Text 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300" b="0" i="0" u="none" strike="noStrike" kern="1200" cap="none" spc="0" normalizeH="0" baseline="0" noProof="0">
              <a:ln>
                <a:noFill/>
              </a:ln>
              <a:solidFill>
                <a:prstClr val="black"/>
              </a:solidFill>
              <a:effectLst/>
              <a:uLnTx/>
              <a:uFillTx/>
              <a:latin typeface="Segoe Sans Text Light" pitchFamily="2" charset="0"/>
              <a:ea typeface="+mn-ea"/>
              <a:cs typeface="+mn-cs"/>
            </a:endParaRPr>
          </a:p>
        </p:txBody>
      </p:sp>
    </p:spTree>
    <p:extLst>
      <p:ext uri="{BB962C8B-B14F-4D97-AF65-F5344CB8AC3E}">
        <p14:creationId xmlns:p14="http://schemas.microsoft.com/office/powerpoint/2010/main" val="1551074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469FB-DB1D-CA6F-E523-BA3D18207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7B34C-4EA4-4894-7AA3-3BEECABCC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8FDD3-932A-D421-E6B1-718E7A5626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Calibri" panose="020F0502020204030204" pitchFamily="34" charset="0"/>
                <a:ea typeface="MS Mincho" panose="02020609040205080304" pitchFamily="49" charset="-128"/>
                <a:cs typeface="Arial" panose="020B0604020202020204" pitchFamily="34" charset="0"/>
              </a:rPr>
              <a:t>An </a:t>
            </a:r>
            <a:r>
              <a:rPr lang="en-US" sz="900" b="1">
                <a:effectLst/>
                <a:latin typeface="Calibri" panose="020F0502020204030204" pitchFamily="34" charset="0"/>
                <a:ea typeface="MS Mincho" panose="02020609040205080304" pitchFamily="49" charset="-128"/>
                <a:cs typeface="Arial" panose="020B0604020202020204" pitchFamily="34" charset="0"/>
              </a:rPr>
              <a:t>AI</a:t>
            </a:r>
            <a:r>
              <a:rPr lang="en-US" sz="900">
                <a:effectLst/>
                <a:latin typeface="Calibri" panose="020F0502020204030204" pitchFamily="34" charset="0"/>
                <a:ea typeface="MS Mincho" panose="02020609040205080304" pitchFamily="49" charset="-128"/>
                <a:cs typeface="Arial" panose="020B0604020202020204" pitchFamily="34" charset="0"/>
              </a:rPr>
              <a:t> </a:t>
            </a:r>
            <a:r>
              <a:rPr lang="en-US" sz="900" b="1">
                <a:effectLst/>
                <a:latin typeface="Calibri" panose="020F0502020204030204" pitchFamily="34" charset="0"/>
                <a:ea typeface="MS Mincho" panose="02020609040205080304" pitchFamily="49" charset="-128"/>
                <a:cs typeface="Arial" panose="020B0604020202020204" pitchFamily="34" charset="0"/>
              </a:rPr>
              <a:t>agent</a:t>
            </a:r>
            <a:r>
              <a:rPr lang="en-US" sz="900">
                <a:effectLst/>
                <a:latin typeface="Calibri" panose="020F0502020204030204" pitchFamily="34" charset="0"/>
                <a:ea typeface="MS Mincho" panose="02020609040205080304" pitchFamily="49" charset="-128"/>
                <a:cs typeface="Arial" panose="020B0604020202020204" pitchFamily="34" charset="0"/>
              </a:rPr>
              <a:t> is a simple program where you allow an LLM to help you decide the control flow of the program. It is like a micro-service that can execute tasks and achieve specific business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effectLst/>
              <a:latin typeface="Calibri" panose="020F0502020204030204" pitchFamily="34" charset="0"/>
              <a:ea typeface="MS Mincho" panose="02020609040205080304" pitchFamily="49"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Segoe UI" panose="020B0502040204020203" pitchFamily="34" charset="0"/>
              </a:rPr>
              <a:t>just like microservices, you can update or fine-tune an agent without having to rebuild the whole system. Even if our applications aren’t literally a collection of tiny agents coordinating with each other, thinking in these terms helps us focus on modularity and scalability. It’s all about having a unit of logic that's easy to optimize and improve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u="sng">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effectLst/>
                <a:latin typeface="Segoe UI Semilight" panose="020B0402040204020203" pitchFamily="34" charset="0"/>
                <a:ea typeface="Times New Roman" panose="02020603050405020304" pitchFamily="18" charset="0"/>
                <a:cs typeface="Times New Roman" panose="02020603050405020304" pitchFamily="18" charset="0"/>
              </a:rPr>
              <a:t>What makes an agent different from traditional software (and RPA) is its ability to handle unstructured, multi-modal input, it uses the LLM to decide which tool to invoke. </a:t>
            </a:r>
            <a:endParaRPr lang="en-US"/>
          </a:p>
          <a:p>
            <a:endParaRPr lang="en-US"/>
          </a:p>
        </p:txBody>
      </p:sp>
      <p:sp>
        <p:nvSpPr>
          <p:cNvPr id="4" name="Header Placeholder 3">
            <a:extLst>
              <a:ext uri="{FF2B5EF4-FFF2-40B4-BE49-F238E27FC236}">
                <a16:creationId xmlns:a16="http://schemas.microsoft.com/office/drawing/2014/main" id="{E74A7FBF-4877-FE57-06BB-DAE43E4F9E9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F403CF9-1F78-6371-1D89-11F1979BD2F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627E7F5-5057-6DA3-72C4-0D5FD217E93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8FEF58AA-38A8-0FC7-CC7A-AF6A86E9DE9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8296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3B116-157C-3D9A-4A63-1B3771F94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37BE1-3C6E-C305-64D1-7D8EAC538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BA652-07B8-713A-CABE-F7D0653D9F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3EFAF5-A4B9-5913-31B4-8D0B2438525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33C5BC5-7156-4765-A9F9-D983CBCB532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0592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Agents aren't one shape — they exist on a spectrum, and your platform needs to support all of it.</a:t>
            </a:r>
          </a:p>
          <a:p>
            <a:r>
              <a:rPr lang="en-US" sz="1200"/>
              <a:t>On the left, you have simple prompt agents: a single agent responds to a query, retrieves data, and returns an answer. The human stays in the loop for every interaction.</a:t>
            </a:r>
          </a:p>
          <a:p>
            <a:r>
              <a:rPr lang="en-US" sz="1200"/>
              <a:t>In the middle, multi-agent systems: an orchestrator delegates tasks to specialized agents — each with their own tools and data sources — then synthesizes the outputs. The human initiates; agents coordinate.</a:t>
            </a:r>
          </a:p>
          <a:p>
            <a:r>
              <a:rPr lang="en-US" sz="1200"/>
              <a:t>And on the right, long-running agent harnesses: specialized agents operate within an autonomous loop — planning tasks, executing actions, and assessing progress iteratively until the goal is complete. The human sets the objective; agents drive execution end to end.</a:t>
            </a:r>
          </a:p>
          <a:p>
            <a:r>
              <a:rPr lang="en-US" sz="1200"/>
              <a:t>Your customers live across this entire range, and Foundry supports all of it.</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1792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EBC1-1A90-8298-409C-2412A6B19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B11CB-86FB-F342-DDF0-186B09423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F94A0-C292-EE00-6525-5425C1CE68C6}"/>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Concurrent Orchestration</a:t>
            </a:r>
          </a:p>
          <a:p>
            <a:r>
              <a:rPr lang="en-US" sz="1200" b="0" i="0" kern="1200">
                <a:solidFill>
                  <a:schemeClr val="tx1"/>
                </a:solidFill>
                <a:effectLst/>
                <a:latin typeface="+mn-lt"/>
                <a:ea typeface="+mn-ea"/>
                <a:cs typeface="+mn-cs"/>
              </a:rPr>
              <a:t>The concurrent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broadcasts the task to all actors.</a:t>
            </a:r>
          </a:p>
          <a:p>
            <a:r>
              <a:rPr lang="en-US" sz="1200" b="0" i="0" kern="1200">
                <a:solidFill>
                  <a:schemeClr val="tx1"/>
                </a:solidFill>
                <a:effectLst/>
                <a:latin typeface="+mn-lt"/>
                <a:ea typeface="+mn-ea"/>
                <a:cs typeface="+mn-cs"/>
              </a:rPr>
              <a:t>Actors start processing the task and send the result to the result collector.</a:t>
            </a:r>
          </a:p>
          <a:p>
            <a:r>
              <a:rPr lang="en-US" sz="1200" b="0" i="0" kern="1200">
                <a:solidFill>
                  <a:schemeClr val="tx1"/>
                </a:solidFill>
                <a:effectLst/>
                <a:latin typeface="+mn-lt"/>
                <a:ea typeface="+mn-ea"/>
                <a:cs typeface="+mn-cs"/>
              </a:rPr>
              <a:t>The result collector collects the results and when the expected number of results are received, it calls a callback function to signal the end of the orchestration.</a:t>
            </a:r>
          </a:p>
          <a:p>
            <a:r>
              <a:rPr lang="en-US" sz="1200" b="1" i="0" kern="1200">
                <a:solidFill>
                  <a:schemeClr val="tx1"/>
                </a:solidFill>
                <a:effectLst/>
                <a:latin typeface="+mn-lt"/>
                <a:ea typeface="+mn-ea"/>
                <a:cs typeface="+mn-cs"/>
              </a:rPr>
              <a:t>Sequential Orchestration</a:t>
            </a:r>
          </a:p>
          <a:p>
            <a:r>
              <a:rPr lang="en-US" sz="1200" b="0" i="0" kern="1200">
                <a:solidFill>
                  <a:schemeClr val="tx1"/>
                </a:solidFill>
                <a:effectLst/>
                <a:latin typeface="+mn-lt"/>
                <a:ea typeface="+mn-ea"/>
                <a:cs typeface="+mn-cs"/>
              </a:rPr>
              <a:t>The sequential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the first actor.</a:t>
            </a:r>
          </a:p>
          <a:p>
            <a:r>
              <a:rPr lang="en-US" sz="1200" b="0" i="0" kern="1200">
                <a:solidFill>
                  <a:schemeClr val="tx1"/>
                </a:solidFill>
                <a:effectLst/>
                <a:latin typeface="+mn-lt"/>
                <a:ea typeface="+mn-ea"/>
                <a:cs typeface="+mn-cs"/>
              </a:rPr>
              <a:t>The first actor processes the task and sends the result to the next actor.</a:t>
            </a:r>
          </a:p>
          <a:p>
            <a:r>
              <a:rPr lang="en-US" sz="1200" b="0" i="0" kern="1200">
                <a:solidFill>
                  <a:schemeClr val="tx1"/>
                </a:solidFill>
                <a:effectLst/>
                <a:latin typeface="+mn-lt"/>
                <a:ea typeface="+mn-ea"/>
                <a:cs typeface="+mn-cs"/>
              </a:rPr>
              <a:t>The last actor processes the result and sends the result to the result collector.</a:t>
            </a:r>
          </a:p>
          <a:p>
            <a:r>
              <a:rPr lang="en-US" sz="1200" b="0" i="0" kern="1200">
                <a:solidFill>
                  <a:schemeClr val="tx1"/>
                </a:solidFill>
                <a:effectLst/>
                <a:latin typeface="+mn-lt"/>
                <a:ea typeface="+mn-ea"/>
                <a:cs typeface="+mn-cs"/>
              </a:rPr>
              <a:t>The result collector calls a callback function to signal the end of the orchestration.</a:t>
            </a:r>
          </a:p>
          <a:p>
            <a:r>
              <a:rPr lang="en-US" sz="1200" b="1" i="0" kern="1200">
                <a:solidFill>
                  <a:schemeClr val="tx1"/>
                </a:solidFill>
                <a:effectLst/>
                <a:latin typeface="+mn-lt"/>
                <a:ea typeface="+mn-ea"/>
                <a:cs typeface="+mn-cs"/>
              </a:rPr>
              <a:t>Handoff Orchestration</a:t>
            </a:r>
          </a:p>
          <a:p>
            <a:r>
              <a:rPr lang="en-US" sz="1200" b="0" i="0" kern="1200">
                <a:solidFill>
                  <a:schemeClr val="tx1"/>
                </a:solidFill>
                <a:effectLst/>
                <a:latin typeface="+mn-lt"/>
                <a:ea typeface="+mn-ea"/>
                <a:cs typeface="+mn-cs"/>
              </a:rPr>
              <a:t>The handoff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a "request to speak" message to the first actor.</a:t>
            </a:r>
          </a:p>
          <a:p>
            <a:r>
              <a:rPr lang="en-US" sz="1200" b="0" i="0" kern="1200">
                <a:solidFill>
                  <a:schemeClr val="tx1"/>
                </a:solidFill>
                <a:effectLst/>
                <a:latin typeface="+mn-lt"/>
                <a:ea typeface="+mn-ea"/>
                <a:cs typeface="+mn-cs"/>
              </a:rPr>
              <a:t>The first actor processes the task, broadcast the conversation context, and decides if it needs to delegate the task to another actor.</a:t>
            </a:r>
          </a:p>
          <a:p>
            <a:r>
              <a:rPr lang="en-US" sz="1200" b="0" i="0" kern="1200">
                <a:solidFill>
                  <a:schemeClr val="tx1"/>
                </a:solidFill>
                <a:effectLst/>
                <a:latin typeface="+mn-lt"/>
                <a:ea typeface="+mn-ea"/>
                <a:cs typeface="+mn-cs"/>
              </a:rPr>
              <a:t>If the first actor decides to delegate the task, it sends a "request to speak" message to the other actor.</a:t>
            </a:r>
          </a:p>
          <a:p>
            <a:r>
              <a:rPr lang="en-US" sz="1200" b="0" i="0" kern="1200">
                <a:solidFill>
                  <a:schemeClr val="tx1"/>
                </a:solidFill>
                <a:effectLst/>
                <a:latin typeface="+mn-lt"/>
                <a:ea typeface="+mn-ea"/>
                <a:cs typeface="+mn-cs"/>
              </a:rPr>
              <a:t>The other actor processes the task and decides if it needs to delegate the task to another actor.</a:t>
            </a:r>
          </a:p>
          <a:p>
            <a:r>
              <a:rPr lang="en-US" sz="1200" b="0" i="0" kern="1200">
                <a:solidFill>
                  <a:schemeClr val="tx1"/>
                </a:solidFill>
                <a:effectLst/>
                <a:latin typeface="+mn-lt"/>
                <a:ea typeface="+mn-ea"/>
                <a:cs typeface="+mn-cs"/>
              </a:rPr>
              <a:t>The process continues until the last actor decides that the task is complete and calls a callback function to signal the end of the orchestration.</a:t>
            </a:r>
          </a:p>
          <a:p>
            <a:r>
              <a:rPr lang="en-US" sz="1200" b="1" i="0" kern="1200">
                <a:solidFill>
                  <a:schemeClr val="tx1"/>
                </a:solidFill>
                <a:effectLst/>
                <a:latin typeface="+mn-lt"/>
                <a:ea typeface="+mn-ea"/>
                <a:cs typeface="+mn-cs"/>
              </a:rPr>
              <a:t>Group Chat Orchestration</a:t>
            </a:r>
          </a:p>
          <a:p>
            <a:r>
              <a:rPr lang="en-US" sz="1200" b="0" i="0" kern="1200">
                <a:solidFill>
                  <a:schemeClr val="tx1"/>
                </a:solidFill>
                <a:effectLst/>
                <a:latin typeface="+mn-lt"/>
                <a:ea typeface="+mn-ea"/>
                <a:cs typeface="+mn-cs"/>
              </a:rPr>
              <a:t>The group chat orchestration works in the following steps:</a:t>
            </a:r>
          </a:p>
          <a:p>
            <a:r>
              <a:rPr lang="en-US" sz="1200" b="0" i="0" kern="1200">
                <a:solidFill>
                  <a:schemeClr val="tx1"/>
                </a:solidFill>
                <a:effectLst/>
                <a:latin typeface="+mn-lt"/>
                <a:ea typeface="+mn-ea"/>
                <a:cs typeface="+mn-cs"/>
              </a:rPr>
              <a:t>The orchestration is invoked with a task.</a:t>
            </a:r>
          </a:p>
          <a:p>
            <a:r>
              <a:rPr lang="en-US" sz="1200" b="0" i="0" kern="1200">
                <a:solidFill>
                  <a:schemeClr val="tx1"/>
                </a:solidFill>
                <a:effectLst/>
                <a:latin typeface="+mn-lt"/>
                <a:ea typeface="+mn-ea"/>
                <a:cs typeface="+mn-cs"/>
              </a:rPr>
              <a:t>The orchestration sends the task to all actors.</a:t>
            </a:r>
          </a:p>
          <a:p>
            <a:r>
              <a:rPr lang="en-US" sz="1200" b="0" i="0" kern="1200">
                <a:solidFill>
                  <a:schemeClr val="tx1"/>
                </a:solidFill>
                <a:effectLst/>
                <a:latin typeface="+mn-lt"/>
                <a:ea typeface="+mn-ea"/>
                <a:cs typeface="+mn-cs"/>
              </a:rPr>
              <a:t>The orchestration sends the task to the group manager, which will trigger the group chat manager to start the orchestration.</a:t>
            </a:r>
          </a:p>
          <a:p>
            <a:r>
              <a:rPr lang="en-US" sz="1200" b="0" i="0" kern="1200">
                <a:solidFill>
                  <a:schemeClr val="tx1"/>
                </a:solidFill>
                <a:effectLst/>
                <a:latin typeface="+mn-lt"/>
                <a:ea typeface="+mn-ea"/>
                <a:cs typeface="+mn-cs"/>
              </a:rPr>
              <a:t>The group manager decides the state of the conversation from one of the following:</a:t>
            </a:r>
          </a:p>
          <a:p>
            <a:pPr lvl="1"/>
            <a:r>
              <a:rPr lang="en-US" sz="1200" b="0" i="0" kern="1200">
                <a:solidFill>
                  <a:schemeClr val="tx1"/>
                </a:solidFill>
                <a:effectLst/>
                <a:latin typeface="+mn-lt"/>
                <a:ea typeface="+mn-ea"/>
                <a:cs typeface="+mn-cs"/>
              </a:rPr>
              <a:t>Request User Input -&gt; calls a callback function and waits for user input.</a:t>
            </a:r>
          </a:p>
          <a:p>
            <a:pPr lvl="1"/>
            <a:r>
              <a:rPr lang="en-US" sz="1200" b="0" i="0" kern="1200">
                <a:solidFill>
                  <a:schemeClr val="tx1"/>
                </a:solidFill>
                <a:effectLst/>
                <a:latin typeface="+mn-lt"/>
                <a:ea typeface="+mn-ea"/>
                <a:cs typeface="+mn-cs"/>
              </a:rPr>
              <a:t>Terminate</a:t>
            </a:r>
          </a:p>
          <a:p>
            <a:pPr lvl="1"/>
            <a:r>
              <a:rPr lang="en-US" sz="1200" b="0" i="0" kern="1200">
                <a:solidFill>
                  <a:schemeClr val="tx1"/>
                </a:solidFill>
                <a:effectLst/>
                <a:latin typeface="+mn-lt"/>
                <a:ea typeface="+mn-ea"/>
                <a:cs typeface="+mn-cs"/>
              </a:rPr>
              <a:t>Next Actor</a:t>
            </a:r>
          </a:p>
          <a:p>
            <a:r>
              <a:rPr lang="en-US" sz="1200" b="0" i="0" kern="1200">
                <a:solidFill>
                  <a:schemeClr val="tx1"/>
                </a:solidFill>
                <a:effectLst/>
                <a:latin typeface="+mn-lt"/>
                <a:ea typeface="+mn-ea"/>
                <a:cs typeface="+mn-cs"/>
              </a:rPr>
              <a:t>If the conversation needs to continue, the group manager picks the next actor and sends a "request to speak" message to the actor.</a:t>
            </a:r>
          </a:p>
          <a:p>
            <a:r>
              <a:rPr lang="en-US" sz="1200" b="0" i="0" kern="1200">
                <a:solidFill>
                  <a:schemeClr val="tx1"/>
                </a:solidFill>
                <a:effectLst/>
                <a:latin typeface="+mn-lt"/>
                <a:ea typeface="+mn-ea"/>
                <a:cs typeface="+mn-cs"/>
              </a:rPr>
              <a:t>The actor processes the request and broadcasts the response to the internal topic.</a:t>
            </a:r>
          </a:p>
          <a:p>
            <a:r>
              <a:rPr lang="en-US" sz="1200" b="0" i="0" kern="1200">
                <a:solidFill>
                  <a:schemeClr val="tx1"/>
                </a:solidFill>
                <a:effectLst/>
                <a:latin typeface="+mn-lt"/>
                <a:ea typeface="+mn-ea"/>
                <a:cs typeface="+mn-cs"/>
              </a:rPr>
              <a:t>All other actors receive the response and add the response to their conversation context.</a:t>
            </a:r>
          </a:p>
          <a:p>
            <a:r>
              <a:rPr lang="en-US" sz="1200" b="0" i="0" kern="1200">
                <a:solidFill>
                  <a:schemeClr val="tx1"/>
                </a:solidFill>
                <a:effectLst/>
                <a:latin typeface="+mn-lt"/>
                <a:ea typeface="+mn-ea"/>
                <a:cs typeface="+mn-cs"/>
              </a:rPr>
              <a:t>The group manager receives the response and continues from step 4.</a:t>
            </a:r>
          </a:p>
          <a:p>
            <a:r>
              <a:rPr lang="en-US" sz="1200" b="0" i="0" kern="1200">
                <a:solidFill>
                  <a:schemeClr val="tx1"/>
                </a:solidFill>
                <a:effectLst/>
                <a:latin typeface="+mn-lt"/>
                <a:ea typeface="+mn-ea"/>
                <a:cs typeface="+mn-cs"/>
              </a:rPr>
              <a:t>If the conversation is over, the group manager retrieves a result and calls a callback function to signal the end of the orchestration.</a:t>
            </a:r>
          </a:p>
          <a:p>
            <a:r>
              <a:rPr lang="en-US" sz="1200" b="0" i="0" kern="1200">
                <a:solidFill>
                  <a:schemeClr val="tx1"/>
                </a:solidFill>
                <a:effectLst/>
                <a:latin typeface="+mn-lt"/>
                <a:ea typeface="+mn-ea"/>
                <a:cs typeface="+mn-cs"/>
              </a:rPr>
              <a:t>The group chat manager is responsible for managing the conversation flow. It will have the following responsibilities:</a:t>
            </a:r>
          </a:p>
          <a:p>
            <a:r>
              <a:rPr lang="en-US" sz="1200" b="0" i="0" kern="1200">
                <a:solidFill>
                  <a:schemeClr val="tx1"/>
                </a:solidFill>
                <a:effectLst/>
                <a:latin typeface="+mn-lt"/>
                <a:ea typeface="+mn-ea"/>
                <a:cs typeface="+mn-cs"/>
              </a:rPr>
              <a:t>class </a:t>
            </a:r>
            <a:r>
              <a:rPr lang="en-US" sz="1200" b="0" i="0" kern="1200" err="1">
                <a:solidFill>
                  <a:schemeClr val="tx1"/>
                </a:solidFill>
                <a:effectLst/>
                <a:latin typeface="+mn-lt"/>
                <a:ea typeface="+mn-ea"/>
                <a:cs typeface="+mn-cs"/>
              </a:rPr>
              <a:t>GroupChatManager</a:t>
            </a:r>
            <a:r>
              <a:rPr lang="en-US" sz="1200" b="0" i="0" kern="1200">
                <a:solidFill>
                  <a:schemeClr val="tx1"/>
                </a:solidFill>
                <a:effectLst/>
                <a:latin typeface="+mn-lt"/>
                <a:ea typeface="+mn-ea"/>
                <a:cs typeface="+mn-cs"/>
              </a:rPr>
              <a:t>(</a:t>
            </a:r>
            <a:r>
              <a:rPr lang="en-US" sz="1200" b="0" i="0" kern="1200" err="1">
                <a:solidFill>
                  <a:schemeClr val="tx1"/>
                </a:solidFill>
                <a:effectLst/>
                <a:latin typeface="+mn-lt"/>
                <a:ea typeface="+mn-ea"/>
                <a:cs typeface="+mn-cs"/>
              </a:rPr>
              <a:t>KernelBaseModel</a:t>
            </a:r>
            <a:r>
              <a:rPr lang="en-US" sz="1200" b="0" i="0" kern="1200">
                <a:solidFill>
                  <a:schemeClr val="tx1"/>
                </a:solidFill>
                <a:effectLst/>
                <a:latin typeface="+mn-lt"/>
                <a:ea typeface="+mn-ea"/>
                <a:cs typeface="+mn-cs"/>
              </a:rPr>
              <a:t>, ABC): """A group chat manager that manages the flow of a group chat.""" </a:t>
            </a:r>
            <a:r>
              <a:rPr lang="en-US" sz="1200" b="0" i="0" kern="1200" err="1">
                <a:solidFill>
                  <a:schemeClr val="tx1"/>
                </a:solidFill>
                <a:effectLst/>
                <a:latin typeface="+mn-lt"/>
                <a:ea typeface="+mn-ea"/>
                <a:cs typeface="+mn-cs"/>
              </a:rPr>
              <a:t>user_input_func</a:t>
            </a:r>
            <a:r>
              <a:rPr lang="en-US" sz="1200" b="0" i="0" kern="1200">
                <a:solidFill>
                  <a:schemeClr val="tx1"/>
                </a:solidFill>
                <a:effectLst/>
                <a:latin typeface="+mn-lt"/>
                <a:ea typeface="+mn-ea"/>
                <a:cs typeface="+mn-cs"/>
              </a:rPr>
              <a:t>: Callable[[</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Awaitable</a:t>
            </a:r>
            <a:r>
              <a:rPr lang="en-US" sz="1200" b="0" i="0" kern="1200">
                <a:solidFill>
                  <a:schemeClr val="tx1"/>
                </a:solidFill>
                <a:effectLst/>
                <a:latin typeface="+mn-lt"/>
                <a:ea typeface="+mn-ea"/>
                <a:cs typeface="+mn-cs"/>
              </a:rPr>
              <a:t>[str]] | None = None @abstractmethod async def </a:t>
            </a:r>
            <a:r>
              <a:rPr lang="en-US" sz="1200" b="0" i="0" kern="1200" err="1">
                <a:solidFill>
                  <a:schemeClr val="tx1"/>
                </a:solidFill>
                <a:effectLst/>
                <a:latin typeface="+mn-lt"/>
                <a:ea typeface="+mn-ea"/>
                <a:cs typeface="+mn-cs"/>
              </a:rPr>
              <a:t>should_request_user_input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should_terminate</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bool: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select_next_agent</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participant_descriptions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dict</a:t>
            </a:r>
            <a:r>
              <a:rPr lang="en-US" sz="1200" b="0" i="0" kern="1200">
                <a:solidFill>
                  <a:schemeClr val="tx1"/>
                </a:solidFill>
                <a:effectLst/>
                <a:latin typeface="+mn-lt"/>
                <a:ea typeface="+mn-ea"/>
                <a:cs typeface="+mn-cs"/>
              </a:rPr>
              <a:t>[str, str]) -&gt; str: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@abstractmethod async def </a:t>
            </a:r>
            <a:r>
              <a:rPr lang="en-US" sz="1200" b="0" i="0" kern="1200" err="1">
                <a:solidFill>
                  <a:schemeClr val="tx1"/>
                </a:solidFill>
                <a:effectLst/>
                <a:latin typeface="+mn-lt"/>
                <a:ea typeface="+mn-ea"/>
                <a:cs typeface="+mn-cs"/>
              </a:rPr>
              <a:t>filter_results</a:t>
            </a:r>
            <a:r>
              <a:rPr lang="en-US" sz="1200" b="0" i="0" kern="1200">
                <a:solidFill>
                  <a:schemeClr val="tx1"/>
                </a:solidFill>
                <a:effectLst/>
                <a:latin typeface="+mn-lt"/>
                <a:ea typeface="+mn-ea"/>
                <a:cs typeface="+mn-cs"/>
              </a:rPr>
              <a:t>(self, </a:t>
            </a:r>
            <a:r>
              <a:rPr lang="en-US" sz="1200" b="0" i="0" kern="1200" err="1">
                <a:solidFill>
                  <a:schemeClr val="tx1"/>
                </a:solidFill>
                <a:effectLst/>
                <a:latin typeface="+mn-lt"/>
                <a:ea typeface="+mn-ea"/>
                <a:cs typeface="+mn-cs"/>
              </a:rPr>
              <a:t>chat_history</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ChatHistory</a:t>
            </a:r>
            <a:r>
              <a:rPr lang="en-US" sz="1200" b="0" i="0" kern="1200">
                <a:solidFill>
                  <a:schemeClr val="tx1"/>
                </a:solidFill>
                <a:effectLst/>
                <a:latin typeface="+mn-lt"/>
                <a:ea typeface="+mn-ea"/>
                <a:cs typeface="+mn-cs"/>
              </a:rPr>
              <a:t>) -&gt; </a:t>
            </a:r>
            <a:r>
              <a:rPr lang="en-US" sz="1200" b="0" i="0" kern="1200" err="1">
                <a:solidFill>
                  <a:schemeClr val="tx1"/>
                </a:solidFill>
                <a:effectLst/>
                <a:latin typeface="+mn-lt"/>
                <a:ea typeface="+mn-ea"/>
                <a:cs typeface="+mn-cs"/>
              </a:rPr>
              <a:t>ChatMessageContent</a:t>
            </a:r>
            <a:r>
              <a:rPr lang="en-US" sz="1200" b="0" i="0" kern="1200">
                <a:solidFill>
                  <a:schemeClr val="tx1"/>
                </a:solidFill>
                <a:effectLst/>
                <a:latin typeface="+mn-lt"/>
                <a:ea typeface="+mn-ea"/>
                <a:cs typeface="+mn-cs"/>
              </a:rPr>
              <a:t>: raise </a:t>
            </a:r>
            <a:r>
              <a:rPr lang="en-US" sz="1200" b="0" i="0" kern="1200" err="1">
                <a:solidFill>
                  <a:schemeClr val="tx1"/>
                </a:solidFill>
                <a:effectLst/>
                <a:latin typeface="+mn-lt"/>
                <a:ea typeface="+mn-ea"/>
                <a:cs typeface="+mn-cs"/>
              </a:rPr>
              <a:t>NotImplementedError</a:t>
            </a:r>
            <a:r>
              <a:rPr lang="en-US" sz="1200" b="0" i="0" kern="1200">
                <a:solidFill>
                  <a:schemeClr val="tx1"/>
                </a:solidFill>
                <a:effectLst/>
                <a:latin typeface="+mn-lt"/>
                <a:ea typeface="+mn-ea"/>
                <a:cs typeface="+mn-cs"/>
              </a:rPr>
              <a:t> </a:t>
            </a:r>
          </a:p>
          <a:p>
            <a:r>
              <a:rPr lang="en-US" sz="1200" b="1" i="0" kern="1200">
                <a:solidFill>
                  <a:schemeClr val="tx1"/>
                </a:solidFill>
                <a:effectLst/>
                <a:latin typeface="+mn-lt"/>
                <a:ea typeface="+mn-ea"/>
                <a:cs typeface="+mn-cs"/>
              </a:rPr>
              <a:t>Magentic One Orchestration</a:t>
            </a:r>
          </a:p>
          <a:p>
            <a:r>
              <a:rPr lang="en-US" sz="1200" b="0" i="0" kern="1200">
                <a:solidFill>
                  <a:schemeClr val="tx1"/>
                </a:solidFill>
                <a:effectLst/>
                <a:latin typeface="+mn-lt"/>
                <a:ea typeface="+mn-ea"/>
                <a:cs typeface="+mn-cs"/>
              </a:rPr>
              <a:t>Magentic one is a group chat-like orchestration with a special group manager. Refer to the </a:t>
            </a:r>
            <a:r>
              <a:rPr lang="en-US" sz="1200" b="0" i="0" u="sng" kern="1200">
                <a:solidFill>
                  <a:schemeClr val="tx1"/>
                </a:solidFill>
                <a:effectLst/>
                <a:latin typeface="+mn-lt"/>
                <a:ea typeface="+mn-ea"/>
                <a:cs typeface="+mn-cs"/>
                <a:hlinkClick r:id="rId3"/>
              </a:rPr>
              <a:t>Magentic One blog</a:t>
            </a:r>
            <a:r>
              <a:rPr lang="en-US" sz="1200" b="0" i="0" kern="1200">
                <a:solidFill>
                  <a:schemeClr val="tx1"/>
                </a:solidFill>
                <a:effectLst/>
                <a:latin typeface="+mn-lt"/>
                <a:ea typeface="+mn-ea"/>
                <a:cs typeface="+mn-cs"/>
              </a:rPr>
              <a:t> or </a:t>
            </a:r>
            <a:r>
              <a:rPr lang="en-US" sz="1200" b="0" i="0" u="sng" kern="1200">
                <a:solidFill>
                  <a:schemeClr val="tx1"/>
                </a:solidFill>
                <a:effectLst/>
                <a:latin typeface="+mn-lt"/>
                <a:ea typeface="+mn-ea"/>
                <a:cs typeface="+mn-cs"/>
                <a:hlinkClick r:id="rId4"/>
              </a:rPr>
              <a:t>paper</a:t>
            </a:r>
            <a:r>
              <a:rPr lang="en-US" sz="1200" b="0" i="0" kern="1200">
                <a:solidFill>
                  <a:schemeClr val="tx1"/>
                </a:solidFill>
                <a:effectLst/>
                <a:latin typeface="+mn-lt"/>
                <a:ea typeface="+mn-ea"/>
                <a:cs typeface="+mn-cs"/>
              </a:rPr>
              <a:t> for more details.</a:t>
            </a:r>
          </a:p>
          <a:p>
            <a:pPr algn="l">
              <a:buFont typeface="+mj-lt"/>
              <a:buNone/>
            </a:pPr>
            <a:endParaRPr lang="en-US"/>
          </a:p>
        </p:txBody>
      </p:sp>
      <p:sp>
        <p:nvSpPr>
          <p:cNvPr id="4" name="Header Placeholder 3">
            <a:extLst>
              <a:ext uri="{FF2B5EF4-FFF2-40B4-BE49-F238E27FC236}">
                <a16:creationId xmlns:a16="http://schemas.microsoft.com/office/drawing/2014/main" id="{B528103A-9F77-9805-D5AA-718697C9B87A}"/>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AF5A7EE-F488-85CF-8480-A2A68687AF90}"/>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5397631-5681-764B-4708-91009BAAB011}"/>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FB36415-C1C1-CA87-42CB-BFBB6C38F65C}"/>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49494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11555-9C71-F020-F44C-F9726126A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1011D-A296-01D4-7B62-F822D8D518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78BEB8-5D1A-997A-46A2-CBB8A427ABBE}"/>
              </a:ext>
            </a:extLst>
          </p:cNvPr>
          <p:cNvSpPr>
            <a:spLocks noGrp="1"/>
          </p:cNvSpPr>
          <p:nvPr>
            <p:ph type="body" idx="1"/>
          </p:nvPr>
        </p:nvSpPr>
        <p:spPr/>
        <p:txBody>
          <a:bodyPr/>
          <a:lstStyle/>
          <a:p>
            <a:r>
              <a:rPr lang="en-US" sz="1200"/>
              <a:t>What turns a model into a reliable, production-ready agent? The harness — and here are its six core components.</a:t>
            </a:r>
          </a:p>
          <a:p>
            <a:r>
              <a:rPr lang="en-US" sz="1200"/>
              <a:t>The agent loop: reason, act, observe, repeat. Context management: compress, prioritize, and fit the context window. Skills and tools: instruct, read, write, and execute. Sub-agents: delegate, fan out, and collect results. Memory: remember across turns and sessions. And permissions: gate actions and ask for human approval when needed.</a:t>
            </a:r>
          </a:p>
          <a:p>
            <a:r>
              <a:rPr lang="en-US" sz="1200"/>
              <a:t>A model alone is not an agent. This harness — this infrastructure — is what makes an agent reliable in production. And it's exactly what Foundry provides.</a:t>
            </a:r>
          </a:p>
          <a:p>
            <a:endParaRPr lang="en-US"/>
          </a:p>
        </p:txBody>
      </p:sp>
      <p:sp>
        <p:nvSpPr>
          <p:cNvPr id="4" name="Slide Number Placeholder 3">
            <a:extLst>
              <a:ext uri="{FF2B5EF4-FFF2-40B4-BE49-F238E27FC236}">
                <a16:creationId xmlns:a16="http://schemas.microsoft.com/office/drawing/2014/main" id="{00247594-F4D9-DBA3-51F9-08CAE01C26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CBCB4-67F3-4D23-A298-DC7F6CEB398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279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Here's how the architecture stack comes together.</a:t>
            </a:r>
          </a:p>
          <a:p>
            <a:r>
              <a:rPr lang="en-US" sz="1200"/>
              <a:t>At the foundation, you need Intelligence and Context Engineering — grounding, tools, memory, skills, and eval loops. Context engineering is the new prompt engineering.</a:t>
            </a:r>
          </a:p>
          <a:p>
            <a:r>
              <a:rPr lang="en-US" sz="1200"/>
              <a:t>Above that, the Agent Runtime — isolated, secure execution environments where agents run, with sub-second cold starts, long-running task support, and resource isolation.</a:t>
            </a:r>
          </a:p>
          <a:p>
            <a:r>
              <a:rPr lang="en-US" sz="1200"/>
              <a:t>Then the Agent Harness — the orchestration framework that manages lifecycle, tool access, state, checkpointing, and multi-agent coordination.</a:t>
            </a:r>
          </a:p>
          <a:p>
            <a:r>
              <a:rPr lang="en-US" sz="1200"/>
              <a:t>And wrapping everything: Trust and Security — with observability, identity, governance, threat detection, and auto-optimization through the Control Plane.</a:t>
            </a:r>
          </a:p>
          <a:p>
            <a:r>
              <a:rPr lang="en-US" sz="1200"/>
              <a:t>This is the full stack, and Foundry delivers it end to end.</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60453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85476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EFBB3-3CC5-34B2-E0D2-4AD818FC9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5DA44-C9AE-105A-BAFF-68391C404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37C18-3390-3F6C-5F74-3DB13AC7678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0B09FDE1-1563-992A-1DE2-375EA2BB54F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DB12D160-1A21-A8F8-23D8-440F80086874}"/>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B9FB265-D978-6158-F639-BAE82F735602}"/>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099973A4-3988-8E28-D04A-913635B43B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5202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8BE7B-7FE6-89A8-0EF8-9B44226FF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8CCA-4E06-C996-617B-291377924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D4468-096E-C974-BCFC-3F033B382503}"/>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B29A8C2-1783-8F2F-D1F4-76DE2944E84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34BD2C3F-2C8D-0DE0-192F-FC14CA0EC7BD}"/>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E49306B-E29C-77C3-BADB-810C51B5C3EC}"/>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16C7BE2B-F413-6CD3-4FCC-F20F2E01A7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82977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E156E-DB29-9D9A-B786-225C6CFAF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345B9-7FCA-F315-987A-E8FD6ECE6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EDD8A-FF7F-E3F0-8527-E74E89F4A287}"/>
              </a:ext>
            </a:extLst>
          </p:cNvPr>
          <p:cNvSpPr>
            <a:spLocks noGrp="1"/>
          </p:cNvSpPr>
          <p:nvPr>
            <p:ph type="body" idx="1"/>
          </p:nvPr>
        </p:nvSpPr>
        <p:spPr/>
        <p:txBody>
          <a:bodyPr/>
          <a:lstStyle/>
          <a:p>
            <a:pPr marL="171450" indent="-171450" defTabSz="1073407">
              <a:buFont typeface="Arial" panose="020B0604020202020204" pitchFamily="34" charset="0"/>
              <a:buChar char="•"/>
              <a:defRPr/>
            </a:pPr>
            <a:r>
              <a:rPr lang="en-US" sz="1200"/>
              <a:t>With Azure, you can use the development tools of your choice. </a:t>
            </a:r>
          </a:p>
          <a:p>
            <a:pPr marL="171450" indent="-171450" defTabSz="1073407">
              <a:buFont typeface="Arial" panose="020B0604020202020204" pitchFamily="34" charset="0"/>
              <a:buChar char="•"/>
              <a:defRPr/>
            </a:pPr>
            <a:r>
              <a:rPr lang="en-US" sz="1200"/>
              <a:t>Microsoft has some of the world’s most popular developer platforms, including Copilot Studio, which provides a low-code experience for process automation, and GitHub and Visual Studio, which are pro-code and used by millions of developers across the world. </a:t>
            </a:r>
          </a:p>
          <a:p>
            <a:pPr marL="171450" indent="-171450" defTabSz="1073407">
              <a:buFont typeface="Arial" panose="020B0604020202020204" pitchFamily="34" charset="0"/>
              <a:buChar char="•"/>
              <a:defRPr/>
            </a:pPr>
            <a:r>
              <a:rPr lang="en-US" sz="1200"/>
              <a:t>These tools are integrated with Microsoft Foundry, which is the AI apps and agents factory on Azure. </a:t>
            </a:r>
          </a:p>
          <a:p>
            <a:pPr marL="171450" indent="-171450" defTabSz="1073407">
              <a:buFont typeface="Arial" panose="020B0604020202020204" pitchFamily="34" charset="0"/>
              <a:buChar char="•"/>
              <a:defRPr/>
            </a:pPr>
            <a:r>
              <a:rPr lang="en-US" sz="1200"/>
              <a:t>AI solutions can be deployed and quickly scaled on Azure’s application platform services and data bases that offer a range of options including managed and open source based for flexibility and are built for high reliability and availability.</a:t>
            </a:r>
          </a:p>
          <a:p>
            <a:pPr marL="171450" indent="-171450" defTabSz="1073407">
              <a:buFont typeface="Arial" panose="020B0604020202020204" pitchFamily="34" charset="0"/>
              <a:buChar char="•"/>
              <a:defRPr/>
            </a:pPr>
            <a:r>
              <a:rPr lang="en-US" sz="1200"/>
              <a:t>Microsoft provides a range of security and safety services and capabilities embedded throughout the stack to help you start secure and stay secure.</a:t>
            </a:r>
          </a:p>
          <a:p>
            <a:pPr>
              <a:lnSpc>
                <a:spcPct val="107000"/>
              </a:lnSpc>
              <a:defRPr/>
            </a:pPr>
            <a:endParaRPr lang="en-US" b="1">
              <a:cs typeface="Segoe Sans Text" pitchFamily="2"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lang="en-US" sz="1200" b="1">
                <a:cs typeface="Segoe Sans Text" pitchFamily="2" charset="0"/>
              </a:rPr>
              <a:t>The Azure AI app platform is fully integrated to streamline development and to enable you to run powerful AI apps and agents securely and at scale. </a:t>
            </a:r>
            <a:endParaRPr lang="en-US" sz="1200">
              <a:cs typeface="Segoe Sans Text" pitchFamily="2" charset="0"/>
            </a:endParaRPr>
          </a:p>
          <a:p>
            <a:pPr>
              <a:lnSpc>
                <a:spcPct val="107000"/>
              </a:lnSpc>
            </a:pPr>
            <a:endParaRPr lang="en-US" sz="1200">
              <a:cs typeface="Segoe Sans Text" pitchFamily="2" charset="0"/>
            </a:endParaRPr>
          </a:p>
          <a:p>
            <a:pPr>
              <a:lnSpc>
                <a:spcPct val="107000"/>
              </a:lnSpc>
            </a:pPr>
            <a:r>
              <a:rPr lang="en-US" sz="1200">
                <a:cs typeface="Segoe Sans Text" pitchFamily="2" charset="0"/>
              </a:rPr>
              <a:t>Microsoft </a:t>
            </a:r>
            <a:r>
              <a:rPr lang="en-US" sz="1200" err="1">
                <a:cs typeface="Segoe Sans Text" pitchFamily="2" charset="0"/>
              </a:rPr>
              <a:t>Foundryis</a:t>
            </a:r>
            <a:r>
              <a:rPr lang="en-US" sz="1200">
                <a:cs typeface="Segoe Sans Text" pitchFamily="2" charset="0"/>
              </a:rPr>
              <a:t> the AI apps and agents factory. It is a flexible, secure platform of services that empowers businesses of all sizes to create powerful AI solutions that can optimize call center performance, analyze data, improve product discovery, validate code, automate workflows, and more. Microsoft </a:t>
            </a:r>
            <a:r>
              <a:rPr lang="en-US" sz="1200" err="1">
                <a:cs typeface="Segoe Sans Text" pitchFamily="2" charset="0"/>
              </a:rPr>
              <a:t>Foundrybrings</a:t>
            </a:r>
            <a:r>
              <a:rPr lang="en-US" sz="1200">
                <a:cs typeface="Segoe Sans Text" pitchFamily="2" charset="0"/>
              </a:rPr>
              <a:t> models, agents, tools, and more into one unified experience. Models can be deployed to run anywhere – on the cloud or at the edge. You can experiment with continuous feedback loops to navigate, pick, and use the best models for their use case. It also enables you to scale to deliver agents that optimize workflows with confidence. </a:t>
            </a:r>
          </a:p>
          <a:p>
            <a:pPr>
              <a:lnSpc>
                <a:spcPct val="107000"/>
              </a:lnSpc>
            </a:pPr>
            <a:endParaRPr lang="en-US" sz="1200">
              <a:cs typeface="Segoe Sans Text" pitchFamily="2" charset="0"/>
            </a:endParaRPr>
          </a:p>
          <a:p>
            <a:pPr>
              <a:lnSpc>
                <a:spcPct val="107000"/>
              </a:lnSpc>
            </a:pPr>
            <a:r>
              <a:rPr lang="en-US" sz="1200"/>
              <a:t>AI apps and AI agents require quality data that's secure and available in real-time. Scalable and high-performance, Azure databases deliver on those requirements and are integrated with Microsoft Foundry, Microsoft Fabric, and Azure Databricks to power AI models and advanced analytics with real-time data for insights and intelligence.</a:t>
            </a:r>
          </a:p>
          <a:p>
            <a:pPr>
              <a:lnSpc>
                <a:spcPct val="107000"/>
              </a:lnSpc>
            </a:pPr>
            <a:endParaRPr lang="en-US" sz="1200">
              <a:cs typeface="Segoe Sans Text" pitchFamily="2" charset="0"/>
            </a:endParaRPr>
          </a:p>
          <a:p>
            <a:r>
              <a:rPr lang="en-US" sz="1200">
                <a:cs typeface="Segoe Sans Text" pitchFamily="2" charset="0"/>
              </a:rPr>
              <a:t>With your models, pipelines, and agents ready, it’s time to deploy. Every app and agent needs a runtime. We offer options from </a:t>
            </a:r>
            <a:r>
              <a:rPr lang="en-US" sz="1200" b="1">
                <a:cs typeface="Segoe Sans Text" pitchFamily="2" charset="0"/>
              </a:rPr>
              <a:t>serverless</a:t>
            </a:r>
            <a:r>
              <a:rPr lang="en-US" sz="1200">
                <a:cs typeface="Segoe Sans Text" pitchFamily="2" charset="0"/>
              </a:rPr>
              <a:t> (Azure Functions, Container Apps) to </a:t>
            </a:r>
            <a:r>
              <a:rPr lang="en-US" sz="1200" b="1">
                <a:cs typeface="Segoe Sans Text" pitchFamily="2" charset="0"/>
              </a:rPr>
              <a:t>full control</a:t>
            </a:r>
            <a:r>
              <a:rPr lang="en-US" sz="1200">
                <a:cs typeface="Segoe Sans Text" pitchFamily="2" charset="0"/>
              </a:rPr>
              <a:t> with AKS—so you can match any price-performance need.</a:t>
            </a:r>
          </a:p>
          <a:p>
            <a:endParaRPr lang="en-US" sz="1200">
              <a:cs typeface="Segoe Sans Text" pitchFamily="2" charset="0"/>
            </a:endParaRPr>
          </a:p>
          <a:p>
            <a:r>
              <a:rPr lang="en-US" sz="1200">
                <a:cs typeface="Segoe Sans Text" pitchFamily="2" charset="0"/>
              </a:rPr>
              <a:t>Finally, there are security services and capabilities across the full platform that enable security from code to cloud.</a:t>
            </a:r>
          </a:p>
          <a:p>
            <a:endParaRPr lang="en-US" sz="1200">
              <a:cs typeface="Segoe Sans Text" pitchFamily="2" charset="0"/>
            </a:endParaRPr>
          </a:p>
          <a:p>
            <a:endParaRPr lang="en-US"/>
          </a:p>
        </p:txBody>
      </p:sp>
      <p:sp>
        <p:nvSpPr>
          <p:cNvPr id="4" name="Header Placeholder 3">
            <a:extLst>
              <a:ext uri="{FF2B5EF4-FFF2-40B4-BE49-F238E27FC236}">
                <a16:creationId xmlns:a16="http://schemas.microsoft.com/office/drawing/2014/main" id="{9B8032B0-B81F-E671-D5F5-263B4F8232F5}"/>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F8E95848-ECDF-DAB9-8355-65DEB92B57F3}"/>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Aptos" panose="02110004020202020204"/>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9DE514B-C7D4-85FB-69E4-AB7B2DC1AF44}"/>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B946C7DF-691E-9AA9-A74A-B993D0B8818B}"/>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42310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3A5D-BE1D-FA6D-C657-38D047278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F4642-3A38-D40D-5F46-0C5EC086C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8131A-40AF-793A-3801-DC6CDBA7DB9A}"/>
              </a:ext>
            </a:extLst>
          </p:cNvPr>
          <p:cNvSpPr>
            <a:spLocks noGrp="1"/>
          </p:cNvSpPr>
          <p:nvPr>
            <p:ph type="body" idx="1"/>
          </p:nvPr>
        </p:nvSpPr>
        <p:spPr/>
        <p:txBody>
          <a:bodyPr/>
          <a:lstStyle/>
          <a:p>
            <a:pPr marL="0" indent="0" algn="l">
              <a:buFont typeface="Wingdings" panose="05000000000000000000" pitchFamily="2" charset="2"/>
              <a:buNone/>
            </a:pPr>
            <a:r>
              <a:rPr lang="en-US">
                <a:cs typeface="+mn-lt"/>
              </a:rPr>
              <a:t>MARKETECTURE + INTEGRATION HIGHLIGHTS</a:t>
            </a:r>
          </a:p>
        </p:txBody>
      </p:sp>
      <p:sp>
        <p:nvSpPr>
          <p:cNvPr id="4" name="Slide Number Placeholder 3">
            <a:extLst>
              <a:ext uri="{FF2B5EF4-FFF2-40B4-BE49-F238E27FC236}">
                <a16:creationId xmlns:a16="http://schemas.microsoft.com/office/drawing/2014/main" id="{8E4C4FE4-CA27-E2A4-77E8-BC457E7348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0C706-A3BA-C34A-ACEA-4B4D1395093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840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46"/>
              </a:spcAft>
            </a:pPr>
            <a:r>
              <a:rPr lang="en-US" sz="1900" kern="100">
                <a:latin typeface="Aptos" panose="020B0004020202020204" pitchFamily="34" charset="0"/>
                <a:ea typeface="Yu Mincho" panose="02020400000000000000" pitchFamily="18" charset="-128"/>
                <a:cs typeface="Arial" panose="020B0604020202020204" pitchFamily="34" charset="0"/>
              </a:rPr>
              <a:t>Foundry Agent Service is a </a:t>
            </a:r>
            <a:r>
              <a:rPr lang="en-US" sz="1900" b="1" kern="100">
                <a:latin typeface="Aptos" panose="020B0004020202020204" pitchFamily="34" charset="0"/>
                <a:ea typeface="Yu Mincho" panose="02020400000000000000" pitchFamily="18" charset="-128"/>
                <a:cs typeface="Arial" panose="020B0604020202020204" pitchFamily="34" charset="0"/>
              </a:rPr>
              <a:t>flexible, use-case-agnostic platform</a:t>
            </a:r>
            <a:r>
              <a:rPr lang="en-US" sz="1900" kern="100">
                <a:latin typeface="Aptos" panose="020B0004020202020204" pitchFamily="34" charset="0"/>
                <a:ea typeface="Yu Mincho" panose="02020400000000000000" pitchFamily="18" charset="-128"/>
                <a:cs typeface="Arial" panose="020B0604020202020204" pitchFamily="34" charset="0"/>
              </a:rPr>
              <a:t> for building, deploying, and managing AI agents. These agents can operate autonomously with human oversight, leveraging contextual data to perform tasks and achieve specified goals.</a:t>
            </a:r>
          </a:p>
          <a:p>
            <a:pPr>
              <a:lnSpc>
                <a:spcPct val="115000"/>
              </a:lnSpc>
              <a:spcAft>
                <a:spcPts val="846"/>
              </a:spcAft>
            </a:pPr>
            <a:r>
              <a:rPr lang="en-US" sz="1900" kern="100">
                <a:latin typeface="Aptos" panose="020B0004020202020204" pitchFamily="34" charset="0"/>
                <a:ea typeface="Yu Mincho" panose="02020400000000000000" pitchFamily="18" charset="-128"/>
                <a:cs typeface="Arial" panose="020B0604020202020204" pitchFamily="34" charset="0"/>
              </a:rPr>
              <a:t>The service integrates cutting-edge models and tools from Microsoft, OpenAI, and partners like Meta, Mistral, and Cohere, providing an unparalleled platform for AI-driven automation. Through the </a:t>
            </a:r>
            <a:r>
              <a:rPr lang="en-US" sz="1900" b="1" u="sng" kern="100">
                <a:solidFill>
                  <a:srgbClr val="008080"/>
                </a:solidFill>
                <a:latin typeface="Aptos" panose="020B0004020202020204" pitchFamily="34" charset="0"/>
                <a:ea typeface="Yu Mincho" panose="02020400000000000000" pitchFamily="18" charset="-128"/>
                <a:cs typeface="Arial" panose="020B0604020202020204" pitchFamily="34" charset="0"/>
                <a:hlinkClick r:id="rId3"/>
              </a:rPr>
              <a:t>Microsoft Foundry SDK</a:t>
            </a:r>
            <a:r>
              <a:rPr lang="en-US" sz="1900" kern="100">
                <a:latin typeface="Aptos" panose="020B0004020202020204" pitchFamily="34" charset="0"/>
                <a:ea typeface="Yu Mincho" panose="02020400000000000000" pitchFamily="18" charset="-128"/>
                <a:cs typeface="Arial" panose="020B0604020202020204" pitchFamily="34" charset="0"/>
              </a:rPr>
              <a:t>  and an intuitive </a:t>
            </a:r>
            <a:r>
              <a:rPr lang="en-US" sz="1900" b="1" u="sng" kern="100">
                <a:solidFill>
                  <a:srgbClr val="467886"/>
                </a:solidFill>
                <a:latin typeface="Aptos" panose="020B0004020202020204" pitchFamily="34" charset="0"/>
                <a:ea typeface="Yu Mincho" panose="02020400000000000000" pitchFamily="18" charset="-128"/>
                <a:cs typeface="Arial" panose="020B0604020202020204" pitchFamily="34" charset="0"/>
              </a:rPr>
              <a:t>Microsoft Foundry portal</a:t>
            </a:r>
            <a:r>
              <a:rPr lang="en-US" sz="1900" u="sng" kern="100">
                <a:solidFill>
                  <a:srgbClr val="467886"/>
                </a:solidFill>
                <a:latin typeface="Aptos" panose="020B0004020202020204" pitchFamily="34" charset="0"/>
                <a:ea typeface="Yu Mincho" panose="02020400000000000000" pitchFamily="18" charset="-128"/>
                <a:cs typeface="Arial" panose="020B0604020202020204" pitchFamily="34" charset="0"/>
              </a:rPr>
              <a:t> </a:t>
            </a:r>
            <a:r>
              <a:rPr lang="en-US" sz="1900" kern="100">
                <a:latin typeface="Aptos" panose="020B0004020202020204" pitchFamily="34" charset="0"/>
                <a:ea typeface="Yu Mincho" panose="02020400000000000000" pitchFamily="18" charset="-128"/>
                <a:cs typeface="Arial" panose="020B0604020202020204" pitchFamily="34" charset="0"/>
              </a:rPr>
              <a:t> experience, developers can quickly create powerful agents while benefiting from Azure’s </a:t>
            </a:r>
            <a:r>
              <a:rPr lang="en-US" sz="1900" b="1" kern="100">
                <a:latin typeface="Aptos" panose="020B0004020202020204" pitchFamily="34" charset="0"/>
                <a:ea typeface="Yu Mincho" panose="02020400000000000000" pitchFamily="18" charset="-128"/>
                <a:cs typeface="Arial" panose="020B0604020202020204" pitchFamily="34" charset="0"/>
              </a:rPr>
              <a:t>enterprise-grade security and performance guarantees</a:t>
            </a:r>
            <a:r>
              <a:rPr lang="en-US" sz="1900" kern="100">
                <a:latin typeface="Aptos" panose="020B0004020202020204" pitchFamily="34" charset="0"/>
                <a:ea typeface="Yu Mincho" panose="02020400000000000000" pitchFamily="18" charset="-128"/>
                <a:cs typeface="Arial" panose="020B0604020202020204" pitchFamily="34" charset="0"/>
              </a:rPr>
              <a:t>.</a:t>
            </a:r>
            <a:endParaRPr lang="en-US" sz="1000">
              <a:cs typeface="Segoe Sans Text" pitchFamily="2" charset="0"/>
            </a:endParaRPr>
          </a:p>
        </p:txBody>
      </p:sp>
      <p:sp>
        <p:nvSpPr>
          <p:cNvPr id="4" name="Header Placeholder 3"/>
          <p:cNvSpPr>
            <a:spLocks noGrp="1"/>
          </p:cNvSpPr>
          <p:nvPr>
            <p:ph type="hdr" sz="quarter"/>
          </p:nvPr>
        </p:nvSpPr>
        <p:spPr/>
        <p:txBody>
          <a:bodyPr/>
          <a:lstStyle/>
          <a:p>
            <a:pPr marL="0" marR="0" lvl="0" indent="0" algn="l" defTabSz="96657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062640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13032-2BB5-A612-151D-2C7F088BD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3F36E-B3F2-4011-1C7E-8E618C98E1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928C9C-1819-BEA1-2AEF-804998F0FAEE}"/>
              </a:ext>
            </a:extLst>
          </p:cNvPr>
          <p:cNvSpPr>
            <a:spLocks noGrp="1"/>
          </p:cNvSpPr>
          <p:nvPr>
            <p:ph type="body" idx="1"/>
          </p:nvPr>
        </p:nvSpPr>
        <p:spPr/>
        <p:txBody>
          <a:bodyPr/>
          <a:lstStyle/>
          <a:p>
            <a:r>
              <a:rPr lang="en-US" sz="1800"/>
              <a:t>Let me walk you through the full lifecycle in one view.</a:t>
            </a:r>
          </a:p>
          <a:p>
            <a:r>
              <a:rPr lang="en-US" sz="1800"/>
              <a:t>Build: develop autonomous agents with the framework of your choice — Microsoft Agent Framework, GitHub Copilot SDK, or third-party frameworks. Deploy through the Foundry Control Plane and Agent 365.</a:t>
            </a:r>
          </a:p>
          <a:p>
            <a:r>
              <a:rPr lang="en-US" sz="1800"/>
              <a:t>Host: deploy to an isolated, secure execution runtime. Build locally with any framework, then seamlessly host in Foundry Agent Service.</a:t>
            </a:r>
          </a:p>
          <a:p>
            <a:r>
              <a:rPr lang="en-US" sz="1800"/>
              <a:t>Ground: empower agents with Foundry IQ for knowledge, Foundry Tools for connectivity, and built-in Memory — over 1,400 MCP-enabled connectors for connected intelligence.</a:t>
            </a:r>
          </a:p>
          <a:p>
            <a:r>
              <a:rPr lang="en-US" sz="1800"/>
              <a:t>Optimize: improve agent quality and optimize costs autonomously with the Agent Optimizer and observability in the Control Plane.</a:t>
            </a:r>
          </a:p>
          <a:p>
            <a:r>
              <a:rPr lang="en-US" sz="1800"/>
              <a:t>Publish: bring agents into users' hands with one-click distribution to M365 Copilot, Teams, and other channels like Slack and Twilio.</a:t>
            </a:r>
          </a:p>
          <a:p>
            <a:r>
              <a:rPr lang="en-US" sz="1800"/>
              <a:t>Over 25,000 organizations — including Heineken, Carvana, and Fujitsu — have already used Foundry Agent Service to automate complex business processes.</a:t>
            </a:r>
          </a:p>
        </p:txBody>
      </p:sp>
      <p:sp>
        <p:nvSpPr>
          <p:cNvPr id="4" name="Slide Number Placeholder 3">
            <a:extLst>
              <a:ext uri="{FF2B5EF4-FFF2-40B4-BE49-F238E27FC236}">
                <a16:creationId xmlns:a16="http://schemas.microsoft.com/office/drawing/2014/main" id="{EC48C5ED-2319-C4A3-DF38-087084D4D4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6445914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0AAE2-718B-D388-4142-11EBB4E3D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E4317-D7A5-7A62-46E9-F5D1D9467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D3EF2-03F9-E6CE-8DF0-D93598666745}"/>
              </a:ext>
            </a:extLst>
          </p:cNvPr>
          <p:cNvSpPr>
            <a:spLocks noGrp="1"/>
          </p:cNvSpPr>
          <p:nvPr>
            <p:ph type="body" idx="1"/>
          </p:nvPr>
        </p:nvSpPr>
        <p:spPr/>
        <p:txBody>
          <a:bodyPr/>
          <a:lstStyle/>
          <a:p>
            <a:r>
              <a:rPr lang="en-US" sz="900"/>
              <a:t>Let's start with the Build phase. Here are the real challenges developers face today.</a:t>
            </a:r>
          </a:p>
          <a:p>
            <a:r>
              <a:rPr lang="en-US" sz="900"/>
              <a:t>How do I build with the framework I want without locking myself in? How do I ground my agent on my company's knowledge without a six-month integration project? And how do I give my agent governed, secure access to the tools and data it needs — without re-implementing the same integrations every time?</a:t>
            </a:r>
          </a:p>
          <a:p>
            <a:r>
              <a:rPr lang="en-US" sz="900"/>
              <a:t>These are the problems Foundry solves in the Build phase. Let's walk through each one.</a:t>
            </a:r>
          </a:p>
        </p:txBody>
      </p:sp>
      <p:sp>
        <p:nvSpPr>
          <p:cNvPr id="4" name="Slide Number Placeholder 3">
            <a:extLst>
              <a:ext uri="{FF2B5EF4-FFF2-40B4-BE49-F238E27FC236}">
                <a16:creationId xmlns:a16="http://schemas.microsoft.com/office/drawing/2014/main" id="{45709925-765A-F42A-7A7E-6B38BB57BB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20547E-2096-421C-B87C-7E0F775A19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91589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7CB1D-1863-EF89-3D64-A9C57895D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600F4-CB19-30F9-75CA-62ED9AD8D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FD9EA-662E-3323-2756-65CCB4ADB4EF}"/>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5836F8F7-8DBF-39BE-ED84-6DA53169450E}"/>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9F852741-72EF-F4B0-88EF-C87411AD617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AF3BE67-82B9-DB53-28B7-06AA3C34593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7E6A5F8A-43BF-BFED-C168-87519ACC8DB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286265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06F3B-EADC-E0D5-F035-6DA989672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676B5-E7FE-1EEC-CC72-A6731DE67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05766-FDC5-D07B-AD60-43134ACC3D51}"/>
              </a:ext>
            </a:extLst>
          </p:cNvPr>
          <p:cNvSpPr>
            <a:spLocks noGrp="1"/>
          </p:cNvSpPr>
          <p:nvPr>
            <p:ph type="body" idx="1"/>
          </p:nvPr>
        </p:nvSpPr>
        <p:spPr/>
        <p:txBody>
          <a:bodyPr/>
          <a:lstStyle/>
          <a:p>
            <a:pPr algn="l"/>
            <a:r>
              <a:rPr lang="en-US" b="0" i="0">
                <a:solidFill>
                  <a:srgbClr val="333333"/>
                </a:solidFill>
                <a:effectLst/>
                <a:latin typeface="Segoe UI" panose="020B0502040204020203" pitchFamily="34" charset="0"/>
              </a:rPr>
              <a:t>In our experience talking to hundreds of organizations, we have learned that developing secure, reliable agents rapidly requires four primary ingredients:</a:t>
            </a:r>
          </a:p>
          <a:p>
            <a:pPr algn="l">
              <a:buFont typeface="+mj-lt"/>
              <a:buAutoNum type="arabicPeriod"/>
            </a:pPr>
            <a:r>
              <a:rPr lang="en-US" b="1" i="0">
                <a:solidFill>
                  <a:srgbClr val="333333"/>
                </a:solidFill>
                <a:effectLst/>
                <a:latin typeface="Segoe UI" panose="020B0502040204020203" pitchFamily="34" charset="0"/>
              </a:rPr>
              <a:t>Rapidly develop and automate processes: </a:t>
            </a:r>
            <a:r>
              <a:rPr lang="en-US" b="0" i="0">
                <a:solidFill>
                  <a:srgbClr val="333333"/>
                </a:solidFill>
                <a:effectLst/>
                <a:latin typeface="Segoe UI" panose="020B0502040204020203" pitchFamily="34" charset="0"/>
              </a:rPr>
              <a:t>Agents need to seamlessly integrate with the right tools, systems and APIs to perform deterministic or non-deterministic actions.</a:t>
            </a:r>
          </a:p>
          <a:p>
            <a:pPr algn="l">
              <a:buFont typeface="+mj-lt"/>
              <a:buAutoNum type="arabicPeriod"/>
            </a:pPr>
            <a:r>
              <a:rPr lang="en-US" b="1" i="0">
                <a:solidFill>
                  <a:srgbClr val="333333"/>
                </a:solidFill>
                <a:effectLst/>
                <a:latin typeface="Segoe UI" panose="020B0502040204020203" pitchFamily="34" charset="0"/>
              </a:rPr>
              <a:t>Integrate with extensive memory and knowledge connectors: </a:t>
            </a:r>
            <a:r>
              <a:rPr lang="en-US" b="0" i="0">
                <a:solidFill>
                  <a:srgbClr val="333333"/>
                </a:solidFill>
                <a:effectLst/>
                <a:latin typeface="Segoe UI" panose="020B0502040204020203" pitchFamily="34" charset="0"/>
              </a:rPr>
              <a:t>Agents need to manage conversation state and connect with internal and external knowledge sources to have the right context to complete a process.</a:t>
            </a:r>
          </a:p>
          <a:p>
            <a:pPr algn="l">
              <a:buFont typeface="+mj-lt"/>
              <a:buAutoNum type="arabicPeriod"/>
            </a:pPr>
            <a:r>
              <a:rPr lang="en-US" b="1" i="0">
                <a:solidFill>
                  <a:srgbClr val="333333"/>
                </a:solidFill>
                <a:effectLst/>
                <a:latin typeface="Segoe UI" panose="020B0502040204020203" pitchFamily="34" charset="0"/>
              </a:rPr>
              <a:t>Flexible model choice: </a:t>
            </a:r>
            <a:r>
              <a:rPr lang="en-US" b="0" i="0">
                <a:solidFill>
                  <a:srgbClr val="333333"/>
                </a:solidFill>
                <a:effectLst/>
                <a:latin typeface="Segoe UI" panose="020B0502040204020203" pitchFamily="34" charset="0"/>
              </a:rPr>
              <a:t>Agents built with the appropriate model for its task can enable better integration of information from multiple data types, yield better results for task-specific scenarios, and improve cost efficiencies in scaled agent deployments.</a:t>
            </a:r>
          </a:p>
          <a:p>
            <a:pPr algn="l">
              <a:buFont typeface="+mj-lt"/>
              <a:buAutoNum type="arabicPeriod"/>
            </a:pPr>
            <a:r>
              <a:rPr lang="en-US" b="1" i="0">
                <a:solidFill>
                  <a:srgbClr val="333333"/>
                </a:solidFill>
                <a:effectLst/>
                <a:latin typeface="Segoe UI" panose="020B0502040204020203" pitchFamily="34" charset="0"/>
              </a:rPr>
              <a:t>Built-in enterprise readiness: </a:t>
            </a:r>
            <a:r>
              <a:rPr lang="en-US" b="0" i="0">
                <a:solidFill>
                  <a:srgbClr val="333333"/>
                </a:solidFill>
                <a:effectLst/>
                <a:latin typeface="Segoe UI" panose="020B0502040204020203" pitchFamily="34" charset="0"/>
              </a:rPr>
              <a:t>Agents need to be able to support an organization's unique data privacy and compliance needs, scale with an organization's needs, and complete tasks reliably and with high quality.</a:t>
            </a:r>
          </a:p>
          <a:p>
            <a:endParaRPr lang="en-US">
              <a:latin typeface="Times New Roman"/>
              <a:cs typeface="Times New Roman"/>
            </a:endParaRPr>
          </a:p>
        </p:txBody>
      </p:sp>
      <p:sp>
        <p:nvSpPr>
          <p:cNvPr id="4" name="Header Placeholder 3">
            <a:extLst>
              <a:ext uri="{FF2B5EF4-FFF2-40B4-BE49-F238E27FC236}">
                <a16:creationId xmlns:a16="http://schemas.microsoft.com/office/drawing/2014/main" id="{439396FB-DB04-833D-17D5-B86A03E724A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225E8A65-5244-F700-5ADB-04578341BDB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F57559D-A923-332D-6E51-6E4BE68E791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1580B994-DC26-B0B8-13A8-6C657DDC10B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692711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B7660-629C-17E2-5AB4-B0647B292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327FB-3ADA-9525-79FE-DDF816777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702AB-D632-9C44-1521-57F6E0E2C25F}"/>
              </a:ext>
            </a:extLst>
          </p:cNvPr>
          <p:cNvSpPr>
            <a:spLocks noGrp="1"/>
          </p:cNvSpPr>
          <p:nvPr>
            <p:ph type="body" idx="1"/>
          </p:nvPr>
        </p:nvSpPr>
        <p:spPr/>
        <p:txBody>
          <a:bodyPr/>
          <a:lstStyle/>
          <a:p>
            <a:r>
              <a:rPr lang="en-US" sz="1200"/>
              <a:t>First: no framework lock-in. Foundry meets developers where they are.</a:t>
            </a:r>
          </a:p>
          <a:p>
            <a:r>
              <a:rPr lang="en-US" sz="1200"/>
              <a:t>Build with whatever framework you choose — Microsoft Agent Framework, </a:t>
            </a:r>
            <a:r>
              <a:rPr lang="en-US" sz="1200" err="1"/>
              <a:t>LangGraph</a:t>
            </a:r>
            <a:r>
              <a:rPr lang="en-US" sz="1200"/>
              <a:t>, </a:t>
            </a:r>
            <a:r>
              <a:rPr lang="en-US" sz="1200" err="1"/>
              <a:t>AutoGen</a:t>
            </a:r>
            <a:r>
              <a:rPr lang="en-US" sz="1200"/>
              <a:t>, or use coding agents like GitHub Copilot, Claude Code, or OpenAI Codex. You can also use runtime harnesses like OpenClaw, </a:t>
            </a:r>
            <a:r>
              <a:rPr lang="en-US" sz="1200" err="1"/>
              <a:t>NanoClaw</a:t>
            </a:r>
            <a:r>
              <a:rPr lang="en-US" sz="1200"/>
              <a:t>, and Hermes for long-running autonomous agents.</a:t>
            </a:r>
          </a:p>
          <a:p>
            <a:r>
              <a:rPr lang="en-US" sz="1200"/>
              <a:t>Microsoft Agent Framework is our opinionated, open-source option — it unifies the enterprise foundations of Semantic Kernel with the multi-agent orchestration of </a:t>
            </a:r>
            <a:r>
              <a:rPr lang="en-US" sz="1200" err="1"/>
              <a:t>AutoGen</a:t>
            </a:r>
            <a:r>
              <a:rPr lang="en-US" sz="1200"/>
              <a:t> — but it's your choice. Foundry treats the agent harness as a flex point, not a lock-in. Your investments carry forward.</a:t>
            </a:r>
          </a:p>
          <a:p>
            <a:endParaRPr lang="en-US"/>
          </a:p>
        </p:txBody>
      </p:sp>
      <p:sp>
        <p:nvSpPr>
          <p:cNvPr id="4" name="Slide Number Placeholder 3">
            <a:extLst>
              <a:ext uri="{FF2B5EF4-FFF2-40B4-BE49-F238E27FC236}">
                <a16:creationId xmlns:a16="http://schemas.microsoft.com/office/drawing/2014/main" id="{AB74B9BA-A1FE-D05A-0259-A0E9986D9D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36876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AI agents from scratch has traditionally been a complex and challenging task. There are several factors involved, such as integrating diverse tools and APIs that may have different interfaces and data formats. Interoperability is another hurdle, as agents need to work seamlessly across various platforms. Scalability is critical to ensure agents can handle growing data and workloads. Additionally, real-time processing, maintenance, and error handling add to the complexity. These challenges have made it difficult to rapidly deploy and scale AI agents that can be both effective and secure.</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514588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4324-56F2-EDD7-A17B-4C45AC8B1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DE7FB-E7FD-EF47-2F7B-2AD688535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02A4A-6BFE-9792-215C-536551D1607D}"/>
              </a:ext>
            </a:extLst>
          </p:cNvPr>
          <p:cNvSpPr>
            <a:spLocks noGrp="1"/>
          </p:cNvSpPr>
          <p:nvPr>
            <p:ph type="body" idx="1"/>
          </p:nvPr>
        </p:nvSpPr>
        <p:spPr/>
        <p:txBody>
          <a:bodyPr/>
          <a:lstStyle/>
          <a:p>
            <a:r>
              <a:rPr lang="en-US" b="1"/>
              <a:t>Durable Extension</a:t>
            </a:r>
            <a:br>
              <a:rPr lang="en-US"/>
            </a:br>
            <a:r>
              <a:rPr lang="en-US"/>
              <a:t>The durable extension adds built-in resilience and reliability to agent-based systems built with the Microsoft Agent Framework. It leverages proven orchestration primitives from Azure Durable Functions and the Durable Task Framework, allowing agents to persist state, recover from failures, and coordinate long-running, distributed workflows.</a:t>
            </a:r>
            <a:br>
              <a:rPr lang="en-US"/>
            </a:br>
            <a:br>
              <a:rPr lang="en-US"/>
            </a:br>
            <a:r>
              <a:rPr lang="en-US" b="1"/>
              <a:t>Why is it important?</a:t>
            </a:r>
          </a:p>
          <a:p>
            <a:r>
              <a:rPr lang="en-US" b="1"/>
              <a:t>Resilience:</a:t>
            </a:r>
            <a:r>
              <a:rPr lang="en-US"/>
              <a:t> Agents can instantly recover from interruptions—such as LLM rate limiting, network timeouts, system crashes, or state loss—without losing progress. </a:t>
            </a:r>
          </a:p>
          <a:p>
            <a:r>
              <a:rPr lang="en-US" b="1"/>
              <a:t>Reliability:</a:t>
            </a:r>
            <a:r>
              <a:rPr lang="en-US"/>
              <a:t> Durable execution ensures that multi-step agent workflows complete successfully, even if failures occur mid-process. </a:t>
            </a:r>
          </a:p>
          <a:p>
            <a:r>
              <a:rPr lang="en-US" b="1"/>
              <a:t>Enterprise-readiness:</a:t>
            </a:r>
            <a:r>
              <a:rPr lang="en-US"/>
              <a:t> Enables mission-critical scenarios like onboarding, financial operations, and IT automation, where reliability and compliance are essential.</a:t>
            </a:r>
          </a:p>
          <a:p>
            <a:pPr marL="0" indent="0">
              <a:buFont typeface="Arial,Sans-Serif"/>
              <a:buNone/>
            </a:pPr>
            <a:br>
              <a:rPr lang="en-US"/>
            </a:br>
            <a:r>
              <a:rPr lang="en-US" b="1"/>
              <a:t>Purview SDK </a:t>
            </a:r>
          </a:p>
          <a:p>
            <a:pPr marL="0" indent="0">
              <a:buFont typeface="Arial,Sans-Serif"/>
              <a:buNone/>
            </a:pPr>
            <a:r>
              <a:rPr lang="en-US"/>
              <a:t>The </a:t>
            </a:r>
            <a:r>
              <a:rPr lang="en-US" b="1"/>
              <a:t>Purview SDK</a:t>
            </a:r>
            <a:r>
              <a:rPr lang="en-US"/>
              <a:t> allows developers to embed Microsoft Purview’s enterprise-grade data security, compliance, and governance controls directly into custom AI agents and applications—including those built with the Agent Framework and Microsoft Foundry. This integration works across platforms and models, letting agents automatically enforce policies on both user prompts and model responses, and audit all interactions.</a:t>
            </a:r>
            <a:br>
              <a:rPr lang="en-US"/>
            </a:br>
            <a:br>
              <a:rPr lang="en-US"/>
            </a:br>
            <a:r>
              <a:rPr lang="en-US" b="1"/>
              <a:t>Key Features of Purview SDK</a:t>
            </a:r>
            <a:br>
              <a:rPr lang="en-US"/>
            </a:br>
            <a:r>
              <a:rPr lang="en-US" b="1"/>
              <a:t>Policy enforcement:</a:t>
            </a:r>
            <a:r>
              <a:rPr lang="en-US"/>
              <a:t> Middleware blocks or allows content at both ingress (user input) and egress (model output), based on centrally managed Purview policies. </a:t>
            </a:r>
            <a:br>
              <a:rPr lang="en-US"/>
            </a:br>
            <a:r>
              <a:rPr lang="en-US" b="1"/>
              <a:t>Real-time data protection:</a:t>
            </a:r>
            <a:r>
              <a:rPr lang="en-US"/>
              <a:t> Sensitive data is classified and protected in real time, preventing leaks and unauthorized sharing. </a:t>
            </a:r>
            <a:br>
              <a:rPr lang="en-US"/>
            </a:br>
            <a:r>
              <a:rPr lang="en-US" b="1"/>
              <a:t>Auditing and compliance:</a:t>
            </a:r>
            <a:r>
              <a:rPr lang="en-US"/>
              <a:t> All agent interactions are logged for traceability, eDiscovery, and regulatory compliance. </a:t>
            </a:r>
            <a:br>
              <a:rPr lang="en-US"/>
            </a:br>
            <a:r>
              <a:rPr lang="en-US" b="1"/>
              <a:t>Insider risk management:</a:t>
            </a:r>
            <a:r>
              <a:rPr lang="en-US"/>
              <a:t> Detects and mitigates suspicious activity, such as prompt injection or IP theft, using machine learning.</a:t>
            </a:r>
          </a:p>
          <a:p>
            <a:pPr marL="0" indent="0">
              <a:buFont typeface="Arial,Sans-Serif"/>
              <a:buNone/>
            </a:pPr>
            <a:br>
              <a:rPr lang="en-US">
                <a:ea typeface="Calibri"/>
                <a:cs typeface="Calibri"/>
              </a:rPr>
            </a:br>
            <a:endParaRPr lang="en-US">
              <a:ea typeface="Calibri"/>
              <a:cs typeface="Calibri"/>
            </a:endParaRPr>
          </a:p>
          <a:p>
            <a:pPr marL="285750" indent="-285750">
              <a:buFont typeface="Arial,Sans-Serif"/>
              <a:buChar char="•"/>
            </a:pPr>
            <a:endParaRPr lang="en-US">
              <a:ea typeface="Calibri"/>
              <a:cs typeface="Calibri"/>
            </a:endParaRPr>
          </a:p>
        </p:txBody>
      </p:sp>
      <p:sp>
        <p:nvSpPr>
          <p:cNvPr id="4" name="Slide Number Placeholder 3">
            <a:extLst>
              <a:ext uri="{FF2B5EF4-FFF2-40B4-BE49-F238E27FC236}">
                <a16:creationId xmlns:a16="http://schemas.microsoft.com/office/drawing/2014/main" id="{CFC3E984-A9EE-3F74-710E-AE04E44EC9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45E1E4-625C-4E71-BAD2-2E70C1044D4A}"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92987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8F005-EB3F-543B-F817-E9D7B75B7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1F186-9C4A-9B82-D6EF-BE15FA261C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CFD897-67FA-CB85-90D5-A7D5AC7FBB2D}"/>
              </a:ext>
            </a:extLst>
          </p:cNvPr>
          <p:cNvSpPr>
            <a:spLocks noGrp="1"/>
          </p:cNvSpPr>
          <p:nvPr>
            <p:ph type="body" idx="1"/>
          </p:nvPr>
        </p:nvSpPr>
        <p:spPr/>
        <p:txBody>
          <a:bodyPr/>
          <a:lstStyle/>
          <a:p>
            <a:r>
              <a:rPr lang="en-US"/>
              <a:t>Every app becomes an </a:t>
            </a:r>
            <a:r>
              <a:rPr lang="en-US" b="1"/>
              <a:t>agent-powered experience</a:t>
            </a:r>
            <a:endParaRPr lang="en-US"/>
          </a:p>
          <a:p>
            <a:r>
              <a:rPr lang="en-US"/>
              <a:t>Developers can </a:t>
            </a:r>
            <a:r>
              <a:rPr lang="en-US" b="1"/>
              <a:t>compose, orchestrate, and reuse agents</a:t>
            </a:r>
            <a:r>
              <a:rPr lang="en-US"/>
              <a:t> across platforms</a:t>
            </a:r>
          </a:p>
          <a:p>
            <a:r>
              <a:rPr lang="en-US"/>
              <a:t>Built on Microsoft’s strengths: </a:t>
            </a:r>
            <a:r>
              <a:rPr lang="en-US" b="1"/>
              <a:t>Microsoft Foundry</a:t>
            </a:r>
            <a:r>
              <a:rPr lang="en-US"/>
              <a:t>, </a:t>
            </a:r>
            <a:r>
              <a:rPr lang="en-US" b="1"/>
              <a:t>Copilot</a:t>
            </a:r>
            <a:r>
              <a:rPr lang="en-US"/>
              <a:t>, </a:t>
            </a:r>
            <a:r>
              <a:rPr lang="en-US" b="1"/>
              <a:t>OpenAI models</a:t>
            </a:r>
            <a:r>
              <a:rPr lang="en-US"/>
              <a:t>, and </a:t>
            </a:r>
            <a:r>
              <a:rPr lang="en-US" b="1"/>
              <a:t>GitHub tooling</a:t>
            </a:r>
            <a:endParaRPr lang="en-US"/>
          </a:p>
          <a:p>
            <a:r>
              <a:rPr lang="en-US"/>
              <a:t>Open, extensible, and </a:t>
            </a:r>
            <a:r>
              <a:rPr lang="en-US" b="1"/>
              <a:t>interoperable</a:t>
            </a:r>
            <a:r>
              <a:rPr lang="en-US"/>
              <a:t> with leading agent ecosystem</a:t>
            </a:r>
          </a:p>
          <a:p>
            <a:endParaRPr lang="en-US"/>
          </a:p>
          <a:p>
            <a:r>
              <a:rPr lang="en-US" sz="882">
                <a:effectLst/>
              </a:rPr>
              <a:t>idea-&gt;prototype-&gt;production</a:t>
            </a:r>
          </a:p>
          <a:p>
            <a:endParaRPr lang="en-US" sz="882">
              <a:effectLst/>
            </a:endParaRPr>
          </a:p>
          <a:p>
            <a:r>
              <a:rPr lang="en-US"/>
              <a:t>Developers today face fragmented SDKs and runtimes</a:t>
            </a:r>
          </a:p>
          <a:p>
            <a:r>
              <a:rPr lang="en-US"/>
              <a:t>Agent lifecycle (creation → orchestration → deployment) is inconsistent</a:t>
            </a:r>
          </a:p>
          <a:p>
            <a:r>
              <a:rPr lang="en-US"/>
              <a:t>Microsoft Agent Framework provides:</a:t>
            </a:r>
          </a:p>
          <a:p>
            <a:r>
              <a:rPr lang="en-US" b="1"/>
              <a:t>One unified model</a:t>
            </a:r>
            <a:r>
              <a:rPr lang="en-US"/>
              <a:t> for agents</a:t>
            </a:r>
          </a:p>
          <a:p>
            <a:r>
              <a:rPr lang="en-US" b="1"/>
              <a:t>Common process and memory abstractions</a:t>
            </a:r>
            <a:endParaRPr lang="en-US"/>
          </a:p>
          <a:p>
            <a:r>
              <a:rPr lang="en-US" b="1"/>
              <a:t>Cross-platform execution runtime</a:t>
            </a:r>
            <a:endParaRPr lang="en-US"/>
          </a:p>
          <a:p>
            <a:endParaRPr lang="en-US"/>
          </a:p>
          <a:p>
            <a:r>
              <a:rPr lang="en-US" b="1"/>
              <a:t>Agent SDKs:</a:t>
            </a:r>
            <a:r>
              <a:rPr lang="en-US"/>
              <a:t> C#, Python, Java (with unified prompt &amp; state schema)</a:t>
            </a:r>
          </a:p>
          <a:p>
            <a:r>
              <a:rPr lang="en-US" b="1"/>
              <a:t>Runtime:</a:t>
            </a:r>
            <a:r>
              <a:rPr lang="en-US"/>
              <a:t> Foundry Orchestrator with SK + </a:t>
            </a:r>
            <a:r>
              <a:rPr lang="en-US" err="1"/>
              <a:t>AutoGen</a:t>
            </a:r>
            <a:r>
              <a:rPr lang="en-US"/>
              <a:t> convergence</a:t>
            </a:r>
          </a:p>
          <a:p>
            <a:r>
              <a:rPr lang="en-US" b="1"/>
              <a:t>Process Framework:</a:t>
            </a:r>
            <a:r>
              <a:rPr lang="en-US"/>
              <a:t> Agent workflows with reasoning, memory, and tool use</a:t>
            </a:r>
          </a:p>
          <a:p>
            <a:r>
              <a:rPr lang="en-US" b="1"/>
              <a:t>Extensibility:</a:t>
            </a:r>
            <a:r>
              <a:rPr lang="en-US"/>
              <a:t> Plug in connectors, tools, and LLMs (Azure OpenAI, Claude, Gemini, etc.)</a:t>
            </a:r>
          </a:p>
          <a:p>
            <a:endParaRPr lang="en-US"/>
          </a:p>
        </p:txBody>
      </p:sp>
      <p:sp>
        <p:nvSpPr>
          <p:cNvPr id="4" name="Slide Number Placeholder 3">
            <a:extLst>
              <a:ext uri="{FF2B5EF4-FFF2-40B4-BE49-F238E27FC236}">
                <a16:creationId xmlns:a16="http://schemas.microsoft.com/office/drawing/2014/main" id="{77BA7CF0-EAC2-1D80-19C0-A4659BD6EF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50D11E-78A1-4371-8C07-5658FEA821D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2585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GB" sz="1200" b="1" i="0" kern="1200">
                <a:solidFill>
                  <a:schemeClr val="tx1"/>
                </a:solidFill>
                <a:effectLst/>
                <a:latin typeface="+mn-lt"/>
                <a:ea typeface="+mn-ea"/>
                <a:cs typeface="+mn-cs"/>
              </a:rPr>
              <a:t>Microsoft Foundry SDK</a:t>
            </a:r>
            <a:r>
              <a:rPr lang="en-GB" sz="1200" b="0" i="0" kern="1200">
                <a:solidFill>
                  <a:schemeClr val="tx1"/>
                </a:solidFill>
                <a:effectLst/>
                <a:latin typeface="+mn-lt"/>
                <a:ea typeface="+mn-ea"/>
                <a:cs typeface="+mn-cs"/>
              </a:rPr>
              <a:t> = </a:t>
            </a:r>
            <a:r>
              <a:rPr lang="en-GB" sz="1200" b="1" i="0" kern="1200">
                <a:solidFill>
                  <a:schemeClr val="tx1"/>
                </a:solidFill>
                <a:effectLst/>
                <a:latin typeface="+mn-lt"/>
                <a:ea typeface="+mn-ea"/>
                <a:cs typeface="+mn-cs"/>
              </a:rPr>
              <a:t>client libraries to </a:t>
            </a:r>
            <a:r>
              <a:rPr lang="en-GB" sz="1200" b="1" i="1" kern="1200">
                <a:solidFill>
                  <a:schemeClr val="tx1"/>
                </a:solidFill>
                <a:effectLst/>
                <a:latin typeface="+mn-lt"/>
                <a:ea typeface="+mn-ea"/>
                <a:cs typeface="+mn-cs"/>
              </a:rPr>
              <a:t>use Microsoft Foundry services</a:t>
            </a:r>
            <a:r>
              <a:rPr lang="en-GB" sz="1200" b="1" i="0" kern="1200">
                <a:solidFill>
                  <a:schemeClr val="tx1"/>
                </a:solidFill>
                <a:effectLst/>
                <a:latin typeface="+mn-lt"/>
                <a:ea typeface="+mn-ea"/>
                <a:cs typeface="+mn-cs"/>
              </a:rPr>
              <a:t> (models, agents, tools, eval, datasets) via the Foundry project endpoint</a:t>
            </a:r>
            <a:r>
              <a:rPr lang="en-GB" sz="1200" b="0" i="0" kern="1200">
                <a:solidFill>
                  <a:schemeClr val="tx1"/>
                </a:solidFill>
                <a:effectLst/>
                <a:latin typeface="+mn-lt"/>
                <a:ea typeface="+mn-ea"/>
                <a:cs typeface="+mn-cs"/>
              </a:rPr>
              <a: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GB" sz="1200" b="0" i="0" kern="1200">
              <a:solidFill>
                <a:schemeClr val="tx1"/>
              </a:solidFill>
              <a:effectLst/>
              <a:latin typeface="+mn-l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GB" sz="1200" b="0" i="0" kern="1200">
                <a:solidFill>
                  <a:schemeClr val="tx1"/>
                </a:solidFill>
                <a:effectLst/>
                <a:latin typeface="+mn-lt"/>
                <a:ea typeface="+mn-ea"/>
                <a:cs typeface="+mn-cs"/>
              </a:rPr>
              <a:t>A set of </a:t>
            </a:r>
            <a:r>
              <a:rPr lang="en-GB" sz="1200" b="1" i="0" kern="1200">
                <a:solidFill>
                  <a:schemeClr val="tx1"/>
                </a:solidFill>
                <a:effectLst/>
                <a:latin typeface="+mn-lt"/>
                <a:ea typeface="+mn-ea"/>
                <a:cs typeface="+mn-cs"/>
              </a:rPr>
              <a:t>SDKs/endpoints</a:t>
            </a:r>
            <a:r>
              <a:rPr lang="en-GB" sz="1200" b="0" i="0" kern="1200">
                <a:solidFill>
                  <a:schemeClr val="tx1"/>
                </a:solidFill>
                <a:effectLst/>
                <a:latin typeface="+mn-lt"/>
                <a:ea typeface="+mn-ea"/>
                <a:cs typeface="+mn-cs"/>
              </a:rPr>
              <a:t> to access </a:t>
            </a:r>
            <a:r>
              <a:rPr lang="en-GB" sz="1200" b="1" i="0" kern="1200">
                <a:solidFill>
                  <a:schemeClr val="tx1"/>
                </a:solidFill>
                <a:effectLst/>
                <a:latin typeface="+mn-lt"/>
                <a:ea typeface="+mn-ea"/>
                <a:cs typeface="+mn-cs"/>
              </a:rPr>
              <a:t>Foundry-specific capabilities</a:t>
            </a:r>
            <a:r>
              <a:rPr lang="en-GB" sz="1200" b="0" i="0" kern="1200">
                <a:solidFill>
                  <a:schemeClr val="tx1"/>
                </a:solidFill>
                <a:effectLst/>
                <a:latin typeface="+mn-lt"/>
                <a:ea typeface="+mn-ea"/>
                <a:cs typeface="+mn-cs"/>
              </a:rPr>
              <a:t> (models, agents, tools). Microsoft Learn explicitly frames it as: “A Foundry resource provides unified access to models, agents, and tools” and then explains </a:t>
            </a:r>
            <a:r>
              <a:rPr lang="en-GB" sz="1200" b="1" i="0" kern="1200">
                <a:solidFill>
                  <a:schemeClr val="tx1"/>
                </a:solidFill>
                <a:effectLst/>
                <a:latin typeface="+mn-lt"/>
                <a:ea typeface="+mn-ea"/>
                <a:cs typeface="+mn-cs"/>
              </a:rPr>
              <a:t>which SDK and endpoint</a:t>
            </a:r>
            <a:r>
              <a:rPr lang="en-GB" sz="1200" b="0" i="0" kern="1200">
                <a:solidFill>
                  <a:schemeClr val="tx1"/>
                </a:solidFill>
                <a:effectLst/>
                <a:latin typeface="+mn-lt"/>
                <a:ea typeface="+mn-ea"/>
                <a:cs typeface="+mn-cs"/>
              </a:rPr>
              <a:t> to use. </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It also clarifies the </a:t>
            </a:r>
            <a:r>
              <a:rPr lang="en-GB" sz="1200" b="1" i="0" kern="1200">
                <a:solidFill>
                  <a:schemeClr val="tx1"/>
                </a:solidFill>
                <a:effectLst/>
                <a:latin typeface="+mn-lt"/>
                <a:ea typeface="+mn-ea"/>
                <a:cs typeface="+mn-cs"/>
              </a:rPr>
              <a:t>Foundry SDK</a:t>
            </a:r>
            <a:r>
              <a:rPr lang="en-GB" sz="1200" b="0" i="0" kern="1200">
                <a:solidFill>
                  <a:schemeClr val="tx1"/>
                </a:solidFill>
                <a:effectLst/>
                <a:latin typeface="+mn-lt"/>
                <a:ea typeface="+mn-ea"/>
                <a:cs typeface="+mn-cs"/>
              </a:rPr>
              <a:t> uses the </a:t>
            </a:r>
            <a:r>
              <a:rPr lang="en-GB" sz="1200" b="1" i="0" kern="1200">
                <a:solidFill>
                  <a:schemeClr val="tx1"/>
                </a:solidFill>
                <a:effectLst/>
                <a:latin typeface="+mn-lt"/>
                <a:ea typeface="+mn-ea"/>
                <a:cs typeface="+mn-cs"/>
              </a:rPr>
              <a:t>project endpoint</a:t>
            </a:r>
            <a:r>
              <a:rPr lang="en-GB" sz="1200" b="0" i="0" kern="1200">
                <a:solidFill>
                  <a:schemeClr val="tx1"/>
                </a:solidFill>
                <a:effectLst/>
                <a:latin typeface="+mn-lt"/>
                <a:ea typeface="+mn-ea"/>
                <a:cs typeface="+mn-cs"/>
              </a:rPr>
              <a:t> and provides </a:t>
            </a:r>
            <a:r>
              <a:rPr lang="en-GB" sz="1200" b="1" i="0" kern="1200">
                <a:solidFill>
                  <a:schemeClr val="tx1"/>
                </a:solidFill>
                <a:effectLst/>
                <a:latin typeface="+mn-lt"/>
                <a:ea typeface="+mn-ea"/>
                <a:cs typeface="+mn-cs"/>
              </a:rPr>
              <a:t>Foundry-specific capabilities with OpenAI-compatible interfaces</a:t>
            </a:r>
            <a:r>
              <a:rPr lang="en-GB" sz="1200" b="0" i="0" kern="1200">
                <a:solidFill>
                  <a:schemeClr val="tx1"/>
                </a:solidFill>
                <a:effectLst/>
                <a:latin typeface="+mn-lt"/>
                <a:ea typeface="+mn-ea"/>
                <a:cs typeface="+mn-cs"/>
              </a:rPr>
              <a:t>, including access to Foundry direct models through the </a:t>
            </a:r>
            <a:r>
              <a:rPr lang="en-GB" sz="1200" b="1" i="0" kern="1200">
                <a:solidFill>
                  <a:schemeClr val="tx1"/>
                </a:solidFill>
                <a:effectLst/>
                <a:latin typeface="+mn-lt"/>
                <a:ea typeface="+mn-ea"/>
                <a:cs typeface="+mn-cs"/>
              </a:rPr>
              <a:t>Responses API</a:t>
            </a:r>
            <a:r>
              <a:rPr lang="en-GB" sz="1200" b="0" i="0" kern="1200">
                <a:solidFill>
                  <a:schemeClr val="tx1"/>
                </a:solidFill>
                <a:effectLst/>
                <a:latin typeface="+mn-lt"/>
                <a:ea typeface="+mn-ea"/>
                <a:cs typeface="+mn-cs"/>
              </a:rPr>
              <a: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800" i="0">
              <a:solidFill>
                <a:prstClr val="black"/>
              </a:solidFill>
              <a:latin typeface="Segoe Pro Light"/>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800" i="0">
              <a:solidFill>
                <a:prstClr val="black"/>
              </a:solidFill>
              <a:latin typeface="Segoe Pro Light"/>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800" i="0">
                <a:solidFill>
                  <a:prstClr val="black"/>
                </a:solidFill>
                <a:latin typeface="Segoe Pro Light"/>
              </a:rPr>
              <a:t>he Microsoft Foundry SDK provides a unified toolchain for designing and customizing AI applications and agents with enterprise-grade control. Its integrated library of models and tools, along with simplified coding experiences, enhances AI development productivity and enables organizations to responsibly scale their applications. Developers can choose from 20 prebuilt app templates, easily integrate Foundry into their apps, and switch models without coding. </a:t>
            </a:r>
            <a:endParaRPr lang="en-US" sz="2000" i="0"/>
          </a:p>
          <a:p>
            <a:endParaRPr lang="en-US" sz="1800" b="0" i="0" kern="1200">
              <a:solidFill>
                <a:srgbClr val="333333"/>
              </a:solidFill>
              <a:effectLst/>
              <a:ea typeface="+mn-ea"/>
              <a:cs typeface="+mn-cs"/>
            </a:endParaRPr>
          </a:p>
          <a:p>
            <a:r>
              <a:rPr lang="en-US" sz="1800" b="0" i="0" kern="1200">
                <a:solidFill>
                  <a:srgbClr val="333333"/>
                </a:solidFill>
                <a:effectLst/>
                <a:ea typeface="+mn-ea"/>
                <a:cs typeface="+mn-cs"/>
              </a:rPr>
              <a:t>Foundry SDK equips developers to streamline AI integration, enriching user experiences and functionalities. This comprehensive toolkit supports multiple programming languages, enabling developers to select languages and tools that align with their environment and preferences. With features like generative packages for local usage and seamless connectivity across platforms, developers can efficiently build, evaluate, and deploy AI functions. The SDK's integration into existing development environments, including virtual environments and docker containers, enhances accessibility and ease of use, ultimately simplifying resource creation and management across services.</a:t>
            </a:r>
          </a:p>
          <a:p>
            <a:endParaRPr lang="en-US" sz="1800" b="0" i="0" kern="1200">
              <a:solidFill>
                <a:srgbClr val="333333"/>
              </a:solidFill>
              <a:effectLst/>
              <a:ea typeface="+mn-ea"/>
              <a:cs typeface="+mn-cs"/>
            </a:endParaRP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Access Microsoft Foundry models and services via a single client &amp; REST API  </a:t>
            </a: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Connect to existing data and search indexes  </a:t>
            </a: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Implement knowledge retrieval with a few lines of code  </a:t>
            </a: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Connect external resources  </a:t>
            </a: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Evaluate and debug apps and agents across local, CI, and production environments </a:t>
            </a: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Automate scans for red teaming your models, apps, and agents to identify safety and security risks</a:t>
            </a:r>
          </a:p>
          <a:p>
            <a:pPr marL="285750" indent="-285750" fontAlgn="base">
              <a:spcBef>
                <a:spcPct val="0"/>
              </a:spcBef>
              <a:spcAft>
                <a:spcPts val="1000"/>
              </a:spcAft>
              <a:buFont typeface="Arial" panose="020B0604020202020204" pitchFamily="34" charset="0"/>
              <a:buChar char="•"/>
              <a:defRPr/>
            </a:pPr>
            <a:r>
              <a:rPr lang="en-US" sz="900" b="1">
                <a:solidFill>
                  <a:srgbClr val="FFFFFF"/>
                </a:solidFill>
                <a:latin typeface="Segoe Sans Text Semibold"/>
                <a:cs typeface="Segoe Sans Text Semibold"/>
              </a:rPr>
              <a:t>Code in Python, C#, JavaScript, and Java </a:t>
            </a: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023084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27F9-1ECB-9602-5D39-C6DCE9DD3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A2A62-D8A6-FC58-C0ED-54CB81697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477B7-C59F-C155-6C39-C419154BF3CA}"/>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D61E0DF-EDA2-FBE9-3BE4-1373E1B13A2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2370085-6676-F0BE-60CD-668BA7A39E8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5134ACE-A1BA-BAA5-0D36-6714EC9330D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AD15D46-4EC4-5AF9-3780-5F6E4122C2D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707576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717C1-BFF3-F9FC-A589-BA663EDBB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3A4EE-AEBF-4D29-A7A1-A8DBBF3454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A84191-EA59-C6D4-EB8E-4E410494A92C}"/>
              </a:ext>
            </a:extLst>
          </p:cNvPr>
          <p:cNvSpPr>
            <a:spLocks noGrp="1"/>
          </p:cNvSpPr>
          <p:nvPr>
            <p:ph type="body" idx="1"/>
          </p:nvPr>
        </p:nvSpPr>
        <p:spPr/>
        <p:txBody>
          <a:bodyPr/>
          <a:lstStyle/>
          <a:p>
            <a:pPr defTabSz="914367">
              <a:lnSpc>
                <a:spcPct val="90000"/>
              </a:lnSpc>
              <a:spcAft>
                <a:spcPts val="333"/>
              </a:spcAft>
              <a:defRPr/>
            </a:pPr>
            <a:r>
              <a:rPr lang="en-US" sz="2800"/>
              <a:t>In any factory, you start with raw materials. For AI apps and agents, we start with models. Models are the foundation, the brain, of any agent. </a:t>
            </a:r>
            <a:endParaRPr lang="en-US" sz="2800">
              <a:latin typeface="Segoe UI"/>
              <a:cs typeface="Segoe UI"/>
            </a:endParaRPr>
          </a:p>
          <a:p>
            <a:pPr defTabSz="914367">
              <a:lnSpc>
                <a:spcPct val="90000"/>
              </a:lnSpc>
              <a:spcAft>
                <a:spcPts val="333"/>
              </a:spcAft>
              <a:defRPr/>
            </a:pPr>
            <a:endParaRPr lang="en-US" sz="2800"/>
          </a:p>
          <a:p>
            <a:pPr defTabSz="914367">
              <a:defRPr/>
            </a:pPr>
            <a:r>
              <a:rPr lang="en-US" sz="1800"/>
              <a:t>Foundry Models offers the widest selection of models in the industry. </a:t>
            </a:r>
            <a:r>
              <a:rPr lang="en-US" sz="1800" b="0" i="0" kern="1200">
                <a:solidFill>
                  <a:schemeClr val="tx1"/>
                </a:solidFill>
                <a:effectLst/>
                <a:latin typeface="+mn-lt"/>
                <a:ea typeface="+mn-ea"/>
                <a:cs typeface="+mn-cs"/>
              </a:rPr>
              <a:t>Access over 11,000 foundational, open, reasoning, multimodal, and industry-specific models. Instantly benchmark and compare models for your use case</a:t>
            </a:r>
            <a:endParaRPr lang="en-US" sz="1800"/>
          </a:p>
          <a:p>
            <a:endParaRPr lang="en-US" sz="1800"/>
          </a:p>
          <a:p>
            <a:r>
              <a:rPr lang="en-US" sz="1800"/>
              <a:t>With Foundry </a:t>
            </a:r>
            <a:r>
              <a:rPr lang="en-US" sz="1800" kern="1200">
                <a:solidFill>
                  <a:schemeClr val="tx1"/>
                </a:solidFill>
                <a:effectLst/>
              </a:rPr>
              <a:t>Models, developers </a:t>
            </a:r>
            <a:r>
              <a:rPr lang="en-US" sz="1800"/>
              <a:t>can discover </a:t>
            </a:r>
            <a:r>
              <a:rPr lang="en-US" sz="1800" kern="1200">
                <a:solidFill>
                  <a:schemeClr val="tx1"/>
                </a:solidFill>
                <a:effectLst/>
              </a:rPr>
              <a:t>and </a:t>
            </a:r>
            <a:r>
              <a:rPr lang="en-US" sz="1800"/>
              <a:t>evaluate </a:t>
            </a:r>
            <a:r>
              <a:rPr lang="en-US" sz="1800" kern="1200">
                <a:solidFill>
                  <a:schemeClr val="tx1"/>
                </a:solidFill>
                <a:effectLst/>
              </a:rPr>
              <a:t>models </a:t>
            </a:r>
            <a:r>
              <a:rPr lang="en-US" sz="1800"/>
              <a:t>for their use cases by performance </a:t>
            </a:r>
            <a:r>
              <a:rPr lang="en-US" sz="1800" kern="1200">
                <a:solidFill>
                  <a:schemeClr val="tx1"/>
                </a:solidFill>
                <a:effectLst/>
              </a:rPr>
              <a:t>and</a:t>
            </a:r>
            <a:r>
              <a:rPr lang="en-US" sz="1800"/>
              <a:t> key parameters. They can integrate them </a:t>
            </a:r>
            <a:r>
              <a:rPr lang="en-US" sz="1800" kern="1200">
                <a:solidFill>
                  <a:schemeClr val="tx1"/>
                </a:solidFill>
                <a:effectLst/>
              </a:rPr>
              <a:t>into </a:t>
            </a:r>
            <a:r>
              <a:rPr lang="en-US" sz="1800"/>
              <a:t>their code with a unified API, change models without coding, and automatically upgrade modes to optimize costs. And Foundry offers </a:t>
            </a:r>
            <a:r>
              <a:rPr lang="en-US" sz="1800">
                <a:solidFill>
                  <a:srgbClr val="000000"/>
                </a:solidFill>
              </a:rPr>
              <a:t>consistent AI performance across cloud, local devices, and on-premises for hybrid operations. </a:t>
            </a:r>
            <a:endParaRPr lang="en-US" sz="1800"/>
          </a:p>
          <a:p>
            <a:endParaRPr lang="en-US" sz="1800">
              <a:latin typeface="+mn-lt"/>
              <a:cs typeface="Segoe UI"/>
            </a:endParaRPr>
          </a:p>
          <a:p>
            <a:r>
              <a:rPr lang="en-US" sz="1800"/>
              <a:t>To provide reliability at scale, we’ve introduced </a:t>
            </a:r>
            <a:r>
              <a:rPr lang="en-US" sz="1800" b="1"/>
              <a:t>reserved capacity</a:t>
            </a:r>
            <a:r>
              <a:rPr lang="en-US" sz="1800"/>
              <a:t> for models hosted and sold by Microsoft (like xAI3, Mistral, Black Forest Labs, and DeepSeek) – in addition to Azure OpenAI models, so developers have consistent performance even under heavy load. In addition, models hosted and sold by Microsoft offer:</a:t>
            </a:r>
          </a:p>
          <a:p>
            <a:endParaRPr lang="en-US" sz="1800"/>
          </a:p>
          <a:p>
            <a:pPr marL="285750" indent="-285750">
              <a:buFont typeface="Arial"/>
              <a:buChar char="•"/>
            </a:pPr>
            <a:r>
              <a:rPr lang="en-US" sz="1800"/>
              <a:t>SLA &amp; compliance  </a:t>
            </a:r>
          </a:p>
          <a:p>
            <a:pPr marL="285750" indent="-285750">
              <a:buFont typeface="Arial"/>
              <a:buChar char="•"/>
            </a:pPr>
            <a:r>
              <a:rPr lang="en-US" sz="1800"/>
              <a:t>Cost savings since you can share PTU quota among models</a:t>
            </a:r>
          </a:p>
          <a:p>
            <a:endParaRPr lang="en-US" sz="1800"/>
          </a:p>
          <a:p>
            <a:r>
              <a:rPr lang="en-US" sz="1800"/>
              <a:t>All Foundry Models will be accessible through a unified API and the Models MCP Server, making it seamless to go from prototype to production.</a:t>
            </a:r>
          </a:p>
          <a:p>
            <a:endParaRPr lang="en-US"/>
          </a:p>
        </p:txBody>
      </p:sp>
      <p:sp>
        <p:nvSpPr>
          <p:cNvPr id="4" name="Slide Number Placeholder 3">
            <a:extLst>
              <a:ext uri="{FF2B5EF4-FFF2-40B4-BE49-F238E27FC236}">
                <a16:creationId xmlns:a16="http://schemas.microsoft.com/office/drawing/2014/main" id="{C4C66480-EB1C-1077-590F-BDA8FE22CA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866057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614BC-F8B9-5BCF-1167-76E267511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52F2D-1A59-25CA-C050-890F7BF33E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7F27F5-095D-A157-DE62-46EBEC20D4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2C2D09-C237-6371-D3BD-AC12D9401C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34109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ED111-5173-9832-A177-EBE700E11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ECEC8-BE77-D328-46DA-80042B373B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9F5C3B-0A12-63BD-4977-0E87588882C9}"/>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400" b="0" i="0" kern="1200">
                <a:solidFill>
                  <a:schemeClr val="tx1"/>
                </a:solidFill>
                <a:effectLst/>
                <a:latin typeface="Segoe Sans Text" pitchFamily="2" charset="0"/>
                <a:ea typeface="+mn-ea"/>
                <a:cs typeface="+mn-cs"/>
              </a:rPr>
              <a:t>Benchmark models for your use case by performance and key parameters.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400" b="0" i="0" kern="1200">
              <a:solidFill>
                <a:schemeClr val="tx1"/>
              </a:solidFill>
              <a:effectLst/>
              <a:latin typeface="Segoe Sans Text" pitchFamily="2"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b="0" i="0">
                <a:solidFill>
                  <a:srgbClr val="333333"/>
                </a:solidFill>
                <a:effectLst/>
              </a:rPr>
              <a:t>Model benchmarks in Microsoft Foundry Models provide an invaluable tool for users to review and compare the performance of various AI models, based on publicly-available datasets and meeting the highest industry standards. Compare the accuracy of different models - calculated based on: </a:t>
            </a:r>
          </a:p>
          <a:p>
            <a:pPr marL="228600" marR="0" lvl="0" indent="-228600" algn="l" defTabSz="914367" rtl="0" eaLnBrk="1" fontAlgn="auto" latinLnBrk="0" hangingPunct="1">
              <a:lnSpc>
                <a:spcPct val="90000"/>
              </a:lnSpc>
              <a:spcBef>
                <a:spcPts val="0"/>
              </a:spcBef>
              <a:spcAft>
                <a:spcPts val="333"/>
              </a:spcAft>
              <a:buClrTx/>
              <a:buSzTx/>
              <a:buFontTx/>
              <a:buAutoNum type="arabicParenR"/>
              <a:tabLst/>
              <a:defRPr/>
            </a:pPr>
            <a:r>
              <a:rPr lang="en-US" sz="800" b="0" i="0">
                <a:solidFill>
                  <a:srgbClr val="333333"/>
                </a:solidFill>
                <a:effectLst/>
              </a:rPr>
              <a:t>the foundation, or base model a user selects in the Foundry Models to test and compare; </a:t>
            </a:r>
          </a:p>
          <a:p>
            <a:pPr marL="228600" marR="0" lvl="0" indent="-228600" algn="l" defTabSz="914367" rtl="0" eaLnBrk="1" fontAlgn="auto" latinLnBrk="0" hangingPunct="1">
              <a:lnSpc>
                <a:spcPct val="90000"/>
              </a:lnSpc>
              <a:spcBef>
                <a:spcPts val="0"/>
              </a:spcBef>
              <a:spcAft>
                <a:spcPts val="333"/>
              </a:spcAft>
              <a:buClrTx/>
              <a:buSzTx/>
              <a:buFontTx/>
              <a:buAutoNum type="arabicParenR"/>
              <a:tabLst/>
              <a:defRPr/>
            </a:pPr>
            <a:r>
              <a:rPr lang="en-US" sz="800" b="0" i="0">
                <a:solidFill>
                  <a:srgbClr val="333333"/>
                </a:solidFill>
                <a:effectLst/>
              </a:rPr>
              <a:t>a public dataset to test across models for consistency; and 3) a metric score to evaluate accuracy and indicate whether any given model is the right selection for the user. The metrics published in the model benchmarks help simplify the model selection process and enable users to make more confident choices when selecting a model for their task.</a:t>
            </a:r>
          </a:p>
          <a:p>
            <a:endParaRPr lang="en-US" sz="1200"/>
          </a:p>
          <a:p>
            <a:pPr>
              <a:defRPr/>
            </a:pPr>
            <a:r>
              <a:rPr lang="es-MX" sz="1200" b="1">
                <a:cs typeface="Segoe Sans Text" pitchFamily="2" charset="0"/>
              </a:rPr>
              <a:t>NOTE: </a:t>
            </a:r>
            <a:r>
              <a:rPr kumimoji="0" lang="en-US" sz="1200" u="none" strike="noStrike" kern="1200" cap="none" spc="-50" normalizeH="0" baseline="0" noProof="0">
                <a:ln w="3175">
                  <a:noFill/>
                </a:ln>
                <a:solidFill>
                  <a:schemeClr val="tx1"/>
                </a:solidFill>
                <a:effectLst/>
                <a:uLnTx/>
                <a:uFillTx/>
                <a:cs typeface="Segoe Sans Text" pitchFamily="2" charset="0"/>
              </a:rPr>
              <a:t>Currently, Microsoft Foundry only provides benchmarks based on accuracy; benchmarks are updated regularly as new metrics and datasets are added to existing models, and as new models are added to the model catalog</a:t>
            </a:r>
            <a:r>
              <a:rPr lang="en-US" sz="1200" spc="-50">
                <a:ln w="3175">
                  <a:noFill/>
                </a:ln>
                <a:cs typeface="Segoe Sans Text" pitchFamily="2" charset="0"/>
              </a:rPr>
              <a:t> </a:t>
            </a:r>
            <a:endParaRPr lang="en-US" sz="1200" u="none" strike="noStrike" kern="1200" cap="none" spc="-50" normalizeH="0" baseline="0" noProof="0">
              <a:ln w="3175">
                <a:noFill/>
              </a:ln>
              <a:solidFill>
                <a:schemeClr val="tx1"/>
              </a:solidFill>
              <a:effectLst/>
              <a:uLnTx/>
              <a:uFillTx/>
              <a:cs typeface="Segoe Sans Text" pitchFamily="2" charset="0"/>
            </a:endParaRPr>
          </a:p>
          <a:p>
            <a:endParaRPr lang="es-MX" sz="1200"/>
          </a:p>
          <a:p>
            <a:endParaRPr lang="en-US"/>
          </a:p>
        </p:txBody>
      </p:sp>
      <p:sp>
        <p:nvSpPr>
          <p:cNvPr id="4" name="Slide Number Placeholder 3">
            <a:extLst>
              <a:ext uri="{FF2B5EF4-FFF2-40B4-BE49-F238E27FC236}">
                <a16:creationId xmlns:a16="http://schemas.microsoft.com/office/drawing/2014/main" id="{7E201069-18CF-2D78-7FEC-8ADD139704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6390663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90ED-757A-FB74-B219-6B8CCD16E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B6B6E-85A3-72D5-9FF2-89A49CF514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1C878D-EFA5-B764-CC99-7DF22D250002}"/>
              </a:ext>
            </a:extLst>
          </p:cNvPr>
          <p:cNvSpPr>
            <a:spLocks noGrp="1"/>
          </p:cNvSpPr>
          <p:nvPr>
            <p:ph type="body" idx="1"/>
          </p:nvPr>
        </p:nvSpPr>
        <p:spPr/>
        <p:txBody>
          <a:bodyPr/>
          <a:lstStyle/>
          <a:p>
            <a:pPr rtl="0" fontAlgn="base"/>
            <a:r>
              <a:rPr lang="en-US" sz="1200" b="0" i="0" u="none" strike="noStrike" kern="1200">
                <a:solidFill>
                  <a:schemeClr val="tx1"/>
                </a:solidFill>
                <a:effectLst/>
                <a:latin typeface="Segoe Sans Text" pitchFamily="2" charset="0"/>
                <a:ea typeface="+mn-ea"/>
                <a:cs typeface="+mn-cs"/>
              </a:rPr>
              <a:t>A performance ranking system that highlights the top-performing AI models across different categories and tasks.</a:t>
            </a:r>
            <a:r>
              <a:rPr lang="en-US" sz="1200" b="0" i="0" kern="1200">
                <a:solidFill>
                  <a:schemeClr val="tx1"/>
                </a:solidFill>
                <a:effectLst/>
                <a:latin typeface="Segoe Sans Text" pitchFamily="2" charset="0"/>
                <a:ea typeface="+mn-ea"/>
                <a:cs typeface="+mn-cs"/>
              </a:rPr>
              <a:t>​</a:t>
            </a:r>
          </a:p>
          <a:p>
            <a:pPr rtl="0" fontAlgn="base"/>
            <a:r>
              <a:rPr lang="en-US" sz="1200" b="0" i="0" kern="1200">
                <a:solidFill>
                  <a:schemeClr val="tx1"/>
                </a:solidFill>
                <a:effectLst/>
                <a:latin typeface="Segoe Sans Text" pitchFamily="2" charset="0"/>
                <a:ea typeface="+mn-ea"/>
                <a:cs typeface="+mn-cs"/>
              </a:rPr>
              <a:t>​</a:t>
            </a:r>
          </a:p>
          <a:p>
            <a:pPr rtl="0" fontAlgn="base"/>
            <a:r>
              <a:rPr lang="en-US" sz="1200" b="0" i="0" u="none" strike="noStrike" kern="1200">
                <a:solidFill>
                  <a:schemeClr val="tx1"/>
                </a:solidFill>
                <a:effectLst/>
                <a:latin typeface="Segoe Sans Text" pitchFamily="2" charset="0"/>
                <a:ea typeface="+mn-ea"/>
                <a:cs typeface="+mn-cs"/>
              </a:rPr>
              <a:t>No more guesswork—see which model shines on your task.</a:t>
            </a:r>
            <a:r>
              <a:rPr lang="en-US" sz="1200" b="0" i="0" kern="1200">
                <a:solidFill>
                  <a:schemeClr val="tx1"/>
                </a:solidFill>
                <a:effectLst/>
                <a:latin typeface="Segoe Sans Text" pitchFamily="2" charset="0"/>
                <a:ea typeface="+mn-ea"/>
                <a:cs typeface="+mn-cs"/>
              </a:rPr>
              <a:t>​</a:t>
            </a:r>
          </a:p>
          <a:p>
            <a:pPr rtl="0" fontAlgn="base"/>
            <a:r>
              <a:rPr lang="en-US" sz="1200" b="0" i="0" kern="1200">
                <a:solidFill>
                  <a:schemeClr val="tx1"/>
                </a:solidFill>
                <a:effectLst/>
                <a:latin typeface="Segoe Sans Text" pitchFamily="2" charset="0"/>
                <a:ea typeface="+mn-ea"/>
                <a:cs typeface="+mn-cs"/>
              </a:rPr>
              <a:t>​</a:t>
            </a:r>
          </a:p>
          <a:p>
            <a:pPr rtl="0" fontAlgn="base"/>
            <a:r>
              <a:rPr lang="en-US" sz="1200" b="1" i="0" u="none" strike="noStrike" kern="1200">
                <a:solidFill>
                  <a:schemeClr val="tx1"/>
                </a:solidFill>
                <a:effectLst/>
                <a:latin typeface="Segoe Sans Text" pitchFamily="2" charset="0"/>
                <a:ea typeface="+mn-ea"/>
                <a:cs typeface="+mn-cs"/>
              </a:rPr>
              <a:t>1. Confident Model Selection</a:t>
            </a:r>
            <a:r>
              <a:rPr lang="en-US" sz="1200" b="0" i="0" kern="1200">
                <a:solidFill>
                  <a:schemeClr val="tx1"/>
                </a:solidFill>
                <a:effectLst/>
                <a:latin typeface="Segoe Sans Text" pitchFamily="2" charset="0"/>
                <a:ea typeface="+mn-ea"/>
                <a:cs typeface="+mn-cs"/>
              </a:rPr>
              <a:t>​</a:t>
            </a:r>
          </a:p>
          <a:p>
            <a:pPr rtl="0" fontAlgn="base"/>
            <a:r>
              <a:rPr lang="en-US" sz="1200" b="0" i="0" u="none" strike="noStrike" kern="1200">
                <a:solidFill>
                  <a:schemeClr val="tx1"/>
                </a:solidFill>
                <a:effectLst/>
                <a:latin typeface="Segoe Sans Text" pitchFamily="2" charset="0"/>
                <a:ea typeface="+mn-ea"/>
                <a:cs typeface="+mn-cs"/>
              </a:rPr>
              <a:t>Make informed choices backed by transparent, benchmark-based rankings—no need for trial and error.</a:t>
            </a:r>
            <a:r>
              <a:rPr lang="en-US" sz="1200" b="0" i="0" kern="1200">
                <a:solidFill>
                  <a:schemeClr val="tx1"/>
                </a:solidFill>
                <a:effectLst/>
                <a:latin typeface="Segoe Sans Text" pitchFamily="2" charset="0"/>
                <a:ea typeface="+mn-ea"/>
                <a:cs typeface="+mn-cs"/>
              </a:rPr>
              <a:t>​</a:t>
            </a:r>
          </a:p>
          <a:p>
            <a:pPr rtl="0" fontAlgn="base"/>
            <a:endParaRPr lang="en-US" sz="1200" b="0" i="0" kern="1200">
              <a:solidFill>
                <a:schemeClr val="tx1"/>
              </a:solidFill>
              <a:effectLst/>
              <a:latin typeface="Segoe Sans Text" pitchFamily="2" charset="0"/>
              <a:ea typeface="+mn-ea"/>
              <a:cs typeface="+mn-cs"/>
            </a:endParaRPr>
          </a:p>
          <a:p>
            <a:pPr rtl="0" fontAlgn="base"/>
            <a:r>
              <a:rPr lang="en-US" sz="1200" b="0" i="0" u="none" strike="noStrike" kern="1200">
                <a:solidFill>
                  <a:schemeClr val="tx1"/>
                </a:solidFill>
                <a:effectLst/>
                <a:latin typeface="Segoe Sans Text" pitchFamily="2" charset="0"/>
                <a:ea typeface="+mn-ea"/>
                <a:cs typeface="+mn-cs"/>
              </a:rPr>
              <a:t> </a:t>
            </a:r>
            <a:r>
              <a:rPr lang="en-US" sz="1200" b="1" i="0" u="none" strike="noStrike" kern="1200">
                <a:solidFill>
                  <a:schemeClr val="tx1"/>
                </a:solidFill>
                <a:effectLst/>
                <a:latin typeface="Segoe Sans Text" pitchFamily="2" charset="0"/>
                <a:ea typeface="+mn-ea"/>
                <a:cs typeface="+mn-cs"/>
              </a:rPr>
              <a:t>2. Faster Time to Production</a:t>
            </a:r>
            <a:r>
              <a:rPr lang="en-US" sz="1200" b="0" i="0" kern="1200">
                <a:solidFill>
                  <a:schemeClr val="tx1"/>
                </a:solidFill>
                <a:effectLst/>
                <a:latin typeface="Segoe Sans Text" pitchFamily="2" charset="0"/>
                <a:ea typeface="+mn-ea"/>
                <a:cs typeface="+mn-cs"/>
              </a:rPr>
              <a:t>​</a:t>
            </a:r>
          </a:p>
          <a:p>
            <a:pPr rtl="0" fontAlgn="base"/>
            <a:r>
              <a:rPr lang="en-US" sz="1200" b="0" i="0" u="none" strike="noStrike" kern="1200">
                <a:solidFill>
                  <a:schemeClr val="tx1"/>
                </a:solidFill>
                <a:effectLst/>
                <a:latin typeface="Segoe Sans Text" pitchFamily="2" charset="0"/>
                <a:ea typeface="+mn-ea"/>
                <a:cs typeface="+mn-cs"/>
              </a:rPr>
              <a:t>Quickly find the best-performing model for your use case, accelerating development and deployment.</a:t>
            </a:r>
            <a:r>
              <a:rPr lang="en-US" sz="1200" b="0" i="0" kern="1200">
                <a:solidFill>
                  <a:schemeClr val="tx1"/>
                </a:solidFill>
                <a:effectLst/>
                <a:latin typeface="Segoe Sans Text" pitchFamily="2" charset="0"/>
                <a:ea typeface="+mn-ea"/>
                <a:cs typeface="+mn-cs"/>
              </a:rPr>
              <a:t>​</a:t>
            </a:r>
          </a:p>
          <a:p>
            <a:pPr rtl="0" fontAlgn="base"/>
            <a:endParaRPr lang="en-US" sz="1200" b="0" i="0" kern="1200">
              <a:solidFill>
                <a:schemeClr val="tx1"/>
              </a:solidFill>
              <a:effectLst/>
              <a:latin typeface="Segoe Sans Text" pitchFamily="2" charset="0"/>
              <a:ea typeface="+mn-ea"/>
              <a:cs typeface="+mn-cs"/>
            </a:endParaRPr>
          </a:p>
          <a:p>
            <a:pPr rtl="0" fontAlgn="base"/>
            <a:r>
              <a:rPr lang="en-US" sz="1200" b="1" i="0" u="none" strike="noStrike" kern="1200">
                <a:solidFill>
                  <a:schemeClr val="tx1"/>
                </a:solidFill>
                <a:effectLst/>
                <a:latin typeface="Segoe Sans Text" pitchFamily="2" charset="0"/>
                <a:ea typeface="+mn-ea"/>
                <a:cs typeface="+mn-cs"/>
              </a:rPr>
              <a:t>3. Unified View Across Providers</a:t>
            </a:r>
            <a:r>
              <a:rPr lang="en-US" sz="1200" b="0" i="0" kern="1200">
                <a:solidFill>
                  <a:schemeClr val="tx1"/>
                </a:solidFill>
                <a:effectLst/>
                <a:latin typeface="Segoe Sans Text" pitchFamily="2" charset="0"/>
                <a:ea typeface="+mn-ea"/>
                <a:cs typeface="+mn-cs"/>
              </a:rPr>
              <a:t>​</a:t>
            </a:r>
          </a:p>
          <a:p>
            <a:pPr rtl="0" fontAlgn="base"/>
            <a:r>
              <a:rPr lang="en-US" sz="1200" b="0" i="0" u="none" strike="noStrike" kern="1200">
                <a:solidFill>
                  <a:schemeClr val="tx1"/>
                </a:solidFill>
                <a:effectLst/>
                <a:latin typeface="Segoe Sans Text" pitchFamily="2" charset="0"/>
                <a:ea typeface="+mn-ea"/>
                <a:cs typeface="+mn-cs"/>
              </a:rPr>
              <a:t>Compare models from Microsoft, partners, and the open-source community in one consistent, trusted interface.</a:t>
            </a:r>
            <a:endParaRPr lang="en-US" sz="1200" b="0" i="0" kern="1200">
              <a:solidFill>
                <a:schemeClr val="tx1"/>
              </a:solidFill>
              <a:effectLst/>
              <a:latin typeface="Segoe Sans Text" pitchFamily="2" charset="0"/>
              <a:ea typeface="+mn-ea"/>
              <a:cs typeface="+mn-cs"/>
            </a:endParaRPr>
          </a:p>
          <a:p>
            <a:endParaRPr lang="en-US"/>
          </a:p>
        </p:txBody>
      </p:sp>
      <p:sp>
        <p:nvSpPr>
          <p:cNvPr id="4" name="Slide Number Placeholder 3">
            <a:extLst>
              <a:ext uri="{FF2B5EF4-FFF2-40B4-BE49-F238E27FC236}">
                <a16:creationId xmlns:a16="http://schemas.microsoft.com/office/drawing/2014/main" id="{6208BDBC-8173-2D7B-6B9C-C940CD4028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5317321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CC515-0876-7765-E646-C04D32F7C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1B2237-1BE6-7714-D73B-19832092E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9992C-3303-5CE1-C253-A5E2CBF3FF66}"/>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5355466-287A-2363-F5BB-FAD1DFF7850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09056495-60AF-82F0-9D42-B3A31A4F4A91}"/>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19DDACA-332C-ADAC-85CD-1361082FF35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FCC1893D-F3CA-240A-45B1-6C8E0EF4426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11456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CBA3B-8E78-8938-DEEC-E3EE8B0B4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D5CE5-7E40-8E7A-0E5B-10FD46D08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F0B72B-7407-0887-AAD2-9E03DDA6A702}"/>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697BA14-5B7E-FE3A-1348-C43BD129A37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560EA00D-EECC-CD7F-E54F-7FB90E6F454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3F82327-293A-77A3-1F9B-EC13AAC1BCA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61C54D66-0237-4E9F-A0E8-E8BC7327286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39375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C4D4-0399-D88B-A14B-26184BC9E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CA052-51CF-09A6-474D-302DB6B0A7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DF7F34-63F2-84F6-9762-0D84B0047BC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0"/>
              </a:spcAft>
              <a:buClrTx/>
              <a:buSzTx/>
              <a:buFontTx/>
              <a:buNone/>
              <a:tabLst/>
              <a:defRPr/>
            </a:pPr>
            <a:r>
              <a:rPr lang="en-US" sz="800">
                <a:ln w="3175">
                  <a:noFill/>
                </a:ln>
                <a:solidFill>
                  <a:schemeClr val="tx1"/>
                </a:solidFill>
                <a:latin typeface="Segoe Sans Text" pitchFamily="2" charset="0"/>
                <a:cs typeface="Segoe Sans Text" pitchFamily="2" charset="0"/>
              </a:rPr>
              <a:t>Customize</a:t>
            </a:r>
            <a:r>
              <a:rPr kumimoji="0" lang="en-US" sz="800" b="0" i="0" u="none" strike="noStrike" kern="1200" cap="none" spc="0" normalizeH="0" baseline="0" noProof="0">
                <a:ln w="3175">
                  <a:noFill/>
                </a:ln>
                <a:solidFill>
                  <a:schemeClr val="tx1"/>
                </a:solidFill>
                <a:effectLst/>
                <a:uLnTx/>
                <a:uFillTx/>
                <a:latin typeface="Segoe Sans Text" pitchFamily="2" charset="0"/>
                <a:ea typeface="+mn-ea"/>
                <a:cs typeface="Segoe Sans Text" pitchFamily="2" charset="0"/>
              </a:rPr>
              <a:t> agents with out-of-the-box APIs and multi-modal models. </a:t>
            </a:r>
          </a:p>
          <a:p>
            <a:pPr marL="0" marR="0" lvl="0" indent="0" algn="l" defTabSz="914367" rtl="0" eaLnBrk="1" fontAlgn="auto" latinLnBrk="0" hangingPunct="1">
              <a:lnSpc>
                <a:spcPct val="90000"/>
              </a:lnSpc>
              <a:spcBef>
                <a:spcPts val="0"/>
              </a:spcBef>
              <a:spcAft>
                <a:spcPts val="0"/>
              </a:spcAft>
              <a:buClrTx/>
              <a:buSzTx/>
              <a:buFontTx/>
              <a:buNone/>
              <a:tabLst/>
              <a:defRPr/>
            </a:pPr>
            <a:endParaRPr lang="en-US" sz="800" spc="-50">
              <a:ln w="3175">
                <a:noFill/>
              </a:ln>
              <a:solidFill>
                <a:schemeClr val="bg1"/>
              </a:solidFill>
              <a:cs typeface="Segoe Sans Text" pitchFamily="2" charset="0"/>
            </a:endParaRPr>
          </a:p>
        </p:txBody>
      </p:sp>
      <p:sp>
        <p:nvSpPr>
          <p:cNvPr id="4" name="Header Placeholder 3">
            <a:extLst>
              <a:ext uri="{FF2B5EF4-FFF2-40B4-BE49-F238E27FC236}">
                <a16:creationId xmlns:a16="http://schemas.microsoft.com/office/drawing/2014/main" id="{DD1E1A4B-ADD7-D78A-45FB-DF31AD4DA67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E5349A56-A0E6-E347-B913-62A141E1721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CA96DC7-D2BD-6056-3E81-A4CD1ACEF60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B76B3D19-EAFF-FF59-57A7-796C662554E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4009172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F7CB7-6580-A542-FF84-201D8B779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74F31-A5FD-F86C-2D2C-6D6F57DAF2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3897F8-E778-7FEA-93E3-7B8EC2798080}"/>
              </a:ext>
            </a:extLst>
          </p:cNvPr>
          <p:cNvSpPr>
            <a:spLocks noGrp="1"/>
          </p:cNvSpPr>
          <p:nvPr>
            <p:ph type="body" idx="1"/>
          </p:nvPr>
        </p:nvSpPr>
        <p:spPr/>
        <p:txBody>
          <a:bodyPr/>
          <a:lstStyle/>
          <a:p>
            <a:r>
              <a:rPr lang="en-CA" sz="1200" u="none" kern="1200">
                <a:solidFill>
                  <a:schemeClr val="tx1"/>
                </a:solidFill>
                <a:effectLst/>
                <a:latin typeface="+mn-lt"/>
                <a:ea typeface="+mn-ea"/>
                <a:cs typeface="+mn-cs"/>
              </a:rPr>
              <a:t>To build the next wave of agentic applications, developers need secure, </a:t>
            </a:r>
            <a:r>
              <a:rPr lang="en-CA" sz="1200" b="0" u="none" kern="1200">
                <a:solidFill>
                  <a:schemeClr val="tx1"/>
                </a:solidFill>
                <a:effectLst/>
                <a:latin typeface="+mn-lt"/>
                <a:ea typeface="+mn-ea"/>
                <a:cs typeface="+mn-cs"/>
              </a:rPr>
              <a:t>real-time</a:t>
            </a:r>
            <a:r>
              <a:rPr lang="en-CA" sz="1200" u="none" kern="1200">
                <a:solidFill>
                  <a:schemeClr val="tx1"/>
                </a:solidFill>
                <a:effectLst/>
                <a:latin typeface="+mn-lt"/>
                <a:ea typeface="+mn-ea"/>
                <a:cs typeface="+mn-cs"/>
              </a:rPr>
              <a:t> access to business systems and multimodal tools that not only help agents understand your business context, but also take action on that context. </a:t>
            </a:r>
          </a:p>
          <a:p>
            <a:endParaRPr lang="en-CA" sz="1200" u="none" kern="1200">
              <a:solidFill>
                <a:schemeClr val="tx1"/>
              </a:solidFill>
              <a:effectLst/>
              <a:latin typeface="+mn-lt"/>
              <a:ea typeface="+mn-ea"/>
              <a:cs typeface="+mn-cs"/>
            </a:endParaRPr>
          </a:p>
          <a:p>
            <a:r>
              <a:rPr lang="en-CA" sz="1200" u="none" kern="1200">
                <a:solidFill>
                  <a:schemeClr val="tx1"/>
                </a:solidFill>
                <a:effectLst/>
                <a:latin typeface="+mn-lt"/>
                <a:ea typeface="+mn-ea"/>
                <a:cs typeface="+mn-cs"/>
              </a:rPr>
              <a:t>Providing these tools with built-in security and governance enables developers to focus on agent logic and delivering business value faster. </a:t>
            </a:r>
          </a:p>
          <a:p>
            <a:endParaRPr lang="en-US" sz="1200" b="1"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Foundry </a:t>
            </a:r>
            <a:r>
              <a:rPr lang="en-US" sz="1200" kern="1200">
                <a:solidFill>
                  <a:schemeClr val="tx1"/>
                </a:solidFill>
                <a:effectLst/>
                <a:latin typeface="+mn-lt"/>
                <a:ea typeface="+mn-ea"/>
                <a:cs typeface="+mn-cs"/>
              </a:rPr>
              <a:t>enables developers to enrich agents with real-time business context, multimodal capabilities, and custom business logic through a unified catalog of </a:t>
            </a:r>
            <a:r>
              <a:rPr lang="en-US" sz="1200" b="1" kern="1200">
                <a:solidFill>
                  <a:schemeClr val="tx1"/>
                </a:solidFill>
                <a:effectLst/>
                <a:latin typeface="+mn-lt"/>
                <a:ea typeface="+mn-ea"/>
                <a:cs typeface="+mn-cs"/>
              </a:rPr>
              <a:t>Model Context Protocol (MCP) enabled tools</a:t>
            </a:r>
            <a:r>
              <a:rPr lang="en-US" sz="1200" kern="1200">
                <a:solidFill>
                  <a:schemeClr val="tx1"/>
                </a:solidFill>
                <a:effectLst/>
                <a:latin typeface="+mn-lt"/>
                <a:ea typeface="+mn-ea"/>
                <a:cs typeface="+mn-cs"/>
              </a:rPr>
              <a:t>.</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Benefits include:</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Unified tool discovery:</a:t>
            </a:r>
            <a:r>
              <a:rPr lang="en-US" sz="1200" kern="1200">
                <a:solidFill>
                  <a:schemeClr val="tx1"/>
                </a:solidFill>
                <a:effectLst/>
                <a:latin typeface="+mn-lt"/>
                <a:ea typeface="+mn-ea"/>
                <a:cs typeface="+mn-cs"/>
              </a:rPr>
              <a:t> Developers can now find, connect, and manage public or private MCP tools for agents from a single, secure interface in Azure AI Foundry.</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Deep business integration:</a:t>
            </a:r>
            <a:r>
              <a:rPr lang="en-US" sz="1200" kern="1200">
                <a:solidFill>
                  <a:schemeClr val="tx1"/>
                </a:solidFill>
                <a:effectLst/>
                <a:latin typeface="+mn-lt"/>
                <a:ea typeface="+mn-ea"/>
                <a:cs typeface="+mn-cs"/>
              </a:rPr>
              <a:t> Connectors provide access to </a:t>
            </a:r>
            <a:r>
              <a:rPr lang="en-CA" sz="1200" u="sng" kern="1200">
                <a:solidFill>
                  <a:schemeClr val="tx1"/>
                </a:solidFill>
                <a:effectLst/>
                <a:latin typeface="+mn-lt"/>
                <a:ea typeface="+mn-ea"/>
                <a:cs typeface="+mn-cs"/>
                <a:hlinkClick r:id="rId3"/>
              </a:rPr>
              <a:t>1,400+ business systems</a:t>
            </a:r>
            <a:r>
              <a:rPr lang="en-US" sz="1200" u="none" strike="noStrike" kern="1200">
                <a:solidFill>
                  <a:schemeClr val="tx1"/>
                </a:solidFill>
                <a:effectLst/>
                <a:latin typeface="+mn-lt"/>
                <a:ea typeface="+mn-ea"/>
                <a:cs typeface="+mn-cs"/>
                <a:hlinkClick r:id="rId3"/>
              </a:rPr>
              <a:t> </a:t>
            </a:r>
            <a:r>
              <a:rPr lang="en-US" sz="1200" kern="1200">
                <a:solidFill>
                  <a:schemeClr val="tx1"/>
                </a:solidFill>
                <a:effectLst/>
                <a:latin typeface="+mn-lt"/>
                <a:ea typeface="+mn-ea"/>
                <a:cs typeface="+mn-cs"/>
              </a:rPr>
              <a:t>like SAP, Salesforce, and HubSpot exposed as MCP tools, enabling agents to quickly integrate with core business services and act on real-time business data and events.</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Access to prebuilt AI tools:</a:t>
            </a:r>
            <a:r>
              <a:rPr lang="en-US" sz="1200" kern="1200">
                <a:solidFill>
                  <a:schemeClr val="tx1"/>
                </a:solidFill>
                <a:effectLst/>
                <a:latin typeface="+mn-lt"/>
                <a:ea typeface="+mn-ea"/>
                <a:cs typeface="+mn-cs"/>
              </a:rPr>
              <a:t> Foundry Tools provides out-of-the-box capabilities for transcription, translation, voice, and intelligent document processing, available as MCP servers and for rapid agent development.</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Custom tool extensibility:</a:t>
            </a:r>
            <a:r>
              <a:rPr lang="en-US" sz="1200" kern="1200">
                <a:solidFill>
                  <a:schemeClr val="tx1"/>
                </a:solidFill>
                <a:effectLst/>
                <a:latin typeface="+mn-lt"/>
                <a:ea typeface="+mn-ea"/>
                <a:cs typeface="+mn-cs"/>
              </a:rPr>
              <a:t> Through API Management, </a:t>
            </a:r>
            <a:r>
              <a:rPr lang="en-CA" sz="1200" kern="1200">
                <a:solidFill>
                  <a:schemeClr val="tx1"/>
                </a:solidFill>
                <a:effectLst/>
                <a:latin typeface="+mn-lt"/>
                <a:ea typeface="+mn-ea"/>
                <a:cs typeface="+mn-cs"/>
              </a:rPr>
              <a:t>any API or function can be securely exposed as an MCP tool, enabling developers to reuse existing business logic and further accelerate time-to-value</a:t>
            </a:r>
            <a:r>
              <a:rPr lang="en-US" sz="1200" kern="1200">
                <a:solidFill>
                  <a:schemeClr val="tx1"/>
                </a:solidFill>
                <a:effectLst/>
                <a:latin typeface="+mn-lt"/>
                <a:ea typeface="+mn-ea"/>
                <a:cs typeface="+mn-cs"/>
              </a:rPr>
              <a:t>.</a:t>
            </a:r>
            <a:endParaRPr lang="en-US"/>
          </a:p>
          <a:p>
            <a:endParaRPr lang="en-US" sz="1200" kern="1200">
              <a:solidFill>
                <a:schemeClr val="tx1"/>
              </a:solidFill>
              <a:effectLst/>
              <a:ea typeface="+mn-ea"/>
              <a:cs typeface="+mn-cs"/>
            </a:endParaRPr>
          </a:p>
        </p:txBody>
      </p:sp>
      <p:sp>
        <p:nvSpPr>
          <p:cNvPr id="4" name="Header Placeholder 3">
            <a:extLst>
              <a:ext uri="{FF2B5EF4-FFF2-40B4-BE49-F238E27FC236}">
                <a16:creationId xmlns:a16="http://schemas.microsoft.com/office/drawing/2014/main" id="{9FA62D7F-D989-4223-F3FA-0A40158BC55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B69B842E-9F6F-799B-2E5E-13BF27BD067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194AAE5-C7D6-9BE9-D450-CB9ADE4615E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3A8C427D-4BB5-621B-73EE-33C10D841D0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6604899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Next: connectivity, solved out of the box.</a:t>
            </a:r>
          </a:p>
          <a:p>
            <a:r>
              <a:rPr lang="en-US" sz="1200"/>
              <a:t>Foundry Tools connects agents to over 1,400 MCP-enabled connectors and pre-built capabilities through a single endpoint with Toolboxes. Pre-built tools include Speech, Vision, Language, Translation, and Content Understanding. Plus connectors to Dynamics 365, Salesforce, Slack, HubSpot, Google Drive, SAP, and many more.</a:t>
            </a:r>
          </a:p>
          <a:p>
            <a:r>
              <a:rPr lang="en-US" sz="1200"/>
              <a:t>Everything supports Model Context Protocol, Agent-to-Agent Protocol, and </a:t>
            </a:r>
            <a:r>
              <a:rPr lang="en-US" sz="1200" err="1"/>
              <a:t>OpenAPI</a:t>
            </a:r>
            <a:r>
              <a:rPr lang="en-US" sz="1200"/>
              <a:t> — so agents can discover and invoke tools at runtime rather than having them hard-wired. Stop re-implementing the same integrations for every agent.</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37880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1B38-FF7E-19C9-27F3-2E3884F93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3919B-7252-C83B-90A7-AF440F4AA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BB2D9-F327-171F-AF6F-D3FD96BD5544}"/>
              </a:ext>
            </a:extLst>
          </p:cNvPr>
          <p:cNvSpPr>
            <a:spLocks noGrp="1"/>
          </p:cNvSpPr>
          <p:nvPr>
            <p:ph type="body" idx="1"/>
          </p:nvPr>
        </p:nvSpPr>
        <p:spPr/>
        <p:txBody>
          <a:bodyPr/>
          <a:lstStyle/>
          <a:p>
            <a:r>
              <a:rPr lang="en-DE"/>
              <a:t>I want to introduce </a:t>
            </a:r>
            <a:r>
              <a:rPr lang="en-DE" b="1"/>
              <a:t>Toolboxes</a:t>
            </a:r>
            <a:r>
              <a:rPr lang="en-DE"/>
              <a:t>, which are currently available in </a:t>
            </a:r>
            <a:r>
              <a:rPr lang="en-DE" b="1"/>
              <a:t>public preview</a:t>
            </a:r>
            <a:r>
              <a:rPr lang="en-DE"/>
              <a:t> in Microsoft Foundry.</a:t>
            </a: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When you are building agents you connect them to </a:t>
            </a:r>
            <a:r>
              <a:rPr lang="en-DE" sz="1200" b="0" i="0" kern="1200">
                <a:solidFill>
                  <a:schemeClr val="tx1"/>
                </a:solidFill>
                <a:effectLst/>
                <a:latin typeface="+mn-lt"/>
                <a:ea typeface="+mn-ea"/>
                <a:cs typeface="+mn-cs"/>
              </a:rPr>
              <a:t>many different tools and systems—such as </a:t>
            </a:r>
            <a:r>
              <a:rPr lang="en-GB" sz="1200" b="0" i="0" kern="1200">
                <a:solidFill>
                  <a:schemeClr val="tx1"/>
                </a:solidFill>
                <a:effectLst/>
                <a:latin typeface="+mn-lt"/>
                <a:ea typeface="+mn-ea"/>
                <a:cs typeface="+mn-cs"/>
              </a:rPr>
              <a:t>internal </a:t>
            </a:r>
            <a:r>
              <a:rPr lang="en-DE" sz="1200" b="0" i="0" kern="1200">
                <a:solidFill>
                  <a:schemeClr val="tx1"/>
                </a:solidFill>
                <a:effectLst/>
                <a:latin typeface="+mn-lt"/>
                <a:ea typeface="+mn-ea"/>
                <a:cs typeface="+mn-cs"/>
              </a:rPr>
              <a:t>APIs, MCP servers, A2A </a:t>
            </a:r>
            <a:r>
              <a:rPr lang="en-GB" sz="1200" b="0" i="0" kern="1200">
                <a:solidFill>
                  <a:schemeClr val="tx1"/>
                </a:solidFill>
                <a:effectLst/>
                <a:latin typeface="+mn-lt"/>
                <a:ea typeface="+mn-ea"/>
                <a:cs typeface="+mn-cs"/>
              </a:rPr>
              <a:t>endpoints</a:t>
            </a:r>
            <a:r>
              <a:rPr lang="en-DE" sz="1200" b="0" i="0" kern="1200">
                <a:solidFill>
                  <a:schemeClr val="tx1"/>
                </a:solidFill>
                <a:effectLst/>
                <a:latin typeface="+mn-lt"/>
                <a:ea typeface="+mn-ea"/>
                <a:cs typeface="+mn-cs"/>
              </a:rPr>
              <a:t>, </a:t>
            </a:r>
            <a:r>
              <a:rPr lang="en-GB" sz="1200" b="0" i="0" kern="1200">
                <a:solidFill>
                  <a:schemeClr val="tx1"/>
                </a:solidFill>
                <a:effectLst/>
                <a:latin typeface="+mn-lt"/>
                <a:ea typeface="+mn-ea"/>
                <a:cs typeface="+mn-cs"/>
              </a:rPr>
              <a:t>etc</a:t>
            </a:r>
            <a:r>
              <a:rPr lang="en-DE" sz="1200" b="0" i="0" kern="1200">
                <a:solidFill>
                  <a:schemeClr val="tx1"/>
                </a:solidFill>
                <a:effectLst/>
                <a:latin typeface="+mn-lt"/>
                <a:ea typeface="+mn-ea"/>
                <a:cs typeface="+mn-cs"/>
              </a:rPr>
              <a:t>. </a:t>
            </a:r>
            <a:r>
              <a:rPr lang="en-GB" sz="1200" b="0" i="0" kern="1200">
                <a:solidFill>
                  <a:schemeClr val="tx1"/>
                </a:solidFill>
                <a:effectLst/>
                <a:latin typeface="+mn-lt"/>
                <a:ea typeface="+mn-ea"/>
                <a:cs typeface="+mn-cs"/>
              </a:rPr>
              <a:t>Each </a:t>
            </a:r>
            <a:r>
              <a:rPr lang="en-DE" sz="1200" b="0" i="0" kern="1200">
                <a:solidFill>
                  <a:schemeClr val="tx1"/>
                </a:solidFill>
                <a:effectLst/>
                <a:latin typeface="+mn-lt"/>
                <a:ea typeface="+mn-ea"/>
                <a:cs typeface="+mn-cs"/>
              </a:rPr>
              <a:t>agent has to integrate with these tools individually</a:t>
            </a:r>
            <a:r>
              <a:rPr lang="en-GB" sz="1200" b="0" i="0" kern="1200">
                <a:solidFill>
                  <a:schemeClr val="tx1"/>
                </a:solidFill>
                <a:effectLst/>
                <a:latin typeface="+mn-lt"/>
                <a:ea typeface="+mn-ea"/>
                <a:cs typeface="+mn-cs"/>
              </a:rPr>
              <a:t>. </a:t>
            </a:r>
            <a:r>
              <a:rPr lang="en-GB"/>
              <a:t>You</a:t>
            </a:r>
            <a:r>
              <a:rPr lang="en-DE"/>
              <a:t> need to handle </a:t>
            </a:r>
            <a:r>
              <a:rPr lang="en-DE" b="1"/>
              <a:t>different integration protocols, different authentication methods, different tool definitions, </a:t>
            </a:r>
            <a:r>
              <a:rPr lang="en-DE"/>
              <a:t>and different lifecycle updates. If a tool changes, every agent using that tool may need to be updated and redeployed. This creates </a:t>
            </a:r>
            <a:r>
              <a:rPr lang="en-GB"/>
              <a:t>a lot of work</a:t>
            </a:r>
            <a:endParaRPr lang="en-DE"/>
          </a:p>
          <a:p>
            <a:r>
              <a:rPr lang="en-DE" b="1"/>
              <a:t>Toolbox solves this by providing a single managed endpoint for every tool type.</a:t>
            </a:r>
            <a:endParaRPr lang="en-DE"/>
          </a:p>
          <a:p>
            <a:r>
              <a:rPr lang="en-DE"/>
              <a:t>Instead of connecting each agent separately to each tool, we can define and manage the tools once inside a Toolbox. Then, any agent can simply point to one Toolbox URL. Behind the scenes, Microsoft Foundry handles the complexity around </a:t>
            </a:r>
            <a:r>
              <a:rPr lang="en-DE" b="1"/>
              <a:t>authentication, lifecycle management, and governance.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DE"/>
              <a:t>Another important point is that Toolbox supports multiple types of tools. For example, it can connect to MCP tools, A2A tools, REST APIs, and </a:t>
            </a:r>
            <a:r>
              <a:rPr lang="en-DE" err="1"/>
              <a:t>OpenAPI</a:t>
            </a:r>
            <a:r>
              <a:rPr lang="en-DE"/>
              <a:t>-based </a:t>
            </a:r>
            <a:r>
              <a:rPr lang="en-GB"/>
              <a:t>, it connects to </a:t>
            </a:r>
            <a:r>
              <a:rPr lang="en-DE" b="1"/>
              <a:t>Work IQ</a:t>
            </a:r>
            <a:r>
              <a:rPr lang="en-DE"/>
              <a:t>, </a:t>
            </a:r>
            <a:r>
              <a:rPr lang="en-DE" b="1"/>
              <a:t>Fabric IQ</a:t>
            </a:r>
            <a:r>
              <a:rPr lang="en-DE"/>
              <a:t>, and </a:t>
            </a:r>
            <a:r>
              <a:rPr lang="en-DE" b="1"/>
              <a:t>Foundry IQ</a:t>
            </a:r>
            <a:r>
              <a:rPr lang="en-DE"/>
              <a:t>.</a:t>
            </a:r>
          </a:p>
          <a:p>
            <a:endParaRPr lang="en-GB"/>
          </a:p>
          <a:p>
            <a:endParaRPr lang="en-GB"/>
          </a:p>
          <a:p>
            <a:r>
              <a:rPr lang="en-GB"/>
              <a:t>--------------------------------------------------</a:t>
            </a:r>
          </a:p>
          <a:p>
            <a:pPr marL="0" marR="0" lvl="0" indent="0" algn="l" defTabSz="914400" rtl="0" eaLnBrk="1" fontAlgn="auto" latinLnBrk="0" hangingPunct="1">
              <a:lnSpc>
                <a:spcPct val="100000"/>
              </a:lnSpc>
              <a:spcBef>
                <a:spcPts val="0"/>
              </a:spcBef>
              <a:spcAft>
                <a:spcPts val="0"/>
              </a:spcAft>
              <a:buClrTx/>
              <a:buSzTx/>
              <a:buFontTx/>
              <a:buNone/>
              <a:tabLst/>
              <a:defRPr/>
            </a:pPr>
            <a:r>
              <a:rPr lang="en-DE"/>
              <a:t>This means that the agent no longer needs to understand every individual tool integration. It connects to the Toolbox, and the Toolbox becomes the managed layer between the agent and the enterprise tools.</a:t>
            </a:r>
          </a:p>
          <a:p>
            <a:endParaRPr lang="en-GB"/>
          </a:p>
          <a:p>
            <a:endParaRPr lang="en-DE"/>
          </a:p>
          <a:p>
            <a:r>
              <a:rPr lang="en-DE"/>
              <a:t>Toolbox also connects out of the box to important Microsoft intelligence layers, including </a:t>
            </a:r>
            <a:r>
              <a:rPr lang="en-DE" b="1"/>
              <a:t>Work IQ</a:t>
            </a:r>
            <a:r>
              <a:rPr lang="en-DE"/>
              <a:t>, </a:t>
            </a:r>
            <a:r>
              <a:rPr lang="en-DE" b="1"/>
              <a:t>Fabric IQ</a:t>
            </a:r>
            <a:r>
              <a:rPr lang="en-DE"/>
              <a:t>, and </a:t>
            </a:r>
            <a:r>
              <a:rPr lang="en-DE" b="1"/>
              <a:t>Foundry IQ</a:t>
            </a:r>
            <a:r>
              <a:rPr lang="en-DE"/>
              <a:t>.</a:t>
            </a:r>
          </a:p>
          <a:p>
            <a:r>
              <a:rPr lang="en-DE"/>
              <a:t>With </a:t>
            </a:r>
            <a:r>
              <a:rPr lang="en-DE" b="1"/>
              <a:t>Work IQ</a:t>
            </a:r>
            <a:r>
              <a:rPr lang="en-DE"/>
              <a:t>, agents can connect to work-related context and productivity data.</a:t>
            </a:r>
            <a:br>
              <a:rPr lang="en-DE"/>
            </a:br>
            <a:r>
              <a:rPr lang="en-DE"/>
              <a:t>With </a:t>
            </a:r>
            <a:r>
              <a:rPr lang="en-DE" b="1"/>
              <a:t>Fabric IQ</a:t>
            </a:r>
            <a:r>
              <a:rPr lang="en-DE"/>
              <a:t>, agents can connect to enterprise data capabilities such as the Fabric data agent, Ontology, and semantic models.</a:t>
            </a:r>
            <a:br>
              <a:rPr lang="en-DE"/>
            </a:br>
            <a:r>
              <a:rPr lang="en-DE"/>
              <a:t>And with </a:t>
            </a:r>
            <a:r>
              <a:rPr lang="en-DE" b="1"/>
              <a:t>Foundry IQ</a:t>
            </a:r>
            <a:r>
              <a:rPr lang="en-DE"/>
              <a:t>, agents can leverage Foundry-native intelligence and knowledge capabilities.</a:t>
            </a:r>
          </a:p>
          <a:p>
            <a:r>
              <a:rPr lang="en-DE"/>
              <a:t>This is especially important for customers because it means agents are not isolated chat interfaces. They can be grounded in real enterprise knowledge, business data, and operational context.</a:t>
            </a:r>
          </a:p>
          <a:p>
            <a:r>
              <a:rPr lang="en-DE"/>
              <a:t>So, if we summarize the value for the customer: Toolbox gives us one governed and managed way to expose tools to agents. It simplifies integration, centralizes authentication, supports lifecycle and governance, enables tool reuse, and reduces context overload through intelligent tool search.</a:t>
            </a:r>
          </a:p>
          <a:p>
            <a:r>
              <a:rPr lang="en-DE"/>
              <a:t>In simple terms, Toolbox helps move from manually wired, agent-specific integrations to a scalable enterprise tool layer.</a:t>
            </a:r>
          </a:p>
          <a:p>
            <a:r>
              <a:rPr lang="en-DE"/>
              <a:t>That is why Toolbox is important for enterprise agent architectures: it allows customers to build agents faster, manage them more securely, and scale them more effectively across different business functions.</a:t>
            </a:r>
          </a:p>
        </p:txBody>
      </p:sp>
      <p:sp>
        <p:nvSpPr>
          <p:cNvPr id="4" name="Header Placeholder 3">
            <a:extLst>
              <a:ext uri="{FF2B5EF4-FFF2-40B4-BE49-F238E27FC236}">
                <a16:creationId xmlns:a16="http://schemas.microsoft.com/office/drawing/2014/main" id="{A87CB1FD-020A-6466-D8C4-59F641F5C7D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1B083527-6E67-EB69-B833-D4571D287A0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10899D1-2B5F-4E87-FEED-BD71843B1F3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C10137CE-4656-9962-1103-5F95190A3AB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1030782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F5C6-B82A-1D97-DD1E-0AB9BAD9A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51DD9-F7A3-92C8-D607-390ABACF3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F3D7A-54A8-0024-7991-F6F0B9879D54}"/>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A2F84F5E-9DF5-01A0-8E62-4D7D0D63495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763801DA-875B-4C69-500F-DC30DBD82CE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F9E7A4C-19E4-D75A-2BE8-8730CF79832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8A70F0CF-0B17-6BA3-5664-BBE9C0D9CAE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0966028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9CC78-0656-7891-BC1F-411D2BC04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89DE9-A0A5-10BA-7A22-B246F5C9A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B4BAF-16B2-04DF-CE39-D9D404C76174}"/>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97D9C03F-F969-3A16-290A-AEF50779EE4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1D88B4A3-80EA-A59A-46E4-B7EA47BE8F1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84EA4A9-A211-9A70-ABC7-2E624336321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61235F59-EF8E-AC75-8093-8094210E2F1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6579956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7E4C-4795-DB66-0C93-BD0678A35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DE33E-5AD4-ECEE-CFC8-384499B3A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3EBE3-C9AA-0106-91B8-F393ADD9F151}"/>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BD7BD592-BA34-CC3A-FF6F-583EEA0D470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9FC3C518-6860-1B94-EA78-1D21B1FC666A}"/>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F17331F-51E4-2F76-967D-00797A45440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BCD228F3-F043-85A2-2A89-D97E14DD699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3001735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54C57-9876-81F9-2B1C-02FE080CF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91F80-3547-059E-4943-28DDE94FE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276D4-7D53-8B8E-C9DC-0FEE8CC43A95}"/>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EF102073-CD8F-4889-150D-E36E8FE9ABC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9842462C-1BD2-938B-09E0-4249E6A91D5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4F7F645-3AB0-8751-0B24-1DECE48F12D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74309702-80B3-0A92-E497-A73BC3C5EE1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132848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4B58-6725-0B43-A85B-308D6426E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03345-09EF-B448-B7FD-C8D412491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2DF57-88B8-2316-A784-728822D173EE}"/>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18196430-1BB5-37F8-7252-86CE1883B46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0A3B1503-D355-D73A-6596-D12D54A6CE1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44FFA692-9AB5-F9E4-B8D5-E8F40495292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B02FF1CE-35B0-6226-A683-B3DF25C3F92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089713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C9D77-A393-9126-2F3F-EFE2EEFDB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A67B5-6235-D478-F21D-90100C4AE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C033A-3DCC-7DFC-4801-C79D66AA51C1}"/>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4D53799D-C7BD-E034-B637-B5A9E38D3B6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25147443-D956-3398-EF4A-5B595215ABA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F5B57C2-D5EF-2BAB-A2C2-A4FEAFB7716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D828DA07-842B-D650-31D7-9448FE9BC4B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8426632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DCFE2-F5D7-38C5-9343-11B8A7A63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8D9F01-7A04-3897-679C-F1AB6D50E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14A5C-6FBB-9CE6-DF91-1B684EA7B874}"/>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082BC840-8758-28BC-FB12-31279161EA1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A8B5D619-A829-1962-D2AE-1B6884821357}"/>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672D875-6F3B-CD04-F996-91C33389B3F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37F62410-2C82-61D5-D619-EF5545FD6D0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0993986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6FF2E-FD16-D633-3927-652CB5CCA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216F5-B6E6-5675-AD64-F526CF230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F86C1-4650-6BB2-870B-ACC7B017FD33}"/>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7F7DA5FB-7E0D-E644-1AE6-4A5EF14930EE}"/>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E278B8A4-9E4B-78E7-93B5-FDB79AD7095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3C59C07-1962-5AF9-2732-567AAFBBC2D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16C8FEFD-E37A-1B4A-D404-55EAF269941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2682626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A3C8-755F-90B8-ED5A-A81717AE1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679B3-2488-C800-8E8A-5FD56C404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AB92C-111E-9929-D92D-90D85DC0BE48}"/>
              </a:ext>
            </a:extLst>
          </p:cNvPr>
          <p:cNvSpPr>
            <a:spLocks noGrp="1"/>
          </p:cNvSpPr>
          <p:nvPr>
            <p:ph type="body" idx="1"/>
          </p:nvPr>
        </p:nvSpPr>
        <p:spPr/>
        <p:txBody>
          <a:bodyPr/>
          <a:lstStyle/>
          <a:p>
            <a:r>
              <a:rPr lang="en-US" sz="1200"/>
              <a:t>Grounding without the project — that's the promise of Foundry IQ.</a:t>
            </a:r>
          </a:p>
          <a:p>
            <a:r>
              <a:rPr lang="en-US" sz="1200"/>
              <a:t>Foundry IQ provides managed knowledge bases and agentic retrieval, grounding your agents in enterprise data from both Microsoft and third-party sources. Connect to Fabric IQ, Databricks, </a:t>
            </a:r>
            <a:r>
              <a:rPr lang="en-US" sz="1200" err="1"/>
              <a:t>OneLake</a:t>
            </a:r>
            <a:r>
              <a:rPr lang="en-US" sz="1200"/>
              <a:t>, MongoDB, Azure Cosmos DB, Redis, PostgreSQL, AWS S3, Azure SQL, Pinecone, Elasticsearch, local files, and more.</a:t>
            </a:r>
          </a:p>
          <a:p>
            <a:r>
              <a:rPr lang="en-US" sz="1200"/>
              <a:t>The key value: enterprise grounding in hours, not a six-month RAG pipeline integration project. Foundry IQ handles the retrieval infrastructure so your team can focus on the agent logic.</a:t>
            </a:r>
          </a:p>
          <a:p>
            <a:endParaRPr lang="en-US"/>
          </a:p>
        </p:txBody>
      </p:sp>
      <p:sp>
        <p:nvSpPr>
          <p:cNvPr id="4" name="Slide Number Placeholder 3">
            <a:extLst>
              <a:ext uri="{FF2B5EF4-FFF2-40B4-BE49-F238E27FC236}">
                <a16:creationId xmlns:a16="http://schemas.microsoft.com/office/drawing/2014/main" id="{30289589-8A9D-D062-8961-26AD99EEF4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556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16AFE-1000-E16D-3657-48044CD9F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11B0F-2E2E-D47B-F5C2-9C070C015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2620F-2E30-59D2-8648-7F8C6B99D3D3}"/>
              </a:ext>
            </a:extLst>
          </p:cNvPr>
          <p:cNvSpPr>
            <a:spLocks noGrp="1"/>
          </p:cNvSpPr>
          <p:nvPr>
            <p:ph type="body" idx="1"/>
          </p:nvPr>
        </p:nvSpPr>
        <p:spPr/>
        <p:txBody>
          <a:bodyPr/>
          <a:lstStyle/>
          <a:p>
            <a:pPr fontAlgn="t"/>
            <a:r>
              <a:rPr lang="en-DE" sz="1200" b="0" i="0" kern="1200">
                <a:solidFill>
                  <a:schemeClr val="tx1"/>
                </a:solidFill>
                <a:effectLst/>
                <a:latin typeface="+mn-lt"/>
                <a:ea typeface="+mn-ea"/>
                <a:cs typeface="+mn-cs"/>
              </a:rPr>
              <a:t>Microsoft IQ is the intelligence layer that gives AI agents a complete understanding of your enterprise. Instead of relying on a single data source, it combines </a:t>
            </a:r>
            <a:endParaRPr lang="en-GB" sz="12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workplace context from Microsoft 365 through </a:t>
            </a:r>
            <a:r>
              <a:rPr lang="en-DE" sz="1200" b="1" i="0" kern="1200">
                <a:solidFill>
                  <a:schemeClr val="tx1"/>
                </a:solidFill>
                <a:effectLst/>
                <a:latin typeface="+mn-lt"/>
                <a:ea typeface="+mn-ea"/>
                <a:cs typeface="+mn-cs"/>
              </a:rPr>
              <a:t>Work IQ, </a:t>
            </a:r>
            <a:r>
              <a:rPr lang="en-GB" sz="1200" b="1" i="0" kern="1200">
                <a:solidFill>
                  <a:schemeClr val="tx1"/>
                </a:solidFill>
                <a:effectLst/>
                <a:latin typeface="+mn-lt"/>
                <a:ea typeface="+mn-ea"/>
                <a:cs typeface="+mn-cs"/>
              </a:rPr>
              <a:t> </a:t>
            </a:r>
            <a:r>
              <a:rPr lang="en-GB" sz="1200" b="0" i="0" kern="1200">
                <a:solidFill>
                  <a:schemeClr val="tx1"/>
                </a:solidFill>
                <a:effectLst/>
                <a:latin typeface="+mn-lt"/>
                <a:ea typeface="+mn-ea"/>
                <a:cs typeface="+mn-cs"/>
              </a:rPr>
              <a:t>---</a:t>
            </a:r>
            <a:r>
              <a:rPr lang="en-DE" sz="1200" b="0" i="0" kern="1200">
                <a:solidFill>
                  <a:schemeClr val="tx1"/>
                </a:solidFill>
                <a:effectLst/>
                <a:latin typeface="+mn-lt"/>
                <a:ea typeface="+mn-ea"/>
                <a:cs typeface="+mn-cs"/>
              </a:rPr>
              <a:t>Work IQ is all about understanding how work gets done inside the organization. It gives agents access to </a:t>
            </a:r>
            <a:r>
              <a:rPr lang="en-DE" sz="1200" b="1" i="0" kern="1200">
                <a:solidFill>
                  <a:schemeClr val="tx1"/>
                </a:solidFill>
                <a:effectLst/>
                <a:latin typeface="+mn-lt"/>
                <a:ea typeface="+mn-ea"/>
                <a:cs typeface="+mn-cs"/>
              </a:rPr>
              <a:t>context from people, meetings, emails, chats, documents, collaboration patterns, and business workflows</a:t>
            </a:r>
            <a:r>
              <a:rPr lang="en-DE" sz="1200" b="0" i="0" kern="1200">
                <a:solidFill>
                  <a:schemeClr val="tx1"/>
                </a:solidFill>
                <a:effectLst/>
                <a:latin typeface="+mn-lt"/>
                <a:ea typeface="+mn-ea"/>
                <a:cs typeface="+mn-cs"/>
              </a:rPr>
              <a:t>, so they can understand not just information, but the working relationships and processes behind it.</a:t>
            </a:r>
            <a:r>
              <a:rPr lang="en-GB" sz="1200" b="0" i="0" kern="1200">
                <a:solidFill>
                  <a:schemeClr val="tx1"/>
                </a:solidFill>
                <a:effectLst/>
                <a:latin typeface="+mn-lt"/>
                <a:ea typeface="+mn-ea"/>
                <a:cs typeface="+mn-cs"/>
              </a:rPr>
              <a:t> </a:t>
            </a:r>
            <a:r>
              <a:rPr lang="en-DE" sz="1200" b="1" i="1" kern="1200">
                <a:solidFill>
                  <a:schemeClr val="tx1"/>
                </a:solidFill>
                <a:effectLst/>
                <a:latin typeface="+mn-lt"/>
                <a:ea typeface="+mn-ea"/>
                <a:cs typeface="+mn-cs"/>
              </a:rPr>
              <a:t>For example, if you ask an agent to prepare you for a customer meeting, Work IQ helps it understand who the key stakeholders are, what was discussed in previous meetings, relevant emails and chats, outstanding action items, and who the subject matter experts are</a:t>
            </a:r>
            <a:r>
              <a:rPr lang="en-DE" sz="1200" b="0" i="1" kern="1200">
                <a:solidFill>
                  <a:schemeClr val="tx1"/>
                </a:solidFill>
                <a:effectLst/>
                <a:latin typeface="+mn-lt"/>
                <a:ea typeface="+mn-ea"/>
                <a:cs typeface="+mn-cs"/>
              </a:rPr>
              <a:t>. </a:t>
            </a:r>
            <a:r>
              <a:rPr lang="en-DE" sz="1200" b="0" i="0" kern="1200">
                <a:solidFill>
                  <a:schemeClr val="tx1"/>
                </a:solidFill>
                <a:effectLst/>
                <a:latin typeface="+mn-lt"/>
                <a:ea typeface="+mn-ea"/>
                <a:cs typeface="+mn-cs"/>
              </a:rPr>
              <a:t>In other words, Work IQ provides the human and collaboration context that allows agents to work alongside employees much more effectively.</a:t>
            </a:r>
            <a:endParaRPr lang="en-GB" sz="1200" b="0" i="0" kern="1200">
              <a:solidFill>
                <a:schemeClr val="tx1"/>
              </a:solidFill>
              <a:effectLst/>
              <a:latin typeface="+mn-lt"/>
              <a:ea typeface="+mn-ea"/>
              <a:cs typeface="+mn-cs"/>
            </a:endParaRPr>
          </a:p>
          <a:p>
            <a:pPr fontAlgn="t"/>
            <a:r>
              <a:rPr lang="en-DE" sz="1200" b="0" i="0" kern="1200">
                <a:solidFill>
                  <a:schemeClr val="tx1"/>
                </a:solidFill>
                <a:effectLst/>
                <a:latin typeface="+mn-lt"/>
                <a:ea typeface="+mn-ea"/>
                <a:cs typeface="+mn-cs"/>
              </a:rPr>
              <a:t>business data and processes from Fabric IQ, </a:t>
            </a:r>
            <a:endParaRPr lang="en-GB" sz="1200" b="0" i="0" kern="1200">
              <a:solidFill>
                <a:schemeClr val="tx1"/>
              </a:solidFill>
              <a:effectLst/>
              <a:latin typeface="+mn-lt"/>
              <a:ea typeface="+mn-ea"/>
              <a:cs typeface="+mn-cs"/>
            </a:endParaRPr>
          </a:p>
          <a:p>
            <a:pPr fontAlgn="t"/>
            <a:r>
              <a:rPr lang="en-DE" sz="1200" b="0" i="0" kern="1200">
                <a:solidFill>
                  <a:schemeClr val="tx1"/>
                </a:solidFill>
                <a:effectLst/>
                <a:latin typeface="+mn-lt"/>
                <a:ea typeface="+mn-ea"/>
                <a:cs typeface="+mn-cs"/>
              </a:rPr>
              <a:t>enterprise knowledge from Foundry IQ, </a:t>
            </a:r>
            <a:endParaRPr lang="en-GB" sz="1200" b="0" i="0" kern="1200">
              <a:solidFill>
                <a:schemeClr val="tx1"/>
              </a:solidFill>
              <a:effectLst/>
              <a:latin typeface="+mn-lt"/>
              <a:ea typeface="+mn-ea"/>
              <a:cs typeface="+mn-cs"/>
            </a:endParaRPr>
          </a:p>
          <a:p>
            <a:pPr fontAlgn="t"/>
            <a:r>
              <a:rPr lang="en-DE" sz="1200" b="0" i="0" kern="1200">
                <a:solidFill>
                  <a:schemeClr val="tx1"/>
                </a:solidFill>
                <a:effectLst/>
                <a:latin typeface="+mn-lt"/>
                <a:ea typeface="+mn-ea"/>
                <a:cs typeface="+mn-cs"/>
              </a:rPr>
              <a:t>and public information from Web IQ.</a:t>
            </a:r>
          </a:p>
          <a:p>
            <a:pPr fontAlgn="t"/>
            <a:r>
              <a:rPr lang="en-DE" sz="1200" b="0" i="0" kern="1200">
                <a:solidFill>
                  <a:schemeClr val="tx1"/>
                </a:solidFill>
                <a:effectLst/>
                <a:latin typeface="+mn-lt"/>
                <a:ea typeface="+mn-ea"/>
                <a:cs typeface="+mn-cs"/>
              </a:rPr>
              <a:t>The real power comes from bringing all four together. An agent can understand who is involved, what business data is relevant, what policies or documents apply, and what’s happening in the outside world—allowing it to make far better decisions and take more meaningful actions than with any single source alone</a:t>
            </a:r>
          </a:p>
          <a:p>
            <a:endParaRPr lang="en-US"/>
          </a:p>
        </p:txBody>
      </p:sp>
      <p:sp>
        <p:nvSpPr>
          <p:cNvPr id="4" name="Slide Number Placeholder 3">
            <a:extLst>
              <a:ext uri="{FF2B5EF4-FFF2-40B4-BE49-F238E27FC236}">
                <a16:creationId xmlns:a16="http://schemas.microsoft.com/office/drawing/2014/main" id="{E9CC54ED-8CD4-A187-82F6-ED35F7CC1C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EF8FD4-11CB-48AD-AA2C-AA09497ABEE0}"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t>64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7032824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1A085-3113-7C0E-738D-86C03BE3C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89FA5-5E65-1A6E-D772-FC0EDB3196DA}"/>
              </a:ext>
            </a:extLst>
          </p:cNvPr>
          <p:cNvSpPr>
            <a:spLocks noGrp="1" noRot="1" noChangeAspect="1"/>
          </p:cNvSpPr>
          <p:nvPr>
            <p:ph type="sldImg"/>
          </p:nvPr>
        </p:nvSpPr>
        <p:spPr>
          <a:xfrm>
            <a:off x="746125" y="1181100"/>
            <a:ext cx="5670550" cy="3189288"/>
          </a:xfrm>
        </p:spPr>
        <p:txBody>
          <a:bodyPr/>
          <a:lstStyle/>
          <a:p>
            <a:endParaRPr lang="en-US"/>
          </a:p>
        </p:txBody>
      </p:sp>
      <p:sp>
        <p:nvSpPr>
          <p:cNvPr id="3" name="Notes Placeholder 2">
            <a:extLst>
              <a:ext uri="{FF2B5EF4-FFF2-40B4-BE49-F238E27FC236}">
                <a16:creationId xmlns:a16="http://schemas.microsoft.com/office/drawing/2014/main" id="{75053239-04C4-2170-8674-2F86B29FB045}"/>
              </a:ext>
            </a:extLst>
          </p:cNvPr>
          <p:cNvSpPr>
            <a:spLocks noGrp="1"/>
          </p:cNvSpPr>
          <p:nvPr>
            <p:ph type="body" idx="1"/>
          </p:nvPr>
        </p:nvSpPr>
        <p:spPr/>
        <p:txBody>
          <a:bodyPr/>
          <a:lstStyle/>
          <a:p>
            <a:r>
              <a:rPr lang="en-US" sz="1200" kern="1200">
                <a:solidFill>
                  <a:schemeClr val="tx1"/>
                </a:solidFill>
                <a:effectLst/>
                <a:latin typeface="+mn-lt"/>
                <a:ea typeface="+mn-ea"/>
                <a:cs typeface="+mn-cs"/>
              </a:rPr>
              <a:t>What makes Work IQ different?</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Three things.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It's built for agents, not users.</a:t>
            </a:r>
          </a:p>
          <a:p>
            <a:r>
              <a:rPr lang="en-US" sz="1200" kern="1200">
                <a:solidFill>
                  <a:schemeClr val="tx1"/>
                </a:solidFill>
                <a:effectLst/>
                <a:latin typeface="+mn-lt"/>
                <a:ea typeface="+mn-ea"/>
                <a:cs typeface="+mn-cs"/>
              </a:rPr>
              <a:t>It's built around organizational context, not raw data.</a:t>
            </a:r>
          </a:p>
          <a:p>
            <a:r>
              <a:rPr lang="en-US" sz="1200" kern="1200">
                <a:solidFill>
                  <a:schemeClr val="tx1"/>
                </a:solidFill>
                <a:effectLst/>
                <a:latin typeface="+mn-lt"/>
                <a:ea typeface="+mn-ea"/>
                <a:cs typeface="+mn-cs"/>
              </a:rPr>
              <a:t>And it's built on your existing security model, not a copy of it.</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That means developers don't have to build their own indexing systems, their own retrieval pipelines, or their own governance layer just to help agents understand how work gets done.</a:t>
            </a:r>
          </a:p>
          <a:p>
            <a:r>
              <a:rPr lang="en-US" sz="1200" kern="1200">
                <a:solidFill>
                  <a:schemeClr val="tx1"/>
                </a:solidFill>
                <a:effectLst/>
                <a:latin typeface="+mn-lt"/>
                <a:ea typeface="+mn-ea"/>
                <a:cs typeface="+mn-cs"/>
              </a:rPr>
              <a:t>Work IQ provides that foundation out of the box.</a:t>
            </a:r>
          </a:p>
          <a:p>
            <a:r>
              <a:rPr lang="en-US" sz="1200" kern="1200">
                <a:solidFill>
                  <a:schemeClr val="tx1"/>
                </a:solidFill>
                <a:effectLst/>
                <a:latin typeface="+mn-lt"/>
                <a:ea typeface="+mn-ea"/>
                <a:cs typeface="+mn-cs"/>
              </a:rPr>
              <a:t>&lt;Click&gt;</a:t>
            </a:r>
          </a:p>
          <a:p>
            <a:r>
              <a:rPr lang="en-US" sz="1200" kern="1200">
                <a:solidFill>
                  <a:schemeClr val="tx1"/>
                </a:solidFill>
                <a:effectLst/>
                <a:latin typeface="+mn-lt"/>
                <a:ea typeface="+mn-ea"/>
                <a:cs typeface="+mn-cs"/>
              </a:rPr>
              <a:t> </a:t>
            </a:r>
          </a:p>
          <a:p>
            <a:pPr marL="0" marR="0" lvl="0" indent="0" algn="l" defTabSz="914400">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0506701-3C7C-3B22-F6C7-E3A8341718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D717-BA3E-410B-AAE6-2C9310D382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17735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Combines everyday work with external data, including M365 signals and LOB data, to give Copilot real-time understanding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Context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Uses memory to learn from your unique style, preferences, habits, and workflows, understanding your patterns overtime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Skills &amp; Tools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Skills provides specialized instructions to customize Copilot and agents to deliver tailored experiences optimized for specific tasks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Tools are the concrete integrations (MCP tools, API plugins, etc.)</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endParaRP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endParaRP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39E19-974F-4B90-B9A5-596933717C1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54178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9F44F-4CA3-9F2B-8B30-7123E7655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06CD7-111A-DAB6-D5D3-9F8CC392F3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2631DC-1CEA-85C9-AE59-3A0938059E69}"/>
              </a:ext>
            </a:extLst>
          </p:cNvPr>
          <p:cNvSpPr>
            <a:spLocks noGrp="1"/>
          </p:cNvSpPr>
          <p:nvPr>
            <p:ph type="body" idx="1"/>
          </p:nvPr>
        </p:nvSpPr>
        <p:spPr/>
        <p:txBody>
          <a:bodyPr/>
          <a:lstStyle/>
          <a:p>
            <a:r>
              <a:rPr lang="en-US"/>
              <a:t>Databases + announcements</a:t>
            </a:r>
          </a:p>
          <a:p>
            <a:r>
              <a:rPr lang="en-US" err="1"/>
              <a:t>OneLake</a:t>
            </a:r>
            <a:r>
              <a:rPr lang="en-US"/>
              <a:t> (brings data from everywhere)</a:t>
            </a:r>
          </a:p>
          <a:p>
            <a:r>
              <a:rPr lang="en-US"/>
              <a:t>Fabric Knowledge (now we introduce the knowledge….benefit and point to tie to Foundry)</a:t>
            </a:r>
          </a:p>
        </p:txBody>
      </p:sp>
      <p:sp>
        <p:nvSpPr>
          <p:cNvPr id="4" name="Slide Number Placeholder 3">
            <a:extLst>
              <a:ext uri="{FF2B5EF4-FFF2-40B4-BE49-F238E27FC236}">
                <a16:creationId xmlns:a16="http://schemas.microsoft.com/office/drawing/2014/main" id="{11CA323A-D39E-2A3F-3A52-471880B3BC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B2D3B8-0BE7-486E-9425-EECCA21C5B3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79635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E6E74-9BB6-69F7-DBD7-64CAA13DE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6576A-B2D5-BE12-1E3B-36DE2443D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7E7B8-FED5-9093-F13C-68C70248ACC7}"/>
              </a:ext>
            </a:extLst>
          </p:cNvPr>
          <p:cNvSpPr>
            <a:spLocks noGrp="1"/>
          </p:cNvSpPr>
          <p:nvPr>
            <p:ph type="body" idx="1"/>
          </p:nvPr>
        </p:nvSpPr>
        <p:spPr/>
        <p:txBody>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FFFFFF"/>
                </a:solidFill>
                <a:effectLst/>
                <a:uLnTx/>
                <a:uFillTx/>
                <a:latin typeface="Segoe UI Variable Display Semib" pitchFamily="2" charset="0"/>
                <a:ea typeface="+mn-ea"/>
                <a:cs typeface="Segoe UI" panose="020B0502040204020203" pitchFamily="34" charset="0"/>
              </a:rPr>
              <a:t>Foundry IQ </a:t>
            </a:r>
            <a:r>
              <a:rPr lang="en-US" sz="1200" kern="1200">
                <a:solidFill>
                  <a:schemeClr val="tx1"/>
                </a:solidFill>
                <a:effectLst/>
                <a:latin typeface="+mn-lt"/>
                <a:ea typeface="+mn-ea"/>
                <a:cs typeface="+mn-cs"/>
              </a:rPr>
              <a:t>seamlessly connects to sources like M365 SharePoint, Microsoft </a:t>
            </a:r>
            <a:r>
              <a:rPr lang="en-US" sz="1200" kern="1200" err="1">
                <a:solidFill>
                  <a:schemeClr val="tx1"/>
                </a:solidFill>
                <a:effectLst/>
                <a:latin typeface="+mn-lt"/>
                <a:ea typeface="+mn-ea"/>
                <a:cs typeface="+mn-cs"/>
              </a:rPr>
              <a:t>OneLake</a:t>
            </a:r>
            <a:r>
              <a:rPr lang="en-US" sz="1200" kern="1200">
                <a:solidFill>
                  <a:schemeClr val="tx1"/>
                </a:solidFill>
                <a:effectLst/>
                <a:latin typeface="+mn-lt"/>
                <a:ea typeface="+mn-ea"/>
                <a:cs typeface="+mn-cs"/>
              </a:rPr>
              <a:t>, Azure Blob Storage, data lakes, enterprise data sources, MCP and the web. </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Foundry IQ knowledge sources handle the data connection, authentication and authorization and instructions for you. Knowledge sources can be used across applications, so every agent is grounded in the same unified enterprise context. </a:t>
            </a:r>
            <a:endParaRPr kumimoji="0" lang="en-US" sz="2000" b="0" i="0" u="none" strike="noStrike" kern="1200" cap="none" spc="0" normalizeH="0" baseline="0" noProof="0">
              <a:ln>
                <a:noFill/>
              </a:ln>
              <a:solidFill>
                <a:srgbClr val="FFFFFF"/>
              </a:solidFill>
              <a:effectLst/>
              <a:uLnTx/>
              <a:uFillTx/>
              <a:latin typeface="Segoe UI Variable Display Semib" pitchFamily="2" charset="0"/>
              <a:ea typeface="+mn-ea"/>
              <a:cs typeface="Segoe UI" panose="020B0502040204020203" pitchFamily="34" charset="0"/>
            </a:endParaRPr>
          </a:p>
          <a:p>
            <a:endParaRPr lang="en-US"/>
          </a:p>
        </p:txBody>
      </p:sp>
      <p:sp>
        <p:nvSpPr>
          <p:cNvPr id="4" name="Slide Number Placeholder 3">
            <a:extLst>
              <a:ext uri="{FF2B5EF4-FFF2-40B4-BE49-F238E27FC236}">
                <a16:creationId xmlns:a16="http://schemas.microsoft.com/office/drawing/2014/main" id="{2385C3E7-0D5F-D8F6-727B-E16D4E255F94}"/>
              </a:ext>
            </a:extLst>
          </p:cNvPr>
          <p:cNvSpPr>
            <a:spLocks noGrp="1"/>
          </p:cNvSpPr>
          <p:nvPr>
            <p:ph type="sldNum" sz="quarter" idx="5"/>
          </p:nvPr>
        </p:nvSpPr>
        <p:spPr/>
        <p:txBody>
          <a:bodyPr/>
          <a:lstStyle/>
          <a:p>
            <a:fld id="{01061A67-DDB4-4A80-B9FE-B15FC6DE11A9}" type="slidenum">
              <a:rPr lang="en-US" smtClean="0"/>
              <a:t>71</a:t>
            </a:fld>
            <a:endParaRPr lang="en-US"/>
          </a:p>
        </p:txBody>
      </p:sp>
    </p:spTree>
    <p:extLst>
      <p:ext uri="{BB962C8B-B14F-4D97-AF65-F5344CB8AC3E}">
        <p14:creationId xmlns:p14="http://schemas.microsoft.com/office/powerpoint/2010/main" val="41921730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C522-E6F6-6D76-7FDC-4F6BED0EA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AC2DC-F67B-E5F1-315C-DEF83D6138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86D796-0AA0-517F-9F27-D4567B06B898}"/>
              </a:ext>
            </a:extLst>
          </p:cNvPr>
          <p:cNvSpPr>
            <a:spLocks noGrp="1"/>
          </p:cNvSpPr>
          <p:nvPr>
            <p:ph type="body" idx="1"/>
          </p:nvPr>
        </p:nvSpPr>
        <p:spPr/>
        <p:txBody>
          <a:bodyPr/>
          <a:lstStyle/>
          <a:p>
            <a:r>
              <a:rPr lang="en-US" b="1"/>
              <a:t>Your organization’s unique data </a:t>
            </a:r>
            <a:r>
              <a:rPr lang="en-US"/>
              <a:t>will differentiate your application.</a:t>
            </a:r>
            <a:endParaRPr lang="en-US">
              <a:solidFill>
                <a:srgbClr val="444444"/>
              </a:solidFill>
            </a:endParaRPr>
          </a:p>
          <a:p>
            <a:endParaRPr lang="en-US">
              <a:solidFill>
                <a:srgbClr val="444444"/>
              </a:solidFill>
            </a:endParaRPr>
          </a:p>
          <a:p>
            <a:r>
              <a:rPr lang="en-US" b="0" i="0" kern="1200">
                <a:solidFill>
                  <a:schemeClr val="tx1"/>
                </a:solidFill>
                <a:effectLst/>
              </a:rPr>
              <a:t>Securely ground AI apps and agents on your data stored in any location (including SharePoint, </a:t>
            </a:r>
            <a:r>
              <a:rPr lang="en-US" b="0" i="0" kern="1200" err="1">
                <a:solidFill>
                  <a:schemeClr val="tx1"/>
                </a:solidFill>
                <a:effectLst/>
              </a:rPr>
              <a:t>OneLake</a:t>
            </a:r>
            <a:r>
              <a:rPr lang="en-US" b="0" i="0" kern="1200">
                <a:solidFill>
                  <a:schemeClr val="tx1"/>
                </a:solidFill>
                <a:effectLst/>
              </a:rPr>
              <a:t>, blob, and more), while respecting user permissions and data classification policies, and enabling iterative retrieval as agents reason for deeper understanding.</a:t>
            </a:r>
            <a:endParaRPr lang="en-US">
              <a:solidFill>
                <a:srgbClr val="444444"/>
              </a:solidFill>
            </a:endParaRPr>
          </a:p>
          <a:p>
            <a:endParaRPr lang="en-US">
              <a:solidFill>
                <a:srgbClr val="444444"/>
              </a:solidFill>
            </a:endParaRPr>
          </a:p>
          <a:p>
            <a:r>
              <a:rPr lang="en-US"/>
              <a:t>Whether its structured, unstructured, real-time, user-generated or domain-specific…from third-party sources, Microsoft sources or a mix…</a:t>
            </a:r>
            <a:endParaRPr lang="en-US">
              <a:solidFill>
                <a:srgbClr val="444444"/>
              </a:solidFill>
            </a:endParaRPr>
          </a:p>
          <a:p>
            <a:r>
              <a:rPr lang="en-US" b="0"/>
              <a:t>your data can ground your app using Foundry </a:t>
            </a:r>
            <a:r>
              <a:rPr lang="en-US"/>
              <a:t>IQ </a:t>
            </a:r>
            <a:r>
              <a:rPr lang="en-US" b="0"/>
              <a:t>(the retrieval system </a:t>
            </a:r>
            <a:r>
              <a:rPr lang="en-US">
                <a:solidFill>
                  <a:srgbClr val="444444"/>
                </a:solidFill>
                <a:effectLst/>
                <a:hlinkClick r:id="rId3">
                  <a:extLst>
                    <a:ext uri="{A12FA001-AC4F-418D-AE19-62706E023703}">
                      <ahyp:hlinkClr xmlns:ahyp="http://schemas.microsoft.com/office/drawing/2018/hyperlinkcolor" val="tx"/>
                    </a:ext>
                  </a:extLst>
                </a:hlinkClick>
              </a:rPr>
              <a:t>used by OpenAI</a:t>
            </a:r>
            <a:r>
              <a:rPr lang="en-US" b="0"/>
              <a:t>). You can ground generative AI experiences with any data type, from any source and provide retrieval augmented generation (RAG) at scale.</a:t>
            </a:r>
            <a:endParaRPr lang="en-US" b="0">
              <a:solidFill>
                <a:srgbClr val="444444"/>
              </a:solidFill>
            </a:endParaRPr>
          </a:p>
          <a:p>
            <a:pPr>
              <a:defRPr/>
            </a:pPr>
            <a:endParaRPr lang="en-US">
              <a:solidFill>
                <a:srgbClr val="444444"/>
              </a:solidFill>
            </a:endParaRPr>
          </a:p>
          <a:p>
            <a:pPr>
              <a:defRPr/>
            </a:pPr>
            <a:r>
              <a:rPr lang="en-US">
                <a:solidFill>
                  <a:srgbClr val="282828"/>
                </a:solidFill>
              </a:rPr>
              <a:t>And now Foundry IQ is offering a new premium add-on feature for agent development. Agentic retrieval in public preview incorporates conversation history, a bring-your-own-model (BYOM) integration, and extractive answers to produce a declarative, multi-turn query pipeline. It's now easier to understand multimodal queries and generate text + images from prompts.</a:t>
            </a:r>
            <a:endParaRPr lang="en-US">
              <a:solidFill>
                <a:srgbClr val="444444"/>
              </a:solidFill>
            </a:endParaRPr>
          </a:p>
          <a:p>
            <a:pPr marR="0" lvl="0" algn="l" defTabSz="914400">
              <a:lnSpc>
                <a:spcPct val="100000"/>
              </a:lnSpc>
              <a:spcBef>
                <a:spcPts val="0"/>
              </a:spcBef>
              <a:spcAft>
                <a:spcPts val="0"/>
              </a:spcAft>
              <a:buClrTx/>
              <a:buSzTx/>
              <a:tabLst/>
              <a:defRPr/>
            </a:pPr>
            <a:endParaRPr lang="en-US"/>
          </a:p>
          <a:p>
            <a:pPr marL="0" indent="0">
              <a:buFont typeface="Arial" panose="020B0604020202020204" pitchFamily="34" charset="0"/>
              <a:buNone/>
            </a:pPr>
            <a:endParaRPr lang="en-US"/>
          </a:p>
        </p:txBody>
      </p:sp>
      <p:sp>
        <p:nvSpPr>
          <p:cNvPr id="4" name="Slide Number Placeholder 3">
            <a:extLst>
              <a:ext uri="{FF2B5EF4-FFF2-40B4-BE49-F238E27FC236}">
                <a16:creationId xmlns:a16="http://schemas.microsoft.com/office/drawing/2014/main" id="{13069C51-0CC3-0EC3-5F9F-1C02B3304A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849670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E4E77-3C1E-ADB2-37FD-88FF2C876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7BD35-C960-D024-206E-B7FA15E5B8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71F89-6CCA-8C96-A69E-3483BD5755E8}"/>
              </a:ext>
            </a:extLst>
          </p:cNvPr>
          <p:cNvSpPr>
            <a:spLocks noGrp="1"/>
          </p:cNvSpPr>
          <p:nvPr>
            <p:ph type="body" idx="1"/>
          </p:nvPr>
        </p:nvSpPr>
        <p:spPr/>
        <p:txBody>
          <a:bodyPr/>
          <a:lstStyle/>
          <a:p>
            <a:r>
              <a:rPr lang="en-US" sz="1200" kern="1200">
                <a:solidFill>
                  <a:schemeClr val="tx1"/>
                </a:solidFill>
                <a:effectLst/>
                <a:latin typeface="+mn-lt"/>
                <a:ea typeface="+mn-ea"/>
                <a:cs typeface="+mn-cs"/>
              </a:rPr>
              <a:t>Supported knowledge sources handle data transformation for you.  These automated indexing pipelines are tuned per data type, and offloads data preprocessing from your application with industry-leading techniques across the data pipeline.</a:t>
            </a:r>
            <a:endParaRPr lang="en-US"/>
          </a:p>
        </p:txBody>
      </p:sp>
      <p:sp>
        <p:nvSpPr>
          <p:cNvPr id="4" name="Slide Number Placeholder 3">
            <a:extLst>
              <a:ext uri="{FF2B5EF4-FFF2-40B4-BE49-F238E27FC236}">
                <a16:creationId xmlns:a16="http://schemas.microsoft.com/office/drawing/2014/main" id="{80763E58-EA80-6740-0133-13685CDEC8BA}"/>
              </a:ext>
            </a:extLst>
          </p:cNvPr>
          <p:cNvSpPr>
            <a:spLocks noGrp="1"/>
          </p:cNvSpPr>
          <p:nvPr>
            <p:ph type="sldNum" sz="quarter" idx="5"/>
          </p:nvPr>
        </p:nvSpPr>
        <p:spPr/>
        <p:txBody>
          <a:bodyPr/>
          <a:lstStyle/>
          <a:p>
            <a:fld id="{01061A67-DDB4-4A80-B9FE-B15FC6DE11A9}" type="slidenum">
              <a:rPr lang="en-US" smtClean="0"/>
              <a:t>73</a:t>
            </a:fld>
            <a:endParaRPr lang="en-US"/>
          </a:p>
        </p:txBody>
      </p:sp>
    </p:spTree>
    <p:extLst>
      <p:ext uri="{BB962C8B-B14F-4D97-AF65-F5344CB8AC3E}">
        <p14:creationId xmlns:p14="http://schemas.microsoft.com/office/powerpoint/2010/main" val="330747339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7D917-6400-A6FF-B2D7-11ADAF5D2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E068A-66FB-E666-B0F5-83BE7EBB5520}"/>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42736B60-FB61-E7C7-765D-BE81E2A0E0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50">
                <a:ln w="3175">
                  <a:noFill/>
                </a:ln>
                <a:solidFill>
                  <a:srgbClr val="FFFFFF"/>
                </a:solidFill>
                <a:latin typeface="Segoe UI Variable Display Semib" pitchFamily="2" charset="0"/>
                <a:cs typeface="Segoe UI Semibold" panose="020B0702040204020203" pitchFamily="34" charset="0"/>
              </a:rPr>
              <a:t>Foundry IQ unlocks better results with agentic retrieval that finds relevant data automatically.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i="0" u="none" strike="noStrike" kern="0" cap="none" spc="-50" normalizeH="0" baseline="0" noProof="0">
              <a:ln w="3175">
                <a:noFill/>
              </a:ln>
              <a:solidFill>
                <a:srgbClr val="FFFFFF"/>
              </a:solidFill>
              <a:effectLst/>
              <a:uLnTx/>
              <a:uFillTx/>
              <a:latin typeface="Segoe UI Variable Display Semib" pitchFamily="2" charset="0"/>
              <a:cs typeface="Segoe UI Semibold" panose="020B07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0" cap="none" spc="0" normalizeH="0" baseline="0" noProof="0">
                <a:ln>
                  <a:noFill/>
                </a:ln>
                <a:solidFill>
                  <a:schemeClr val="tx1"/>
                </a:solidFill>
                <a:effectLst/>
                <a:uLnTx/>
                <a:uFillTx/>
                <a:latin typeface="Segoe UI Variable Display Semib" pitchFamily="2" charset="0"/>
                <a:cs typeface="Segoe UI"/>
              </a:rPr>
              <a:t>It uses agentic AI to deliver superior context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0" cap="none" spc="0" normalizeH="0" baseline="0" noProof="0">
                <a:ln>
                  <a:noFill/>
                </a:ln>
                <a:solidFill>
                  <a:schemeClr val="tx1"/>
                </a:solidFill>
                <a:effectLst/>
                <a:uLnTx/>
                <a:uFillTx/>
                <a:latin typeface="Segoe UI Variable Display Semib" pitchFamily="2" charset="0"/>
                <a:cs typeface="Segoe UI"/>
              </a:rPr>
              <a:t>It’s built with best-in-class RAG performance at every phase of AI maturity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0" cap="none" spc="0" normalizeH="0" baseline="0" noProof="0">
                <a:ln>
                  <a:noFill/>
                </a:ln>
                <a:solidFill>
                  <a:schemeClr val="tx1"/>
                </a:solidFill>
                <a:effectLst/>
                <a:uLnTx/>
                <a:uFillTx/>
                <a:latin typeface="Segoe UI Variable Display Semib" pitchFamily="2" charset="0"/>
                <a:cs typeface="Segoe UI"/>
              </a:rPr>
              <a:t>It integrates context across an expansive reach of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i="0" u="none" strike="noStrike" kern="0" cap="none" spc="0" normalizeH="0" baseline="0" noProof="0">
              <a:ln>
                <a:noFill/>
              </a:ln>
              <a:solidFill>
                <a:schemeClr val="tx1"/>
              </a:solidFill>
              <a:effectLst/>
              <a:uLnTx/>
              <a:uFillTx/>
              <a:latin typeface="Segoe UI Variable Display Semib" pitchFamily="2" charset="0"/>
              <a:cs typeface="Segoe UI"/>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i="0" u="none" strike="noStrike" kern="0" cap="none" spc="0" normalizeH="0" baseline="0" noProof="0">
                <a:ln>
                  <a:noFill/>
                </a:ln>
                <a:solidFill>
                  <a:schemeClr val="tx1"/>
                </a:solidFill>
                <a:effectLst/>
                <a:uLnTx/>
                <a:uFillTx/>
                <a:latin typeface="Segoe UI Variable Display Semib" pitchFamily="2" charset="0"/>
                <a:cs typeface="Segoe UI"/>
              </a:rPr>
              <a:t>Let’s look at each of these capabilities in detail.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BCFC59FC-C7D9-3662-B2BB-D68DED80087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5FABD56-7E30-471F-B77B-F411599753D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t>74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75977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A1912-1D67-2FB2-8DFB-66261493D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9575C-D16D-88CD-C2BE-5E051BEE18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2DA17D-471D-1AA3-0D6E-1E07DD512CF0}"/>
              </a:ext>
            </a:extLst>
          </p:cNvPr>
          <p:cNvSpPr>
            <a:spLocks noGrp="1"/>
          </p:cNvSpPr>
          <p:nvPr>
            <p:ph type="body" idx="1"/>
          </p:nvPr>
        </p:nvSpPr>
        <p:spPr/>
        <p:txBody>
          <a:bodyPr/>
          <a:lstStyle/>
          <a:p>
            <a:pPr fontAlgn="t"/>
            <a:r>
              <a:rPr lang="en-DE" sz="1200" b="0" i="0" kern="1200">
                <a:solidFill>
                  <a:schemeClr val="tx1"/>
                </a:solidFill>
                <a:effectLst/>
                <a:latin typeface="+mn-lt"/>
                <a:ea typeface="+mn-ea"/>
                <a:cs typeface="+mn-cs"/>
              </a:rPr>
              <a:t>Foundry IQ streamlines the entire RAG pipeline and automates much of the heavy lifting that developers traditionally had to build themselves. It starts by connecting to enterprise data sources such as SharePoint, databases, Blob Storage, and applications, then automatically extracts content, understands document structure, chunks the data, generates embeddings, and </a:t>
            </a:r>
            <a:r>
              <a:rPr lang="en-DE" sz="1200" b="1" i="0" kern="1200">
                <a:solidFill>
                  <a:schemeClr val="tx1"/>
                </a:solidFill>
                <a:effectLst/>
                <a:latin typeface="+mn-lt"/>
                <a:ea typeface="+mn-ea"/>
                <a:cs typeface="+mn-cs"/>
              </a:rPr>
              <a:t>creates optimized indexes for retrieval.</a:t>
            </a:r>
          </a:p>
          <a:p>
            <a:pPr fontAlgn="t"/>
            <a:r>
              <a:rPr lang="en-DE" sz="1200" b="0" i="0" kern="1200">
                <a:solidFill>
                  <a:schemeClr val="tx1"/>
                </a:solidFill>
                <a:effectLst/>
                <a:latin typeface="+mn-lt"/>
                <a:ea typeface="+mn-ea"/>
                <a:cs typeface="+mn-cs"/>
              </a:rPr>
              <a:t>The real value is that instead of stitching together multiple services and custom code, Foundry IQ provides a managed, end-to-end pipeline that turns raw enterprise content into high-quality context for AI agents. This enables more accurate retrieval, better grounding, and ultimately more intelligent agent responses.</a:t>
            </a:r>
          </a:p>
          <a:p>
            <a:pPr marL="0" marR="0" lvl="0" indent="0" algn="l" defTabSz="932472" rtl="0" eaLnBrk="1" fontAlgn="base" latinLnBrk="0" hangingPunct="1">
              <a:lnSpc>
                <a:spcPct val="100000"/>
              </a:lnSpc>
              <a:spcBef>
                <a:spcPct val="0"/>
              </a:spcBef>
              <a:spcAft>
                <a:spcPts val="600"/>
              </a:spcAft>
              <a:buClrTx/>
              <a:buSzTx/>
              <a:buFont typeface="Arial" panose="020B0604020202020204" pitchFamily="34" charset="0"/>
              <a:buNone/>
              <a:tabLst/>
              <a:defRPr/>
            </a:pPr>
            <a:endPar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a:p>
            <a:pPr marL="0" marR="0" lvl="0" indent="0" algn="l" defTabSz="932472" rtl="0" eaLnBrk="1" fontAlgn="base" latinLnBrk="0" hangingPunct="1">
              <a:lnSpc>
                <a:spcPct val="100000"/>
              </a:lnSpc>
              <a:spcBef>
                <a:spcPct val="0"/>
              </a:spcBef>
              <a:spcAft>
                <a:spcPts val="600"/>
              </a:spcAft>
              <a:buClrTx/>
              <a:buSzTx/>
              <a:buFont typeface="Arial" panose="020B0604020202020204" pitchFamily="34" charset="0"/>
              <a:buNone/>
              <a:tabLst/>
              <a:defRPr/>
            </a:pPr>
            <a:endPar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a:p>
            <a:pPr marL="0" marR="0" lvl="0" indent="0" algn="l" defTabSz="932472" rtl="0" eaLnBrk="1" fontAlgn="base" latinLnBrk="0" hangingPunct="1">
              <a:lnSpc>
                <a:spcPct val="100000"/>
              </a:lnSpc>
              <a:spcBef>
                <a:spcPct val="0"/>
              </a:spcBef>
              <a:spcAft>
                <a:spcPts val="600"/>
              </a:spcAft>
              <a:buClrTx/>
              <a:buSzTx/>
              <a:buFont typeface="Arial" panose="020B0604020202020204" pitchFamily="34" charset="0"/>
              <a:buNone/>
              <a:tabLst/>
              <a:defRPr/>
            </a:pPr>
            <a:endPar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a:p>
            <a:pPr marL="0" marR="0" lvl="0" indent="0" algn="l" defTabSz="932472" rtl="0" eaLnBrk="1" fontAlgn="base" latinLnBrk="0" hangingPunct="1">
              <a:lnSpc>
                <a:spcPct val="100000"/>
              </a:lnSpc>
              <a:spcBef>
                <a:spcPct val="0"/>
              </a:spcBef>
              <a:spcAft>
                <a:spcPts val="600"/>
              </a:spcAft>
              <a:buClrTx/>
              <a:buSzTx/>
              <a:buFont typeface="Arial" panose="020B0604020202020204" pitchFamily="34" charset="0"/>
              <a:buNone/>
              <a:tabLst/>
              <a:defRPr/>
            </a:pPr>
            <a:endPar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a:p>
            <a:pPr marL="0" marR="0" lvl="0" indent="0" algn="l" defTabSz="932472" rtl="0" eaLnBrk="1" fontAlgn="base" latinLnBrk="0" hangingPunct="1">
              <a:lnSpc>
                <a:spcPct val="100000"/>
              </a:lnSpc>
              <a:spcBef>
                <a:spcPct val="0"/>
              </a:spcBef>
              <a:spcAft>
                <a:spcPts val="6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t>Split text into passages </a:t>
            </a:r>
            <a:br>
              <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br>
            <a:r>
              <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t>(for text portions):</a:t>
            </a:r>
          </a:p>
          <a:p>
            <a:pPr marR="0" lvl="0" algn="l" defTabSz="932472" rtl="0" eaLnBrk="1" fontAlgn="base" latinLnBrk="0" hangingPunct="1">
              <a:lnSpc>
                <a:spcPct val="100000"/>
              </a:lnSpc>
              <a:spcBef>
                <a:spcPct val="0"/>
              </a:spcBef>
              <a:spcAft>
                <a:spcPts val="600"/>
              </a:spcAft>
              <a:buClrTx/>
              <a:buSzTx/>
              <a:tabLst/>
              <a:defRPr/>
            </a:pPr>
            <a:r>
              <a:rPr lang="en-US" sz="1200" kern="0">
                <a:solidFill>
                  <a:srgbClr val="000000"/>
                </a:solidFill>
                <a:latin typeface="Segoe Sans Text" pitchFamily="2" charset="0"/>
                <a:cs typeface="Segoe Sans Text" pitchFamily="2" charset="0"/>
              </a:rPr>
              <a:t>-Fixed-size chunking (https://learn.microsoft.com/en-us/azure/search/cognitive-search-skill-textsplit) </a:t>
            </a:r>
          </a:p>
          <a:p>
            <a:pPr marR="0" lvl="0" algn="l" defTabSz="932472" rtl="0" eaLnBrk="1" fontAlgn="base" latinLnBrk="0" hangingPunct="1">
              <a:lnSpc>
                <a:spcPct val="100000"/>
              </a:lnSpc>
              <a:spcBef>
                <a:spcPct val="0"/>
              </a:spcBef>
              <a:spcAft>
                <a:spcPts val="600"/>
              </a:spcAft>
              <a:buClrTx/>
              <a:buSzTx/>
              <a:tabLst/>
              <a:defRPr/>
            </a:pPr>
            <a:r>
              <a:rPr lang="en-US" sz="1200" kern="0">
                <a:solidFill>
                  <a:srgbClr val="000000"/>
                </a:solidFill>
                <a:latin typeface="Segoe Sans Text" pitchFamily="2" charset="0"/>
                <a:cs typeface="Segoe Sans Text" pitchFamily="2" charset="0"/>
              </a:rPr>
              <a:t>-Document layout output chunking (https://aka.ms/DocumentIntelligenceLayout-skill)</a:t>
            </a:r>
            <a:endParaRPr kumimoji="0" lang="en-US" sz="12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a:p>
            <a:endParaRPr lang="en-US"/>
          </a:p>
          <a:p>
            <a:endParaRPr lang="en-US"/>
          </a:p>
          <a:p>
            <a:pPr>
              <a:defRPr/>
            </a:pPr>
            <a:endParaRPr lang="en-US"/>
          </a:p>
        </p:txBody>
      </p:sp>
      <p:sp>
        <p:nvSpPr>
          <p:cNvPr id="4" name="Slide Number Placeholder 3">
            <a:extLst>
              <a:ext uri="{FF2B5EF4-FFF2-40B4-BE49-F238E27FC236}">
                <a16:creationId xmlns:a16="http://schemas.microsoft.com/office/drawing/2014/main" id="{45CFAE8C-237A-2663-6BE2-8668947983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A0D00C-D97D-4D9F-A1A5-E7BA88B482EE}"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4318515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51FA-4BEA-52B0-8693-1AF4304AB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35715-6B27-D1CF-5B88-4EBA5A511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2918E-703B-6E34-F683-305D542F6293}"/>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25283B8A-8490-F5E9-4946-7087C4600EE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07FB18F3-9FC8-452A-6A10-6B65B726D17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E66EE2E-6047-D885-386E-01E94B5F620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26E9FA3F-2A8C-7A18-6580-15042F664BE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4248805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EC3D6-C818-3CF8-450A-8A1A6D443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2EB7F-4D5E-F669-8192-82B7D5CBB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C3EEF-78C5-ABA0-750F-29F6AEA08100}"/>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F3DF015E-FF94-0FD4-319B-866835602D5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DBA534E0-4638-34AE-7DD5-0784A139162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7E4839E-26EE-9D98-A121-0929997213E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3987E65E-DD5B-C538-3919-2D9ACFACE8E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9278793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6417-A450-EF06-93DB-37027EFC1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29C8E-FBA4-79D6-D1F1-912FAE0F74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888A29-1192-F4F3-A9F6-0B39C7186964}"/>
              </a:ext>
            </a:extLst>
          </p:cNvPr>
          <p:cNvSpPr>
            <a:spLocks noGrp="1"/>
          </p:cNvSpPr>
          <p:nvPr>
            <p:ph type="body" idx="1"/>
          </p:nvPr>
        </p:nvSpPr>
        <p:spPr/>
        <p:txBody>
          <a:bodyPr/>
          <a:lstStyle/>
          <a:p>
            <a:r>
              <a:rPr lang="en-US" b="1">
                <a:latin typeface="Aptos"/>
                <a:cs typeface="Segoe UI"/>
              </a:rPr>
              <a:t>Talk track</a:t>
            </a:r>
          </a:p>
          <a:p>
            <a:endParaRPr lang="en-US">
              <a:latin typeface="Aptos"/>
              <a:cs typeface="Segoe UI"/>
            </a:endParaRPr>
          </a:p>
          <a:p>
            <a:r>
              <a:rPr lang="en-US">
                <a:latin typeface="Aptos"/>
                <a:cs typeface="Segoe UI"/>
              </a:rPr>
              <a:t>This architecture shows how Microsoft IQ connects data, knowledge, and workflows into a unified intelligence layer that moves from early signals to coordinated action. </a:t>
            </a:r>
          </a:p>
          <a:p>
            <a:r>
              <a:rPr lang="en-US">
                <a:latin typeface="Aptos"/>
                <a:cs typeface="Segoe UI"/>
              </a:rPr>
              <a:t>At a high level, Fabric unifies supply chain related data, Foundry reasons over constraints, contracts and agreements, and the Copilot Studio agent detects signals and drives execution and orchestrates.</a:t>
            </a:r>
          </a:p>
          <a:p>
            <a:endParaRPr lang="en-US">
              <a:latin typeface="Aptos"/>
              <a:cs typeface="Segoe UI"/>
            </a:endParaRPr>
          </a:p>
          <a:p>
            <a:r>
              <a:rPr lang="en-US">
                <a:latin typeface="Aptos"/>
                <a:cs typeface="Segoe UI"/>
              </a:rPr>
              <a:t>Fabric (Data + Ontology + Analytics)</a:t>
            </a:r>
          </a:p>
          <a:p>
            <a:r>
              <a:rPr lang="en-US">
                <a:latin typeface="Aptos"/>
                <a:cs typeface="Segoe UI"/>
              </a:rPr>
              <a:t>• Fabric unifies inventory, product, demand forecast, and supplier data into OneLake using a shared semantic model and ontology to enable impact-aware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cs typeface="Segoe UI"/>
              </a:rPr>
              <a:t>• Fabric IQ is used as a deep entity-relationship model defining a business-oriented ontology for better defined and deeper relationships</a:t>
            </a:r>
          </a:p>
          <a:p>
            <a:r>
              <a:rPr lang="en-US">
                <a:latin typeface="Aptos"/>
                <a:cs typeface="Segoe UI"/>
              </a:rPr>
              <a:t>• The Fabric Data Agent exposes the supply chain relationships across suppliers, products, and distribution centers</a:t>
            </a:r>
          </a:p>
          <a:p>
            <a:r>
              <a:rPr lang="en-US">
                <a:latin typeface="Aptos"/>
                <a:cs typeface="Segoe UI"/>
              </a:rPr>
              <a:t>• Power BI is used to surface insights in the Supply Chain Dashboard, providing a consistent view of risk, inventory, and demand alignment</a:t>
            </a:r>
          </a:p>
          <a:p>
            <a:endParaRPr lang="en-US">
              <a:latin typeface="Aptos"/>
              <a:cs typeface="Segoe UI"/>
            </a:endParaRPr>
          </a:p>
          <a:p>
            <a:r>
              <a:rPr lang="en-US">
                <a:latin typeface="Aptos"/>
                <a:cs typeface="Segoe UI"/>
              </a:rPr>
              <a:t>Foundry (Knowledge + Reasoning)</a:t>
            </a:r>
            <a:br>
              <a:rPr lang="en-US">
                <a:latin typeface="Aptos"/>
                <a:cs typeface="Segoe UI"/>
              </a:rPr>
            </a:br>
            <a:r>
              <a:rPr lang="en-US">
                <a:latin typeface="Aptos"/>
                <a:cs typeface="Segoe UI"/>
              </a:rPr>
              <a:t>• The Foundry Supplier Terms Agent evaluates contracts, SLAs, lead times, and constraints to determine feasible sourcing options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cs typeface="Segoe UI"/>
              </a:rPr>
              <a:t>• Foundry IQ is used to index enterprise knowledge and provide information retrieval for agent responses </a:t>
            </a:r>
            <a:br>
              <a:rPr lang="en-US">
                <a:latin typeface="Aptos"/>
                <a:cs typeface="Segoe UI"/>
              </a:rPr>
            </a:br>
            <a:r>
              <a:rPr lang="en-US">
                <a:latin typeface="Aptos"/>
                <a:cs typeface="Segoe UI"/>
              </a:rPr>
              <a:t>• Agent Framework enables tool calling and reasoning across enterprise knowledge sources leveraging Azure OpenAI models for inference </a:t>
            </a:r>
            <a:br>
              <a:rPr lang="en-US">
                <a:latin typeface="Aptos"/>
                <a:cs typeface="Segoe UI"/>
              </a:rPr>
            </a:br>
            <a:br>
              <a:rPr lang="en-US">
                <a:latin typeface="Aptos"/>
                <a:cs typeface="Segoe UI"/>
              </a:rPr>
            </a:br>
            <a:r>
              <a:rPr lang="en-US">
                <a:latin typeface="Aptos"/>
                <a:cs typeface="Segoe UI"/>
              </a:rPr>
              <a:t>M365 Copilot &amp; Copilot Studio (Signals + Context + Orchestration)</a:t>
            </a:r>
            <a:br>
              <a:rPr lang="en-US">
                <a:latin typeface="+mn-lt"/>
                <a:cs typeface="Segoe UI"/>
              </a:rPr>
            </a:br>
            <a:r>
              <a:rPr lang="en-US">
                <a:latin typeface="+mn-lt"/>
                <a:cs typeface="Segoe UI"/>
              </a:rPr>
              <a:t>• Microsoft 365 Copilot and Copilot Studio provide the single orchestration layer that coordinates Fabric IQ, Foundry IQ, and Work IQ</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cs typeface="Segoe UI"/>
              </a:rPr>
              <a:t>• The Copilot agent orchestrates multi-agent workflows, reasoning steps, and execution across the system leveraging Foundry and Fabric sub-agents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cs typeface="Segoe UI"/>
              </a:rPr>
              <a:t>• Agent Flows monitors communications across the organization to detect early risk signals in the supply chain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ptos"/>
                <a:cs typeface="Segoe UI"/>
              </a:rPr>
              <a:t>• Work IQ provides context on emails, chats, meetings, and documents to contextualize impact of supplier disruption events</a:t>
            </a:r>
          </a:p>
          <a:p>
            <a:endParaRPr lang="en-US">
              <a:latin typeface="Aptos"/>
              <a:cs typeface="Segoe UI"/>
            </a:endParaRPr>
          </a:p>
          <a:p>
            <a:endParaRPr lang="en-US">
              <a:latin typeface="Aptos"/>
              <a:cs typeface="Segoe UI"/>
            </a:endParaRPr>
          </a:p>
          <a:p>
            <a:r>
              <a:rPr lang="en-US" b="1">
                <a:latin typeface="Segoe UI"/>
                <a:cs typeface="Segoe UI"/>
              </a:rPr>
              <a:t>CELA disclaimer </a:t>
            </a:r>
            <a:r>
              <a:rPr lang="en-US">
                <a:latin typeface="Segoe UI"/>
                <a:cs typeface="Segoe UI"/>
              </a:rPr>
              <a:t> </a:t>
            </a:r>
          </a:p>
          <a:p>
            <a:r>
              <a:rPr lang="en-US">
                <a:latin typeface="Segoe UI"/>
                <a:cs typeface="Segoe UI"/>
              </a:rPr>
              <a:t>Terms displayed or discussed are for explanation/education only. Such terms may differ from your agreement.</a:t>
            </a:r>
            <a:endParaRPr lang="en-US">
              <a:cs typeface="Segoe UI"/>
            </a:endParaRPr>
          </a:p>
          <a:p>
            <a:endParaRPr lang="en-US" b="0"/>
          </a:p>
          <a:p>
            <a:endParaRPr lang="en-US"/>
          </a:p>
          <a:p>
            <a:endParaRPr lang="en-US"/>
          </a:p>
          <a:p>
            <a:endParaRPr lang="en-US"/>
          </a:p>
        </p:txBody>
      </p:sp>
      <p:sp>
        <p:nvSpPr>
          <p:cNvPr id="4" name="Slide Number Placeholder 3">
            <a:extLst>
              <a:ext uri="{FF2B5EF4-FFF2-40B4-BE49-F238E27FC236}">
                <a16:creationId xmlns:a16="http://schemas.microsoft.com/office/drawing/2014/main" id="{8D725B80-8CC2-ABAD-AADF-56B5B99215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01222C-7C1A-438C-A286-2CB0EA5696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44696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DE" sz="1200" b="0" i="0" kern="1200">
                <a:solidFill>
                  <a:schemeClr val="tx1"/>
                </a:solidFill>
                <a:effectLst/>
                <a:latin typeface="+mn-lt"/>
                <a:ea typeface="+mn-ea"/>
                <a:cs typeface="+mn-cs"/>
              </a:rPr>
              <a:t>Web IQ extends your agents beyond enterprise data and gives them access to trusted, real-time information from the web—including news, websites, images, videos, and browser-based research. This means agents can combine internal company knowledge with the latest external developments to make better-informed decisions.</a:t>
            </a:r>
          </a:p>
          <a:p>
            <a:pPr fontAlgn="t"/>
            <a:r>
              <a:rPr lang="en-DE" sz="1200" b="0" i="0" kern="1200">
                <a:solidFill>
                  <a:schemeClr val="tx1"/>
                </a:solidFill>
                <a:effectLst/>
                <a:latin typeface="+mn-lt"/>
                <a:ea typeface="+mn-ea"/>
                <a:cs typeface="+mn-cs"/>
              </a:rPr>
              <a:t>What's particularly powerful is that Web IQ is optimized specifically for AI agents. It focuses on high-quality grounding, fast retrieval, and token efficiency, so agents get more accurate answers, respond faster, and consume less context. In short, Web IQ helps agents reason over the internet with the same confidence that Foundry IQ helps them reason over enterprise knowledge.</a:t>
            </a: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1A60-28C8-C526-4493-3A584F28B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E8E2B-8FF5-1B1A-6F81-5F9D7256C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8C97E-9D80-A982-14A0-703193D94CDE}"/>
              </a:ext>
            </a:extLst>
          </p:cNvPr>
          <p:cNvSpPr>
            <a:spLocks noGrp="1"/>
          </p:cNvSpPr>
          <p:nvPr>
            <p:ph type="body" idx="1"/>
          </p:nvPr>
        </p:nvSpPr>
        <p:spPr/>
        <p:txBody>
          <a:bodyPr/>
          <a:lstStyle/>
          <a:p>
            <a:r>
              <a:rPr lang="en-US" sz="1200"/>
              <a:t>Memory is built into the platform — one less piece of infrastructure to own.</a:t>
            </a:r>
          </a:p>
          <a:p>
            <a:r>
              <a:rPr lang="en-US" sz="1200"/>
              <a:t>Built-in memory gives agents persistent context across sessions without external databases to provision, scale, or secure. Foundry Agent Service supports session memory, user memory, and procedural memory.</a:t>
            </a:r>
          </a:p>
          <a:p>
            <a:r>
              <a:rPr lang="en-US" sz="1200"/>
              <a:t>As you can see in this example, the agent remembers context from a travel planning session — recalling a hotel booking in Run 1, then using that context in Run 2 to look up the relevant company travel policy. That cross-session continuity is what makes agents truly useful in real workflows.</a:t>
            </a:r>
          </a:p>
          <a:p>
            <a:endParaRPr lang="en-US"/>
          </a:p>
        </p:txBody>
      </p:sp>
      <p:sp>
        <p:nvSpPr>
          <p:cNvPr id="4" name="Slide Number Placeholder 3">
            <a:extLst>
              <a:ext uri="{FF2B5EF4-FFF2-40B4-BE49-F238E27FC236}">
                <a16:creationId xmlns:a16="http://schemas.microsoft.com/office/drawing/2014/main" id="{06B9DE95-0526-2464-BC4A-2687EFCE62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82298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B5E0E-F0EB-057F-0518-22F6C5B17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3C9A7-B50B-6B8F-1060-458B1C953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783AA-E66F-47F2-C206-6DDD73D127F2}"/>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86F3D62A-18D6-59C1-1BDA-71280748B78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4822E459-A007-C521-4DA8-F6A23B47AA6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AEE9942-C981-8002-6D77-9A9E2BECEAB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0784B619-0F1A-325B-3066-C6763D1F63B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38387299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5931-E0E2-C2D2-09E9-08A669CA0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CB234-617C-A656-C85F-50CC76040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EF50D-3A34-409D-F081-DCFAE94D752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F2FEEB9-9737-2348-4443-9F27730288A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40A858B-627B-26B6-C529-8111924C2E4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360A15B-F970-4C90-B1F1-F42C6C21A6E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595F393-01B7-3029-83A4-51F910303EE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020929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72D1-FDC8-280B-0130-02547D2C4A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7E543-4041-A264-78D8-DC32B0E4D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402A6-92FE-4EAC-0F52-0FCE12E12D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061254-F9F9-FF17-E03D-7D08C3BDC008}"/>
              </a:ext>
            </a:extLst>
          </p:cNvPr>
          <p:cNvSpPr>
            <a:spLocks noGrp="1"/>
          </p:cNvSpPr>
          <p:nvPr>
            <p:ph type="sldNum" sz="quarter" idx="5"/>
          </p:nvPr>
        </p:nvSpPr>
        <p:spPr/>
        <p:txBody>
          <a:bodyPr/>
          <a:lstStyle/>
          <a:p>
            <a:pPr marL="0" marR="0" lvl="0" indent="0" algn="r" defTabSz="931042" rtl="0" eaLnBrk="1" fontAlgn="auto" latinLnBrk="0" hangingPunct="1">
              <a:lnSpc>
                <a:spcPct val="100000"/>
              </a:lnSpc>
              <a:spcBef>
                <a:spcPts val="0"/>
              </a:spcBef>
              <a:spcAft>
                <a:spcPts val="0"/>
              </a:spcAft>
              <a:buClrTx/>
              <a:buSzTx/>
              <a:buFontTx/>
              <a:buNone/>
              <a:tabLst/>
              <a:defRPr/>
            </a:pPr>
            <a:fld id="{0E6E6B97-433E-4144-BA66-6B9B350662C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042"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146628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39725-32C2-B8CB-EECB-042445C85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0703F-DEC6-D220-D9D0-1933C65E7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6DFF8-751A-3206-1B98-2C34302946FF}"/>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DF4607E0-49C5-0341-0FDF-16D9DC06194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D094199F-C4DA-441F-5D65-B79411443C1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FACE5FB-E890-4998-3F8A-F39530C218B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52893CAD-5B00-8753-55E7-2554C4240A5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43496432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EE08B-59F0-D6C2-E9C0-43407D6D4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139D7-C77C-D226-9E4E-8C5550545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4F413-9FDC-D4DA-2B42-72FFD06CBDE3}"/>
              </a:ext>
            </a:extLst>
          </p:cNvPr>
          <p:cNvSpPr>
            <a:spLocks noGrp="1"/>
          </p:cNvSpPr>
          <p:nvPr>
            <p:ph type="body" idx="1"/>
          </p:nvPr>
        </p:nvSpPr>
        <p:spPr/>
        <p:txBody>
          <a:bodyPr/>
          <a:lstStyle/>
          <a:p>
            <a:r>
              <a:rPr lang="en-US" sz="900"/>
              <a:t>Now let's move to the Deploy phase.</a:t>
            </a:r>
          </a:p>
          <a:p>
            <a:r>
              <a:rPr lang="en-US" sz="900"/>
              <a:t>Here developers face a different set of challenges. How do I take a long-running autonomous agent from my laptop to production without rewriting the runtime? How do I get sub-second cold starts and proper isolation? How do I get my agent in front of users where they actually work — without rebuilding bot manifests and registering apps? And how do I make my agent a first-class teammate in my org — with its own identity, mailbox, Teams presence, and audit trail?</a:t>
            </a:r>
          </a:p>
          <a:p>
            <a:r>
              <a:rPr lang="en-US" sz="900"/>
              <a:t>Foundry answers every one of these.</a:t>
            </a:r>
          </a:p>
        </p:txBody>
      </p:sp>
      <p:sp>
        <p:nvSpPr>
          <p:cNvPr id="4" name="Slide Number Placeholder 3">
            <a:extLst>
              <a:ext uri="{FF2B5EF4-FFF2-40B4-BE49-F238E27FC236}">
                <a16:creationId xmlns:a16="http://schemas.microsoft.com/office/drawing/2014/main" id="{38BA87A7-387C-EBDA-6873-16BB46E586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20547E-2096-421C-B87C-7E0F775A19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00865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28E57-66A9-6EA3-BE2D-6CE2F5183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905C7-3B0E-9C7E-0C12-995DD4235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841C1-E296-37D9-2F1A-768BF92ACD18}"/>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4CF4B535-A635-ACA0-47AF-203FD47C619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56BFA9D4-0CAE-C835-3EE1-B3511C1A7F2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408984C-70C1-E395-8815-B45CB760AF3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DAE99620-64DF-870B-0717-0CF8FC36F78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0408758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00DC6-CCAE-B23B-9900-3DCD7BD9C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833B4-CABD-06FB-C4AA-EFC74788E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CF166-89E2-34EE-0384-5BBA51EEE3D4}"/>
              </a:ext>
            </a:extLst>
          </p:cNvPr>
          <p:cNvSpPr>
            <a:spLocks noGrp="1"/>
          </p:cNvSpPr>
          <p:nvPr>
            <p:ph type="body" idx="1"/>
          </p:nvPr>
        </p:nvSpPr>
        <p:spPr/>
        <p:txBody>
          <a:bodyPr/>
          <a:lstStyle/>
          <a:p>
            <a:r>
              <a:rPr lang="en-US" sz="882" b="1" kern="1200">
                <a:solidFill>
                  <a:schemeClr val="tx1"/>
                </a:solidFill>
                <a:effectLst/>
                <a:latin typeface="Segoe UI" panose="020B0502040204020203" pitchFamily="34" charset="0"/>
                <a:ea typeface="+mn-ea"/>
                <a:cs typeface="+mn-cs"/>
              </a:rPr>
              <a:t>Citrix</a:t>
            </a:r>
            <a:r>
              <a:rPr lang="en-US" sz="882" kern="1200">
                <a:solidFill>
                  <a:schemeClr val="tx1"/>
                </a:solidFill>
                <a:effectLst/>
                <a:latin typeface="Segoe UI" panose="020B0502040204020203" pitchFamily="34" charset="0"/>
                <a:ea typeface="+mn-ea"/>
                <a:cs typeface="+mn-cs"/>
              </a:rPr>
              <a:t> is already doing this — using Hosted Agents to bring AI into their virtual desktop environments, boosting productivity and running securely at scale on Azure.</a:t>
            </a:r>
          </a:p>
        </p:txBody>
      </p:sp>
      <p:sp>
        <p:nvSpPr>
          <p:cNvPr id="4" name="Slide Number Placeholder 3">
            <a:extLst>
              <a:ext uri="{FF2B5EF4-FFF2-40B4-BE49-F238E27FC236}">
                <a16:creationId xmlns:a16="http://schemas.microsoft.com/office/drawing/2014/main" id="{492A354D-62AE-CECE-828F-ED0DB2E37C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20547E-2096-421C-B87C-7E0F775A19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26341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Hosted agents in Foundry Agent Service: from laptop to production, no rewrite.</a:t>
            </a:r>
          </a:p>
          <a:p>
            <a:r>
              <a:rPr lang="en-US" sz="1200"/>
              <a:t>Take your agent code built with any open agent framework — </a:t>
            </a:r>
            <a:r>
              <a:rPr lang="en-US" sz="1200" err="1"/>
              <a:t>LangGraph</a:t>
            </a:r>
            <a:r>
              <a:rPr lang="en-US" sz="1200"/>
              <a:t>, Agent Framework, or any other — package it as a container, and deploy to Foundry. That's it.</a:t>
            </a:r>
          </a:p>
          <a:p>
            <a:r>
              <a:rPr lang="en-US" sz="1200"/>
              <a:t>Foundry provides a production-grade runtime with sub-second cold starts, session isolation, durable state, and filesystem access. You keep your preferred framework; Foundry handles deployment, scaling, security, and operations.</a:t>
            </a:r>
          </a:p>
          <a:p>
            <a:r>
              <a:rPr lang="en-US" sz="1200"/>
              <a:t>Long-running workflows, background tasks, and cross-agent collaboration all run within a managed runtime that scales automatically. Build however you want, run with enterprise-grade reliability and control.</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77626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And here's a standout differentiator: instant distribution where work happens.</a:t>
            </a:r>
          </a:p>
          <a:p>
            <a:r>
              <a:rPr lang="en-US" sz="1200"/>
              <a:t>Take agents built with Foundry and make them available instantly in M365 Copilot and Teams Chat — with one-click publishing. No rebuilding bot manifests, no registering apps, no hours of manual configuration.</a:t>
            </a:r>
          </a:p>
          <a:p>
            <a:r>
              <a:rPr lang="en-US" sz="1200"/>
              <a:t>Your agent gets its own identity, mailbox, Teams presence, and audit trail. It becomes a first-class teammate in the organization. This is the org-readiness that most platforms simply can't offer — and it's where Microsoft has a structural advantage.</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386072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DE523-21A0-3C2B-BBAF-A00512608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133D3-52D2-7F29-3A6A-834FF051D5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AE5E5-7A6F-CBFA-F080-49AEFE0E25CA}"/>
              </a:ext>
            </a:extLst>
          </p:cNvPr>
          <p:cNvSpPr>
            <a:spLocks noGrp="1"/>
          </p:cNvSpPr>
          <p:nvPr>
            <p:ph type="body" idx="1"/>
          </p:nvPr>
        </p:nvSpPr>
        <p:spPr/>
        <p:txBody>
          <a:bodyPr/>
          <a:lstStyle/>
          <a:p>
            <a:r>
              <a:rPr lang="en-US" sz="900"/>
              <a:t>Now let's talk about the Operate phase — and this is where it all comes together.</a:t>
            </a:r>
          </a:p>
          <a:p>
            <a:r>
              <a:rPr lang="en-US" sz="900"/>
              <a:t>How do I monitor cost, performance, and usage across agents so I can spot issues early? How do I enforce compliance and data-access policies at scale without constant manual oversight? How do I detect and mitigate unsafe or failed behaviors to protect users? And how do I keep improving my agent's quality and cost — tuning prompts, tools, and model choice — without becoming a prompt-engineering specialist?</a:t>
            </a:r>
          </a:p>
          <a:p>
            <a:r>
              <a:rPr lang="en-US" sz="900"/>
              <a:t>This is where Foundry closes the loop on that "operating at scale" challenge from earlier.</a:t>
            </a:r>
          </a:p>
        </p:txBody>
      </p:sp>
      <p:sp>
        <p:nvSpPr>
          <p:cNvPr id="4" name="Slide Number Placeholder 3">
            <a:extLst>
              <a:ext uri="{FF2B5EF4-FFF2-40B4-BE49-F238E27FC236}">
                <a16:creationId xmlns:a16="http://schemas.microsoft.com/office/drawing/2014/main" id="{AD587DCA-A8C7-A281-FF73-7A24EF74C0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20547E-2096-421C-B87C-7E0F775A19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28972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Enterprises are moving from tens of agents to thousands. Without oversight, security, and control, they won’t scale.</a:t>
            </a:r>
            <a:endParaRPr lang="en-US" sz="2800">
              <a:effectLst/>
              <a:latin typeface="Aptos" panose="020B0004020202020204" pitchFamily="34" charset="0"/>
              <a:ea typeface="MS Mincho" panose="02020609040205080304" pitchFamily="49" charset="-128"/>
              <a:cs typeface="Arial" panose="020B0604020202020204" pitchFamily="34" charset="0"/>
            </a:endParaRPr>
          </a:p>
          <a:p>
            <a:pPr rtl="0" fontAlgn="base"/>
            <a:endParaRPr lang="en-US" sz="1800">
              <a:effectLst/>
              <a:ea typeface="MS Mincho" panose="02020609040205080304" pitchFamily="49" charset="-128"/>
              <a:cs typeface="Segoe Sans Text"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3C5BC5-7156-4765-A9F9-D983CBCB532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9297589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6F5A-0B64-461E-0BFE-CEEA467F2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6796B-4D42-1E99-528E-721F0AC27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04851-298A-A4E3-4C1D-4B5F762FAA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765433-2666-69BF-22D2-7D568E76890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9449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7D4F0-8FA9-2758-A5CA-521ED8FF9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DB7EC-7A69-6210-8D4A-69DFB9B95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0A6E9-95BE-58C0-B579-7F767E74E10B}"/>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537E4AC2-BC70-508F-0AB4-BF8343C00A8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FBF0AD1E-516C-202C-F2D9-3B91B3DC0EB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CA59FA7-5B62-7FA9-C616-AB8F06C1CBF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E9EAC86F-89CF-2442-7539-A8DFCB31DED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1773435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ADB6-5292-78AE-9EF8-8662476CF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E2B9A-2AEE-A077-7CC0-1D97A57964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DAF528-9830-8233-8809-DDBEA499F561}"/>
              </a:ext>
            </a:extLst>
          </p:cNvPr>
          <p:cNvSpPr>
            <a:spLocks noGrp="1"/>
          </p:cNvSpPr>
          <p:nvPr>
            <p:ph type="body" idx="1"/>
          </p:nvPr>
        </p:nvSpPr>
        <p:spPr/>
        <p:txBody>
          <a:bodyPr/>
          <a:lstStyle/>
          <a:p>
            <a:pPr rtl="0" fontAlgn="base"/>
            <a:r>
              <a:rPr lang="en-US" sz="1200" b="1" i="0" kern="1200">
                <a:solidFill>
                  <a:schemeClr val="tx1"/>
                </a:solidFill>
                <a:effectLst/>
                <a:latin typeface="+mn-lt"/>
                <a:ea typeface="+mn-ea"/>
                <a:cs typeface="+mn-cs"/>
              </a:rPr>
              <a:t>Evaluate, monitor, and optimize AI apps and agents in real-time</a:t>
            </a:r>
            <a:r>
              <a:rPr lang="en-US" sz="1200" b="0" i="0" kern="1200">
                <a:solidFill>
                  <a:schemeClr val="tx1"/>
                </a:solidFill>
                <a:effectLst/>
                <a:latin typeface="+mn-lt"/>
                <a:ea typeface="+mn-ea"/>
                <a:cs typeface="+mn-cs"/>
              </a:rPr>
              <a:t>: Gain fleet-wide monitoring and governance across the AI development lifecycle with configurable evaluations, seamless CI/CD integration, intuitive monitoring dashboards, and actionable insights in one place.</a:t>
            </a:r>
          </a:p>
          <a:p>
            <a:pPr rtl="0" fontAlgn="base"/>
            <a:endParaRPr lang="en-US" sz="1200" b="0" i="0" kern="120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Defend AI operations from external and operational threats from a centralized control plane:</a:t>
            </a:r>
            <a:r>
              <a:rPr lang="en-US" sz="1200" b="0" i="0" kern="1200">
                <a:solidFill>
                  <a:schemeClr val="tx1"/>
                </a:solidFill>
                <a:effectLst/>
                <a:latin typeface="+mn-lt"/>
                <a:ea typeface="+mn-ea"/>
                <a:cs typeface="+mn-cs"/>
              </a:rPr>
              <a:t> Leverage a complete signals management layer to iteratively improve</a:t>
            </a:r>
            <a:endParaRPr lang="en-US" sz="1800">
              <a:effectLst/>
              <a:latin typeface="Aptos" panose="020B0004020202020204" pitchFamily="34" charset="0"/>
              <a:ea typeface="MS Mincho" panose="02020609040205080304" pitchFamily="49"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security, performance, cost management, and governance, with rich Defender and Entra integration. Manage agents, tools, and the knowledge they access org-wide</a:t>
            </a:r>
          </a:p>
        </p:txBody>
      </p:sp>
      <p:sp>
        <p:nvSpPr>
          <p:cNvPr id="4" name="Slide Number Placeholder 3">
            <a:extLst>
              <a:ext uri="{FF2B5EF4-FFF2-40B4-BE49-F238E27FC236}">
                <a16:creationId xmlns:a16="http://schemas.microsoft.com/office/drawing/2014/main" id="{9059F8D0-A5E4-AAA4-308A-5381B499B5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3C5BC5-7156-4765-A9F9-D983CBCB532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80870735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2B1AD-6C66-8730-EF13-894F1B94E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A3EDC-BD85-E8C7-0124-1564D2E65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3D75B-C4A9-8CA9-7A2C-50D0D7D8B8B5}"/>
              </a:ext>
            </a:extLst>
          </p:cNvPr>
          <p:cNvSpPr>
            <a:spLocks noGrp="1"/>
          </p:cNvSpPr>
          <p:nvPr>
            <p:ph type="body" idx="1"/>
          </p:nvPr>
        </p:nvSpPr>
        <p:spPr/>
        <p:txBody>
          <a:bodyPr/>
          <a:lstStyle/>
          <a:p>
            <a:r>
              <a:rPr lang="en-US" sz="1200"/>
              <a:t>Observability is built in, not bolted on.</a:t>
            </a:r>
          </a:p>
          <a:p>
            <a:r>
              <a:rPr lang="en-US" sz="1200"/>
              <a:t>Foundry provides out-of-the-box evaluations, tracing, and continuous monitoring with no extra plumbing. You get full visibility into what your agents are doing — every decision, every tool call, every outcome.</a:t>
            </a:r>
          </a:p>
          <a:p>
            <a:r>
              <a:rPr lang="en-US" sz="1200"/>
              <a:t>Three capabilities work together: build reliable agents early with pre-production evaluations, debug and optimize in production with tracing and telemetry, and gain fleet-wide visibility and control across all your agents.</a:t>
            </a:r>
          </a:p>
          <a:p>
            <a:r>
              <a:rPr lang="en-US" sz="1200"/>
              <a:t>No more traces stopping at the agent boundary. No more blind spots. You see cost, performance, and usage across your entire agent fleet — and you spot issues before your users do.</a:t>
            </a:r>
          </a:p>
          <a:p>
            <a:endParaRPr lang="en-US"/>
          </a:p>
        </p:txBody>
      </p:sp>
      <p:sp>
        <p:nvSpPr>
          <p:cNvPr id="4" name="Slide Number Placeholder 3">
            <a:extLst>
              <a:ext uri="{FF2B5EF4-FFF2-40B4-BE49-F238E27FC236}">
                <a16:creationId xmlns:a16="http://schemas.microsoft.com/office/drawing/2014/main" id="{F65312C3-A8E4-28A2-41D3-81903E4B81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95764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9348D-C296-329E-1F34-719EC0FEA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917D8-51B1-B0F0-ED87-454E0AD136B3}"/>
              </a:ext>
            </a:extLst>
          </p:cNvPr>
          <p:cNvSpPr>
            <a:spLocks noGrp="1" noRot="1" noChangeAspect="1"/>
          </p:cNvSpPr>
          <p:nvPr>
            <p:ph type="sldImg"/>
          </p:nvPr>
        </p:nvSpPr>
        <p:spPr/>
        <p:txBody>
          <a:bodyPr/>
          <a:lstStyle/>
          <a:p>
            <a:endParaRPr lang="uk-UA"/>
          </a:p>
        </p:txBody>
      </p:sp>
      <p:sp>
        <p:nvSpPr>
          <p:cNvPr id="3" name="Notes Placeholder 2">
            <a:extLst>
              <a:ext uri="{FF2B5EF4-FFF2-40B4-BE49-F238E27FC236}">
                <a16:creationId xmlns:a16="http://schemas.microsoft.com/office/drawing/2014/main" id="{BFF08668-B162-570F-EE03-32773AD25D86}"/>
              </a:ext>
            </a:extLst>
          </p:cNvPr>
          <p:cNvSpPr>
            <a:spLocks noGrp="1"/>
          </p:cNvSpPr>
          <p:nvPr>
            <p:ph type="body" idx="1"/>
          </p:nvPr>
        </p:nvSpPr>
        <p:spPr/>
        <p:txBody>
          <a:bodyPr/>
          <a:lstStyle/>
          <a:p>
            <a:r>
              <a:rPr lang="en-US"/>
              <a:t>Now let’s dive a little deeper into some of our key announcements starting with tracing. </a:t>
            </a:r>
          </a:p>
          <a:p>
            <a:r>
              <a:rPr lang="en-US"/>
              <a:t>Tracing for multi-agent systems with enhanced </a:t>
            </a:r>
            <a:r>
              <a:rPr lang="en-US" err="1"/>
              <a:t>OTel</a:t>
            </a:r>
            <a:r>
              <a:rPr lang="en-US"/>
              <a:t> semantics. </a:t>
            </a:r>
            <a:r>
              <a:rPr kumimoji="0" lang="en-US" sz="1200" b="0" i="0" u="none" strike="noStrike" kern="1200" cap="none" spc="0" normalizeH="0" baseline="0" noProof="0" err="1">
                <a:ln>
                  <a:noFill/>
                </a:ln>
                <a:solidFill>
                  <a:schemeClr val="bg1"/>
                </a:solidFill>
                <a:effectLst/>
                <a:uLnTx/>
                <a:uFillTx/>
                <a:latin typeface="Segoe UI"/>
                <a:ea typeface="+mn-ea"/>
                <a:cs typeface="Segoe UI" panose="020B0502040204020203" pitchFamily="34" charset="0"/>
              </a:rPr>
              <a:t>OTel</a:t>
            </a:r>
            <a:r>
              <a:rPr kumimoji="0" lang="en-US" sz="1200" b="0" i="0" u="none" strike="noStrike" kern="1200" cap="none" spc="0" normalizeH="0" baseline="0" noProof="0">
                <a:ln>
                  <a:noFill/>
                </a:ln>
                <a:solidFill>
                  <a:schemeClr val="bg1"/>
                </a:solidFill>
                <a:effectLst/>
                <a:uLnTx/>
                <a:uFillTx/>
                <a:latin typeface="Segoe UI"/>
                <a:ea typeface="+mn-ea"/>
                <a:cs typeface="Segoe UI" panose="020B0502040204020203" pitchFamily="34" charset="0"/>
              </a:rPr>
              <a:t>-based tracing and evals extend to </a:t>
            </a:r>
            <a:r>
              <a:rPr kumimoji="0" lang="en-US" sz="1200" b="0" i="0" u="none" strike="noStrike" kern="1200" cap="none" spc="0" normalizeH="0" baseline="0" noProof="0" err="1">
                <a:ln>
                  <a:noFill/>
                </a:ln>
                <a:solidFill>
                  <a:schemeClr val="bg1"/>
                </a:solidFill>
                <a:effectLst/>
                <a:uLnTx/>
                <a:uFillTx/>
                <a:latin typeface="Segoe UI"/>
                <a:ea typeface="+mn-ea"/>
                <a:cs typeface="Segoe UI" panose="020B0502040204020203" pitchFamily="34" charset="0"/>
              </a:rPr>
              <a:t>LangChain</a:t>
            </a:r>
            <a:r>
              <a:rPr kumimoji="0" lang="en-US" sz="1200" b="0" i="0" u="none" strike="noStrike" kern="1200" cap="none" spc="0" normalizeH="0" baseline="0" noProof="0">
                <a:ln>
                  <a:noFill/>
                </a:ln>
                <a:solidFill>
                  <a:schemeClr val="bg1"/>
                </a:solidFill>
                <a:effectLst/>
                <a:uLnTx/>
                <a:uFillTx/>
                <a:latin typeface="Segoe UI"/>
                <a:ea typeface="+mn-ea"/>
                <a:cs typeface="Segoe UI" panose="020B0502040204020203" pitchFamily="34" charset="0"/>
              </a:rPr>
              <a:t>, </a:t>
            </a:r>
            <a:r>
              <a:rPr kumimoji="0" lang="en-US" sz="1200" b="0" i="0" u="none" strike="noStrike" kern="1200" cap="none" spc="0" normalizeH="0" baseline="0" noProof="0" err="1">
                <a:ln>
                  <a:noFill/>
                </a:ln>
                <a:solidFill>
                  <a:schemeClr val="bg1"/>
                </a:solidFill>
                <a:effectLst/>
                <a:uLnTx/>
                <a:uFillTx/>
                <a:latin typeface="Segoe UI"/>
                <a:ea typeface="+mn-ea"/>
                <a:cs typeface="Segoe UI" panose="020B0502040204020203" pitchFamily="34" charset="0"/>
              </a:rPr>
              <a:t>LangGraph</a:t>
            </a:r>
            <a:r>
              <a:rPr kumimoji="0" lang="en-US" sz="1200" b="0" i="0" u="none" strike="noStrike" kern="1200" cap="none" spc="0" normalizeH="0" baseline="0" noProof="0">
                <a:ln>
                  <a:noFill/>
                </a:ln>
                <a:solidFill>
                  <a:schemeClr val="bg1"/>
                </a:solidFill>
                <a:effectLst/>
                <a:uLnTx/>
                <a:uFillTx/>
                <a:latin typeface="Segoe UI"/>
                <a:ea typeface="+mn-ea"/>
                <a:cs typeface="Segoe UI" panose="020B0502040204020203" pitchFamily="34" charset="0"/>
              </a:rPr>
              <a:t>, OpenAI SDK, and Microsoft Agent Framework — not just Foundry-hosted agents.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a:t>As part of our commitment to open standards to enable seamless interoperability with the Foundry, Microsoft actively partners with the </a:t>
            </a:r>
            <a:r>
              <a:rPr lang="en-US" err="1"/>
              <a:t>OTel</a:t>
            </a:r>
            <a:r>
              <a:rPr lang="en-US"/>
              <a:t> community to continue to evolve the </a:t>
            </a:r>
            <a:r>
              <a:rPr lang="en-US" err="1"/>
              <a:t>OTel</a:t>
            </a:r>
            <a:r>
              <a:rPr lang="en-US"/>
              <a:t> standard to enable continuous monitoring, tracing and debugging to keep up with industry advancements.</a:t>
            </a:r>
          </a:p>
        </p:txBody>
      </p:sp>
      <p:sp>
        <p:nvSpPr>
          <p:cNvPr id="4" name="Header Placeholder 3">
            <a:extLst>
              <a:ext uri="{FF2B5EF4-FFF2-40B4-BE49-F238E27FC236}">
                <a16:creationId xmlns:a16="http://schemas.microsoft.com/office/drawing/2014/main" id="{5E766803-C4FC-90B7-7026-59E45893E3C9}"/>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32204FCD-83B5-9B70-2C95-F9F75FC9A684}"/>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BCB0FAF-472C-758A-D025-A6986F789B5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B6093B75-4B8C-F978-4DC0-66BE93C083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375427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AAD30-912B-5182-BEBD-35BF352E0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45E97-6D61-F2FE-F450-56104A4C33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3336E3-D2DB-4CDA-3AB0-CDF539078CE9}"/>
              </a:ext>
            </a:extLst>
          </p:cNvPr>
          <p:cNvSpPr>
            <a:spLocks noGrp="1"/>
          </p:cNvSpPr>
          <p:nvPr>
            <p:ph type="body" idx="1"/>
          </p:nvPr>
        </p:nvSpPr>
        <p:spPr/>
        <p:txBody>
          <a:bodyPr/>
          <a:lstStyle/>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Enabling tracing is as simple as adding two lines of code with our SDK. Whether you're working with Prompt flow, </a:t>
            </a:r>
            <a:r>
              <a:rPr lang="en-US" sz="900" err="1">
                <a:effectLst/>
                <a:latin typeface="Segoe Sans Text" pitchFamily="2" charset="0"/>
                <a:ea typeface="Calibri" panose="020F0502020204030204" pitchFamily="34" charset="0"/>
                <a:cs typeface="Segoe Sans Text" pitchFamily="2" charset="0"/>
              </a:rPr>
              <a:t>Langchain</a:t>
            </a:r>
            <a:r>
              <a:rPr lang="en-US" sz="900">
                <a:effectLst/>
                <a:latin typeface="Segoe Sans Text" pitchFamily="2" charset="0"/>
                <a:ea typeface="Calibri" panose="020F0502020204030204" pitchFamily="34" charset="0"/>
                <a:cs typeface="Segoe Sans Text" pitchFamily="2" charset="0"/>
              </a:rPr>
              <a:t>, Semantic Kernel, or </a:t>
            </a:r>
            <a:r>
              <a:rPr lang="en-US" sz="900" err="1">
                <a:effectLst/>
                <a:latin typeface="Segoe Sans Text" pitchFamily="2" charset="0"/>
                <a:ea typeface="Calibri" panose="020F0502020204030204" pitchFamily="34" charset="0"/>
                <a:cs typeface="Segoe Sans Text" pitchFamily="2" charset="0"/>
              </a:rPr>
              <a:t>AutoGen</a:t>
            </a:r>
            <a:r>
              <a:rPr lang="en-US" sz="900">
                <a:effectLst/>
                <a:latin typeface="Segoe Sans Text" pitchFamily="2" charset="0"/>
                <a:ea typeface="Calibri" panose="020F0502020204030204" pitchFamily="34" charset="0"/>
                <a:cs typeface="Segoe Sans Text" pitchFamily="2" charset="0"/>
              </a:rPr>
              <a:t>, our framework-agnostic approach for compatibility across all environments.</a:t>
            </a:r>
          </a:p>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 </a:t>
            </a:r>
          </a:p>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If you're testing locally or deploying in the cloud, you can seamlessly trace your applications across different environments, for consistency and reliability. It’s also easy to organize your traces by sessions or applications to streamline your debugging process. With grouped traces, you can quickly identify patterns and isolate issues, speeding up resolution times.</a:t>
            </a:r>
          </a:p>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 </a:t>
            </a:r>
          </a:p>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Tracing within Microsoft Foundry provides detailed insights into every LLM call, including messages, prompts, parameters, tokens, and latency. With this level of granularity, you can pinpoint performance bottlenecks and optimize your workflow for maximum efficiency. Plus, you can visualize your traces directly in Microsoft Foundry, making them durable and comparable between different app versions. Our built-in visualization tools provide actionable insights, allowing you to make informed decisions and drive continuous improvement.</a:t>
            </a:r>
          </a:p>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 </a:t>
            </a:r>
          </a:p>
          <a:p>
            <a:pPr marL="0" marR="0">
              <a:spcBef>
                <a:spcPts val="0"/>
              </a:spcBef>
              <a:spcAft>
                <a:spcPts val="0"/>
              </a:spcAft>
            </a:pPr>
            <a:r>
              <a:rPr lang="en-US" sz="900">
                <a:effectLst/>
                <a:latin typeface="Segoe Sans Text" pitchFamily="2" charset="0"/>
                <a:ea typeface="Calibri" panose="020F0502020204030204" pitchFamily="34" charset="0"/>
                <a:cs typeface="Segoe Sans Text" pitchFamily="2" charset="0"/>
              </a:rPr>
              <a:t>Take your debugging efforts to the next level by loading and running individual test cases against your function or flow. With this capability, you can isolate specific scenarios and validate your solutions with confidence.</a:t>
            </a:r>
          </a:p>
          <a:p>
            <a:pPr marL="0" marR="0" lvl="0" indent="0" defTabSz="932742" rtl="0" eaLnBrk="1" fontAlgn="auto" latinLnBrk="0" hangingPunct="1">
              <a:lnSpc>
                <a:spcPct val="100000"/>
              </a:lnSpc>
              <a:spcBef>
                <a:spcPct val="0"/>
              </a:spcBef>
              <a:spcAft>
                <a:spcPts val="0"/>
              </a:spcAft>
              <a:buClrTx/>
              <a:buSzTx/>
              <a:buFontTx/>
              <a:buNone/>
              <a:tabLst/>
              <a:defRPr/>
            </a:pPr>
            <a:endParaRPr lang="en-US" sz="900">
              <a:ln w="3175">
                <a:noFill/>
              </a:ln>
              <a:solidFill>
                <a:schemeClr val="bg1"/>
              </a:solidFill>
              <a:latin typeface="Segoe Sans Text" pitchFamily="2" charset="0"/>
              <a:cs typeface="Segoe Sans Text" pitchFamily="2" charset="0"/>
            </a:endParaRPr>
          </a:p>
          <a:p>
            <a:pPr marL="0" marR="0" lvl="0" indent="0" defTabSz="932742" rtl="0" eaLnBrk="1" fontAlgn="auto" latinLnBrk="0" hangingPunct="1">
              <a:lnSpc>
                <a:spcPct val="100000"/>
              </a:lnSpc>
              <a:spcBef>
                <a:spcPct val="0"/>
              </a:spcBef>
              <a:spcAft>
                <a:spcPts val="0"/>
              </a:spcAft>
              <a:buClrTx/>
              <a:buSzTx/>
              <a:buFontTx/>
              <a:buNone/>
              <a:tabLst/>
              <a:defRPr/>
            </a:pPr>
            <a:r>
              <a:rPr lang="en-US" sz="900">
                <a:ln w="3175">
                  <a:noFill/>
                </a:ln>
                <a:solidFill>
                  <a:schemeClr val="bg1"/>
                </a:solidFill>
                <a:latin typeface="Segoe Sans Text" pitchFamily="2" charset="0"/>
                <a:cs typeface="Segoe Sans Text" pitchFamily="2" charset="0"/>
              </a:rPr>
              <a:t>Effortlessly enable large language model (LLM) application tracing to gain comprehensive insights into the workflow, facilitating quick identification and resolution of performance bottlenecks while streamlining the debugging process.</a:t>
            </a:r>
          </a:p>
          <a:p>
            <a:pPr marL="0" marR="0">
              <a:spcBef>
                <a:spcPts val="0"/>
              </a:spcBef>
              <a:spcAft>
                <a:spcPts val="0"/>
              </a:spcAft>
            </a:pPr>
            <a:endParaRPr lang="en-US" sz="900">
              <a:effectLst/>
              <a:latin typeface="Segoe Sans Text" pitchFamily="2" charset="0"/>
              <a:ea typeface="Calibri"/>
              <a:cs typeface="Segoe Sans Text" pitchFamily="2" charset="0"/>
            </a:endParaRP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Offer out-of-the-box visualization in Microsoft Foundry, making traces durable and comparable between different app versions</a:t>
            </a: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Make debugging easier by allowing users to load and run individual test cases against the function or flow</a:t>
            </a: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Enable tracing by adding 2 lines of code with SDK </a:t>
            </a: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Framework agnostic: Prompt flow, </a:t>
            </a:r>
            <a:r>
              <a:rPr kumimoji="0" lang="en-US" sz="900" b="0" u="none" strike="noStrike" kern="1200" cap="none" normalizeH="0" baseline="0" noProof="0" err="1">
                <a:ln w="3175">
                  <a:noFill/>
                </a:ln>
                <a:solidFill>
                  <a:schemeClr val="bg1"/>
                </a:solidFill>
                <a:effectLst/>
                <a:uLnTx/>
                <a:uFillTx/>
                <a:ea typeface="+mn-ea"/>
                <a:cs typeface="Segoe Sans Text" pitchFamily="2" charset="0"/>
              </a:rPr>
              <a:t>Langchain</a:t>
            </a:r>
            <a:r>
              <a:rPr kumimoji="0" lang="en-US" sz="900" b="0" u="none" strike="noStrike" kern="1200" cap="none" normalizeH="0" baseline="0" noProof="0">
                <a:ln w="3175">
                  <a:noFill/>
                </a:ln>
                <a:solidFill>
                  <a:schemeClr val="bg1"/>
                </a:solidFill>
                <a:effectLst/>
                <a:uLnTx/>
                <a:uFillTx/>
                <a:ea typeface="+mn-ea"/>
                <a:cs typeface="Segoe Sans Text" pitchFamily="2" charset="0"/>
              </a:rPr>
              <a:t>, Semantic Kernel, </a:t>
            </a:r>
            <a:r>
              <a:rPr kumimoji="0" lang="en-US" sz="900" b="0" u="none" strike="noStrike" kern="1200" cap="none" normalizeH="0" baseline="0" noProof="0" err="1">
                <a:ln w="3175">
                  <a:noFill/>
                </a:ln>
                <a:solidFill>
                  <a:schemeClr val="bg1"/>
                </a:solidFill>
                <a:effectLst/>
                <a:uLnTx/>
                <a:uFillTx/>
                <a:ea typeface="+mn-ea"/>
                <a:cs typeface="Segoe Sans Text" pitchFamily="2" charset="0"/>
              </a:rPr>
              <a:t>AutoGen</a:t>
            </a:r>
            <a:endParaRPr kumimoji="0" lang="en-US" sz="900" b="0" u="none" strike="noStrike" kern="1200" cap="none" normalizeH="0" baseline="0" noProof="0">
              <a:ln w="3175">
                <a:noFill/>
              </a:ln>
              <a:solidFill>
                <a:schemeClr val="bg1"/>
              </a:solidFill>
              <a:effectLst/>
              <a:uLnTx/>
              <a:uFillTx/>
              <a:ea typeface="+mn-ea"/>
              <a:cs typeface="Segoe Sans Text" pitchFamily="2" charset="0"/>
            </a:endParaRP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Support both local and cloud runs</a:t>
            </a: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Group traces by sessions/applications</a:t>
            </a: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r>
              <a:rPr kumimoji="0" lang="en-US" sz="900" b="0" u="none" strike="noStrike" kern="1200" cap="none" normalizeH="0" baseline="0" noProof="0">
                <a:ln w="3175">
                  <a:noFill/>
                </a:ln>
                <a:solidFill>
                  <a:schemeClr val="bg1"/>
                </a:solidFill>
                <a:effectLst/>
                <a:uLnTx/>
                <a:uFillTx/>
                <a:ea typeface="+mn-ea"/>
                <a:cs typeface="Segoe Sans Text" pitchFamily="2" charset="0"/>
              </a:rPr>
              <a:t>Detail every LLM call including message, prompt, parameters, token, and latency</a:t>
            </a:r>
            <a:endParaRPr lang="en-US" sz="900">
              <a:effectLst/>
              <a:latin typeface="Segoe Sans Text" pitchFamily="2" charset="0"/>
              <a:ea typeface="Calibri"/>
              <a:cs typeface="Segoe Sans Text" pitchFamily="2" charset="0"/>
            </a:endParaRPr>
          </a:p>
          <a:p>
            <a:pPr marL="173038" marR="0" lvl="0" indent="-173038" defTabSz="932742" rtl="0" eaLnBrk="1" fontAlgn="auto" latinLnBrk="0" hangingPunct="1">
              <a:spcBef>
                <a:spcPct val="0"/>
              </a:spcBef>
              <a:spcAft>
                <a:spcPts val="1000"/>
              </a:spcAft>
              <a:buClrTx/>
              <a:buSzTx/>
              <a:buFont typeface="Arial" panose="020B0604020202020204" pitchFamily="34" charset="0"/>
              <a:buChar char="•"/>
              <a:tabLst/>
              <a:defRPr/>
            </a:pPr>
            <a:endParaRPr lang="en-US" sz="900">
              <a:effectLst/>
              <a:latin typeface="Segoe Sans Text" pitchFamily="2" charset="0"/>
              <a:ea typeface="Calibri"/>
              <a:cs typeface="Segoe Sans Text" pitchFamily="2" charset="0"/>
            </a:endParaRPr>
          </a:p>
        </p:txBody>
      </p:sp>
      <p:sp>
        <p:nvSpPr>
          <p:cNvPr id="4" name="Header Placeholder 3">
            <a:extLst>
              <a:ext uri="{FF2B5EF4-FFF2-40B4-BE49-F238E27FC236}">
                <a16:creationId xmlns:a16="http://schemas.microsoft.com/office/drawing/2014/main" id="{EADA8501-1478-CFC3-B9AF-DE49E0C636C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79EDD557-A96E-C963-4876-3FDD8AD9974A}"/>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053055D-DDFA-657A-67FB-3332D7E601C8}"/>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65C393E7-1DC7-04F6-82CB-0E505D3B3CB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100</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16626930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18C91E-3A58-4882-8D06-BE1AE97CA0E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79335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E7FE7-8C74-6335-AC82-E78633285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417C7-C0B5-99C4-AA9C-F6731560B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69E4A-A41A-D6D6-C494-D0961690774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0059DE42-2A4C-7EF4-1696-99E5509B8FB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786E190-D34B-9A3D-0FB1-3D0FFBAEDAB7}"/>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77CE5F3-5DB4-CF73-1A9D-214EC0E407B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DC9AC21D-1229-4740-4A9C-6377CBF9793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4682521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18C91E-3A58-4882-8D06-BE1AE97CA0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352467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87C14-F7A7-8A41-F3F7-D3DA26058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7C42D-3F1D-5B2D-1255-C17ABEFDC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CB290-8BB3-44D4-B901-FBA50CA6A0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8CC847-52F3-9752-2886-2C68BFD2DF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18C91E-3A58-4882-8D06-BE1AE97CA0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786556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b="0" i="0" kern="1200">
                <a:solidFill>
                  <a:schemeClr val="tx1"/>
                </a:solidFill>
                <a:effectLst/>
                <a:latin typeface="+mn-lt"/>
                <a:ea typeface="+mn-ea"/>
                <a:cs typeface="+mn-cs"/>
              </a:rPr>
              <a:t>When you select </a:t>
            </a:r>
            <a:r>
              <a:rPr lang="en-DE" sz="1200" b="1" i="0" kern="1200">
                <a:solidFill>
                  <a:schemeClr val="tx1"/>
                </a:solidFill>
                <a:effectLst/>
                <a:latin typeface="+mn-lt"/>
                <a:ea typeface="+mn-ea"/>
                <a:cs typeface="+mn-cs"/>
              </a:rPr>
              <a:t>View More Details</a:t>
            </a:r>
            <a:r>
              <a:rPr lang="en-DE" sz="1200" b="0" i="0" kern="1200">
                <a:solidFill>
                  <a:schemeClr val="tx1"/>
                </a:solidFill>
                <a:effectLst/>
                <a:latin typeface="+mn-lt"/>
                <a:ea typeface="+mn-ea"/>
                <a:cs typeface="+mn-cs"/>
              </a:rPr>
              <a:t> or </a:t>
            </a:r>
            <a:r>
              <a:rPr lang="en-DE" sz="1200" b="1" i="0" kern="1200">
                <a:solidFill>
                  <a:schemeClr val="tx1"/>
                </a:solidFill>
                <a:effectLst/>
                <a:latin typeface="+mn-lt"/>
                <a:ea typeface="+mn-ea"/>
                <a:cs typeface="+mn-cs"/>
              </a:rPr>
              <a:t>Azure Cost Management</a:t>
            </a:r>
            <a:r>
              <a:rPr lang="en-DE" sz="1200" b="0" i="0" kern="1200">
                <a:solidFill>
                  <a:schemeClr val="tx1"/>
                </a:solidFill>
                <a:effectLst/>
                <a:latin typeface="+mn-lt"/>
                <a:ea typeface="+mn-ea"/>
                <a:cs typeface="+mn-cs"/>
              </a:rPr>
              <a:t>, you're directed to the Azure portal's </a:t>
            </a:r>
            <a:r>
              <a:rPr lang="en-DE" sz="1200" b="1" i="0" kern="1200">
                <a:solidFill>
                  <a:schemeClr val="tx1"/>
                </a:solidFill>
                <a:effectLst/>
                <a:latin typeface="+mn-lt"/>
                <a:ea typeface="+mn-ea"/>
                <a:cs typeface="+mn-cs"/>
              </a:rPr>
              <a:t>Cost Management</a:t>
            </a:r>
            <a:r>
              <a:rPr lang="en-DE" sz="1200" b="0" i="0" kern="1200">
                <a:solidFill>
                  <a:schemeClr val="tx1"/>
                </a:solidFill>
                <a:effectLst/>
                <a:latin typeface="+mn-lt"/>
                <a:ea typeface="+mn-ea"/>
                <a:cs typeface="+mn-cs"/>
              </a:rPr>
              <a:t> section. </a:t>
            </a:r>
            <a:endParaRPr lang="en-US" sz="1200" b="0" i="0" kern="1200">
              <a:solidFill>
                <a:schemeClr val="tx1"/>
              </a:solidFill>
              <a:effectLst/>
              <a:latin typeface="+mn-lt"/>
              <a:ea typeface="+mn-ea"/>
              <a:cs typeface="+mn-cs"/>
            </a:endParaRPr>
          </a:p>
          <a:p>
            <a:r>
              <a:rPr lang="en-DE" sz="1200" b="0" i="0" kern="1200">
                <a:solidFill>
                  <a:schemeClr val="tx1"/>
                </a:solidFill>
                <a:effectLst/>
                <a:latin typeface="+mn-lt"/>
                <a:ea typeface="+mn-ea"/>
                <a:cs typeface="+mn-cs"/>
              </a:rPr>
              <a:t>Azure portal costs can show aggregated charges for the related account scope, not only individual models.</a:t>
            </a:r>
          </a:p>
          <a:p>
            <a:endParaRPr lang="en-DE" sz="1200" b="1" i="0" kern="1200">
              <a:solidFill>
                <a:schemeClr val="tx1"/>
              </a:solidFill>
              <a:effectLst/>
              <a:latin typeface="+mn-lt"/>
              <a:ea typeface="+mn-ea"/>
              <a:cs typeface="+mn-cs"/>
            </a:endParaRPr>
          </a:p>
          <a:p>
            <a:r>
              <a:rPr lang="en-DE" sz="1200" b="0" i="0" kern="1200">
                <a:solidFill>
                  <a:schemeClr val="tx1"/>
                </a:solidFill>
                <a:effectLst/>
                <a:latin typeface="+mn-lt"/>
                <a:ea typeface="+mn-ea"/>
                <a:cs typeface="+mn-cs"/>
              </a:rPr>
              <a:t>Token and request charts can temporarily differ from </a:t>
            </a:r>
            <a:r>
              <a:rPr lang="en-DE" sz="1200" b="1" i="0" kern="1200">
                <a:solidFill>
                  <a:schemeClr val="tx1"/>
                </a:solidFill>
                <a:effectLst/>
                <a:latin typeface="+mn-lt"/>
                <a:ea typeface="+mn-ea"/>
                <a:cs typeface="+mn-cs"/>
              </a:rPr>
              <a:t>Estimated cost</a:t>
            </a:r>
            <a:r>
              <a:rPr lang="en-DE" sz="1200" b="0" i="0" kern="1200">
                <a:solidFill>
                  <a:schemeClr val="tx1"/>
                </a:solidFill>
                <a:effectLst/>
                <a:latin typeface="+mn-lt"/>
                <a:ea typeface="+mn-ea"/>
                <a:cs typeface="+mn-cs"/>
              </a:rPr>
              <a:t> because of ingestion timing and aggregation differences. </a:t>
            </a:r>
            <a:endParaRPr lang="en-US" sz="1200" b="0" i="0" kern="1200">
              <a:solidFill>
                <a:schemeClr val="tx1"/>
              </a:solidFill>
              <a:effectLst/>
              <a:latin typeface="+mn-lt"/>
              <a:ea typeface="+mn-ea"/>
              <a:cs typeface="+mn-cs"/>
            </a:endParaRPr>
          </a:p>
          <a:p>
            <a:r>
              <a:rPr lang="en-DE" sz="1200" b="0" i="0" kern="1200">
                <a:solidFill>
                  <a:schemeClr val="tx1"/>
                </a:solidFill>
                <a:effectLst/>
                <a:latin typeface="+mn-lt"/>
                <a:ea typeface="+mn-ea"/>
                <a:cs typeface="+mn-cs"/>
              </a:rPr>
              <a:t>Use </a:t>
            </a:r>
            <a:r>
              <a:rPr lang="en-DE" sz="1200" b="1" i="0" kern="1200">
                <a:solidFill>
                  <a:schemeClr val="tx1"/>
                </a:solidFill>
                <a:effectLst/>
                <a:latin typeface="+mn-lt"/>
                <a:ea typeface="+mn-ea"/>
                <a:cs typeface="+mn-cs"/>
              </a:rPr>
              <a:t>Estimated cost</a:t>
            </a:r>
            <a:r>
              <a:rPr lang="en-DE" sz="1200" b="0" i="0" kern="1200">
                <a:solidFill>
                  <a:schemeClr val="tx1"/>
                </a:solidFill>
                <a:effectLst/>
                <a:latin typeface="+mn-lt"/>
                <a:ea typeface="+mn-ea"/>
                <a:cs typeface="+mn-cs"/>
              </a:rPr>
              <a:t> for near-real-time monitoring, and use Microsoft Cost Management and invoiced charges for financial reconciliation.</a:t>
            </a:r>
          </a:p>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EF98C-E440-4A9E-8134-E2E59C8328F6}" type="slidenum">
              <a:rPr kumimoji="0" lang="en-D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810500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28066-437E-B43E-57F1-10A739AE2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D5BDC-B0F9-0EEE-D4DF-EECA7BF3786D}"/>
              </a:ext>
            </a:extLst>
          </p:cNvPr>
          <p:cNvSpPr>
            <a:spLocks noGrp="1" noRot="1" noChangeAspect="1"/>
          </p:cNvSpPr>
          <p:nvPr>
            <p:ph type="sldImg"/>
          </p:nvPr>
        </p:nvSpPr>
        <p:spPr/>
        <p:txBody>
          <a:bodyPr/>
          <a:lstStyle/>
          <a:p>
            <a:endParaRPr lang="uk-UA"/>
          </a:p>
        </p:txBody>
      </p:sp>
      <p:sp>
        <p:nvSpPr>
          <p:cNvPr id="3" name="Notes Placeholder 2">
            <a:extLst>
              <a:ext uri="{FF2B5EF4-FFF2-40B4-BE49-F238E27FC236}">
                <a16:creationId xmlns:a16="http://schemas.microsoft.com/office/drawing/2014/main" id="{B8863759-1A10-0611-91B2-4C461F0DE270}"/>
              </a:ext>
            </a:extLst>
          </p:cNvPr>
          <p:cNvSpPr>
            <a:spLocks noGrp="1"/>
          </p:cNvSpPr>
          <p:nvPr>
            <p:ph type="body" idx="1"/>
          </p:nvPr>
        </p:nvSpPr>
        <p:spPr/>
        <p:txBody>
          <a:bodyPr/>
          <a:lstStyle/>
          <a:p>
            <a:r>
              <a:rPr lang="en-US" sz="850">
                <a:latin typeface="Segoe UI"/>
                <a:cs typeface="Segoe UI"/>
              </a:rPr>
              <a:t>Our observability stack relies on data and telemetry from Apps and agents as well as the Ai platform itself where we host models to provide intelligent observation, insights and control. </a:t>
            </a:r>
            <a:endParaRPr lang="en-US" sz="850">
              <a:cs typeface="Segoe UI"/>
            </a:endParaRPr>
          </a:p>
          <a:p>
            <a:endParaRPr lang="en-US" sz="850">
              <a:latin typeface="Segoe UI"/>
              <a:cs typeface="Segoe UI"/>
            </a:endParaRPr>
          </a:p>
          <a:p>
            <a:r>
              <a:rPr lang="en-US" sz="850">
                <a:latin typeface="Segoe UI"/>
                <a:cs typeface="Segoe UI"/>
              </a:rPr>
              <a:t>In addition to tight integration with Azure Monitor (by being a core component of Foundry) you can now have a comprehensive monitoring solution spanning not just your agents and ai platform but across your data services as well as Azure Infra.</a:t>
            </a:r>
            <a:endParaRPr lang="en-US" sz="850">
              <a:cs typeface="Segoe UI"/>
            </a:endParaRPr>
          </a:p>
        </p:txBody>
      </p:sp>
      <p:sp>
        <p:nvSpPr>
          <p:cNvPr id="4" name="Header Placeholder 3">
            <a:extLst>
              <a:ext uri="{FF2B5EF4-FFF2-40B4-BE49-F238E27FC236}">
                <a16:creationId xmlns:a16="http://schemas.microsoft.com/office/drawing/2014/main" id="{35C9CD08-F883-E2E3-60AB-2C539A50CCB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00E68643-D169-6107-A3C3-A140B83529C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FAC7ED6-512D-0AF2-8722-C844EF0D55CC}"/>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82AF7DE-2272-180C-B51E-DCC3B3EDBAD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3285671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D332-5182-791F-605F-807AD9797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C14A8-7B21-BB28-94BB-59B628383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7B513-FA73-706C-26CB-4A85C0ED5113}"/>
              </a:ext>
            </a:extLst>
          </p:cNvPr>
          <p:cNvSpPr>
            <a:spLocks noGrp="1"/>
          </p:cNvSpPr>
          <p:nvPr>
            <p:ph type="body" idx="1"/>
          </p:nvPr>
        </p:nvSpPr>
        <p:spPr/>
        <p:txBody>
          <a:bodyPr/>
          <a:lstStyle/>
          <a:p>
            <a:endParaRPr lang="es-MX" sz="800"/>
          </a:p>
        </p:txBody>
      </p:sp>
      <p:sp>
        <p:nvSpPr>
          <p:cNvPr id="4" name="Header Placeholder 3">
            <a:extLst>
              <a:ext uri="{FF2B5EF4-FFF2-40B4-BE49-F238E27FC236}">
                <a16:creationId xmlns:a16="http://schemas.microsoft.com/office/drawing/2014/main" id="{4B396054-7882-7557-1EEC-3ACE4CF372F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31491A6F-B3DC-2573-AFCB-16C13863F56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3E59E7D-DB7A-C151-8073-31CC511340B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5ABC64E4-A7C4-78EA-18F3-E0BDC23B894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0842733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60410-F369-F717-EC43-5FC7C8585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D7E70-587F-2DF6-D6C2-20B1B4725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BB078-E871-4D6A-C512-AF53FCC05F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Once agents start interacting with business processes, company data, APIs, and end users, we need a reliable way to measure whether they're actually performing as expected. </a:t>
            </a:r>
            <a:r>
              <a:rPr lang="en-GB" sz="1200" b="0" i="0" kern="1200">
                <a:solidFill>
                  <a:schemeClr val="tx1"/>
                </a:solidFill>
                <a:effectLst/>
                <a:latin typeface="+mn-lt"/>
                <a:ea typeface="+mn-ea"/>
                <a:cs typeface="+mn-cs"/>
              </a:rPr>
              <a:t> -  for that </a:t>
            </a:r>
            <a:r>
              <a:rPr lang="en-DE" sz="1200" b="0" i="0" kern="1200">
                <a:solidFill>
                  <a:schemeClr val="tx1"/>
                </a:solidFill>
                <a:effectLst/>
                <a:latin typeface="+mn-lt"/>
                <a:ea typeface="+mn-ea"/>
                <a:cs typeface="+mn-cs"/>
              </a:rPr>
              <a:t>we need continuous, objective evaluation to understand quality, safety, compliance, and task completion at scale.</a:t>
            </a:r>
          </a:p>
          <a:p>
            <a:br>
              <a:rPr lang="en-US"/>
            </a:br>
            <a:r>
              <a:rPr lang="en-US"/>
              <a:t>Foundry offers pre-built evaluators that you can use to check on quality, risk &amp; safety and then specifically on agents. </a:t>
            </a:r>
            <a:r>
              <a:rPr lang="en-DE" sz="1200" b="1" i="0" kern="1200">
                <a:solidFill>
                  <a:schemeClr val="tx1"/>
                </a:solidFill>
                <a:effectLst/>
                <a:latin typeface="+mn-lt"/>
                <a:ea typeface="+mn-ea"/>
                <a:cs typeface="+mn-cs"/>
              </a:rPr>
              <a:t>Quality</a:t>
            </a:r>
            <a:r>
              <a:rPr lang="en-DE" sz="1200" b="0" i="0" kern="1200">
                <a:solidFill>
                  <a:schemeClr val="tx1"/>
                </a:solidFill>
                <a:effectLst/>
                <a:latin typeface="+mn-lt"/>
                <a:ea typeface="+mn-ea"/>
                <a:cs typeface="+mn-cs"/>
              </a:rPr>
              <a:t> is about how good the model's output actually is. It covers things like </a:t>
            </a:r>
            <a:r>
              <a:rPr lang="en-DE" sz="1200" b="1" i="0" kern="1200">
                <a:solidFill>
                  <a:schemeClr val="tx1"/>
                </a:solidFill>
                <a:effectLst/>
                <a:latin typeface="+mn-lt"/>
                <a:ea typeface="+mn-ea"/>
                <a:cs typeface="+mn-cs"/>
              </a:rPr>
              <a:t>Document Retrieval</a:t>
            </a:r>
            <a:r>
              <a:rPr lang="en-DE" sz="1200" b="0" i="0" kern="1200">
                <a:solidFill>
                  <a:schemeClr val="tx1"/>
                </a:solidFill>
                <a:effectLst/>
                <a:latin typeface="+mn-lt"/>
                <a:ea typeface="+mn-ea"/>
                <a:cs typeface="+mn-cs"/>
              </a:rPr>
              <a:t>, </a:t>
            </a:r>
            <a:r>
              <a:rPr lang="en-DE" sz="1200" b="1" i="0" kern="1200" err="1">
                <a:solidFill>
                  <a:schemeClr val="tx1"/>
                </a:solidFill>
                <a:effectLst/>
                <a:latin typeface="+mn-lt"/>
                <a:ea typeface="+mn-ea"/>
                <a:cs typeface="+mn-cs"/>
              </a:rPr>
              <a:t>Groundedness</a:t>
            </a:r>
            <a:r>
              <a:rPr lang="en-DE" sz="1200" b="0" i="0" kern="1200">
                <a:solidFill>
                  <a:schemeClr val="tx1"/>
                </a:solidFill>
                <a:effectLst/>
                <a:latin typeface="+mn-lt"/>
                <a:ea typeface="+mn-ea"/>
                <a:cs typeface="+mn-cs"/>
              </a:rPr>
              <a:t>, and </a:t>
            </a:r>
            <a:r>
              <a:rPr lang="en-DE" sz="1200" b="1" i="0" kern="1200">
                <a:solidFill>
                  <a:schemeClr val="tx1"/>
                </a:solidFill>
                <a:effectLst/>
                <a:latin typeface="+mn-lt"/>
                <a:ea typeface="+mn-ea"/>
                <a:cs typeface="+mn-cs"/>
              </a:rPr>
              <a:t>Relevance</a:t>
            </a:r>
            <a:r>
              <a:rPr lang="en-DE" sz="1200" b="0" i="0" kern="1200">
                <a:solidFill>
                  <a:schemeClr val="tx1"/>
                </a:solidFill>
                <a:effectLst/>
                <a:latin typeface="+mn-lt"/>
                <a:ea typeface="+mn-ea"/>
                <a:cs typeface="+mn-cs"/>
              </a:rPr>
              <a:t> — so we know the response is </a:t>
            </a:r>
            <a:r>
              <a:rPr lang="en-GB" sz="1200" b="0" i="0" kern="1200">
                <a:solidFill>
                  <a:schemeClr val="tx1"/>
                </a:solidFill>
                <a:effectLst/>
                <a:latin typeface="+mn-lt"/>
                <a:ea typeface="+mn-ea"/>
                <a:cs typeface="+mn-cs"/>
              </a:rPr>
              <a:t>grounded</a:t>
            </a:r>
            <a:r>
              <a:rPr lang="en-DE" sz="1200" b="0" i="0" kern="1200">
                <a:solidFill>
                  <a:schemeClr val="tx1"/>
                </a:solidFill>
                <a:effectLst/>
                <a:latin typeface="+mn-lt"/>
                <a:ea typeface="+mn-ea"/>
                <a:cs typeface="+mn-cs"/>
              </a:rPr>
              <a:t> in the right source</a:t>
            </a:r>
            <a:r>
              <a:rPr lang="en-GB" sz="1200" b="0" i="0" kern="1200">
                <a:solidFill>
                  <a:schemeClr val="tx1"/>
                </a:solidFill>
                <a:effectLst/>
                <a:latin typeface="+mn-lt"/>
                <a:ea typeface="+mn-ea"/>
                <a:cs typeface="+mn-cs"/>
              </a:rPr>
              <a:t>s</a:t>
            </a:r>
            <a:r>
              <a:rPr lang="en-DE" sz="1200" b="0" i="0" kern="1200">
                <a:solidFill>
                  <a:schemeClr val="tx1"/>
                </a:solidFill>
                <a:effectLst/>
                <a:latin typeface="+mn-lt"/>
                <a:ea typeface="+mn-ea"/>
                <a:cs typeface="+mn-cs"/>
              </a:rPr>
              <a:t>. </a:t>
            </a:r>
            <a:r>
              <a:rPr lang="en-GB" sz="1200" b="0" i="0" kern="1200">
                <a:solidFill>
                  <a:schemeClr val="tx1"/>
                </a:solidFill>
                <a:effectLst/>
                <a:latin typeface="+mn-lt"/>
                <a:ea typeface="+mn-ea"/>
                <a:cs typeface="+mn-cs"/>
              </a:rPr>
              <a:t>This </a:t>
            </a:r>
            <a:r>
              <a:rPr lang="en-DE" sz="1200" b="0" i="0" kern="1200">
                <a:solidFill>
                  <a:schemeClr val="tx1"/>
                </a:solidFill>
                <a:effectLst/>
                <a:latin typeface="+mn-lt"/>
                <a:ea typeface="+mn-ea"/>
                <a:cs typeface="+mn-cs"/>
              </a:rPr>
              <a:t>also support</a:t>
            </a:r>
            <a:r>
              <a:rPr lang="en-GB" sz="1200" b="0" i="0" kern="1200">
                <a:solidFill>
                  <a:schemeClr val="tx1"/>
                </a:solidFill>
                <a:effectLst/>
                <a:latin typeface="+mn-lt"/>
                <a:ea typeface="+mn-ea"/>
                <a:cs typeface="+mn-cs"/>
              </a:rPr>
              <a:t>s</a:t>
            </a:r>
            <a:r>
              <a:rPr lang="en-DE" sz="1200" b="0" i="0" kern="1200">
                <a:solidFill>
                  <a:schemeClr val="tx1"/>
                </a:solidFill>
                <a:effectLst/>
                <a:latin typeface="+mn-lt"/>
                <a:ea typeface="+mn-ea"/>
                <a:cs typeface="+mn-cs"/>
              </a:rPr>
              <a:t> </a:t>
            </a:r>
            <a:r>
              <a:rPr lang="en-DE" sz="1200" b="1" i="0" kern="1200">
                <a:solidFill>
                  <a:schemeClr val="tx1"/>
                </a:solidFill>
                <a:effectLst/>
                <a:latin typeface="+mn-lt"/>
                <a:ea typeface="+mn-ea"/>
                <a:cs typeface="+mn-cs"/>
              </a:rPr>
              <a:t>multi-turn</a:t>
            </a:r>
            <a:r>
              <a:rPr lang="en-DE" sz="1200" b="0" i="0" kern="1200">
                <a:solidFill>
                  <a:schemeClr val="tx1"/>
                </a:solidFill>
                <a:effectLst/>
                <a:latin typeface="+mn-lt"/>
                <a:ea typeface="+mn-ea"/>
                <a:cs typeface="+mn-cs"/>
              </a:rPr>
              <a:t> evaluation, so we can assess quality across a full conversation, not just a single reply.</a:t>
            </a:r>
            <a:endParaRPr lang="en-GB" sz="1200" b="0" i="0" kern="1200">
              <a:solidFill>
                <a:schemeClr val="tx1"/>
              </a:solidFill>
              <a:effectLst/>
              <a:latin typeface="+mn-lt"/>
              <a:ea typeface="+mn-ea"/>
              <a:cs typeface="+mn-cs"/>
            </a:endParaRPr>
          </a:p>
          <a:p>
            <a:endParaRPr lang="en-GB" sz="1200" b="0" i="0" kern="1200">
              <a:solidFill>
                <a:schemeClr val="tx1"/>
              </a:solidFill>
              <a:effectLst/>
              <a:latin typeface="+mn-lt"/>
              <a:ea typeface="+mn-ea"/>
              <a:cs typeface="+mn-cs"/>
            </a:endParaRPr>
          </a:p>
          <a:p>
            <a:r>
              <a:rPr lang="en-DE" sz="1200" b="1" i="0" kern="1200">
                <a:solidFill>
                  <a:schemeClr val="tx1"/>
                </a:solidFill>
                <a:effectLst/>
                <a:latin typeface="+mn-lt"/>
                <a:ea typeface="+mn-ea"/>
                <a:cs typeface="+mn-cs"/>
              </a:rPr>
              <a:t>Risk &amp; Safety</a:t>
            </a:r>
            <a:r>
              <a:rPr lang="en-DE" sz="1200" b="0" i="0" kern="1200">
                <a:solidFill>
                  <a:schemeClr val="tx1"/>
                </a:solidFill>
                <a:effectLst/>
                <a:latin typeface="+mn-lt"/>
                <a:ea typeface="+mn-ea"/>
                <a:cs typeface="+mn-cs"/>
              </a:rPr>
              <a:t> This is where we check for harmful or non-compliant </a:t>
            </a:r>
            <a:r>
              <a:rPr lang="en-DE" sz="1200" b="0" i="0" kern="1200" err="1">
                <a:solidFill>
                  <a:schemeClr val="tx1"/>
                </a:solidFill>
                <a:effectLst/>
                <a:latin typeface="+mn-lt"/>
                <a:ea typeface="+mn-ea"/>
                <a:cs typeface="+mn-cs"/>
              </a:rPr>
              <a:t>behavior</a:t>
            </a:r>
            <a:r>
              <a:rPr lang="en-DE" sz="1200" b="0" i="0" kern="1200">
                <a:solidFill>
                  <a:schemeClr val="tx1"/>
                </a:solidFill>
                <a:effectLst/>
                <a:latin typeface="+mn-lt"/>
                <a:ea typeface="+mn-ea"/>
                <a:cs typeface="+mn-cs"/>
              </a:rPr>
              <a:t> — </a:t>
            </a:r>
            <a:r>
              <a:rPr lang="en-DE" sz="1200" b="1" i="0" kern="1200">
                <a:solidFill>
                  <a:schemeClr val="tx1"/>
                </a:solidFill>
                <a:effectLst/>
                <a:latin typeface="+mn-lt"/>
                <a:ea typeface="+mn-ea"/>
                <a:cs typeface="+mn-cs"/>
              </a:rPr>
              <a:t>jailbreak and indirect attack</a:t>
            </a:r>
            <a:r>
              <a:rPr lang="en-DE" sz="1200" b="0" i="0" kern="1200">
                <a:solidFill>
                  <a:schemeClr val="tx1"/>
                </a:solidFill>
                <a:effectLst/>
                <a:latin typeface="+mn-lt"/>
                <a:ea typeface="+mn-ea"/>
                <a:cs typeface="+mn-cs"/>
              </a:rPr>
              <a:t> resistance, and </a:t>
            </a:r>
            <a:r>
              <a:rPr lang="en-GB" sz="1200" b="0" i="0" kern="1200">
                <a:solidFill>
                  <a:schemeClr val="tx1"/>
                </a:solidFill>
                <a:effectLst/>
                <a:latin typeface="+mn-lt"/>
                <a:ea typeface="+mn-ea"/>
                <a:cs typeface="+mn-cs"/>
              </a:rPr>
              <a:t>some other </a:t>
            </a:r>
            <a:r>
              <a:rPr lang="en-DE" sz="1200" b="0" i="0" kern="1200">
                <a:solidFill>
                  <a:schemeClr val="tx1"/>
                </a:solidFill>
                <a:effectLst/>
                <a:latin typeface="+mn-lt"/>
                <a:ea typeface="+mn-ea"/>
                <a:cs typeface="+mn-cs"/>
              </a:rPr>
              <a:t> content-safety categories: </a:t>
            </a:r>
            <a:r>
              <a:rPr lang="en-DE" sz="1200" b="1" i="0" kern="1200">
                <a:solidFill>
                  <a:schemeClr val="tx1"/>
                </a:solidFill>
                <a:effectLst/>
                <a:latin typeface="+mn-lt"/>
                <a:ea typeface="+mn-ea"/>
                <a:cs typeface="+mn-cs"/>
              </a:rPr>
              <a:t>hate, violence, and self-harm</a:t>
            </a:r>
            <a:r>
              <a:rPr lang="en-DE" sz="1200" b="0" i="0" kern="1200">
                <a:solidFill>
                  <a:schemeClr val="tx1"/>
                </a:solidFill>
                <a:effectLst/>
                <a:latin typeface="+mn-lt"/>
                <a:ea typeface="+mn-ea"/>
                <a:cs typeface="+mn-cs"/>
              </a:rPr>
              <a:t>. It also flags </a:t>
            </a:r>
            <a:r>
              <a:rPr lang="en-DE" sz="1200" b="1" i="0" kern="1200">
                <a:solidFill>
                  <a:schemeClr val="tx1"/>
                </a:solidFill>
                <a:effectLst/>
                <a:latin typeface="+mn-lt"/>
                <a:ea typeface="+mn-ea"/>
                <a:cs typeface="+mn-cs"/>
              </a:rPr>
              <a:t>code vulnerabilities</a:t>
            </a:r>
            <a:r>
              <a:rPr lang="en-GB" sz="1200" b="0" i="0" kern="1200">
                <a:solidFill>
                  <a:schemeClr val="tx1"/>
                </a:solidFill>
                <a:effectLst/>
                <a:latin typeface="+mn-lt"/>
                <a:ea typeface="+mn-ea"/>
                <a:cs typeface="+mn-cs"/>
              </a:rPr>
              <a:t> </a:t>
            </a:r>
            <a:r>
              <a:rPr lang="en-DE" sz="1200" b="0" i="0" kern="1200">
                <a:solidFill>
                  <a:schemeClr val="tx1"/>
                </a:solidFill>
                <a:effectLst/>
                <a:latin typeface="+mn-lt"/>
                <a:ea typeface="+mn-ea"/>
                <a:cs typeface="+mn-cs"/>
              </a:rPr>
              <a:t>and </a:t>
            </a:r>
            <a:r>
              <a:rPr lang="en-DE" sz="1200" b="1" i="0" kern="1200">
                <a:solidFill>
                  <a:schemeClr val="tx1"/>
                </a:solidFill>
                <a:effectLst/>
                <a:latin typeface="+mn-lt"/>
                <a:ea typeface="+mn-ea"/>
                <a:cs typeface="+mn-cs"/>
              </a:rPr>
              <a:t>sensitive data leakage</a:t>
            </a:r>
            <a:r>
              <a:rPr lang="en-DE" sz="1200" b="0" i="0" kern="1200">
                <a:solidFill>
                  <a:schemeClr val="tx1"/>
                </a:solidFill>
                <a:effectLst/>
                <a:latin typeface="+mn-lt"/>
                <a:ea typeface="+mn-ea"/>
                <a:cs typeface="+mn-cs"/>
              </a:rPr>
              <a:t>. </a:t>
            </a:r>
            <a:endParaRPr lang="en-GB" sz="1200" b="0" i="0" kern="1200">
              <a:solidFill>
                <a:schemeClr val="tx1"/>
              </a:solidFill>
              <a:effectLst/>
              <a:latin typeface="+mn-lt"/>
              <a:ea typeface="+mn-ea"/>
              <a:cs typeface="+mn-cs"/>
            </a:endParaRPr>
          </a:p>
          <a:p>
            <a:endParaRPr lang="en-GB" sz="1200" b="0" i="0" kern="1200">
              <a:solidFill>
                <a:schemeClr val="tx1"/>
              </a:solidFill>
              <a:effectLst/>
              <a:latin typeface="+mn-lt"/>
              <a:ea typeface="+mn-ea"/>
              <a:cs typeface="+mn-cs"/>
            </a:endParaRPr>
          </a:p>
          <a:p>
            <a:r>
              <a:rPr lang="en-DE" sz="1200" b="1" i="0" kern="1200">
                <a:solidFill>
                  <a:schemeClr val="tx1"/>
                </a:solidFill>
                <a:effectLst/>
                <a:latin typeface="+mn-lt"/>
                <a:ea typeface="+mn-ea"/>
                <a:cs typeface="+mn-cs"/>
              </a:rPr>
              <a:t>Agents</a:t>
            </a:r>
            <a:r>
              <a:rPr lang="en-DE" sz="1200" b="0" i="0" kern="1200">
                <a:solidFill>
                  <a:schemeClr val="tx1"/>
                </a:solidFill>
                <a:effectLst/>
                <a:latin typeface="+mn-lt"/>
                <a:ea typeface="+mn-ea"/>
                <a:cs typeface="+mn-cs"/>
              </a:rPr>
              <a:t> is purpose-built for agentic workflows. When the model is calling tools and taking actions, we need to know it's doing the right things. So we measure </a:t>
            </a:r>
            <a:r>
              <a:rPr lang="en-DE" sz="1200" b="1" i="0" kern="1200">
                <a:solidFill>
                  <a:schemeClr val="tx1"/>
                </a:solidFill>
                <a:effectLst/>
                <a:latin typeface="+mn-lt"/>
                <a:ea typeface="+mn-ea"/>
                <a:cs typeface="+mn-cs"/>
              </a:rPr>
              <a:t>intent resolution</a:t>
            </a:r>
            <a:r>
              <a:rPr lang="en-DE" sz="1200" b="0" i="0" kern="1200">
                <a:solidFill>
                  <a:schemeClr val="tx1"/>
                </a:solidFill>
                <a:effectLst/>
                <a:latin typeface="+mn-lt"/>
                <a:ea typeface="+mn-ea"/>
                <a:cs typeface="+mn-cs"/>
              </a:rPr>
              <a:t> — did it understand the </a:t>
            </a:r>
            <a:r>
              <a:rPr lang="en-GB" sz="1200" b="0" i="0" kern="1200">
                <a:solidFill>
                  <a:schemeClr val="tx1"/>
                </a:solidFill>
                <a:effectLst/>
                <a:latin typeface="+mn-lt"/>
                <a:ea typeface="+mn-ea"/>
                <a:cs typeface="+mn-cs"/>
              </a:rPr>
              <a:t>input prompt</a:t>
            </a:r>
            <a:r>
              <a:rPr lang="en-DE" sz="1200" b="0" i="0" kern="1200">
                <a:solidFill>
                  <a:schemeClr val="tx1"/>
                </a:solidFill>
                <a:effectLst/>
                <a:latin typeface="+mn-lt"/>
                <a:ea typeface="+mn-ea"/>
                <a:cs typeface="+mn-cs"/>
              </a:rPr>
              <a:t> — then the whole tool-use chain: </a:t>
            </a:r>
            <a:r>
              <a:rPr lang="en-DE" sz="1200" b="1" i="0" kern="1200">
                <a:solidFill>
                  <a:schemeClr val="tx1"/>
                </a:solidFill>
                <a:effectLst/>
                <a:latin typeface="+mn-lt"/>
                <a:ea typeface="+mn-ea"/>
                <a:cs typeface="+mn-cs"/>
              </a:rPr>
              <a:t>tool selection, call accuracy</a:t>
            </a:r>
            <a:r>
              <a:rPr lang="en-GB" sz="1200" b="1" i="0" kern="1200">
                <a:solidFill>
                  <a:schemeClr val="tx1"/>
                </a:solidFill>
                <a:effectLst/>
                <a:latin typeface="+mn-lt"/>
                <a:ea typeface="+mn-ea"/>
                <a:cs typeface="+mn-cs"/>
              </a:rPr>
              <a:t> etc</a:t>
            </a:r>
            <a:endParaRPr lang="en-GB" sz="1200" b="0" i="0" kern="1200">
              <a:solidFill>
                <a:schemeClr val="tx1"/>
              </a:solidFill>
              <a:effectLst/>
              <a:latin typeface="+mn-lt"/>
              <a:ea typeface="+mn-ea"/>
              <a:cs typeface="+mn-cs"/>
            </a:endParaRPr>
          </a:p>
          <a:p>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F</a:t>
            </a:r>
            <a:r>
              <a:rPr lang="en-DE" sz="1200" b="0" i="0" kern="1200" err="1">
                <a:solidFill>
                  <a:schemeClr val="tx1"/>
                </a:solidFill>
                <a:effectLst/>
                <a:latin typeface="+mn-lt"/>
                <a:ea typeface="+mn-ea"/>
                <a:cs typeface="+mn-cs"/>
              </a:rPr>
              <a:t>oundry</a:t>
            </a:r>
            <a:r>
              <a:rPr lang="en-DE" sz="1200" b="0" i="0" kern="1200">
                <a:solidFill>
                  <a:schemeClr val="tx1"/>
                </a:solidFill>
                <a:effectLst/>
                <a:latin typeface="+mn-lt"/>
                <a:ea typeface="+mn-ea"/>
                <a:cs typeface="+mn-cs"/>
              </a:rPr>
              <a:t> lets us extend all of this with </a:t>
            </a:r>
            <a:r>
              <a:rPr lang="en-DE" sz="1200" b="1" i="0" kern="1200">
                <a:solidFill>
                  <a:schemeClr val="tx1"/>
                </a:solidFill>
                <a:effectLst/>
                <a:latin typeface="+mn-lt"/>
                <a:ea typeface="+mn-ea"/>
                <a:cs typeface="+mn-cs"/>
              </a:rPr>
              <a:t>custom evaluators</a:t>
            </a:r>
            <a:r>
              <a:rPr lang="en-DE" sz="1200" b="0" i="0" kern="1200">
                <a:solidFill>
                  <a:schemeClr val="tx1"/>
                </a:solidFill>
                <a:effectLst/>
                <a:latin typeface="+mn-lt"/>
                <a:ea typeface="+mn-ea"/>
                <a:cs typeface="+mn-cs"/>
              </a:rPr>
              <a:t> and </a:t>
            </a:r>
            <a:r>
              <a:rPr lang="en-DE" sz="1200" b="1" i="0" kern="1200">
                <a:solidFill>
                  <a:schemeClr val="tx1"/>
                </a:solidFill>
                <a:effectLst/>
                <a:latin typeface="+mn-lt"/>
                <a:ea typeface="+mn-ea"/>
                <a:cs typeface="+mn-cs"/>
              </a:rPr>
              <a:t>rubric-based evaluators</a:t>
            </a:r>
            <a:r>
              <a:rPr lang="en-DE" sz="1200" b="0" i="0" kern="1200">
                <a:solidFill>
                  <a:schemeClr val="tx1"/>
                </a:solidFill>
                <a:effectLst/>
                <a:latin typeface="+mn-lt"/>
                <a:ea typeface="+mn-ea"/>
                <a:cs typeface="+mn-cs"/>
              </a:rPr>
              <a:t> </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NEXT SLIDE</a:t>
            </a:r>
            <a:endParaRPr lang="en-US"/>
          </a:p>
          <a:p>
            <a:endParaRPr lang="en-US"/>
          </a:p>
        </p:txBody>
      </p:sp>
      <p:sp>
        <p:nvSpPr>
          <p:cNvPr id="4" name="Header Placeholder 3">
            <a:extLst>
              <a:ext uri="{FF2B5EF4-FFF2-40B4-BE49-F238E27FC236}">
                <a16:creationId xmlns:a16="http://schemas.microsoft.com/office/drawing/2014/main" id="{24E66F9A-67A5-04C1-5402-58CEAE80793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EC4D2DA-CA8A-E303-4553-AA374FEBAB2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274113D-8D75-2D89-9962-8476E9C71B5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EAD7094-58E0-C0FF-DC65-40966B27D8F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7306015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Foundry has many built-in evaluators (tool selection, tool input/output, retrieval, fluency, etc.), but it can be </a:t>
            </a:r>
            <a:r>
              <a:rPr lang="en-DE" sz="1200" b="1" i="0" kern="1200">
                <a:solidFill>
                  <a:schemeClr val="tx1"/>
                </a:solidFill>
                <a:effectLst/>
                <a:latin typeface="+mn-lt"/>
                <a:ea typeface="+mn-ea"/>
                <a:cs typeface="+mn-cs"/>
              </a:rPr>
              <a:t>overwhelming to know the right combination</a:t>
            </a:r>
            <a:r>
              <a:rPr lang="en-DE" sz="1200" b="0" i="0" kern="1200">
                <a:solidFill>
                  <a:schemeClr val="tx1"/>
                </a:solidFill>
                <a:effectLst/>
                <a:latin typeface="+mn-lt"/>
                <a:ea typeface="+mn-ea"/>
                <a:cs typeface="+mn-cs"/>
              </a:rPr>
              <a:t> for </a:t>
            </a:r>
            <a:r>
              <a:rPr lang="en-DE" sz="1200" b="0" i="1" kern="1200">
                <a:solidFill>
                  <a:schemeClr val="tx1"/>
                </a:solidFill>
                <a:effectLst/>
                <a:latin typeface="+mn-lt"/>
                <a:ea typeface="+mn-ea"/>
                <a:cs typeface="+mn-cs"/>
              </a:rPr>
              <a:t>your</a:t>
            </a:r>
            <a:r>
              <a:rPr lang="en-DE" sz="1200" b="0" i="0" kern="1200">
                <a:solidFill>
                  <a:schemeClr val="tx1"/>
                </a:solidFill>
                <a:effectLst/>
                <a:latin typeface="+mn-lt"/>
                <a:ea typeface="+mn-ea"/>
                <a:cs typeface="+mn-cs"/>
              </a:rPr>
              <a:t> specific agent.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DE" b="1" u="sng">
                <a:effectLst/>
              </a:rPr>
              <a:t>Rubric evaluators </a:t>
            </a:r>
            <a:r>
              <a:rPr lang="en-DE">
                <a:effectLst/>
              </a:rPr>
              <a:t>are a new Foundry capability that </a:t>
            </a:r>
            <a:r>
              <a:rPr lang="en-DE" b="1">
                <a:effectLst/>
              </a:rPr>
              <a:t>automatically generates evaluation criteria directly from your agent's </a:t>
            </a:r>
            <a:r>
              <a:rPr lang="en-DE" sz="1200" b="0" i="0" kern="1200">
                <a:solidFill>
                  <a:schemeClr val="tx1"/>
                </a:solidFill>
                <a:effectLst/>
                <a:latin typeface="+mn-lt"/>
                <a:ea typeface="+mn-ea"/>
                <a:cs typeface="+mn-cs"/>
              </a:rPr>
              <a:t>definition, instructions,</a:t>
            </a:r>
            <a:r>
              <a:rPr lang="en-GB" sz="1200" b="0" i="0" kern="1200">
                <a:solidFill>
                  <a:schemeClr val="tx1"/>
                </a:solidFill>
                <a:effectLst/>
                <a:latin typeface="+mn-lt"/>
                <a:ea typeface="+mn-ea"/>
                <a:cs typeface="+mn-cs"/>
              </a:rPr>
              <a:t> tool definitions</a:t>
            </a:r>
            <a:r>
              <a:rPr lang="en-DE" sz="1200" b="0" i="0" kern="1200">
                <a:solidFill>
                  <a:schemeClr val="tx1"/>
                </a:solidFill>
                <a:effectLst/>
                <a:latin typeface="+mn-lt"/>
                <a:ea typeface="+mn-ea"/>
                <a:cs typeface="+mn-cs"/>
              </a:rPr>
              <a:t> and intended use case.</a:t>
            </a:r>
            <a:r>
              <a:rPr lang="en-DE">
                <a:effectLst/>
              </a:rPr>
              <a:t>, creating a set of weighted dimensions tailored to your specific scenario. So you get </a:t>
            </a:r>
            <a:r>
              <a:rPr lang="en-DE" b="1">
                <a:effectLst/>
              </a:rPr>
              <a:t>multiple rubric dimensions</a:t>
            </a:r>
            <a:r>
              <a:rPr lang="en-DE">
                <a:effectLst/>
              </a:rPr>
              <a:t> that you can </a:t>
            </a:r>
            <a:r>
              <a:rPr lang="en-DE" b="1">
                <a:effectLst/>
              </a:rPr>
              <a:t>edit and re-weight</a:t>
            </a:r>
            <a:r>
              <a:rPr lang="en-DE">
                <a:effectLst/>
              </a:rPr>
              <a:t> on the fly; for example, </a:t>
            </a:r>
            <a:r>
              <a:rPr lang="en-GB">
                <a:effectLst/>
              </a:rPr>
              <a:t>increase</a:t>
            </a:r>
            <a:r>
              <a:rPr lang="en-DE">
                <a:effectLst/>
              </a:rPr>
              <a:t> policy compliance from a weight of five to eight because it is more important for this particular solution. When you run it, Foundry scores every dimension, shows you successes and failures, and gives you a </a:t>
            </a:r>
            <a:r>
              <a:rPr lang="en-DE" b="1">
                <a:effectLst/>
              </a:rPr>
              <a:t>cluster analysis</a:t>
            </a:r>
            <a:r>
              <a:rPr lang="en-DE">
                <a:effectLst/>
              </a:rPr>
              <a:t> to pinpoint exactly where the agent hallucinated or fell short. ​‌</a:t>
            </a:r>
            <a:endParaRPr lang="en-GB">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NEXT SLIDE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DE"/>
          </a:p>
          <a:p>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92DE8F-6258-4237-A7CE-DD51CE6C4297}" type="slidenum">
              <a:rPr kumimoji="0" lang="en-D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2119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863A-BD96-EB8E-CB56-3C623F19A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07017-A159-6B2C-4472-FD45876B52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0681B-A2C1-7CD2-877D-47F0AA5C3A09}"/>
              </a:ext>
            </a:extLst>
          </p:cNvPr>
          <p:cNvSpPr>
            <a:spLocks noGrp="1"/>
          </p:cNvSpPr>
          <p:nvPr>
            <p:ph type="body" idx="1"/>
          </p:nvPr>
        </p:nvSpPr>
        <p:spPr/>
        <p:txBody>
          <a:bodyPr/>
          <a:lstStyle/>
          <a:p>
            <a:r>
              <a:rPr lang="en-US" sz="1200"/>
              <a:t>Beyond observability, Foundry delivers continuous, governed optimization.</a:t>
            </a:r>
          </a:p>
          <a:p>
            <a:r>
              <a:rPr lang="en-US" sz="1200"/>
              <a:t>The Agent Optimizer automatically reads your current agent prompts and skills, then searches across prompt variations, model choices, and skill configurations to find improvements that increase quality and reduce cost.</a:t>
            </a:r>
          </a:p>
          <a:p>
            <a:r>
              <a:rPr lang="en-US" sz="1200"/>
              <a:t>And it's not a black box — every optimization is evidence-backed and governed. You see the candidates, the quality deltas, and the cost impact before you approve any change. In the example here, one candidate achieves 16 percent better quality with 10 percent lower cost, while another reaches 26 percent better quality with 36 percent lower cost.</a:t>
            </a:r>
          </a:p>
          <a:p>
            <a:r>
              <a:rPr lang="en-US" sz="1200"/>
              <a:t>No prompt-engineering specialist required. The platform improves itself.</a:t>
            </a:r>
          </a:p>
          <a:p>
            <a:endParaRPr lang="en-US"/>
          </a:p>
        </p:txBody>
      </p:sp>
      <p:sp>
        <p:nvSpPr>
          <p:cNvPr id="4" name="Slide Number Placeholder 3">
            <a:extLst>
              <a:ext uri="{FF2B5EF4-FFF2-40B4-BE49-F238E27FC236}">
                <a16:creationId xmlns:a16="http://schemas.microsoft.com/office/drawing/2014/main" id="{B3956F8C-2C06-EC8D-19A4-F1A8A75240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30929B-7E90-4801-AAF1-8B91229826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045054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Lets say you did your evaluation, and you are not happy with the results – you need to improve the agent </a:t>
            </a:r>
            <a:r>
              <a:rPr lang="en-US" sz="1200" err="1">
                <a:solidFill>
                  <a:schemeClr val="tx1"/>
                </a:solidFill>
              </a:rPr>
              <a:t>behaviour</a:t>
            </a:r>
            <a:r>
              <a:rPr lang="en-US" sz="1200">
                <a:solidFill>
                  <a:schemeClr val="tx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For this we have </a:t>
            </a:r>
            <a:r>
              <a:rPr lang="en-DE" sz="1200" b="1" i="0" kern="1200">
                <a:solidFill>
                  <a:schemeClr val="tx1"/>
                </a:solidFill>
                <a:effectLst/>
                <a:latin typeface="+mn-lt"/>
                <a:ea typeface="+mn-ea"/>
                <a:cs typeface="+mn-cs"/>
              </a:rPr>
              <a:t>Agent Optimizer</a:t>
            </a:r>
            <a:r>
              <a:rPr lang="en-GB" sz="1200" b="1" i="0" kern="120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T</a:t>
            </a:r>
            <a:r>
              <a:rPr lang="en-DE" sz="1200" b="0" i="0" kern="1200">
                <a:solidFill>
                  <a:schemeClr val="tx1"/>
                </a:solidFill>
                <a:effectLst/>
                <a:latin typeface="+mn-lt"/>
                <a:ea typeface="+mn-ea"/>
                <a:cs typeface="+mn-cs"/>
              </a:rPr>
              <a:t>he core idea is simple: it helps us </a:t>
            </a:r>
            <a:r>
              <a:rPr lang="en-DE" sz="1200" b="1" i="0" kern="1200">
                <a:solidFill>
                  <a:schemeClr val="tx1"/>
                </a:solidFill>
                <a:effectLst/>
                <a:latin typeface="+mn-lt"/>
                <a:ea typeface="+mn-ea"/>
                <a:cs typeface="+mn-cs"/>
              </a:rPr>
              <a:t>improve agents already running in production</a:t>
            </a:r>
            <a:r>
              <a:rPr lang="en-DE" sz="1200" b="0" i="0" kern="1200">
                <a:solidFill>
                  <a:schemeClr val="tx1"/>
                </a:solidFill>
                <a:effectLst/>
                <a:latin typeface="+mn-lt"/>
                <a:ea typeface="+mn-ea"/>
                <a:cs typeface="+mn-cs"/>
              </a:rPr>
              <a:t> — but in a way that's </a:t>
            </a:r>
            <a:r>
              <a:rPr lang="en-DE" sz="1200" b="1" i="0" kern="1200">
                <a:solidFill>
                  <a:schemeClr val="tx1"/>
                </a:solidFill>
                <a:effectLst/>
                <a:latin typeface="+mn-lt"/>
                <a:ea typeface="+mn-ea"/>
                <a:cs typeface="+mn-cs"/>
              </a:rPr>
              <a:t>governed and evidence-backed</a:t>
            </a:r>
            <a:endParaRPr lang="en-US" sz="12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Start with a </a:t>
            </a:r>
            <a:r>
              <a:rPr lang="en-DE" sz="1200" b="1" i="0" kern="1200">
                <a:solidFill>
                  <a:schemeClr val="tx1"/>
                </a:solidFill>
                <a:effectLst/>
                <a:latin typeface="+mn-lt"/>
                <a:ea typeface="+mn-ea"/>
                <a:cs typeface="+mn-cs"/>
              </a:rPr>
              <a:t>hosted agent in Foundry</a:t>
            </a:r>
            <a:r>
              <a:rPr lang="en-DE" sz="1200" b="0" i="0" kern="1200">
                <a:solidFill>
                  <a:schemeClr val="tx1"/>
                </a:solidFill>
                <a:effectLst/>
                <a:latin typeface="+mn-lt"/>
                <a:ea typeface="+mn-ea"/>
                <a:cs typeface="+mn-cs"/>
              </a:rPr>
              <a:t>. The optimizer </a:t>
            </a:r>
            <a:r>
              <a:rPr lang="en-GB" sz="1200" b="0" i="0" kern="1200">
                <a:solidFill>
                  <a:schemeClr val="tx1"/>
                </a:solidFill>
                <a:effectLst/>
                <a:latin typeface="+mn-lt"/>
                <a:ea typeface="+mn-ea"/>
                <a:cs typeface="+mn-cs"/>
              </a:rPr>
              <a:t>uses</a:t>
            </a:r>
            <a:r>
              <a:rPr lang="en-DE" sz="1200" b="0" i="0" kern="1200">
                <a:solidFill>
                  <a:schemeClr val="tx1"/>
                </a:solidFill>
                <a:effectLst/>
                <a:latin typeface="+mn-lt"/>
                <a:ea typeface="+mn-ea"/>
                <a:cs typeface="+mn-cs"/>
              </a:rPr>
              <a:t> that agent's </a:t>
            </a:r>
            <a:r>
              <a:rPr lang="en-DE" sz="1200" b="1" i="0" kern="1200">
                <a:solidFill>
                  <a:schemeClr val="tx1"/>
                </a:solidFill>
                <a:effectLst/>
                <a:latin typeface="+mn-lt"/>
                <a:ea typeface="+mn-ea"/>
                <a:cs typeface="+mn-cs"/>
              </a:rPr>
              <a:t>production traces and evaluations</a:t>
            </a:r>
            <a:r>
              <a:rPr lang="en-DE" sz="1200" b="0" i="0" kern="1200">
                <a:solidFill>
                  <a:schemeClr val="tx1"/>
                </a:solidFill>
                <a:effectLst/>
                <a:latin typeface="+mn-lt"/>
                <a:ea typeface="+mn-ea"/>
                <a:cs typeface="+mn-cs"/>
              </a:rPr>
              <a:t>, and from there it generates a set of </a:t>
            </a:r>
            <a:r>
              <a:rPr lang="en-DE" sz="1200" b="1" i="0" kern="1200">
                <a:solidFill>
                  <a:schemeClr val="tx1"/>
                </a:solidFill>
                <a:effectLst/>
                <a:latin typeface="+mn-lt"/>
                <a:ea typeface="+mn-ea"/>
                <a:cs typeface="+mn-cs"/>
              </a:rPr>
              <a:t>ranked candidate improvements</a:t>
            </a:r>
            <a:r>
              <a:rPr lang="en-DE" sz="1200" b="0" i="0" kern="1200">
                <a:solidFill>
                  <a:schemeClr val="tx1"/>
                </a:solidFill>
                <a:effectLst/>
                <a:latin typeface="+mn-lt"/>
                <a:ea typeface="+mn-ea"/>
                <a:cs typeface="+mn-cs"/>
              </a:rPr>
              <a:t> across both </a:t>
            </a:r>
            <a:r>
              <a:rPr lang="en-DE" sz="1200" b="1" i="0" kern="1200">
                <a:solidFill>
                  <a:schemeClr val="tx1"/>
                </a:solidFill>
                <a:effectLst/>
                <a:latin typeface="+mn-lt"/>
                <a:ea typeface="+mn-ea"/>
                <a:cs typeface="+mn-cs"/>
              </a:rPr>
              <a:t>prompts and skills</a:t>
            </a:r>
            <a:r>
              <a:rPr lang="en-DE" sz="1200" b="0" i="0" kern="1200">
                <a:solidFill>
                  <a:schemeClr val="tx1"/>
                </a:solidFill>
                <a:effectLst/>
                <a:latin typeface="+mn-lt"/>
                <a:ea typeface="+mn-ea"/>
                <a:cs typeface="+mn-cs"/>
              </a:rPr>
              <a:t>.</a:t>
            </a:r>
            <a:r>
              <a:rPr lang="en-GB" sz="1200" b="0" i="0" kern="1200">
                <a:solidFill>
                  <a:schemeClr val="tx1"/>
                </a:solidFill>
                <a:effectLst/>
                <a:latin typeface="+mn-lt"/>
                <a:ea typeface="+mn-ea"/>
                <a:cs typeface="+mn-cs"/>
              </a:rPr>
              <a:t> I</a:t>
            </a:r>
            <a:r>
              <a:rPr lang="en-DE" sz="1200" b="0" i="0" kern="1200">
                <a:solidFill>
                  <a:schemeClr val="tx1"/>
                </a:solidFill>
                <a:effectLst/>
                <a:latin typeface="+mn-lt"/>
                <a:ea typeface="+mn-ea"/>
                <a:cs typeface="+mn-cs"/>
              </a:rPr>
              <a:t>t </a:t>
            </a:r>
            <a:r>
              <a:rPr lang="en-DE" sz="1200" b="1" i="0" kern="1200">
                <a:solidFill>
                  <a:schemeClr val="tx1"/>
                </a:solidFill>
                <a:effectLst/>
                <a:latin typeface="+mn-lt"/>
                <a:ea typeface="+mn-ea"/>
                <a:cs typeface="+mn-cs"/>
              </a:rPr>
              <a:t>validates each candidate</a:t>
            </a:r>
            <a:r>
              <a:rPr lang="en-DE" sz="1200" b="0" i="0" kern="1200">
                <a:solidFill>
                  <a:schemeClr val="tx1"/>
                </a:solidFill>
                <a:effectLst/>
                <a:latin typeface="+mn-lt"/>
                <a:ea typeface="+mn-ea"/>
                <a:cs typeface="+mn-cs"/>
              </a:rPr>
              <a:t> against your own scenarios and constraints, and then recommends a winner</a:t>
            </a:r>
            <a:r>
              <a:rPr lang="en-GB" sz="1200" b="0" i="0" kern="1200">
                <a:solidFill>
                  <a:schemeClr val="tx1"/>
                </a:solidFill>
                <a:effectLst/>
                <a:latin typeface="+mn-lt"/>
                <a:ea typeface="+mn-ea"/>
                <a:cs typeface="+mn-cs"/>
              </a:rPr>
              <a:t> with evidence to why it was chosen.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NEXT SLIDE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All runs with 4 simple commands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The </a:t>
            </a:r>
            <a:r>
              <a:rPr lang="en-DE" sz="1200" b="1" i="0" kern="1200">
                <a:solidFill>
                  <a:schemeClr val="tx1"/>
                </a:solidFill>
                <a:effectLst/>
                <a:latin typeface="+mn-lt"/>
                <a:ea typeface="+mn-ea"/>
                <a:cs typeface="+mn-cs"/>
              </a:rPr>
              <a:t>initial command</a:t>
            </a:r>
            <a:r>
              <a:rPr lang="en-DE" sz="1200" b="0" i="0" kern="1200">
                <a:solidFill>
                  <a:schemeClr val="tx1"/>
                </a:solidFill>
                <a:effectLst/>
                <a:latin typeface="+mn-lt"/>
                <a:ea typeface="+mn-ea"/>
                <a:cs typeface="+mn-cs"/>
              </a:rPr>
              <a:t> generates an </a:t>
            </a:r>
            <a:r>
              <a:rPr lang="en-DE" sz="1200" b="1" i="0" kern="1200">
                <a:solidFill>
                  <a:schemeClr val="tx1"/>
                </a:solidFill>
                <a:effectLst/>
                <a:latin typeface="+mn-lt"/>
                <a:ea typeface="+mn-ea"/>
                <a:cs typeface="+mn-cs"/>
              </a:rPr>
              <a:t>eval dataset and an evaluation configuration</a:t>
            </a:r>
            <a:r>
              <a:rPr lang="en-DE" sz="1200" b="0" i="0" kern="1200">
                <a:solidFill>
                  <a:schemeClr val="tx1"/>
                </a:solidFill>
                <a:effectLst/>
                <a:latin typeface="+mn-lt"/>
                <a:ea typeface="+mn-ea"/>
                <a:cs typeface="+mn-cs"/>
              </a:rPr>
              <a:t> based on your project — it inspects the traces, understands how your agent is configured, and from that it builds a </a:t>
            </a:r>
            <a:r>
              <a:rPr lang="en-DE" sz="1200" b="1" i="0" kern="1200">
                <a:solidFill>
                  <a:schemeClr val="tx1"/>
                </a:solidFill>
                <a:effectLst/>
                <a:latin typeface="+mn-lt"/>
                <a:ea typeface="+mn-ea"/>
                <a:cs typeface="+mn-cs"/>
              </a:rPr>
              <a:t>custom rubric evaluator</a:t>
            </a:r>
            <a:r>
              <a:rPr lang="en-DE" sz="1200" b="0" i="0" kern="1200">
                <a:solidFill>
                  <a:schemeClr val="tx1"/>
                </a:solidFill>
                <a:effectLst/>
                <a:latin typeface="+mn-lt"/>
                <a:ea typeface="+mn-ea"/>
                <a:cs typeface="+mn-cs"/>
              </a:rPr>
              <a:t> tailored to your use case.</a:t>
            </a: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Then, for </a:t>
            </a:r>
            <a:r>
              <a:rPr lang="en-DE" sz="1200" b="1" i="0" kern="1200">
                <a:solidFill>
                  <a:schemeClr val="tx1"/>
                </a:solidFill>
                <a:effectLst/>
                <a:latin typeface="+mn-lt"/>
                <a:ea typeface="+mn-ea"/>
                <a:cs typeface="+mn-cs"/>
              </a:rPr>
              <a:t>each candidate</a:t>
            </a:r>
            <a:r>
              <a:rPr lang="en-DE" sz="1200" b="0" i="0" kern="1200">
                <a:solidFill>
                  <a:schemeClr val="tx1"/>
                </a:solidFill>
                <a:effectLst/>
                <a:latin typeface="+mn-lt"/>
                <a:ea typeface="+mn-ea"/>
                <a:cs typeface="+mn-cs"/>
              </a:rPr>
              <a:t>, the </a:t>
            </a:r>
            <a:r>
              <a:rPr lang="en-GB" sz="1200" b="0" i="0" kern="1200">
                <a:solidFill>
                  <a:schemeClr val="tx1"/>
                </a:solidFill>
                <a:effectLst/>
                <a:latin typeface="+mn-lt"/>
                <a:ea typeface="+mn-ea"/>
                <a:cs typeface="+mn-cs"/>
              </a:rPr>
              <a:t>LLM – whichever you pick</a:t>
            </a:r>
            <a:r>
              <a:rPr lang="en-DE" sz="1200" b="0" i="0" kern="1200">
                <a:solidFill>
                  <a:schemeClr val="tx1"/>
                </a:solidFill>
                <a:effectLst/>
                <a:latin typeface="+mn-lt"/>
                <a:ea typeface="+mn-ea"/>
                <a:cs typeface="+mn-cs"/>
              </a:rPr>
              <a:t> — writes a new prompt and </a:t>
            </a:r>
            <a:r>
              <a:rPr lang="en-DE" sz="1200" b="1" i="0" kern="1200">
                <a:solidFill>
                  <a:schemeClr val="tx1"/>
                </a:solidFill>
                <a:effectLst/>
                <a:latin typeface="+mn-lt"/>
                <a:ea typeface="+mn-ea"/>
                <a:cs typeface="+mn-cs"/>
              </a:rPr>
              <a:t>deploys it as a new version of your agent</a:t>
            </a:r>
            <a:r>
              <a:rPr lang="en-DE" sz="1200" b="0" i="0" kern="1200">
                <a:solidFill>
                  <a:schemeClr val="tx1"/>
                </a:solidFill>
                <a:effectLst/>
                <a:latin typeface="+mn-lt"/>
                <a:ea typeface="+mn-ea"/>
                <a:cs typeface="+mn-cs"/>
              </a:rPr>
              <a:t>. </a:t>
            </a: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DE" sz="1200" b="0" i="0" kern="1200">
                <a:solidFill>
                  <a:schemeClr val="tx1"/>
                </a:solidFill>
                <a:effectLst/>
                <a:latin typeface="+mn-lt"/>
                <a:ea typeface="+mn-ea"/>
                <a:cs typeface="+mn-cs"/>
              </a:rPr>
              <a:t>Each version is then scored by running your dataset and rubric evaluator against it. </a:t>
            </a: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It will do multiple iterations until it sees that there are improvements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a:solidFill>
                  <a:schemeClr val="tx1"/>
                </a:solidFill>
                <a:effectLst/>
                <a:latin typeface="+mn-lt"/>
                <a:ea typeface="+mn-ea"/>
                <a:cs typeface="+mn-cs"/>
              </a:rPr>
              <a:t>It will stop once it sees that the latest candidate </a:t>
            </a:r>
            <a:r>
              <a:rPr lang="en-DE" sz="1200" b="0" i="0" kern="1200">
                <a:solidFill>
                  <a:schemeClr val="tx1"/>
                </a:solidFill>
                <a:effectLst/>
                <a:latin typeface="+mn-lt"/>
                <a:ea typeface="+mn-ea"/>
                <a:cs typeface="+mn-cs"/>
              </a:rPr>
              <a:t> achieve</a:t>
            </a:r>
            <a:r>
              <a:rPr lang="en-GB" sz="1200" b="0" i="0" kern="1200">
                <a:solidFill>
                  <a:schemeClr val="tx1"/>
                </a:solidFill>
                <a:effectLst/>
                <a:latin typeface="+mn-lt"/>
                <a:ea typeface="+mn-ea"/>
                <a:cs typeface="+mn-cs"/>
              </a:rPr>
              <a:t>d</a:t>
            </a:r>
            <a:r>
              <a:rPr lang="en-DE" sz="1200" b="0" i="0" kern="1200">
                <a:solidFill>
                  <a:schemeClr val="tx1"/>
                </a:solidFill>
                <a:effectLst/>
                <a:latin typeface="+mn-lt"/>
                <a:ea typeface="+mn-ea"/>
                <a:cs typeface="+mn-cs"/>
              </a:rPr>
              <a:t> perfect scores on the evaluation samples.</a:t>
            </a: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System consumes production traces and evaluations, generates ranked candidate improvements across prompts and skills, validates each candidate against your scenarios and constraints, and recommends the winner with full lineage, diffs, audit, and rollback.</a:t>
            </a:r>
          </a:p>
          <a:p>
            <a:endParaRPr lang="en-GB"/>
          </a:p>
          <a:p>
            <a:endParaRPr lang="en-GB"/>
          </a:p>
          <a:p>
            <a:r>
              <a:rPr lang="en-GB"/>
              <a:t>The initial command generates an eval dataset and some eval co</a:t>
            </a:r>
          </a:p>
          <a:p>
            <a:endParaRPr lang="en-GB"/>
          </a:p>
          <a:p>
            <a:r>
              <a:rPr lang="en-DE" sz="1200" b="1" i="0" kern="1200">
                <a:solidFill>
                  <a:schemeClr val="tx1"/>
                </a:solidFill>
                <a:effectLst/>
                <a:latin typeface="+mn-lt"/>
                <a:ea typeface="+mn-ea"/>
                <a:cs typeface="+mn-cs"/>
              </a:rPr>
              <a:t>What the optimizer does per candidate:</a:t>
            </a:r>
            <a:r>
              <a:rPr lang="en-DE" sz="1200" b="0" i="0" kern="1200">
                <a:solidFill>
                  <a:schemeClr val="tx1"/>
                </a:solidFill>
                <a:effectLst/>
                <a:latin typeface="+mn-lt"/>
                <a:ea typeface="+mn-ea"/>
                <a:cs typeface="+mn-cs"/>
              </a:rPr>
              <a:t> for each new prompt gpt-5.4 writes, it deploys that prompt as a </a:t>
            </a:r>
            <a:r>
              <a:rPr lang="en-DE" sz="1200" b="1" i="0" kern="1200">
                <a:solidFill>
                  <a:schemeClr val="tx1"/>
                </a:solidFill>
                <a:effectLst/>
                <a:latin typeface="+mn-lt"/>
                <a:ea typeface="+mn-ea"/>
                <a:cs typeface="+mn-cs"/>
              </a:rPr>
              <a:t>new version of your agent</a:t>
            </a:r>
            <a:r>
              <a:rPr lang="en-DE" sz="1200" b="0" i="0" kern="1200">
                <a:solidFill>
                  <a:schemeClr val="tx1"/>
                </a:solidFill>
                <a:effectLst/>
                <a:latin typeface="+mn-lt"/>
                <a:ea typeface="+mn-ea"/>
                <a:cs typeface="+mn-cs"/>
              </a:rPr>
              <a:t> (your baseline redeploy was version 25, so candidates become </a:t>
            </a:r>
            <a:r>
              <a:rPr lang="en-DE" sz="1200" b="1" i="0" kern="1200">
                <a:solidFill>
                  <a:schemeClr val="tx1"/>
                </a:solidFill>
                <a:effectLst/>
                <a:latin typeface="+mn-lt"/>
                <a:ea typeface="+mn-ea"/>
                <a:cs typeface="+mn-cs"/>
              </a:rPr>
              <a:t>26, 27, …</a:t>
            </a:r>
            <a:r>
              <a:rPr lang="en-DE" sz="1200" b="0" i="0" kern="1200">
                <a:solidFill>
                  <a:schemeClr val="tx1"/>
                </a:solidFill>
                <a:effectLst/>
                <a:latin typeface="+mn-lt"/>
                <a:ea typeface="+mn-ea"/>
                <a:cs typeface="+mn-cs"/>
              </a:rPr>
              <a:t>), then runs your dataset + rubric evaluator against that version. Each row in that "Evaluation runs" table is one such scoring pass.</a:t>
            </a:r>
            <a:r>
              <a:rPr lang="en-GB" err="1"/>
              <a:t>nfiguration</a:t>
            </a:r>
            <a:r>
              <a:rPr lang="en-GB"/>
              <a:t> based on my project, looks at the traces, understands configurations of my agent – it generates a custom evaluator-a rubric evaluator</a:t>
            </a:r>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92DE8F-6258-4237-A7CE-DD51CE6C4297}" type="slidenum">
              <a:rPr kumimoji="0" lang="en-D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461253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69AEA-F6EB-74DF-E2FE-485F0A263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15DAE-AD6D-080E-714B-D83831D92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FF635-2E7C-BE37-FDEA-D2DF3773043A}"/>
              </a:ext>
            </a:extLst>
          </p:cNvPr>
          <p:cNvSpPr>
            <a:spLocks noGrp="1"/>
          </p:cNvSpPr>
          <p:nvPr>
            <p:ph type="body" idx="1"/>
          </p:nvPr>
        </p:nvSpPr>
        <p:spPr/>
        <p:txBody>
          <a:bodyPr/>
          <a:lstStyle/>
          <a:p>
            <a:r>
              <a:rPr lang="en-US">
                <a:solidFill>
                  <a:srgbClr val="333333"/>
                </a:solidFill>
              </a:rPr>
              <a:t>In our experience talking to hundreds of organizations, we have learned that developing secure, reliable agents rapidly requires three primary ingredients:</a:t>
            </a:r>
            <a:endParaRPr lang="en-US">
              <a:solidFill>
                <a:srgbClr val="444444"/>
              </a:solidFill>
            </a:endParaRPr>
          </a:p>
          <a:p>
            <a:endParaRPr lang="en-US">
              <a:solidFill>
                <a:srgbClr val="333333"/>
              </a:solidFill>
            </a:endParaRPr>
          </a:p>
          <a:p>
            <a:pPr marL="342900" indent="-342900">
              <a:buAutoNum type="arabicPeriod"/>
            </a:pPr>
            <a:r>
              <a:rPr lang="en-US" b="1">
                <a:solidFill>
                  <a:srgbClr val="333333"/>
                </a:solidFill>
              </a:rPr>
              <a:t>Flexible model choice</a:t>
            </a:r>
          </a:p>
          <a:p>
            <a:pPr marL="342900" indent="-342900">
              <a:buAutoNum type="arabicPeriod"/>
            </a:pPr>
            <a:r>
              <a:rPr lang="en-US" b="1">
                <a:solidFill>
                  <a:srgbClr val="333333"/>
                </a:solidFill>
              </a:rPr>
              <a:t>Integration with extensive memory and knowledge connectors</a:t>
            </a:r>
          </a:p>
          <a:p>
            <a:pPr marL="342900" indent="-342900">
              <a:buAutoNum type="arabicPeriod"/>
            </a:pPr>
            <a:r>
              <a:rPr lang="en-US" b="1">
                <a:solidFill>
                  <a:srgbClr val="333333"/>
                </a:solidFill>
              </a:rPr>
              <a:t>Built-in enterprise readiness</a:t>
            </a:r>
          </a:p>
          <a:p>
            <a:pPr marL="342900" indent="-342900">
              <a:buAutoNum type="arabicPeriod"/>
            </a:pPr>
            <a:endParaRPr lang="en-US" sz="1100" b="1">
              <a:latin typeface="Aptos"/>
              <a:ea typeface="MS Mincho"/>
              <a:cs typeface="Arial" panose="020B0604020202020204" pitchFamily="34" charset="0"/>
            </a:endParaRPr>
          </a:p>
          <a:p>
            <a:r>
              <a:rPr lang="en-US"/>
              <a:t>To increase time-to-value for developers, our </a:t>
            </a:r>
            <a:r>
              <a:rPr lang="en-US" b="1"/>
              <a:t>Microsoft Foundry Agent Service</a:t>
            </a:r>
            <a:r>
              <a:rPr lang="en-US"/>
              <a:t> offers a complete orchestration layer for agentic customization. </a:t>
            </a:r>
          </a:p>
          <a:p>
            <a:endParaRPr lang="en-US"/>
          </a:p>
          <a:p>
            <a:r>
              <a:rPr lang="en-US"/>
              <a:t>Over</a:t>
            </a:r>
            <a:r>
              <a:rPr lang="en-US" u="sng"/>
              <a:t> </a:t>
            </a:r>
            <a:r>
              <a:rPr lang="en-US" b="1" u="sng"/>
              <a:t>14,000 organizations</a:t>
            </a:r>
            <a:r>
              <a:rPr lang="en-US" u="sng"/>
              <a:t> </a:t>
            </a:r>
            <a:r>
              <a:rPr lang="en-US"/>
              <a:t>– including leaders like </a:t>
            </a:r>
            <a:r>
              <a:rPr lang="en-US">
                <a:hlinkClick r:id="rId3"/>
              </a:rPr>
              <a:t>Heineken</a:t>
            </a:r>
            <a:r>
              <a:rPr lang="en-US"/>
              <a:t>, </a:t>
            </a:r>
            <a:r>
              <a:rPr lang="en-US">
                <a:hlinkClick r:id="rId4"/>
              </a:rPr>
              <a:t>Carvana</a:t>
            </a:r>
            <a:r>
              <a:rPr lang="en-US"/>
              <a:t>, and </a:t>
            </a:r>
            <a:r>
              <a:rPr lang="en-US">
                <a:hlinkClick r:id="rId5"/>
              </a:rPr>
              <a:t>Fujitsu</a:t>
            </a:r>
            <a:r>
              <a:rPr lang="en-US"/>
              <a:t> – have already used Foundry Agent Service to automate complex business processes with their own data and knowledge. </a:t>
            </a:r>
          </a:p>
          <a:p>
            <a:endParaRPr lang="en-US">
              <a:hlinkClick r:id="" action="ppaction://noaction"/>
            </a:endParaRPr>
          </a:p>
          <a:p>
            <a:r>
              <a:rPr lang="en-US">
                <a:hlinkClick r:id="" action="ppaction://noaction"/>
              </a:rPr>
              <a:t>This fully managed service</a:t>
            </a:r>
            <a:r>
              <a:rPr lang="en-US"/>
              <a:t> takes care of infrastructure and orchestration, and it comes with ready-to-use code samples, actions, and connectors to </a:t>
            </a:r>
            <a:r>
              <a:rPr lang="en-US" b="1"/>
              <a:t>1,400+ enterprise data sources</a:t>
            </a:r>
            <a:r>
              <a:rPr lang="en-US"/>
              <a:t> (SharePoint, Microsoft Fabric, third-party systems, etc.), speeding up development of context-aware agents. </a:t>
            </a:r>
          </a:p>
          <a:p>
            <a:endParaRPr lang="en-US"/>
          </a:p>
          <a:p>
            <a:r>
              <a:rPr lang="en-US"/>
              <a:t>And with a few clicks, agents can be deployed to Microsoft 365 (Microsoft Teams, Office apps) or other platforms like Slack and Twilio –</a:t>
            </a:r>
            <a:r>
              <a:rPr lang="en-US" b="1"/>
              <a:t> bringing agents directly into the tools your employees use every day.</a:t>
            </a:r>
            <a:r>
              <a:rPr lang="en-US"/>
              <a:t>   </a:t>
            </a:r>
          </a:p>
        </p:txBody>
      </p:sp>
      <p:sp>
        <p:nvSpPr>
          <p:cNvPr id="4" name="Header Placeholder 3">
            <a:extLst>
              <a:ext uri="{FF2B5EF4-FFF2-40B4-BE49-F238E27FC236}">
                <a16:creationId xmlns:a16="http://schemas.microsoft.com/office/drawing/2014/main" id="{2605B855-CE80-989D-9C82-68EC42EDFA2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39E039D5-563F-6E3F-F844-96B8DDDD63D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EF34ADF-DF72-B707-947B-97F7D79C12E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38E4E05D-C0C8-BE58-CC53-A82BDBD1D54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70546074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553350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0693F-FD48-CE8D-EE2C-866D79C1F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A2839-E466-AA90-030B-4DB466630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68447-7060-9364-F0FF-9EB71C05A349}"/>
              </a:ext>
            </a:extLst>
          </p:cNvPr>
          <p:cNvSpPr>
            <a:spLocks noGrp="1"/>
          </p:cNvSpPr>
          <p:nvPr>
            <p:ph type="body" idx="1"/>
          </p:nvPr>
        </p:nvSpPr>
        <p:spPr/>
        <p:txBody>
          <a:bodyPr/>
          <a:lstStyle/>
          <a:p>
            <a:r>
              <a:rPr lang="en-US" sz="1200"/>
              <a:t>Just like the previous 50 years was built on Microsoft becoming a software factory… building the software development tools necessary to generate and sustain that success. Year 51 and beyond will be built on Microsoft becoming an AI and agent factory… and that’s where Microsoft Foundry comes in.</a:t>
            </a:r>
          </a:p>
          <a:p>
            <a:pPr marL="0" marR="0" lvl="0" indent="0" algn="l" defTabSz="914367" rtl="0" eaLnBrk="1" fontAlgn="auto" latinLnBrk="0" hangingPunct="1">
              <a:lnSpc>
                <a:spcPct val="90000"/>
              </a:lnSpc>
              <a:spcBef>
                <a:spcPts val="0"/>
              </a:spcBef>
              <a:spcAft>
                <a:spcPts val="333"/>
              </a:spcAft>
              <a:buClrTx/>
              <a:buSzTx/>
              <a:buFontTx/>
              <a:buNone/>
              <a:tabLst/>
              <a:defRPr/>
            </a:pPr>
            <a:br>
              <a:rPr lang="en-US" sz="1200"/>
            </a:br>
            <a:r>
              <a:rPr lang="en-US" sz="1200"/>
              <a:t>To provide a new production system designed specifically for AI development, with every tool that you need to go from idea to code and from code to production. </a:t>
            </a:r>
            <a:endParaRPr lang="en-US" b="0" i="0"/>
          </a:p>
        </p:txBody>
      </p:sp>
      <p:sp>
        <p:nvSpPr>
          <p:cNvPr id="4" name="Slide Number Placeholder 3">
            <a:extLst>
              <a:ext uri="{FF2B5EF4-FFF2-40B4-BE49-F238E27FC236}">
                <a16:creationId xmlns:a16="http://schemas.microsoft.com/office/drawing/2014/main" id="{2B307CC9-41F1-9E97-E399-B8E55A96AC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35521-3C52-406A-87A8-13645DF709D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83091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4D4F-8706-AADB-5F85-DC436CA37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B8106-A10A-4E0D-568E-269C67122B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287B70-AED1-65E3-F158-6334BA1ABA3D}"/>
              </a:ext>
            </a:extLst>
          </p:cNvPr>
          <p:cNvSpPr>
            <a:spLocks noGrp="1"/>
          </p:cNvSpPr>
          <p:nvPr>
            <p:ph type="body" idx="1"/>
          </p:nvPr>
        </p:nvSpPr>
        <p:spPr/>
        <p:txBody>
          <a:bodyPr/>
          <a:lstStyle/>
          <a:p>
            <a:pPr defTabSz="914367">
              <a:lnSpc>
                <a:spcPct val="90000"/>
              </a:lnSpc>
              <a:spcAft>
                <a:spcPts val="333"/>
              </a:spcAft>
              <a:defRPr/>
            </a:pPr>
            <a:r>
              <a:rPr lang="en-US"/>
              <a:t>Microsoft empowers businesses to maximize their organizational </a:t>
            </a:r>
            <a:r>
              <a:rPr lang="en-US" b="0" i="0">
                <a:solidFill>
                  <a:srgbClr val="000000"/>
                </a:solidFill>
                <a:effectLst/>
              </a:rPr>
              <a:t>data and </a:t>
            </a:r>
            <a:r>
              <a:rPr lang="en-US">
                <a:solidFill>
                  <a:srgbClr val="000000"/>
                </a:solidFill>
              </a:rPr>
              <a:t>drive AI transformation</a:t>
            </a:r>
            <a:r>
              <a:rPr lang="en-US" kern="1200">
                <a:solidFill>
                  <a:schemeClr val="tx1"/>
                </a:solidFill>
                <a:effectLst/>
              </a:rPr>
              <a:t>, </a:t>
            </a:r>
            <a:r>
              <a:rPr lang="en-US"/>
              <a:t>offering an ecosystem of integrated solutions ranging from turnkey like </a:t>
            </a:r>
            <a:r>
              <a:rPr lang="en-US" kern="1200">
                <a:solidFill>
                  <a:schemeClr val="tx1"/>
                </a:solidFill>
                <a:effectLst/>
              </a:rPr>
              <a:t>Microsoft </a:t>
            </a:r>
            <a:r>
              <a:rPr lang="en-US"/>
              <a:t>Fabric </a:t>
            </a:r>
            <a:r>
              <a:rPr lang="en-US" kern="1200">
                <a:solidFill>
                  <a:schemeClr val="tx1"/>
                </a:solidFill>
                <a:effectLst/>
              </a:rPr>
              <a:t>to </a:t>
            </a:r>
            <a:r>
              <a:rPr lang="en-US"/>
              <a:t>fully customizable like Microsoft </a:t>
            </a:r>
            <a:r>
              <a:rPr lang="en-US" kern="1200">
                <a:solidFill>
                  <a:schemeClr val="tx1"/>
                </a:solidFill>
                <a:effectLst/>
              </a:rPr>
              <a:t>Foundry </a:t>
            </a:r>
            <a:r>
              <a:rPr lang="en-US"/>
              <a:t>and Microsoft </a:t>
            </a:r>
            <a:r>
              <a:rPr lang="en-US" kern="1200">
                <a:solidFill>
                  <a:schemeClr val="tx1"/>
                </a:solidFill>
                <a:effectLst/>
              </a:rPr>
              <a:t>Copilot. </a:t>
            </a:r>
          </a:p>
          <a:p>
            <a:pPr defTabSz="914367">
              <a:lnSpc>
                <a:spcPct val="90000"/>
              </a:lnSpc>
              <a:spcAft>
                <a:spcPts val="333"/>
              </a:spcAft>
              <a:defRPr/>
            </a:pPr>
            <a:endParaRPr lang="en-US" kern="1200">
              <a:solidFill>
                <a:schemeClr val="tx1"/>
              </a:solidFill>
              <a:effectLst/>
            </a:endParaRPr>
          </a:p>
          <a:p>
            <a:pPr defTabSz="914367">
              <a:lnSpc>
                <a:spcPct val="90000"/>
              </a:lnSpc>
              <a:spcAft>
                <a:spcPts val="333"/>
              </a:spcAft>
              <a:defRPr/>
            </a:pPr>
            <a:r>
              <a:rPr lang="en-US"/>
              <a:t>These solutions are protected by </a:t>
            </a:r>
            <a:r>
              <a:rPr lang="en-US" kern="1200">
                <a:solidFill>
                  <a:schemeClr val="tx1"/>
                </a:solidFill>
                <a:effectLst/>
              </a:rPr>
              <a:t>the </a:t>
            </a:r>
            <a:r>
              <a:rPr lang="en-US"/>
              <a:t>likes of </a:t>
            </a:r>
            <a:r>
              <a:rPr lang="en-US" kern="1200">
                <a:solidFill>
                  <a:schemeClr val="tx1"/>
                </a:solidFill>
                <a:effectLst/>
              </a:rPr>
              <a:t>Microsoft </a:t>
            </a:r>
            <a:r>
              <a:rPr lang="en-US"/>
              <a:t>Defender, </a:t>
            </a:r>
            <a:r>
              <a:rPr lang="en-US" kern="1200">
                <a:solidFill>
                  <a:schemeClr val="tx1"/>
                </a:solidFill>
                <a:effectLst/>
              </a:rPr>
              <a:t>Entra, </a:t>
            </a:r>
            <a:r>
              <a:rPr lang="en-US"/>
              <a:t>Purview</a:t>
            </a:r>
            <a:r>
              <a:rPr lang="en-US" kern="1200">
                <a:solidFill>
                  <a:schemeClr val="tx1"/>
                </a:solidFill>
                <a:effectLst/>
              </a:rPr>
              <a:t>, </a:t>
            </a:r>
            <a:r>
              <a:rPr lang="en-US"/>
              <a:t>Sentinel</a:t>
            </a:r>
            <a:r>
              <a:rPr lang="en-US" kern="1200">
                <a:solidFill>
                  <a:schemeClr val="tx1"/>
                </a:solidFill>
                <a:effectLst/>
              </a:rPr>
              <a:t>, and </a:t>
            </a:r>
            <a:r>
              <a:rPr lang="en-US"/>
              <a:t>Intune</a:t>
            </a:r>
            <a:r>
              <a:rPr lang="en-US" kern="1200">
                <a:solidFill>
                  <a:schemeClr val="tx1"/>
                </a:solidFill>
                <a:effectLst/>
              </a:rPr>
              <a:t>, </a:t>
            </a:r>
            <a:r>
              <a:rPr lang="en-US"/>
              <a:t>so companies can innovate </a:t>
            </a:r>
            <a:r>
              <a:rPr lang="en-US" kern="1200">
                <a:solidFill>
                  <a:schemeClr val="tx1"/>
                </a:solidFill>
                <a:effectLst/>
              </a:rPr>
              <a:t>and </a:t>
            </a:r>
            <a:r>
              <a:rPr lang="en-US"/>
              <a:t>drive business growth while maintaining the highest levels of security</a:t>
            </a:r>
            <a:r>
              <a:rPr lang="en-US" kern="1200">
                <a:solidFill>
                  <a:schemeClr val="tx1"/>
                </a:solidFill>
                <a:effectLst/>
              </a:rPr>
              <a:t>.</a:t>
            </a:r>
            <a:endParaRPr lang="en-US"/>
          </a:p>
        </p:txBody>
      </p:sp>
      <p:sp>
        <p:nvSpPr>
          <p:cNvPr id="4" name="Header Placeholder 3">
            <a:extLst>
              <a:ext uri="{FF2B5EF4-FFF2-40B4-BE49-F238E27FC236}">
                <a16:creationId xmlns:a16="http://schemas.microsoft.com/office/drawing/2014/main" id="{8BAEB616-4F8B-D938-6106-C7020BEFFEF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B68996BE-7045-A873-5013-D9F19E67D06E}"/>
              </a:ext>
            </a:extLst>
          </p:cNvPr>
          <p:cNvSpPr>
            <a:spLocks noGrp="1"/>
          </p:cNvSpPr>
          <p:nvPr>
            <p:ph type="ftr" sz="quarter" idx="4"/>
          </p:nvPr>
        </p:nvSpPr>
        <p:spPr/>
        <p:txBody>
          <a:bodyPr/>
          <a:lstStyle/>
          <a:p>
            <a:pPr marL="588824" marR="0" lvl="0" indent="0" algn="l" defTabSz="94180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BB219D6-732D-6124-DCB6-7651013352C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8/4/2026 11:19 AM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4CA3E22D-895F-E6A4-2F9F-29C782BAF7D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117</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28834040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Every single AI app we build at Microsoft is powered by Foundry.  Every single one of them is using Azure OpenAI in Foundry Models.</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736B27-3917-4F50-8BD7-D86C3FE71D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14570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23021-2FCA-F1FC-0E13-759456A1F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B1C4F-A44D-35A4-133C-440DFF3BC3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475AE1-7F0E-E11D-3685-8E96E2E250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36DF46-7236-CECB-E770-5ABB56AB2B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1E54B1-C3D9-4D1D-A7B2-75C5D782CF4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0710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sv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jpe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jp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svg"/><Relationship Id="rId1" Type="http://schemas.openxmlformats.org/officeDocument/2006/relationships/slideMaster" Target="../slideMasters/slideMaster3.xml"/><Relationship Id="rId4" Type="http://schemas.microsoft.com/office/2007/relationships/hdphoto" Target="../media/hdphoto2.wdp"/></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35.jp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jpe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jpe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jpe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jpe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jpe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sv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40.jpe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40.jpe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8.xml"/><Relationship Id="rId4" Type="http://schemas.microsoft.com/office/2007/relationships/hdphoto" Target="../media/hdphoto4.wdp"/></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png"/><Relationship Id="rId1" Type="http://schemas.openxmlformats.org/officeDocument/2006/relationships/slideMaster" Target="../slideMasters/slideMaster8.xml"/><Relationship Id="rId5" Type="http://schemas.microsoft.com/office/2007/relationships/hdphoto" Target="../media/hdphoto4.wdp"/><Relationship Id="rId4" Type="http://schemas.openxmlformats.org/officeDocument/2006/relationships/image" Target="../media/image43.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8.xml"/><Relationship Id="rId5" Type="http://schemas.openxmlformats.org/officeDocument/2006/relationships/image" Target="../media/image45.png"/><Relationship Id="rId4" Type="http://schemas.microsoft.com/office/2007/relationships/hdphoto" Target="../media/hdphoto4.wdp"/></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6.png"/><Relationship Id="rId1" Type="http://schemas.openxmlformats.org/officeDocument/2006/relationships/slideMaster" Target="../slideMasters/slideMaster8.xml"/><Relationship Id="rId5" Type="http://schemas.microsoft.com/office/2007/relationships/hdphoto" Target="../media/hdphoto4.wdp"/><Relationship Id="rId4" Type="http://schemas.openxmlformats.org/officeDocument/2006/relationships/image" Target="../media/image43.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7.png"/><Relationship Id="rId1" Type="http://schemas.openxmlformats.org/officeDocument/2006/relationships/slideMaster" Target="../slideMasters/slideMaster8.xml"/><Relationship Id="rId5" Type="http://schemas.microsoft.com/office/2007/relationships/hdphoto" Target="../media/hdphoto4.wdp"/><Relationship Id="rId4" Type="http://schemas.openxmlformats.org/officeDocument/2006/relationships/image" Target="../media/image43.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png"/><Relationship Id="rId1" Type="http://schemas.openxmlformats.org/officeDocument/2006/relationships/slideMaster" Target="../slideMasters/slideMaster8.xml"/><Relationship Id="rId6" Type="http://schemas.microsoft.com/office/2007/relationships/hdphoto" Target="../media/hdphoto4.wdp"/><Relationship Id="rId5" Type="http://schemas.openxmlformats.org/officeDocument/2006/relationships/image" Target="../media/image43.png"/><Relationship Id="rId4" Type="http://schemas.openxmlformats.org/officeDocument/2006/relationships/image" Target="../media/image42.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0.png"/><Relationship Id="rId1" Type="http://schemas.openxmlformats.org/officeDocument/2006/relationships/slideMaster" Target="../slideMasters/slideMaster8.xml"/><Relationship Id="rId6" Type="http://schemas.openxmlformats.org/officeDocument/2006/relationships/image" Target="../media/image49.jpg"/><Relationship Id="rId5" Type="http://schemas.microsoft.com/office/2007/relationships/hdphoto" Target="../media/hdphoto4.wdp"/><Relationship Id="rId4" Type="http://schemas.openxmlformats.org/officeDocument/2006/relationships/image" Target="../media/image43.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51.png"/><Relationship Id="rId1" Type="http://schemas.openxmlformats.org/officeDocument/2006/relationships/slideMaster" Target="../slideMasters/slideMaster8.xml"/><Relationship Id="rId6" Type="http://schemas.microsoft.com/office/2007/relationships/hdphoto" Target="../media/hdphoto4.wdp"/><Relationship Id="rId5" Type="http://schemas.openxmlformats.org/officeDocument/2006/relationships/image" Target="../media/image43.png"/><Relationship Id="rId4" Type="http://schemas.openxmlformats.org/officeDocument/2006/relationships/image" Target="../media/image42.png"/></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62.svg"/><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66.png"/><Relationship Id="rId1" Type="http://schemas.openxmlformats.org/officeDocument/2006/relationships/slideMaster" Target="../slideMasters/slideMaster8.xml"/><Relationship Id="rId5" Type="http://schemas.microsoft.com/office/2007/relationships/hdphoto" Target="../media/hdphoto4.wdp"/><Relationship Id="rId4" Type="http://schemas.openxmlformats.org/officeDocument/2006/relationships/image" Target="../media/image43.png"/></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8.xml"/><Relationship Id="rId5" Type="http://schemas.openxmlformats.org/officeDocument/2006/relationships/image" Target="../media/image67.png"/><Relationship Id="rId4" Type="http://schemas.microsoft.com/office/2007/relationships/hdphoto" Target="../media/hdphoto4.wdp"/></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8.xml"/><Relationship Id="rId5" Type="http://schemas.openxmlformats.org/officeDocument/2006/relationships/image" Target="../media/image68.png"/><Relationship Id="rId4" Type="http://schemas.microsoft.com/office/2007/relationships/hdphoto" Target="../media/hdphoto4.wdp"/></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0.jpeg"/><Relationship Id="rId1" Type="http://schemas.openxmlformats.org/officeDocument/2006/relationships/slideMaster" Target="../slideMasters/slideMaster9.xml"/><Relationship Id="rId4" Type="http://schemas.openxmlformats.org/officeDocument/2006/relationships/image" Target="../media/image71.png"/></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2.png"/><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Master" Target="../slideMasters/slideMaster10.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Master" Target="../slideMasters/slideMaster1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Master" Target="../slideMasters/slideMaster10.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hyperlink" Target="https://customers.microsoft.com/en-au/story/822271-bbc-deploys-beeb-a-custom-voice-assistant-on-azure" TargetMode="External"/><Relationship Id="rId1" Type="http://schemas.openxmlformats.org/officeDocument/2006/relationships/slideMaster" Target="../slideMasters/slideMaster10.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Master" Target="../slideMasters/slideMaster10.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10.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10.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Master" Target="../slideMasters/slideMaster10.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10.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image" Target="../media/image11.svg"/><Relationship Id="rId1" Type="http://schemas.openxmlformats.org/officeDocument/2006/relationships/slideMaster" Target="../slideMasters/slideMaster10.xml"/><Relationship Id="rId4" Type="http://schemas.microsoft.com/office/2007/relationships/hdphoto" Target="../media/hdphoto5.wdp"/></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88.png"/><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jpg"/><Relationship Id="rId1" Type="http://schemas.openxmlformats.org/officeDocument/2006/relationships/slideMaster" Target="../slideMasters/slideMaster11.xml"/></Relationships>
</file>

<file path=ppt/slideLayouts/_rels/slideLayout25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1.jpg"/><Relationship Id="rId1" Type="http://schemas.openxmlformats.org/officeDocument/2006/relationships/slideMaster" Target="../slideMasters/slideMaster11.xml"/><Relationship Id="rId4" Type="http://schemas.openxmlformats.org/officeDocument/2006/relationships/image" Target="../media/image92.svg"/></Relationships>
</file>

<file path=ppt/slideLayouts/_rels/slideLayout26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93.jpg"/><Relationship Id="rId1" Type="http://schemas.openxmlformats.org/officeDocument/2006/relationships/slideMaster" Target="../slideMasters/slideMaster11.xml"/><Relationship Id="rId5" Type="http://schemas.openxmlformats.org/officeDocument/2006/relationships/image" Target="../media/image94.jpeg"/><Relationship Id="rId4" Type="http://schemas.openxmlformats.org/officeDocument/2006/relationships/image" Target="../media/image90.svg"/></Relationships>
</file>

<file path=ppt/slideLayouts/_rels/slideLayout26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1.jpg"/><Relationship Id="rId1" Type="http://schemas.openxmlformats.org/officeDocument/2006/relationships/slideMaster" Target="../slideMasters/slideMaster11.xml"/><Relationship Id="rId5" Type="http://schemas.openxmlformats.org/officeDocument/2006/relationships/image" Target="../media/image94.jpeg"/><Relationship Id="rId4" Type="http://schemas.openxmlformats.org/officeDocument/2006/relationships/image" Target="../media/image92.svg"/></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jpg"/><Relationship Id="rId1" Type="http://schemas.openxmlformats.org/officeDocument/2006/relationships/slideMaster" Target="../slideMasters/slideMaster11.xml"/><Relationship Id="rId4" Type="http://schemas.openxmlformats.org/officeDocument/2006/relationships/image" Target="../media/image94.jpeg"/></Relationships>
</file>

<file path=ppt/slideLayouts/_rels/slideLayout26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1.jpg"/><Relationship Id="rId1" Type="http://schemas.openxmlformats.org/officeDocument/2006/relationships/slideMaster" Target="../slideMasters/slideMaster11.xml"/><Relationship Id="rId5" Type="http://schemas.openxmlformats.org/officeDocument/2006/relationships/image" Target="../media/image92.svg"/><Relationship Id="rId4" Type="http://schemas.openxmlformats.org/officeDocument/2006/relationships/image" Target="../media/image94.jpe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Master" Target="../slideMasters/slideMaster11.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96.jpg"/><Relationship Id="rId1" Type="http://schemas.openxmlformats.org/officeDocument/2006/relationships/slideMaster" Target="../slideMasters/slideMaster11.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Master" Target="../slideMasters/slideMaster11.xml"/></Relationships>
</file>

<file path=ppt/slideLayouts/_rels/slideLayout274.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98.jpg"/><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8F1ECE-EC9A-351E-EEE7-E90183F40F7B}"/>
              </a:ext>
            </a:extLst>
          </p:cNvPr>
          <p:cNvSpPr/>
          <p:nvPr userDrawn="1"/>
        </p:nvSpPr>
        <p:spPr bwMode="auto">
          <a:xfrm>
            <a:off x="0" y="0"/>
            <a:ext cx="12192000" cy="6858000"/>
          </a:xfrm>
          <a:prstGeom prst="rect">
            <a:avLst/>
          </a:prstGeom>
          <a:gradFill flip="none" rotWithShape="1">
            <a:gsLst>
              <a:gs pos="0">
                <a:srgbClr val="78C3FE"/>
              </a:gs>
              <a:gs pos="0">
                <a:srgbClr val="005E79">
                  <a:alpha val="50000"/>
                </a:srgbClr>
              </a:gs>
              <a:gs pos="100000">
                <a:srgbClr val="00317B"/>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3075020"/>
            <a:ext cx="9144000" cy="458756"/>
          </a:xfrm>
          <a:noFill/>
        </p:spPr>
        <p:txBody>
          <a:bodyPr lIns="0" tIns="0" rIns="0" bIns="0" anchor="b" anchorCtr="0">
            <a:spAutoFit/>
          </a:bodyPr>
          <a:lstStyle>
            <a:lvl1pPr>
              <a:defRPr sz="2981" spc="-42"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54870"/>
          </a:xfrm>
          <a:noFill/>
        </p:spPr>
        <p:txBody>
          <a:bodyPr wrap="square" lIns="0" tIns="0" rIns="0" bIns="0">
            <a:spAutoFit/>
          </a:bodyPr>
          <a:lstStyle>
            <a:lvl1pPr marL="0" indent="0">
              <a:spcBef>
                <a:spcPts val="0"/>
              </a:spcBef>
              <a:buNone/>
              <a:defRPr sz="1656"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3182024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208">
          <p15:clr>
            <a:srgbClr val="5ACBF0"/>
          </p15:clr>
        </p15:guide>
        <p15:guide id="2" orient="horz" pos="3594">
          <p15:clr>
            <a:srgbClr val="5ACBF0"/>
          </p15:clr>
        </p15:guide>
        <p15:guide id="3" pos="8831">
          <p15:clr>
            <a:srgbClr val="5ACBF0"/>
          </p15:clr>
        </p15:guide>
        <p15:guide id="4" orient="horz" pos="31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a:gsLst>
            <a:gs pos="77640">
              <a:srgbClr val="137BE9"/>
            </a:gs>
            <a:gs pos="27987">
              <a:srgbClr val="6CAFEA"/>
            </a:gs>
            <a:gs pos="0">
              <a:schemeClr val="accent2">
                <a:lumMod val="10000"/>
                <a:lumOff val="90000"/>
              </a:schemeClr>
            </a:gs>
            <a:gs pos="100000">
              <a:schemeClr val="accent2">
                <a:lumMod val="50000"/>
                <a:lumOff val="50000"/>
              </a:schemeClr>
            </a:gs>
            <a:gs pos="57000">
              <a:schemeClr val="accent1">
                <a:alpha val="45000"/>
              </a:schemeClr>
            </a:gs>
          </a:gsLst>
          <a:path path="circle">
            <a:fillToRect r="100000" b="100000"/>
          </a:path>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8F1ECE-EC9A-351E-EEE7-E90183F40F7B}"/>
              </a:ext>
            </a:extLst>
          </p:cNvPr>
          <p:cNvSpPr/>
          <p:nvPr userDrawn="1"/>
        </p:nvSpPr>
        <p:spPr bwMode="auto">
          <a:xfrm>
            <a:off x="0" y="0"/>
            <a:ext cx="12192000" cy="6858000"/>
          </a:xfrm>
          <a:prstGeom prst="rect">
            <a:avLst/>
          </a:prstGeom>
          <a:gradFill flip="none" rotWithShape="1">
            <a:gsLst>
              <a:gs pos="0">
                <a:srgbClr val="78C3FE"/>
              </a:gs>
              <a:gs pos="0">
                <a:srgbClr val="005E79">
                  <a:alpha val="50000"/>
                </a:srgbClr>
              </a:gs>
              <a:gs pos="100000">
                <a:srgbClr val="00317B"/>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3075020"/>
            <a:ext cx="9144000" cy="458756"/>
          </a:xfrm>
          <a:noFill/>
        </p:spPr>
        <p:txBody>
          <a:bodyPr lIns="0" tIns="0" rIns="0" bIns="0" anchor="b" anchorCtr="0">
            <a:spAutoFit/>
          </a:bodyPr>
          <a:lstStyle>
            <a:lvl1pPr>
              <a:defRPr sz="2981" spc="-42"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54870"/>
          </a:xfrm>
          <a:noFill/>
        </p:spPr>
        <p:txBody>
          <a:bodyPr wrap="square" lIns="0" tIns="0" rIns="0" bIns="0">
            <a:spAutoFit/>
          </a:bodyPr>
          <a:lstStyle>
            <a:lvl1pPr marL="0" indent="0">
              <a:spcBef>
                <a:spcPts val="0"/>
              </a:spcBef>
              <a:buNone/>
              <a:defRPr sz="1656"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3429755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208">
          <p15:clr>
            <a:srgbClr val="5ACBF0"/>
          </p15:clr>
        </p15:guide>
        <p15:guide id="2" orient="horz" pos="3594">
          <p15:clr>
            <a:srgbClr val="5ACBF0"/>
          </p15:clr>
        </p15:guide>
        <p15:guide id="3" pos="8831">
          <p15:clr>
            <a:srgbClr val="5ACBF0"/>
          </p15:clr>
        </p15:guide>
        <p15:guide id="4" orient="horz" pos="311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bg>
      <p:bgPr>
        <a:gradFill>
          <a:gsLst>
            <a:gs pos="77640">
              <a:srgbClr val="137BE9"/>
            </a:gs>
            <a:gs pos="27987">
              <a:srgbClr val="6CAFEA"/>
            </a:gs>
            <a:gs pos="0">
              <a:schemeClr val="accent2">
                <a:lumMod val="10000"/>
                <a:lumOff val="90000"/>
              </a:schemeClr>
            </a:gs>
            <a:gs pos="100000">
              <a:schemeClr val="accent2">
                <a:lumMod val="50000"/>
                <a:lumOff val="50000"/>
              </a:schemeClr>
            </a:gs>
            <a:gs pos="57000">
              <a:schemeClr val="accent1">
                <a:alpha val="45000"/>
              </a:schemeClr>
            </a:gs>
          </a:gsLst>
          <a:path path="circle">
            <a:fillToRect r="100000" b="100000"/>
          </a:path>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8F1ECE-EC9A-351E-EEE7-E90183F40F7B}"/>
              </a:ext>
            </a:extLst>
          </p:cNvPr>
          <p:cNvSpPr/>
          <p:nvPr userDrawn="1"/>
        </p:nvSpPr>
        <p:spPr bwMode="auto">
          <a:xfrm>
            <a:off x="0" y="0"/>
            <a:ext cx="12192000" cy="6858000"/>
          </a:xfrm>
          <a:prstGeom prst="rect">
            <a:avLst/>
          </a:prstGeom>
          <a:gradFill flip="none" rotWithShape="1">
            <a:gsLst>
              <a:gs pos="0">
                <a:schemeClr val="accent2"/>
              </a:gs>
              <a:gs pos="0">
                <a:schemeClr val="accent2"/>
              </a:gs>
              <a:gs pos="100000">
                <a:schemeClr val="accent2">
                  <a:lumMod val="90000"/>
                  <a:lumOff val="10000"/>
                </a:schemeClr>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3075020"/>
            <a:ext cx="9144000" cy="458756"/>
          </a:xfrm>
          <a:noFill/>
        </p:spPr>
        <p:txBody>
          <a:bodyPr lIns="0" tIns="0" rIns="0" bIns="0" anchor="b" anchorCtr="0">
            <a:spAutoFit/>
          </a:bodyPr>
          <a:lstStyle>
            <a:lvl1pPr>
              <a:defRPr sz="2981" spc="-42"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2"/>
            <a:ext cx="9144000" cy="254870"/>
          </a:xfrm>
          <a:noFill/>
        </p:spPr>
        <p:txBody>
          <a:bodyPr wrap="square" lIns="0" tIns="0" rIns="0" bIns="0">
            <a:spAutoFit/>
          </a:bodyPr>
          <a:lstStyle>
            <a:lvl1pPr marL="0" indent="0">
              <a:spcBef>
                <a:spcPts val="0"/>
              </a:spcBef>
              <a:buNone/>
              <a:defRPr sz="1656"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4641344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208">
          <p15:clr>
            <a:srgbClr val="5ACBF0"/>
          </p15:clr>
        </p15:guide>
        <p15:guide id="2" orient="horz" pos="3594">
          <p15:clr>
            <a:srgbClr val="5ACBF0"/>
          </p15:clr>
        </p15:guide>
        <p15:guide id="3" pos="8831">
          <p15:clr>
            <a:srgbClr val="5ACBF0"/>
          </p15:clr>
        </p15:guide>
        <p15:guide id="4" orient="horz" pos="311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1"/>
            <a:ext cx="11018520" cy="1335704"/>
          </a:xfrm>
        </p:spPr>
        <p:txBody>
          <a:bodyPr wrap="square">
            <a:spAutoFit/>
          </a:bodyPr>
          <a:lstStyle>
            <a:lvl1pPr marL="0" indent="0">
              <a:buNone/>
              <a:defRPr/>
            </a:lvl1pPr>
            <a:lvl2pPr marL="189313" indent="0">
              <a:buNone/>
              <a:defRPr/>
            </a:lvl2pPr>
            <a:lvl3pPr marL="378626" indent="0">
              <a:buNone/>
              <a:defRPr/>
            </a:lvl3pPr>
            <a:lvl4pPr marL="567939" indent="0">
              <a:buNone/>
              <a:defRPr/>
            </a:lvl4pPr>
            <a:lvl5pPr marL="757252"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7390275"/>
      </p:ext>
    </p:extLst>
  </p:cSld>
  <p:clrMapOvr>
    <a:masterClrMapping/>
  </p:clrMapOvr>
  <p:transition>
    <p:fade/>
  </p:transition>
  <p:extLst>
    <p:ext uri="{DCECCB84-F9BA-43D5-87BE-67443E8EF086}">
      <p15:sldGuideLst xmlns:p15="http://schemas.microsoft.com/office/powerpoint/2012/main">
        <p15:guide id="1" orient="horz" pos="415">
          <p15:clr>
            <a:srgbClr val="5ACBF0"/>
          </p15:clr>
        </p15:guide>
        <p15:guide id="2" orient="horz" pos="1303">
          <p15:clr>
            <a:srgbClr val="5ACBF0"/>
          </p15:clr>
        </p15:guide>
        <p15:guide id="4" orient="horz" pos="1832">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1" y="1435498"/>
            <a:ext cx="11018520" cy="13357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9989163"/>
      </p:ext>
    </p:extLst>
  </p:cSld>
  <p:clrMapOvr>
    <a:masterClrMapping/>
  </p:clrMapOvr>
  <p:transition>
    <p:fade/>
  </p:transition>
  <p:extLst>
    <p:ext uri="{DCECCB84-F9BA-43D5-87BE-67443E8EF086}">
      <p15:sldGuideLst xmlns:p15="http://schemas.microsoft.com/office/powerpoint/2012/main">
        <p15:guide id="2" orient="horz" pos="1832">
          <p15:clr>
            <a:srgbClr val="5ACBF0"/>
          </p15:clr>
        </p15:guide>
        <p15:guide id="3" orient="horz" pos="415">
          <p15:clr>
            <a:srgbClr val="5ACBF0"/>
          </p15:clr>
        </p15:guide>
        <p15:guide id="5" orient="horz" pos="130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1"/>
            <a:ext cx="5212080" cy="1335704"/>
          </a:xfrm>
        </p:spPr>
        <p:txBody>
          <a:bodyPr wrap="square">
            <a:spAutoFit/>
          </a:bodyPr>
          <a:lstStyle>
            <a:lvl1pPr marL="0" indent="0">
              <a:spcBef>
                <a:spcPts val="1014"/>
              </a:spcBef>
              <a:buClr>
                <a:schemeClr val="tx1"/>
              </a:buClr>
              <a:buFont typeface="Wingdings" panose="05000000000000000000" pitchFamily="2" charset="2"/>
              <a:buNone/>
              <a:defRPr sz="2319" b="0">
                <a:latin typeface="Segoe UI Semilight" panose="020B0402040204020203" pitchFamily="34" charset="0"/>
                <a:cs typeface="Segoe UI Semilight" panose="020B0402040204020203" pitchFamily="34" charset="0"/>
              </a:defRPr>
            </a:lvl1pPr>
            <a:lvl2pPr marL="211663" indent="0">
              <a:buFont typeface="Wingdings" panose="05000000000000000000" pitchFamily="2" charset="2"/>
              <a:buNone/>
              <a:defRPr sz="1656" b="0"/>
            </a:lvl2pPr>
            <a:lvl3pPr marL="373368" indent="0">
              <a:buFont typeface="Wingdings" panose="05000000000000000000" pitchFamily="2" charset="2"/>
              <a:buNone/>
              <a:tabLst/>
              <a:defRPr sz="1325" b="0"/>
            </a:lvl3pPr>
            <a:lvl4pPr marL="540331" indent="0">
              <a:buFont typeface="Wingdings" panose="05000000000000000000" pitchFamily="2" charset="2"/>
              <a:buNone/>
              <a:defRPr sz="1160" b="0"/>
            </a:lvl4pPr>
            <a:lvl5pPr marL="707295" indent="0">
              <a:buFont typeface="Wingdings" panose="05000000000000000000" pitchFamily="2" charset="2"/>
              <a:buNone/>
              <a:tabLst/>
              <a:defRPr sz="116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1"/>
            <a:ext cx="5212080" cy="1335704"/>
          </a:xfrm>
        </p:spPr>
        <p:txBody>
          <a:bodyPr wrap="square">
            <a:spAutoFit/>
          </a:bodyPr>
          <a:lstStyle>
            <a:lvl1pPr marL="0" indent="0">
              <a:spcBef>
                <a:spcPts val="1014"/>
              </a:spcBef>
              <a:buClr>
                <a:schemeClr val="tx1"/>
              </a:buClr>
              <a:buFont typeface="Wingdings" panose="05000000000000000000" pitchFamily="2" charset="2"/>
              <a:buNone/>
              <a:defRPr sz="2319" b="0">
                <a:latin typeface="Segoe UI Semilight" panose="020B0402040204020203" pitchFamily="34" charset="0"/>
                <a:cs typeface="Segoe UI Semilight" panose="020B0402040204020203" pitchFamily="34" charset="0"/>
              </a:defRPr>
            </a:lvl1pPr>
            <a:lvl2pPr marL="211663" indent="0">
              <a:buFont typeface="Wingdings" panose="05000000000000000000" pitchFamily="2" charset="2"/>
              <a:buNone/>
              <a:defRPr sz="1656" b="0"/>
            </a:lvl2pPr>
            <a:lvl3pPr marL="373368" indent="0">
              <a:buFont typeface="Wingdings" panose="05000000000000000000" pitchFamily="2" charset="2"/>
              <a:buNone/>
              <a:tabLst/>
              <a:defRPr sz="1325" b="0"/>
            </a:lvl3pPr>
            <a:lvl4pPr marL="540331" indent="0">
              <a:buFont typeface="Wingdings" panose="05000000000000000000" pitchFamily="2" charset="2"/>
              <a:buNone/>
              <a:defRPr sz="1160" b="0"/>
            </a:lvl4pPr>
            <a:lvl5pPr marL="707295" indent="0">
              <a:buFont typeface="Wingdings" panose="05000000000000000000" pitchFamily="2" charset="2"/>
              <a:buNone/>
              <a:tabLst/>
              <a:defRPr sz="116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458195"/>
      </p:ext>
    </p:extLst>
  </p:cSld>
  <p:clrMapOvr>
    <a:masterClrMapping/>
  </p:clrMapOvr>
  <p:transition>
    <p:fade/>
  </p:transition>
  <p:extLst>
    <p:ext uri="{DCECCB84-F9BA-43D5-87BE-67443E8EF086}">
      <p15:sldGuideLst xmlns:p15="http://schemas.microsoft.com/office/powerpoint/2012/main">
        <p15:guide id="1" orient="horz" pos="415">
          <p15:clr>
            <a:srgbClr val="5ACBF0"/>
          </p15:clr>
        </p15:guide>
        <p15:guide id="2" orient="horz" pos="1832">
          <p15:clr>
            <a:srgbClr val="5ACBF0"/>
          </p15:clr>
        </p15:guide>
        <p15:guide id="3" orient="horz" pos="130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2"/>
            <a:ext cx="5212080" cy="1335704"/>
          </a:xfrm>
        </p:spPr>
        <p:txBody>
          <a:bodyPr wrap="square">
            <a:spAutoFit/>
          </a:bodyPr>
          <a:lstStyle>
            <a:lvl1pPr marL="191943" indent="-191943">
              <a:spcBef>
                <a:spcPts val="1014"/>
              </a:spcBef>
              <a:buClr>
                <a:schemeClr val="tx1"/>
              </a:buClr>
              <a:buFont typeface="Wingdings" panose="05000000000000000000" pitchFamily="2" charset="2"/>
              <a:buChar char=""/>
              <a:defRPr sz="2319" b="0">
                <a:latin typeface="Segoe UI Semilight" panose="020B0402040204020203" pitchFamily="34" charset="0"/>
                <a:cs typeface="Segoe UI Semilight" panose="020B0402040204020203" pitchFamily="34" charset="0"/>
              </a:defRPr>
            </a:lvl1pPr>
            <a:lvl2pPr marL="353648" indent="-141985">
              <a:buFont typeface="Wingdings" panose="05000000000000000000" pitchFamily="2" charset="2"/>
              <a:buChar char=""/>
              <a:defRPr sz="1656" b="0"/>
            </a:lvl2pPr>
            <a:lvl3pPr marL="529814" indent="-156447">
              <a:buFont typeface="Wingdings" panose="05000000000000000000" pitchFamily="2" charset="2"/>
              <a:buChar char=""/>
              <a:tabLst/>
              <a:defRPr sz="1325" b="0"/>
            </a:lvl3pPr>
            <a:lvl4pPr marL="686260" indent="-145930">
              <a:buFont typeface="Wingdings" panose="05000000000000000000" pitchFamily="2" charset="2"/>
              <a:buChar char=""/>
              <a:defRPr sz="1160" b="0"/>
            </a:lvl4pPr>
            <a:lvl5pPr marL="847965" indent="-140671">
              <a:buFont typeface="Wingdings" panose="05000000000000000000" pitchFamily="2" charset="2"/>
              <a:buChar char=""/>
              <a:tabLst/>
              <a:defRPr sz="116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2"/>
            <a:ext cx="5212080" cy="1335704"/>
          </a:xfrm>
        </p:spPr>
        <p:txBody>
          <a:bodyPr wrap="square">
            <a:spAutoFit/>
          </a:bodyPr>
          <a:lstStyle>
            <a:lvl1pPr marL="191943" indent="-191943">
              <a:spcBef>
                <a:spcPts val="1014"/>
              </a:spcBef>
              <a:buClr>
                <a:schemeClr val="tx1"/>
              </a:buClr>
              <a:buFont typeface="Wingdings" panose="05000000000000000000" pitchFamily="2" charset="2"/>
              <a:buChar char=""/>
              <a:defRPr sz="2319" b="0">
                <a:latin typeface="Segoe UI Semilight" panose="020B0402040204020203" pitchFamily="34" charset="0"/>
                <a:cs typeface="Segoe UI Semilight" panose="020B0402040204020203" pitchFamily="34" charset="0"/>
              </a:defRPr>
            </a:lvl1pPr>
            <a:lvl2pPr marL="353648" indent="-141985">
              <a:buFont typeface="Wingdings" panose="05000000000000000000" pitchFamily="2" charset="2"/>
              <a:buChar char=""/>
              <a:defRPr sz="1656" b="0"/>
            </a:lvl2pPr>
            <a:lvl3pPr marL="529814" indent="-156447">
              <a:buFont typeface="Wingdings" panose="05000000000000000000" pitchFamily="2" charset="2"/>
              <a:buChar char=""/>
              <a:tabLst/>
              <a:defRPr sz="1325" b="0"/>
            </a:lvl3pPr>
            <a:lvl4pPr marL="686260" indent="-145930">
              <a:buFont typeface="Wingdings" panose="05000000000000000000" pitchFamily="2" charset="2"/>
              <a:buChar char=""/>
              <a:defRPr sz="1160" b="0"/>
            </a:lvl4pPr>
            <a:lvl5pPr marL="847965" indent="-140671">
              <a:buFont typeface="Wingdings" panose="05000000000000000000" pitchFamily="2" charset="2"/>
              <a:buChar char=""/>
              <a:tabLst/>
              <a:defRPr sz="116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3832524"/>
      </p:ext>
    </p:extLst>
  </p:cSld>
  <p:clrMapOvr>
    <a:masterClrMapping/>
  </p:clrMapOvr>
  <p:transition>
    <p:fade/>
  </p:transition>
  <p:extLst>
    <p:ext uri="{DCECCB84-F9BA-43D5-87BE-67443E8EF086}">
      <p15:sldGuideLst xmlns:p15="http://schemas.microsoft.com/office/powerpoint/2012/main">
        <p15:guide id="1" orient="horz" pos="415">
          <p15:clr>
            <a:srgbClr val="5ACBF0"/>
          </p15:clr>
        </p15:guide>
        <p15:guide id="2" orient="horz" pos="1837">
          <p15:clr>
            <a:srgbClr val="5ACBF0"/>
          </p15:clr>
        </p15:guide>
        <p15:guide id="3" orient="horz" pos="1302">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1737849"/>
      </p:ext>
    </p:extLst>
  </p:cSld>
  <p:clrMapOvr>
    <a:masterClrMapping/>
  </p:clrMapOvr>
  <p:transition>
    <p:fade/>
  </p:transition>
  <p:extLst>
    <p:ext uri="{DCECCB84-F9BA-43D5-87BE-67443E8EF086}">
      <p15:sldGuideLst xmlns:p15="http://schemas.microsoft.com/office/powerpoint/2012/main">
        <p15:guide id="3" orient="horz" pos="1296">
          <p15:clr>
            <a:srgbClr val="5ACBF0"/>
          </p15:clr>
        </p15:guide>
        <p15:guide id="4" orient="horz" pos="1837">
          <p15:clr>
            <a:srgbClr val="5ACBF0"/>
          </p15:clr>
        </p15:guide>
        <p15:guide id="5" orient="horz" pos="41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39006171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1296">
          <p15:clr>
            <a:srgbClr val="5ACBF0"/>
          </p15:clr>
        </p15:guide>
        <p15:guide id="4" orient="horz" pos="1837">
          <p15:clr>
            <a:srgbClr val="5ACBF0"/>
          </p15:clr>
        </p15:guide>
        <p15:guide id="5" orient="horz" pos="41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
        <p:nvSpPr>
          <p:cNvPr id="4" name="TextBox 7">
            <a:extLst>
              <a:ext uri="{FF2B5EF4-FFF2-40B4-BE49-F238E27FC236}">
                <a16:creationId xmlns:a16="http://schemas.microsoft.com/office/drawing/2014/main" id="{2616517D-D5CD-4ABF-BB07-27B705B1ED45}"/>
              </a:ext>
            </a:extLst>
          </p:cNvPr>
          <p:cNvSpPr txBox="1"/>
          <p:nvPr userDrawn="1"/>
        </p:nvSpPr>
        <p:spPr bwMode="black">
          <a:xfrm>
            <a:off x="4686191" y="6581364"/>
            <a:ext cx="2819618" cy="127407"/>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828" b="0" spc="124" baseline="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1853980647"/>
      </p:ext>
    </p:extLst>
  </p:cSld>
  <p:clrMapOvr>
    <a:masterClrMapping/>
  </p:clrMapOvr>
  <p:transition>
    <p:fade/>
  </p:transition>
  <p:extLst>
    <p:ext uri="{DCECCB84-F9BA-43D5-87BE-67443E8EF086}">
      <p15:sldGuideLst xmlns:p15="http://schemas.microsoft.com/office/powerpoint/2012/main">
        <p15:guide id="6" pos="1122">
          <p15:clr>
            <a:srgbClr val="A4A3A4"/>
          </p15:clr>
        </p15:guide>
        <p15:guide id="7" pos="1386">
          <p15:clr>
            <a:srgbClr val="A4A3A4"/>
          </p15:clr>
        </p15:guide>
        <p15:guide id="8" pos="1977">
          <p15:clr>
            <a:srgbClr val="A4A3A4"/>
          </p15:clr>
        </p15:guide>
        <p15:guide id="9" pos="2241">
          <p15:clr>
            <a:srgbClr val="A4A3A4"/>
          </p15:clr>
        </p15:guide>
        <p15:guide id="10" pos="2832">
          <p15:clr>
            <a:srgbClr val="A4A3A4"/>
          </p15:clr>
        </p15:guide>
        <p15:guide id="11" pos="3096">
          <p15:clr>
            <a:srgbClr val="A4A3A4"/>
          </p15:clr>
        </p15:guide>
        <p15:guide id="12" pos="3689">
          <p15:clr>
            <a:srgbClr val="A4A3A4"/>
          </p15:clr>
        </p15:guide>
        <p15:guide id="13" pos="3952">
          <p15:clr>
            <a:srgbClr val="A4A3A4"/>
          </p15:clr>
        </p15:guide>
        <p15:guide id="14" pos="4544">
          <p15:clr>
            <a:srgbClr val="A4A3A4"/>
          </p15:clr>
        </p15:guide>
        <p15:guide id="15" pos="4807">
          <p15:clr>
            <a:srgbClr val="A4A3A4"/>
          </p15:clr>
        </p15:guide>
        <p15:guide id="16" pos="5399">
          <p15:clr>
            <a:srgbClr val="A4A3A4"/>
          </p15:clr>
        </p15:guide>
        <p15:guide id="17" pos="5662">
          <p15:clr>
            <a:srgbClr val="A4A3A4"/>
          </p15:clr>
        </p15:guide>
        <p15:guide id="18" pos="6254">
          <p15:clr>
            <a:srgbClr val="A4A3A4"/>
          </p15:clr>
        </p15:guide>
        <p15:guide id="19" pos="6517">
          <p15:clr>
            <a:srgbClr val="A4A3A4"/>
          </p15:clr>
        </p15:guide>
        <p15:guide id="20" pos="7110">
          <p15:clr>
            <a:srgbClr val="A4A3A4"/>
          </p15:clr>
        </p15:guide>
        <p15:guide id="21" pos="7374">
          <p15:clr>
            <a:srgbClr val="A4A3A4"/>
          </p15:clr>
        </p15:guide>
        <p15:guide id="22" pos="7963">
          <p15:clr>
            <a:srgbClr val="A4A3A4"/>
          </p15:clr>
        </p15:guide>
        <p15:guide id="23" pos="8229">
          <p15:clr>
            <a:srgbClr val="A4A3A4"/>
          </p15:clr>
        </p15:guide>
        <p15:guide id="24" pos="8818">
          <p15:clr>
            <a:srgbClr val="A4A3A4"/>
          </p15:clr>
        </p15:guide>
        <p15:guide id="25" pos="9084">
          <p15:clr>
            <a:srgbClr val="A4A3A4"/>
          </p15:clr>
        </p15:guide>
        <p15:guide id="26" pos="9673">
          <p15:clr>
            <a:srgbClr val="A4A3A4"/>
          </p15:clr>
        </p15:guide>
        <p15:guide id="27" pos="9937">
          <p15:clr>
            <a:srgbClr val="A4A3A4"/>
          </p15:clr>
        </p15:guide>
        <p15:guide id="28" orient="horz" pos="1303">
          <p15:clr>
            <a:srgbClr val="5ACBF0"/>
          </p15:clr>
        </p15:guide>
        <p15:guide id="29" orient="horz" pos="1830">
          <p15:clr>
            <a:srgbClr val="5ACBF0"/>
          </p15:clr>
        </p15:guide>
        <p15:guide id="30" orient="horz" pos="41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2" y="457200"/>
            <a:ext cx="5508419" cy="319446"/>
          </a:xfrm>
        </p:spPr>
        <p:txBody>
          <a:bodyPr tIns="64008"/>
          <a:lstStyle>
            <a:lvl1pPr>
              <a:defRPr sz="1656"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91438629"/>
      </p:ext>
    </p:extLst>
  </p:cSld>
  <p:clrMapOvr>
    <a:masterClrMapping/>
  </p:clrMapOvr>
  <p:transition>
    <p:fade/>
  </p:transition>
  <p:extLst>
    <p:ext uri="{DCECCB84-F9BA-43D5-87BE-67443E8EF086}">
      <p15:sldGuideLst xmlns:p15="http://schemas.microsoft.com/office/powerpoint/2012/main">
        <p15:guide id="6" pos="1122">
          <p15:clr>
            <a:srgbClr val="A4A3A4"/>
          </p15:clr>
        </p15:guide>
        <p15:guide id="7" pos="1386">
          <p15:clr>
            <a:srgbClr val="A4A3A4"/>
          </p15:clr>
        </p15:guide>
        <p15:guide id="8" pos="1977">
          <p15:clr>
            <a:srgbClr val="A4A3A4"/>
          </p15:clr>
        </p15:guide>
        <p15:guide id="9" pos="2241">
          <p15:clr>
            <a:srgbClr val="A4A3A4"/>
          </p15:clr>
        </p15:guide>
        <p15:guide id="10" pos="2832">
          <p15:clr>
            <a:srgbClr val="A4A3A4"/>
          </p15:clr>
        </p15:guide>
        <p15:guide id="11" pos="3096">
          <p15:clr>
            <a:srgbClr val="A4A3A4"/>
          </p15:clr>
        </p15:guide>
        <p15:guide id="12" pos="3689">
          <p15:clr>
            <a:srgbClr val="A4A3A4"/>
          </p15:clr>
        </p15:guide>
        <p15:guide id="13" pos="3952">
          <p15:clr>
            <a:srgbClr val="A4A3A4"/>
          </p15:clr>
        </p15:guide>
        <p15:guide id="14" pos="4544">
          <p15:clr>
            <a:srgbClr val="A4A3A4"/>
          </p15:clr>
        </p15:guide>
        <p15:guide id="15" pos="4807">
          <p15:clr>
            <a:srgbClr val="A4A3A4"/>
          </p15:clr>
        </p15:guide>
        <p15:guide id="16" pos="5399">
          <p15:clr>
            <a:srgbClr val="A4A3A4"/>
          </p15:clr>
        </p15:guide>
        <p15:guide id="17" pos="5662">
          <p15:clr>
            <a:srgbClr val="A4A3A4"/>
          </p15:clr>
        </p15:guide>
        <p15:guide id="18" pos="6254">
          <p15:clr>
            <a:srgbClr val="A4A3A4"/>
          </p15:clr>
        </p15:guide>
        <p15:guide id="19" pos="6517">
          <p15:clr>
            <a:srgbClr val="A4A3A4"/>
          </p15:clr>
        </p15:guide>
        <p15:guide id="20" pos="7110">
          <p15:clr>
            <a:srgbClr val="A4A3A4"/>
          </p15:clr>
        </p15:guide>
        <p15:guide id="21" pos="7374">
          <p15:clr>
            <a:srgbClr val="A4A3A4"/>
          </p15:clr>
        </p15:guide>
        <p15:guide id="22" pos="7963">
          <p15:clr>
            <a:srgbClr val="A4A3A4"/>
          </p15:clr>
        </p15:guide>
        <p15:guide id="23" pos="8229">
          <p15:clr>
            <a:srgbClr val="A4A3A4"/>
          </p15:clr>
        </p15:guide>
        <p15:guide id="24" pos="8818">
          <p15:clr>
            <a:srgbClr val="A4A3A4"/>
          </p15:clr>
        </p15:guide>
        <p15:guide id="25" pos="9084">
          <p15:clr>
            <a:srgbClr val="A4A3A4"/>
          </p15:clr>
        </p15:guide>
        <p15:guide id="26" pos="9673">
          <p15:clr>
            <a:srgbClr val="A4A3A4"/>
          </p15:clr>
        </p15:guide>
        <p15:guide id="27" pos="9937">
          <p15:clr>
            <a:srgbClr val="A4A3A4"/>
          </p15:clr>
        </p15:guide>
        <p15:guide id="28" orient="horz" pos="1303">
          <p15:clr>
            <a:srgbClr val="5ACBF0"/>
          </p15:clr>
        </p15:guide>
        <p15:guide id="29" orient="horz" pos="1830">
          <p15:clr>
            <a:srgbClr val="5ACBF0"/>
          </p15:clr>
        </p15:guide>
        <p15:guide id="30" orient="horz" pos="415">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dark">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8" y="3035808"/>
            <a:ext cx="9141397" cy="412894"/>
          </a:xfrm>
          <a:noFill/>
        </p:spPr>
        <p:txBody>
          <a:bodyPr wrap="square" lIns="0" tIns="0" rIns="0" bIns="0" anchor="t" anchorCtr="0">
            <a:spAutoFit/>
          </a:bodyPr>
          <a:lstStyle>
            <a:lvl1pPr algn="l" defTabSz="772442" rtl="0" eaLnBrk="1" latinLnBrk="0" hangingPunct="1">
              <a:lnSpc>
                <a:spcPct val="90000"/>
              </a:lnSpc>
              <a:spcBef>
                <a:spcPct val="0"/>
              </a:spcBef>
              <a:buNone/>
              <a:defRPr lang="en-US" sz="2981" b="0" kern="1200" cap="none" spc="-42"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5936170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111">
          <p15:clr>
            <a:srgbClr val="FBAE40"/>
          </p15:clr>
        </p15:guide>
        <p15:guide id="2" pos="8824">
          <p15:clr>
            <a:srgbClr val="5ACBF0"/>
          </p15:clr>
        </p15:guide>
        <p15:guide id="3" orient="horz" pos="2752">
          <p15:clr>
            <a:srgbClr val="5ACBF0"/>
          </p15:clr>
        </p15:guide>
        <p15:guide id="4" orient="horz" pos="3607">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ligh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8" y="3035808"/>
            <a:ext cx="9154097" cy="412894"/>
          </a:xfrm>
          <a:noFill/>
        </p:spPr>
        <p:txBody>
          <a:bodyPr wrap="square" lIns="0" tIns="0" rIns="0" bIns="0" anchor="t" anchorCtr="0">
            <a:spAutoFit/>
          </a:bodyPr>
          <a:lstStyle>
            <a:lvl1pPr algn="l" defTabSz="772442" rtl="0" eaLnBrk="1" latinLnBrk="0" hangingPunct="1">
              <a:lnSpc>
                <a:spcPct val="90000"/>
              </a:lnSpc>
              <a:spcBef>
                <a:spcPct val="0"/>
              </a:spcBef>
              <a:buNone/>
              <a:defRPr lang="en-US" sz="2981" b="0" kern="1200" cap="none" spc="-42"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1742516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111">
          <p15:clr>
            <a:srgbClr val="FBAE40"/>
          </p15:clr>
        </p15:guide>
        <p15:guide id="2" pos="8835">
          <p15:clr>
            <a:srgbClr val="5ACBF0"/>
          </p15:clr>
        </p15:guide>
        <p15:guide id="3" orient="horz" pos="2750">
          <p15:clr>
            <a:srgbClr val="5ACBF0"/>
          </p15:clr>
        </p15:guide>
        <p15:guide id="4" orient="horz" pos="3607">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712530"/>
      </p:ext>
    </p:extLst>
  </p:cSld>
  <p:clrMapOvr>
    <a:masterClrMapping/>
  </p:clrMapOvr>
  <p:transition>
    <p:fade/>
  </p:transition>
  <p:extLst>
    <p:ext uri="{DCECCB84-F9BA-43D5-87BE-67443E8EF086}">
      <p15:sldGuideLst xmlns:p15="http://schemas.microsoft.com/office/powerpoint/2012/main">
        <p15:guide id="1" orient="horz" pos="1832">
          <p15:clr>
            <a:srgbClr val="5ACBF0"/>
          </p15:clr>
        </p15:guide>
        <p15:guide id="2" orient="horz" pos="1302">
          <p15:clr>
            <a:srgbClr val="5ACBF0"/>
          </p15:clr>
        </p15:guide>
        <p15:guide id="3" orient="horz" pos="415">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dark">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652056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02">
          <p15:clr>
            <a:srgbClr val="5ACBF0"/>
          </p15:clr>
        </p15:guide>
        <p15:guide id="2" orient="horz" pos="1832">
          <p15:clr>
            <a:srgbClr val="5ACBF0"/>
          </p15:clr>
        </p15:guide>
        <p15:guide id="3" orient="horz" pos="41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29962-C9E0-7F2C-9D73-71070368D2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17698F-8329-33B9-84FA-33EF0F78325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9382F42-EF93-2FAB-0A81-E17C51977C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63EE54-58D9-9C84-43D2-2A6F8123A76D}"/>
              </a:ext>
            </a:extLst>
          </p:cNvPr>
          <p:cNvSpPr>
            <a:spLocks noGrp="1"/>
          </p:cNvSpPr>
          <p:nvPr>
            <p:ph type="sldNum" sz="quarter" idx="12"/>
          </p:nvPr>
        </p:nvSpPr>
        <p:spPr/>
        <p:txBody>
          <a:bodyPr/>
          <a:lstStyle/>
          <a:p>
            <a:fld id="{CE26B7C5-8463-44BA-81ED-C8EDD2AF3305}" type="slidenum">
              <a:rPr lang="en-US" smtClean="0"/>
              <a:t>‹#›</a:t>
            </a:fld>
            <a:endParaRPr lang="en-US"/>
          </a:p>
        </p:txBody>
      </p:sp>
    </p:spTree>
    <p:extLst>
      <p:ext uri="{BB962C8B-B14F-4D97-AF65-F5344CB8AC3E}">
        <p14:creationId xmlns:p14="http://schemas.microsoft.com/office/powerpoint/2010/main" val="2012932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7A20-3CBB-20EE-1D2A-A15A7002E1F3}"/>
              </a:ext>
            </a:extLst>
          </p:cNvPr>
          <p:cNvSpPr>
            <a:spLocks noGrp="1"/>
          </p:cNvSpPr>
          <p:nvPr>
            <p:ph type="title" hasCustomPrompt="1"/>
          </p:nvPr>
        </p:nvSpPr>
        <p:spPr>
          <a:xfrm>
            <a:off x="248024" y="187975"/>
            <a:ext cx="11695953" cy="430887"/>
          </a:xfrm>
          <a:prstGeom prst="rect">
            <a:avLst/>
          </a:prstGeom>
        </p:spPr>
        <p:txBody>
          <a:bodyPr lIns="0" rIns="0" anchor="ctr"/>
          <a:lstStyle>
            <a:lvl1pPr algn="l">
              <a:lnSpc>
                <a:spcPct val="100000"/>
              </a:lnSpc>
              <a:defRPr sz="2000" spc="0" baseline="0">
                <a:solidFill>
                  <a:srgbClr val="011440"/>
                </a:solidFill>
                <a:latin typeface="+mj-lt"/>
                <a:cs typeface="Segoe Sans Text Semibold" pitchFamily="2" charset="0"/>
              </a:defRPr>
            </a:lvl1pPr>
          </a:lstStyle>
          <a:p>
            <a:r>
              <a:rPr lang="en-US"/>
              <a:t>Heading</a:t>
            </a:r>
            <a:endParaRPr lang="en-CA"/>
          </a:p>
        </p:txBody>
      </p:sp>
    </p:spTree>
    <p:extLst>
      <p:ext uri="{BB962C8B-B14F-4D97-AF65-F5344CB8AC3E}">
        <p14:creationId xmlns:p14="http://schemas.microsoft.com/office/powerpoint/2010/main" val="853964487"/>
      </p:ext>
    </p:extLst>
  </p:cSld>
  <p:clrMapOvr>
    <a:masterClrMapping/>
  </p:clrMapOvr>
  <p:extLst>
    <p:ext uri="{DCECCB84-F9BA-43D5-87BE-67443E8EF086}">
      <p15:sldGuideLst xmlns:p15="http://schemas.microsoft.com/office/powerpoint/2012/main">
        <p15:guide id="1" orient="horz" pos="456">
          <p15:clr>
            <a:srgbClr val="F26B43"/>
          </p15:clr>
        </p15:guide>
        <p15:guide id="2" pos="156">
          <p15:clr>
            <a:srgbClr val="F26B43"/>
          </p15:clr>
        </p15:guide>
        <p15:guide id="3" pos="7526">
          <p15:clr>
            <a:srgbClr val="F26B43"/>
          </p15:clr>
        </p15:guide>
        <p15:guide id="4" orient="horz" pos="4152">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7082929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2"/>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79785"/>
            <a:ext cx="4482124" cy="89255"/>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772068" eaLnBrk="0" hangingPunct="0"/>
            <a:r>
              <a:rPr lang="en-US" sz="580">
                <a:gradFill>
                  <a:gsLst>
                    <a:gs pos="0">
                      <a:schemeClr val="tx1"/>
                    </a:gs>
                    <a:gs pos="100000">
                      <a:schemeClr val="tx1"/>
                    </a:gs>
                  </a:gsLst>
                  <a:lin ang="5400000" scaled="0"/>
                </a:gra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2" y="585790"/>
            <a:ext cx="1366245" cy="292608"/>
          </a:xfrm>
          <a:prstGeom prst="rect">
            <a:avLst/>
          </a:prstGeom>
        </p:spPr>
      </p:pic>
    </p:spTree>
    <p:extLst>
      <p:ext uri="{BB962C8B-B14F-4D97-AF65-F5344CB8AC3E}">
        <p14:creationId xmlns:p14="http://schemas.microsoft.com/office/powerpoint/2010/main" val="211067415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1" y="1436690"/>
            <a:ext cx="11018838" cy="1835201"/>
          </a:xfrm>
        </p:spPr>
        <p:txBody>
          <a:bodyPr>
            <a:spAutoFit/>
          </a:bodyPr>
          <a:lstStyle>
            <a:lvl1pPr>
              <a:defRPr sz="2981">
                <a:latin typeface="+mn-lt"/>
              </a:defRPr>
            </a:lvl1pPr>
            <a:lvl2pPr>
              <a:defRPr sz="2319">
                <a:latin typeface="+mn-lt"/>
              </a:defRPr>
            </a:lvl2pPr>
            <a:lvl3pPr>
              <a:defRPr sz="1987">
                <a:latin typeface="+mn-lt"/>
              </a:defRPr>
            </a:lvl3pPr>
            <a:lvl4pPr>
              <a:defRPr sz="1656">
                <a:latin typeface="+mn-lt"/>
              </a:defRPr>
            </a:lvl4pPr>
            <a:lvl5pPr>
              <a:defRPr sz="1491">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3"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064" spc="-42"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92876666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02">
          <p15:clr>
            <a:srgbClr val="5ACBF0"/>
          </p15:clr>
        </p15:guide>
        <p15:guide id="2" orient="horz" pos="41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5" y="2616026"/>
            <a:ext cx="4167887" cy="917511"/>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4" y="3962400"/>
            <a:ext cx="4164583" cy="280427"/>
          </a:xfrm>
          <a:noFill/>
        </p:spPr>
        <p:txBody>
          <a:bodyPr wrap="square" lIns="0" tIns="0" rIns="0" bIns="0">
            <a:spAutoFit/>
          </a:bodyPr>
          <a:lstStyle>
            <a:lvl1pPr marL="0" indent="0">
              <a:spcBef>
                <a:spcPts val="0"/>
              </a:spcBef>
              <a:buNone/>
              <a:defRPr sz="1822"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2" y="585790"/>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5" y="2"/>
            <a:ext cx="6865937" cy="356835"/>
          </a:xfrm>
        </p:spPr>
        <p:txBody>
          <a:bodyPr/>
          <a:lstStyle/>
          <a:p>
            <a:r>
              <a:rPr lang="en-US"/>
              <a:t>Click icon to add picture</a:t>
            </a:r>
          </a:p>
        </p:txBody>
      </p:sp>
    </p:spTree>
    <p:extLst>
      <p:ext uri="{BB962C8B-B14F-4D97-AF65-F5344CB8AC3E}">
        <p14:creationId xmlns:p14="http://schemas.microsoft.com/office/powerpoint/2010/main" val="17339976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3594">
          <p15:clr>
            <a:srgbClr val="5ACBF0"/>
          </p15:clr>
        </p15:guide>
        <p15:guide id="3" pos="4831">
          <p15:clr>
            <a:srgbClr val="5ACBF0"/>
          </p15:clr>
        </p15:guide>
        <p15:guide id="5" orient="horz" pos="3111">
          <p15:clr>
            <a:srgbClr val="FBAE40"/>
          </p15:clr>
        </p15:guide>
        <p15:guide id="6" orient="horz" pos="3210">
          <p15:clr>
            <a:srgbClr val="5ACBF0"/>
          </p15:clr>
        </p15:guide>
        <p15:guide id="7" pos="431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7" y="440497"/>
            <a:ext cx="11336038" cy="758021"/>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106309616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D8E20-558E-5FA1-7098-56B5EB5141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D7AF4-6307-9F4B-E2B0-9FB039EFEF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0279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1A00D4-E5E4-DDC5-EC06-79FFAE688488}"/>
              </a:ext>
            </a:extLst>
          </p:cNvPr>
          <p:cNvSpPr>
            <a:spLocks noGrp="1"/>
          </p:cNvSpPr>
          <p:nvPr>
            <p:ph type="dt" sz="half" idx="10"/>
          </p:nvPr>
        </p:nvSpPr>
        <p:spPr/>
        <p:txBody>
          <a:bodyPr/>
          <a:lstStyle/>
          <a:p>
            <a:fld id="{1C8A1D6A-A0B1-4266-8716-64A34594F9A5}" type="datetimeFigureOut">
              <a:rPr lang="en-US" smtClean="0"/>
              <a:t>8/4/2026</a:t>
            </a:fld>
            <a:endParaRPr lang="en-US"/>
          </a:p>
        </p:txBody>
      </p:sp>
      <p:sp>
        <p:nvSpPr>
          <p:cNvPr id="3" name="Footer Placeholder 2">
            <a:extLst>
              <a:ext uri="{FF2B5EF4-FFF2-40B4-BE49-F238E27FC236}">
                <a16:creationId xmlns:a16="http://schemas.microsoft.com/office/drawing/2014/main" id="{6CB70339-919C-49EB-2315-68BA5A17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DA574D-F928-F715-CE85-489F86B869A8}"/>
              </a:ext>
            </a:extLst>
          </p:cNvPr>
          <p:cNvSpPr>
            <a:spLocks noGrp="1"/>
          </p:cNvSpPr>
          <p:nvPr>
            <p:ph type="sldNum" sz="quarter" idx="12"/>
          </p:nvPr>
        </p:nvSpPr>
        <p:spPr/>
        <p:txBody>
          <a:bodyPr/>
          <a:lstStyle/>
          <a:p>
            <a:fld id="{A6664BE0-32AA-45D1-A65A-EF9B7AE3C04B}" type="slidenum">
              <a:rPr lang="en-US" smtClean="0"/>
              <a:t>‹#›</a:t>
            </a:fld>
            <a:endParaRPr lang="en-US"/>
          </a:p>
        </p:txBody>
      </p:sp>
    </p:spTree>
    <p:extLst>
      <p:ext uri="{BB962C8B-B14F-4D97-AF65-F5344CB8AC3E}">
        <p14:creationId xmlns:p14="http://schemas.microsoft.com/office/powerpoint/2010/main" val="2730580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Blank - Whi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91E978-31F1-BF07-5435-2BECAB212282}"/>
              </a:ext>
            </a:extLst>
          </p:cNvPr>
          <p:cNvSpPr txBox="1"/>
          <p:nvPr userDrawn="1">
            <p:extLst>
              <p:ext uri="{1162E1C5-73C7-4A58-AE30-91384D911F3F}">
                <p184:classification xmlns:p184="http://schemas.microsoft.com/office/powerpoint/2018/4/main" val="hdr"/>
              </p:ext>
            </p:extLst>
          </p:nvPr>
        </p:nvSpPr>
        <p:spPr>
          <a:xfrm>
            <a:off x="63500" y="63500"/>
            <a:ext cx="2178050" cy="152400"/>
          </a:xfrm>
          <a:prstGeom prst="rect">
            <a:avLst/>
          </a:prstGeom>
        </p:spPr>
        <p:txBody>
          <a:bodyPr horzOverflow="overflow" lIns="0" tIns="0" rIns="0" bIns="0">
            <a:spAutoFit/>
          </a:bodyPr>
          <a:lstStyle/>
          <a:p>
            <a:pPr algn="l"/>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Classified as Microsoft Highly Confidential</a:t>
            </a:r>
          </a:p>
        </p:txBody>
      </p:sp>
    </p:spTree>
    <p:custDataLst>
      <p:tags r:id="rId1"/>
    </p:custDataLst>
    <p:extLst>
      <p:ext uri="{BB962C8B-B14F-4D97-AF65-F5344CB8AC3E}">
        <p14:creationId xmlns:p14="http://schemas.microsoft.com/office/powerpoint/2010/main" val="253466352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graphicFrame>
        <p:nvGraphicFramePr>
          <p:cNvPr id="216" name="Table 215">
            <a:extLst>
              <a:ext uri="{FF2B5EF4-FFF2-40B4-BE49-F238E27FC236}">
                <a16:creationId xmlns:a16="http://schemas.microsoft.com/office/drawing/2014/main" id="{43554541-D388-BD4C-2BB0-867DF2B5308A}"/>
              </a:ext>
            </a:extLst>
          </p:cNvPr>
          <p:cNvGraphicFramePr/>
          <p:nvPr userDrawn="1"/>
        </p:nvGraphicFramePr>
        <p:xfrm>
          <a:off x="-13886" y="389706"/>
          <a:ext cx="12205798" cy="6461899"/>
        </p:xfrm>
        <a:graphic>
          <a:graphicData uri="http://schemas.openxmlformats.org/drawingml/2006/table">
            <a:tbl>
              <a:tblPr firstRow="1" bandRow="1">
                <a:tableStyleId>{073A0DAA-6AF3-43AB-8588-CEC1D06C72B9}</a:tableStyleId>
              </a:tblPr>
              <a:tblGrid>
                <a:gridCol w="1341241">
                  <a:extLst>
                    <a:ext uri="{9D8B030D-6E8A-4147-A177-3AD203B41FA5}">
                      <a16:colId xmlns:a16="http://schemas.microsoft.com/office/drawing/2014/main" val="270809786"/>
                    </a:ext>
                  </a:extLst>
                </a:gridCol>
                <a:gridCol w="3621519">
                  <a:extLst>
                    <a:ext uri="{9D8B030D-6E8A-4147-A177-3AD203B41FA5}">
                      <a16:colId xmlns:a16="http://schemas.microsoft.com/office/drawing/2014/main" val="3854262628"/>
                    </a:ext>
                  </a:extLst>
                </a:gridCol>
                <a:gridCol w="3621519">
                  <a:extLst>
                    <a:ext uri="{9D8B030D-6E8A-4147-A177-3AD203B41FA5}">
                      <a16:colId xmlns:a16="http://schemas.microsoft.com/office/drawing/2014/main" val="533915854"/>
                    </a:ext>
                  </a:extLst>
                </a:gridCol>
                <a:gridCol w="3621519">
                  <a:extLst>
                    <a:ext uri="{9D8B030D-6E8A-4147-A177-3AD203B41FA5}">
                      <a16:colId xmlns:a16="http://schemas.microsoft.com/office/drawing/2014/main" val="1294886946"/>
                    </a:ext>
                  </a:extLst>
                </a:gridCol>
              </a:tblGrid>
              <a:tr h="426076">
                <a:tc>
                  <a:txBody>
                    <a:bodyPr/>
                    <a:lstStyle>
                      <a:lvl1pPr marL="0" algn="l" defTabSz="914137" rtl="0" eaLnBrk="1" latinLnBrk="0" hangingPunct="1">
                        <a:defRPr sz="1799" kern="1200">
                          <a:solidFill>
                            <a:schemeClr val="tx1"/>
                          </a:solidFill>
                          <a:latin typeface="Segoe UI"/>
                        </a:defRPr>
                      </a:lvl1pPr>
                      <a:lvl2pPr marL="457068" algn="l" defTabSz="914137" rtl="0" eaLnBrk="1" latinLnBrk="0" hangingPunct="1">
                        <a:defRPr sz="1799" kern="1200">
                          <a:solidFill>
                            <a:schemeClr val="tx1"/>
                          </a:solidFill>
                          <a:latin typeface="Segoe UI"/>
                        </a:defRPr>
                      </a:lvl2pPr>
                      <a:lvl3pPr marL="914137" algn="l" defTabSz="914137" rtl="0" eaLnBrk="1" latinLnBrk="0" hangingPunct="1">
                        <a:defRPr sz="1799" kern="1200">
                          <a:solidFill>
                            <a:schemeClr val="tx1"/>
                          </a:solidFill>
                          <a:latin typeface="Segoe UI"/>
                        </a:defRPr>
                      </a:lvl3pPr>
                      <a:lvl4pPr marL="1371206" algn="l" defTabSz="914137" rtl="0" eaLnBrk="1" latinLnBrk="0" hangingPunct="1">
                        <a:defRPr sz="1799" kern="1200">
                          <a:solidFill>
                            <a:schemeClr val="tx1"/>
                          </a:solidFill>
                          <a:latin typeface="Segoe UI"/>
                        </a:defRPr>
                      </a:lvl4pPr>
                      <a:lvl5pPr marL="1828273" algn="l" defTabSz="914137" rtl="0" eaLnBrk="1" latinLnBrk="0" hangingPunct="1">
                        <a:defRPr sz="1799" kern="1200">
                          <a:solidFill>
                            <a:schemeClr val="tx1"/>
                          </a:solidFill>
                          <a:latin typeface="Segoe UI"/>
                        </a:defRPr>
                      </a:lvl5pPr>
                      <a:lvl6pPr marL="2285341" algn="l" defTabSz="914137" rtl="0" eaLnBrk="1" latinLnBrk="0" hangingPunct="1">
                        <a:defRPr sz="1799" kern="1200">
                          <a:solidFill>
                            <a:schemeClr val="tx1"/>
                          </a:solidFill>
                          <a:latin typeface="Segoe UI"/>
                        </a:defRPr>
                      </a:lvl6pPr>
                      <a:lvl7pPr marL="2742410" algn="l" defTabSz="914137" rtl="0" eaLnBrk="1" latinLnBrk="0" hangingPunct="1">
                        <a:defRPr sz="1799" kern="1200">
                          <a:solidFill>
                            <a:schemeClr val="tx1"/>
                          </a:solidFill>
                          <a:latin typeface="Segoe UI"/>
                        </a:defRPr>
                      </a:lvl7pPr>
                      <a:lvl8pPr marL="3199478" algn="l" defTabSz="914137" rtl="0" eaLnBrk="1" latinLnBrk="0" hangingPunct="1">
                        <a:defRPr sz="1799" kern="1200">
                          <a:solidFill>
                            <a:schemeClr val="tx1"/>
                          </a:solidFill>
                          <a:latin typeface="Segoe UI"/>
                        </a:defRPr>
                      </a:lvl8pPr>
                      <a:lvl9pPr marL="3656546" algn="l" defTabSz="914137" rtl="0" eaLnBrk="1" latinLnBrk="0" hangingPunct="1">
                        <a:defRPr sz="1799" kern="1200">
                          <a:solidFill>
                            <a:schemeClr val="tx1"/>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spc="100" baseline="0" noProof="0">
                          <a:solidFill>
                            <a:schemeClr val="bg1"/>
                          </a:solidFill>
                          <a:latin typeface="+mj-lt"/>
                        </a:rPr>
                        <a:t>Workstream </a:t>
                      </a:r>
                      <a:endParaRPr lang="en-US" sz="1000" b="1" kern="1200" spc="100" baseline="0">
                        <a:solidFill>
                          <a:schemeClr val="bg1"/>
                        </a:solidFill>
                        <a:latin typeface="+mj-lt"/>
                        <a:ea typeface="+mn-ea"/>
                        <a:cs typeface="Segoe UI Semibold" panose="020B0702040204020203" pitchFamily="34" charset="0"/>
                      </a:endParaRPr>
                    </a:p>
                  </a:txBody>
                  <a:tcPr anchor="ctr">
                    <a:lnL w="12700" cap="flat" cmpd="sng" algn="ctr">
                      <a:solidFill>
                        <a:schemeClr val="tx2">
                          <a:lumMod val="50000"/>
                        </a:schemeClr>
                      </a:solidFill>
                      <a:prstDash val="solid"/>
                      <a:round/>
                      <a:headEnd type="none" w="med" len="med"/>
                      <a:tailEnd type="none" w="med" len="med"/>
                    </a:lnL>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lvl="0" algn="ctr">
                        <a:buNone/>
                      </a:pPr>
                      <a:endParaRPr lang="en-US">
                        <a:latin typeface="+mj-lt"/>
                      </a:endParaRPr>
                    </a:p>
                  </a:txBody>
                  <a:tcPr anchor="ctr">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algn="ctr" defTabSz="914400" rtl="0" eaLnBrk="1" latinLnBrk="0" hangingPunct="1"/>
                      <a:endParaRPr lang="en-US" sz="1000" b="1" kern="1200" spc="100" baseline="0">
                        <a:solidFill>
                          <a:schemeClr val="bg1"/>
                        </a:solidFill>
                        <a:latin typeface="+mj-lt"/>
                        <a:ea typeface="+mn-ea"/>
                        <a:cs typeface="Segoe UI Semibold" panose="020B0702040204020203" pitchFamily="34" charset="0"/>
                      </a:endParaRPr>
                    </a:p>
                  </a:txBody>
                  <a:tcPr anchor="ctr">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algn="ctr" defTabSz="914400" rtl="0" eaLnBrk="1" latinLnBrk="0" hangingPunct="1"/>
                      <a:endParaRPr lang="en-US" sz="1000" b="1" kern="1200" spc="100" baseline="0">
                        <a:solidFill>
                          <a:schemeClr val="bg1"/>
                        </a:solidFill>
                        <a:latin typeface="+mj-lt"/>
                        <a:ea typeface="+mn-ea"/>
                        <a:cs typeface="Segoe UI Semibold" panose="020B0702040204020203" pitchFamily="34" charset="0"/>
                      </a:endParaRPr>
                    </a:p>
                  </a:txBody>
                  <a:tcPr anchor="ctr">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00303271"/>
                  </a:ext>
                </a:extLst>
              </a:tr>
              <a:tr h="573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accent6">
                              <a:lumMod val="60000"/>
                              <a:lumOff val="40000"/>
                            </a:schemeClr>
                          </a:solidFill>
                          <a:latin typeface="Segoe Sans Display Semibold" pitchFamily="2" charset="0"/>
                          <a:ea typeface="+mn-ea"/>
                          <a:cs typeface="Segoe Sans Display Semibold" pitchFamily="2" charset="0"/>
                        </a:rPr>
                        <a:t>HOLIDAYS +</a:t>
                      </a:r>
                      <a:r>
                        <a:rPr lang="en-US" sz="1100" b="1" kern="1200" spc="100" baseline="0">
                          <a:solidFill>
                            <a:schemeClr val="accent6">
                              <a:lumMod val="75000"/>
                            </a:schemeClr>
                          </a:solidFill>
                          <a:latin typeface="Segoe Sans Display Semibold" pitchFamily="2" charset="0"/>
                          <a:ea typeface="+mn-ea"/>
                          <a:cs typeface="Segoe Sans Display Semibold" pitchFamily="2" charset="0"/>
                        </a:rPr>
                        <a:t> </a:t>
                      </a:r>
                      <a:r>
                        <a:rPr lang="en-US" sz="1100" b="1" kern="1200" spc="100" baseline="0">
                          <a:solidFill>
                            <a:schemeClr val="accent3">
                              <a:lumMod val="75000"/>
                            </a:schemeClr>
                          </a:solidFill>
                          <a:latin typeface="Segoe Sans Display Semibold" pitchFamily="2" charset="0"/>
                          <a:ea typeface="+mn-ea"/>
                          <a:cs typeface="Segoe Sans Display Semibold" pitchFamily="2" charset="0"/>
                        </a:rPr>
                        <a:t>VACATIONS</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58451869"/>
                  </a:ext>
                </a:extLst>
              </a:tr>
              <a:tr h="160936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100" b="1" kern="1200" spc="100" baseline="0">
                          <a:solidFill>
                            <a:schemeClr val="tx2"/>
                          </a:solidFill>
                          <a:latin typeface="Segoe Sans Display Semibold" pitchFamily="2" charset="0"/>
                          <a:ea typeface="+mn-ea"/>
                          <a:cs typeface="Segoe Sans Display Semibold" pitchFamily="2" charset="0"/>
                        </a:rPr>
                        <a:t>SOLUTION PLAY GTM ROB</a:t>
                      </a:r>
                      <a:r>
                        <a:rPr lang="en-US" sz="1100" b="1" kern="1200" spc="100" baseline="0">
                          <a:solidFill>
                            <a:schemeClr val="accent1"/>
                          </a:solidFill>
                          <a:latin typeface="+mj-lt"/>
                          <a:ea typeface="+mn-ea"/>
                          <a:cs typeface="+mn-cs"/>
                        </a:rPr>
                        <a:t> </a:t>
                      </a:r>
                      <a:endParaRPr lang="en-US" sz="1100" b="1" kern="1200" spc="100" baseline="0">
                        <a:solidFill>
                          <a:schemeClr val="tx2"/>
                        </a:solidFill>
                        <a:latin typeface="Segoe Sans Display Semibold" pitchFamily="2" charset="0"/>
                        <a:ea typeface="+mn-ea"/>
                        <a:cs typeface="Segoe Sans Display Semibold"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5827724"/>
                  </a:ext>
                </a:extLst>
              </a:tr>
              <a:tr h="15928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accent4">
                              <a:lumMod val="50000"/>
                            </a:schemeClr>
                          </a:solidFill>
                          <a:latin typeface="Segoe Sans Display Semibold" pitchFamily="2" charset="0"/>
                          <a:ea typeface="+mn-ea"/>
                          <a:cs typeface="Segoe Sans Display Semibold" pitchFamily="2" charset="0"/>
                        </a:rPr>
                        <a:t>EXEC ROB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86121199"/>
                  </a:ext>
                </a:extLst>
              </a:tr>
              <a:tr h="1458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accent2"/>
                          </a:solidFill>
                          <a:latin typeface="Segoe Sans Display Semibold" pitchFamily="2" charset="0"/>
                          <a:ea typeface="+mn-ea"/>
                          <a:cs typeface="Segoe Sans Display Semibold" pitchFamily="2" charset="0"/>
                        </a:rPr>
                        <a:t>GDC ROB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4742532"/>
                  </a:ext>
                </a:extLst>
              </a:tr>
              <a:tr h="801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bg2">
                              <a:lumMod val="50000"/>
                            </a:schemeClr>
                          </a:solidFill>
                          <a:latin typeface="Segoe Sans Display Semibold" pitchFamily="2" charset="0"/>
                          <a:ea typeface="+mn-ea"/>
                          <a:cs typeface="Segoe Sans Display Semibold" pitchFamily="2" charset="0"/>
                        </a:rPr>
                        <a:t>DELIVERABLES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73236079"/>
                  </a:ext>
                </a:extLst>
              </a:tr>
            </a:tbl>
          </a:graphicData>
        </a:graphic>
      </p:graphicFrame>
    </p:spTree>
    <p:extLst>
      <p:ext uri="{BB962C8B-B14F-4D97-AF65-F5344CB8AC3E}">
        <p14:creationId xmlns:p14="http://schemas.microsoft.com/office/powerpoint/2010/main" val="3425153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2_Title Only">
    <p:bg>
      <p:bgPr>
        <a:solidFill>
          <a:schemeClr val="bg1"/>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B55289-0F9D-1DAC-559F-6F247D14AC2C}"/>
              </a:ext>
            </a:extLst>
          </p:cNvPr>
          <p:cNvSpPr/>
          <p:nvPr userDrawn="1"/>
        </p:nvSpPr>
        <p:spPr bwMode="auto">
          <a:xfrm>
            <a:off x="-1" y="0"/>
            <a:ext cx="924753" cy="1048861"/>
          </a:xfrm>
          <a:custGeom>
            <a:avLst/>
            <a:gdLst>
              <a:gd name="connsiteX0" fmla="*/ 0 w 924753"/>
              <a:gd name="connsiteY0" fmla="*/ 0 h 1048861"/>
              <a:gd name="connsiteX1" fmla="*/ 924753 w 924753"/>
              <a:gd name="connsiteY1" fmla="*/ 0 h 1048861"/>
              <a:gd name="connsiteX2" fmla="*/ 797504 w 924753"/>
              <a:gd name="connsiteY2" fmla="*/ 17756 h 1048861"/>
              <a:gd name="connsiteX3" fmla="*/ 422397 w 924753"/>
              <a:gd name="connsiteY3" fmla="*/ 201544 h 1048861"/>
              <a:gd name="connsiteX4" fmla="*/ 151569 w 924753"/>
              <a:gd name="connsiteY4" fmla="*/ 721417 h 1048861"/>
              <a:gd name="connsiteX5" fmla="*/ 101876 w 924753"/>
              <a:gd name="connsiteY5" fmla="*/ 880289 h 1048861"/>
              <a:gd name="connsiteX6" fmla="*/ 40937 w 924753"/>
              <a:gd name="connsiteY6" fmla="*/ 996250 h 1048861"/>
              <a:gd name="connsiteX7" fmla="*/ 0 w 924753"/>
              <a:gd name="connsiteY7" fmla="*/ 1048861 h 1048861"/>
              <a:gd name="connsiteX8" fmla="*/ 0 w 924753"/>
              <a:gd name="connsiteY8" fmla="*/ 0 h 104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4753" h="1048861">
                <a:moveTo>
                  <a:pt x="0" y="0"/>
                </a:moveTo>
                <a:lnTo>
                  <a:pt x="924753" y="0"/>
                </a:lnTo>
                <a:lnTo>
                  <a:pt x="797504" y="17756"/>
                </a:lnTo>
                <a:cubicBezTo>
                  <a:pt x="651122" y="51304"/>
                  <a:pt x="522329" y="119596"/>
                  <a:pt x="422397" y="201544"/>
                </a:cubicBezTo>
                <a:cubicBezTo>
                  <a:pt x="330563" y="286886"/>
                  <a:pt x="238424" y="435875"/>
                  <a:pt x="151569" y="721417"/>
                </a:cubicBezTo>
                <a:cubicBezTo>
                  <a:pt x="138289" y="775133"/>
                  <a:pt x="123283" y="828419"/>
                  <a:pt x="101876" y="880289"/>
                </a:cubicBezTo>
                <a:cubicBezTo>
                  <a:pt x="85430" y="920198"/>
                  <a:pt x="65073" y="958933"/>
                  <a:pt x="40937" y="996250"/>
                </a:cubicBezTo>
                <a:lnTo>
                  <a:pt x="0" y="1048861"/>
                </a:lnTo>
                <a:lnTo>
                  <a:pt x="0" y="0"/>
                </a:ln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Freeform: Shape 4">
            <a:extLst>
              <a:ext uri="{FF2B5EF4-FFF2-40B4-BE49-F238E27FC236}">
                <a16:creationId xmlns:a16="http://schemas.microsoft.com/office/drawing/2014/main" id="{E05EFC5D-FE4B-AB86-0E36-76A9AAA535B4}"/>
              </a:ext>
            </a:extLst>
          </p:cNvPr>
          <p:cNvSpPr/>
          <p:nvPr userDrawn="1"/>
        </p:nvSpPr>
        <p:spPr bwMode="auto">
          <a:xfrm>
            <a:off x="-2" y="-2"/>
            <a:ext cx="645378" cy="870775"/>
          </a:xfrm>
          <a:custGeom>
            <a:avLst/>
            <a:gdLst>
              <a:gd name="connsiteX0" fmla="*/ 645378 w 645378"/>
              <a:gd name="connsiteY0" fmla="*/ 0 h 870775"/>
              <a:gd name="connsiteX1" fmla="*/ 527602 w 645378"/>
              <a:gd name="connsiteY1" fmla="*/ 39574 h 870775"/>
              <a:gd name="connsiteX2" fmla="*/ 317097 w 645378"/>
              <a:gd name="connsiteY2" fmla="*/ 189935 h 870775"/>
              <a:gd name="connsiteX3" fmla="*/ 82459 w 645378"/>
              <a:gd name="connsiteY3" fmla="*/ 730805 h 870775"/>
              <a:gd name="connsiteX4" fmla="*/ 31422 w 645378"/>
              <a:gd name="connsiteY4" fmla="*/ 830486 h 870775"/>
              <a:gd name="connsiteX5" fmla="*/ 1 w 645378"/>
              <a:gd name="connsiteY5" fmla="*/ 870775 h 870775"/>
              <a:gd name="connsiteX6" fmla="*/ 0 w 645378"/>
              <a:gd name="connsiteY6" fmla="*/ 1 h 870775"/>
              <a:gd name="connsiteX7" fmla="*/ 645378 w 645378"/>
              <a:gd name="connsiteY7" fmla="*/ 0 h 87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378" h="870775">
                <a:moveTo>
                  <a:pt x="645378" y="0"/>
                </a:moveTo>
                <a:lnTo>
                  <a:pt x="527602" y="39574"/>
                </a:lnTo>
                <a:cubicBezTo>
                  <a:pt x="443009" y="77135"/>
                  <a:pt x="370221" y="128718"/>
                  <a:pt x="317097" y="189935"/>
                </a:cubicBezTo>
                <a:cubicBezTo>
                  <a:pt x="214042" y="308513"/>
                  <a:pt x="136008" y="593291"/>
                  <a:pt x="82459" y="730805"/>
                </a:cubicBezTo>
                <a:cubicBezTo>
                  <a:pt x="69071" y="765184"/>
                  <a:pt x="51976" y="798469"/>
                  <a:pt x="31422" y="830486"/>
                </a:cubicBezTo>
                <a:lnTo>
                  <a:pt x="1" y="870775"/>
                </a:lnTo>
                <a:lnTo>
                  <a:pt x="0" y="1"/>
                </a:lnTo>
                <a:lnTo>
                  <a:pt x="645378"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11" name="Picture 10" descr="A picture containing fan, device, vector graphics&#10;&#10;Description automatically generated">
            <a:extLst>
              <a:ext uri="{FF2B5EF4-FFF2-40B4-BE49-F238E27FC236}">
                <a16:creationId xmlns:a16="http://schemas.microsoft.com/office/drawing/2014/main" id="{63CE3507-28C5-C485-4215-ABC45B3B8679}"/>
              </a:ext>
            </a:extLst>
          </p:cNvPr>
          <p:cNvPicPr>
            <a:picLocks noChangeAspect="1"/>
          </p:cNvPicPr>
          <p:nvPr userDrawn="1"/>
        </p:nvPicPr>
        <p:blipFill rotWithShape="1">
          <a:blip r:embed="rId2" cstate="print">
            <a:alphaModFix amt="11000"/>
            <a:extLst>
              <a:ext uri="{28A0092B-C50C-407E-A947-70E740481C1C}">
                <a14:useLocalDpi xmlns:a14="http://schemas.microsoft.com/office/drawing/2010/main" val="0"/>
              </a:ext>
            </a:extLst>
          </a:blip>
          <a:srcRect l="29066" t="12234" r="9345" b="18158"/>
          <a:stretch/>
        </p:blipFill>
        <p:spPr>
          <a:xfrm rot="16200000" flipH="1">
            <a:off x="8905066" y="3571066"/>
            <a:ext cx="3179646" cy="3394221"/>
          </a:xfrm>
          <a:custGeom>
            <a:avLst/>
            <a:gdLst>
              <a:gd name="connsiteX0" fmla="*/ 0 w 12192000"/>
              <a:gd name="connsiteY0" fmla="*/ 6858000 h 6858000"/>
              <a:gd name="connsiteX1" fmla="*/ 12192000 w 12192000"/>
              <a:gd name="connsiteY1" fmla="*/ 6858000 h 6858000"/>
              <a:gd name="connsiteX2" fmla="*/ 12192000 w 12192000"/>
              <a:gd name="connsiteY2" fmla="*/ 0 h 6858000"/>
              <a:gd name="connsiteX3" fmla="*/ 0 w 12192000"/>
              <a:gd name="connsiteY3" fmla="*/ 1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6858000"/>
                </a:moveTo>
                <a:lnTo>
                  <a:pt x="12192000" y="6858000"/>
                </a:lnTo>
                <a:lnTo>
                  <a:pt x="12192000" y="0"/>
                </a:lnTo>
                <a:lnTo>
                  <a:pt x="0" y="1"/>
                </a:lnTo>
                <a:close/>
              </a:path>
            </a:pathLst>
          </a:custGeom>
        </p:spPr>
      </p:pic>
      <p:sp>
        <p:nvSpPr>
          <p:cNvPr id="6" name="Text Placeholder 5">
            <a:extLst>
              <a:ext uri="{FF2B5EF4-FFF2-40B4-BE49-F238E27FC236}">
                <a16:creationId xmlns:a16="http://schemas.microsoft.com/office/drawing/2014/main" id="{7BED4EAF-C99B-DFA1-05A8-32BA285C432A}"/>
              </a:ext>
            </a:extLst>
          </p:cNvPr>
          <p:cNvSpPr>
            <a:spLocks noGrp="1"/>
          </p:cNvSpPr>
          <p:nvPr>
            <p:ph type="body" sz="quarter" idx="10"/>
          </p:nvPr>
        </p:nvSpPr>
        <p:spPr>
          <a:xfrm>
            <a:off x="685800" y="1244600"/>
            <a:ext cx="10782300" cy="1231106"/>
          </a:xfrm>
        </p:spPr>
        <p:txBody>
          <a:bodyPr/>
          <a:lstStyle>
            <a:lvl1pPr marL="228594" indent="-228594">
              <a:buFont typeface="Arial" panose="020B0604020202020204" pitchFamily="34" charset="0"/>
              <a:buChar char="•"/>
              <a:defRPr/>
            </a:lvl1pPr>
            <a:lvl2pPr marL="457189" indent="-228594">
              <a:buFont typeface="Arial" panose="020B0604020202020204" pitchFamily="34" charset="0"/>
              <a:buChar char="•"/>
              <a:defRPr/>
            </a:lvl2pPr>
            <a:lvl3pPr marL="657209" indent="-200020">
              <a:buFont typeface="Arial" panose="020B0604020202020204" pitchFamily="34" charset="0"/>
              <a:buChar char="•"/>
              <a:defRPr/>
            </a:lvl3pPr>
            <a:lvl4pPr marL="842942" indent="-180970">
              <a:buFont typeface="Arial" panose="020B0604020202020204" pitchFamily="34" charset="0"/>
              <a:buChar char="•"/>
              <a:defRPr/>
            </a:lvl4pPr>
            <a:lvl5pPr marL="1023913" indent="-16827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7682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Title">
    <p:spTree>
      <p:nvGrpSpPr>
        <p:cNvPr id="1" name=""/>
        <p:cNvGrpSpPr/>
        <p:nvPr/>
      </p:nvGrpSpPr>
      <p:grpSpPr>
        <a:xfrm>
          <a:off x="0" y="0"/>
          <a:ext cx="0" cy="0"/>
          <a:chOff x="0" y="0"/>
          <a:chExt cx="0" cy="0"/>
        </a:xfrm>
      </p:grpSpPr>
      <p:graphicFrame>
        <p:nvGraphicFramePr>
          <p:cNvPr id="216" name="Table 215">
            <a:extLst>
              <a:ext uri="{FF2B5EF4-FFF2-40B4-BE49-F238E27FC236}">
                <a16:creationId xmlns:a16="http://schemas.microsoft.com/office/drawing/2014/main" id="{43554541-D388-BD4C-2BB0-867DF2B5308A}"/>
              </a:ext>
            </a:extLst>
          </p:cNvPr>
          <p:cNvGraphicFramePr/>
          <p:nvPr userDrawn="1">
            <p:extLst>
              <p:ext uri="{D42A27DB-BD31-4B8C-83A1-F6EECF244321}">
                <p14:modId xmlns:p14="http://schemas.microsoft.com/office/powerpoint/2010/main" val="2273893812"/>
              </p:ext>
            </p:extLst>
          </p:nvPr>
        </p:nvGraphicFramePr>
        <p:xfrm>
          <a:off x="-13886" y="389706"/>
          <a:ext cx="12205798" cy="6461899"/>
        </p:xfrm>
        <a:graphic>
          <a:graphicData uri="http://schemas.openxmlformats.org/drawingml/2006/table">
            <a:tbl>
              <a:tblPr firstRow="1" bandRow="1">
                <a:tableStyleId>{073A0DAA-6AF3-43AB-8588-CEC1D06C72B9}</a:tableStyleId>
              </a:tblPr>
              <a:tblGrid>
                <a:gridCol w="1341241">
                  <a:extLst>
                    <a:ext uri="{9D8B030D-6E8A-4147-A177-3AD203B41FA5}">
                      <a16:colId xmlns:a16="http://schemas.microsoft.com/office/drawing/2014/main" val="270809786"/>
                    </a:ext>
                  </a:extLst>
                </a:gridCol>
                <a:gridCol w="3621519">
                  <a:extLst>
                    <a:ext uri="{9D8B030D-6E8A-4147-A177-3AD203B41FA5}">
                      <a16:colId xmlns:a16="http://schemas.microsoft.com/office/drawing/2014/main" val="3854262628"/>
                    </a:ext>
                  </a:extLst>
                </a:gridCol>
                <a:gridCol w="3621519">
                  <a:extLst>
                    <a:ext uri="{9D8B030D-6E8A-4147-A177-3AD203B41FA5}">
                      <a16:colId xmlns:a16="http://schemas.microsoft.com/office/drawing/2014/main" val="533915854"/>
                    </a:ext>
                  </a:extLst>
                </a:gridCol>
                <a:gridCol w="3621519">
                  <a:extLst>
                    <a:ext uri="{9D8B030D-6E8A-4147-A177-3AD203B41FA5}">
                      <a16:colId xmlns:a16="http://schemas.microsoft.com/office/drawing/2014/main" val="1294886946"/>
                    </a:ext>
                  </a:extLst>
                </a:gridCol>
              </a:tblGrid>
              <a:tr h="426076">
                <a:tc>
                  <a:txBody>
                    <a:bodyPr/>
                    <a:lstStyle>
                      <a:lvl1pPr marL="0" algn="l" defTabSz="914137" rtl="0" eaLnBrk="1" latinLnBrk="0" hangingPunct="1">
                        <a:defRPr sz="1799" kern="1200">
                          <a:solidFill>
                            <a:schemeClr val="tx1"/>
                          </a:solidFill>
                          <a:latin typeface="Segoe UI"/>
                        </a:defRPr>
                      </a:lvl1pPr>
                      <a:lvl2pPr marL="457068" algn="l" defTabSz="914137" rtl="0" eaLnBrk="1" latinLnBrk="0" hangingPunct="1">
                        <a:defRPr sz="1799" kern="1200">
                          <a:solidFill>
                            <a:schemeClr val="tx1"/>
                          </a:solidFill>
                          <a:latin typeface="Segoe UI"/>
                        </a:defRPr>
                      </a:lvl2pPr>
                      <a:lvl3pPr marL="914137" algn="l" defTabSz="914137" rtl="0" eaLnBrk="1" latinLnBrk="0" hangingPunct="1">
                        <a:defRPr sz="1799" kern="1200">
                          <a:solidFill>
                            <a:schemeClr val="tx1"/>
                          </a:solidFill>
                          <a:latin typeface="Segoe UI"/>
                        </a:defRPr>
                      </a:lvl3pPr>
                      <a:lvl4pPr marL="1371206" algn="l" defTabSz="914137" rtl="0" eaLnBrk="1" latinLnBrk="0" hangingPunct="1">
                        <a:defRPr sz="1799" kern="1200">
                          <a:solidFill>
                            <a:schemeClr val="tx1"/>
                          </a:solidFill>
                          <a:latin typeface="Segoe UI"/>
                        </a:defRPr>
                      </a:lvl4pPr>
                      <a:lvl5pPr marL="1828273" algn="l" defTabSz="914137" rtl="0" eaLnBrk="1" latinLnBrk="0" hangingPunct="1">
                        <a:defRPr sz="1799" kern="1200">
                          <a:solidFill>
                            <a:schemeClr val="tx1"/>
                          </a:solidFill>
                          <a:latin typeface="Segoe UI"/>
                        </a:defRPr>
                      </a:lvl5pPr>
                      <a:lvl6pPr marL="2285341" algn="l" defTabSz="914137" rtl="0" eaLnBrk="1" latinLnBrk="0" hangingPunct="1">
                        <a:defRPr sz="1799" kern="1200">
                          <a:solidFill>
                            <a:schemeClr val="tx1"/>
                          </a:solidFill>
                          <a:latin typeface="Segoe UI"/>
                        </a:defRPr>
                      </a:lvl6pPr>
                      <a:lvl7pPr marL="2742410" algn="l" defTabSz="914137" rtl="0" eaLnBrk="1" latinLnBrk="0" hangingPunct="1">
                        <a:defRPr sz="1799" kern="1200">
                          <a:solidFill>
                            <a:schemeClr val="tx1"/>
                          </a:solidFill>
                          <a:latin typeface="Segoe UI"/>
                        </a:defRPr>
                      </a:lvl7pPr>
                      <a:lvl8pPr marL="3199478" algn="l" defTabSz="914137" rtl="0" eaLnBrk="1" latinLnBrk="0" hangingPunct="1">
                        <a:defRPr sz="1799" kern="1200">
                          <a:solidFill>
                            <a:schemeClr val="tx1"/>
                          </a:solidFill>
                          <a:latin typeface="Segoe UI"/>
                        </a:defRPr>
                      </a:lvl8pPr>
                      <a:lvl9pPr marL="3656546" algn="l" defTabSz="914137" rtl="0" eaLnBrk="1" latinLnBrk="0" hangingPunct="1">
                        <a:defRPr sz="1799" kern="1200">
                          <a:solidFill>
                            <a:schemeClr val="tx1"/>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spc="100" baseline="0" noProof="0">
                          <a:solidFill>
                            <a:schemeClr val="bg1"/>
                          </a:solidFill>
                          <a:latin typeface="+mj-lt"/>
                        </a:rPr>
                        <a:t>Workstream </a:t>
                      </a:r>
                      <a:endParaRPr lang="en-US" sz="1000" b="1" kern="1200" spc="100" baseline="0">
                        <a:solidFill>
                          <a:schemeClr val="bg1"/>
                        </a:solidFill>
                        <a:latin typeface="+mj-lt"/>
                        <a:ea typeface="+mn-ea"/>
                        <a:cs typeface="Segoe UI Semibold" panose="020B0702040204020203" pitchFamily="34" charset="0"/>
                      </a:endParaRPr>
                    </a:p>
                  </a:txBody>
                  <a:tcPr anchor="ctr">
                    <a:lnL w="12700" cap="flat" cmpd="sng" algn="ctr">
                      <a:solidFill>
                        <a:schemeClr val="tx2">
                          <a:lumMod val="50000"/>
                        </a:schemeClr>
                      </a:solidFill>
                      <a:prstDash val="solid"/>
                      <a:round/>
                      <a:headEnd type="none" w="med" len="med"/>
                      <a:tailEnd type="none" w="med" len="med"/>
                    </a:lnL>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lvl="0" algn="ctr">
                        <a:buNone/>
                      </a:pPr>
                      <a:endParaRPr lang="en-US">
                        <a:latin typeface="+mj-lt"/>
                      </a:endParaRPr>
                    </a:p>
                  </a:txBody>
                  <a:tcPr anchor="ctr">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algn="ctr" defTabSz="914400" rtl="0" eaLnBrk="1" latinLnBrk="0" hangingPunct="1"/>
                      <a:endParaRPr lang="en-US" sz="1000" b="1" kern="1200" spc="100" baseline="0">
                        <a:solidFill>
                          <a:schemeClr val="bg1"/>
                        </a:solidFill>
                        <a:latin typeface="+mj-lt"/>
                        <a:ea typeface="+mn-ea"/>
                        <a:cs typeface="Segoe UI Semibold" panose="020B0702040204020203" pitchFamily="34" charset="0"/>
                      </a:endParaRPr>
                    </a:p>
                  </a:txBody>
                  <a:tcPr anchor="ctr">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algn="ctr" defTabSz="914400" rtl="0" eaLnBrk="1" latinLnBrk="0" hangingPunct="1"/>
                      <a:endParaRPr lang="en-US" sz="1000" b="1" kern="1200" spc="100" baseline="0">
                        <a:solidFill>
                          <a:schemeClr val="bg1"/>
                        </a:solidFill>
                        <a:latin typeface="+mj-lt"/>
                        <a:ea typeface="+mn-ea"/>
                        <a:cs typeface="Segoe UI Semibold" panose="020B0702040204020203" pitchFamily="34" charset="0"/>
                      </a:endParaRPr>
                    </a:p>
                  </a:txBody>
                  <a:tcPr anchor="ctr">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00303271"/>
                  </a:ext>
                </a:extLst>
              </a:tr>
              <a:tr h="573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accent6">
                              <a:lumMod val="60000"/>
                              <a:lumOff val="40000"/>
                            </a:schemeClr>
                          </a:solidFill>
                          <a:latin typeface="Segoe Sans Display Semibold" pitchFamily="2" charset="0"/>
                          <a:ea typeface="+mn-ea"/>
                          <a:cs typeface="Segoe Sans Display Semibold" pitchFamily="2" charset="0"/>
                        </a:rPr>
                        <a:t>HOLIDAYS +</a:t>
                      </a:r>
                      <a:r>
                        <a:rPr lang="en-US" sz="1100" b="1" kern="1200" spc="100" baseline="0">
                          <a:solidFill>
                            <a:schemeClr val="accent6">
                              <a:lumMod val="75000"/>
                            </a:schemeClr>
                          </a:solidFill>
                          <a:latin typeface="Segoe Sans Display Semibold" pitchFamily="2" charset="0"/>
                          <a:ea typeface="+mn-ea"/>
                          <a:cs typeface="Segoe Sans Display Semibold" pitchFamily="2" charset="0"/>
                        </a:rPr>
                        <a:t> </a:t>
                      </a:r>
                      <a:r>
                        <a:rPr lang="en-US" sz="1100" b="1" kern="1200" spc="100" baseline="0">
                          <a:solidFill>
                            <a:schemeClr val="accent3">
                              <a:lumMod val="75000"/>
                            </a:schemeClr>
                          </a:solidFill>
                          <a:latin typeface="Segoe Sans Display Semibold" pitchFamily="2" charset="0"/>
                          <a:ea typeface="+mn-ea"/>
                          <a:cs typeface="Segoe Sans Display Semibold" pitchFamily="2" charset="0"/>
                        </a:rPr>
                        <a:t>VACATIONS</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58451869"/>
                  </a:ext>
                </a:extLst>
              </a:tr>
              <a:tr h="160936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100" b="1" kern="1200" spc="100" baseline="0">
                          <a:solidFill>
                            <a:schemeClr val="tx2"/>
                          </a:solidFill>
                          <a:latin typeface="Segoe Sans Display Semibold" pitchFamily="2" charset="0"/>
                          <a:ea typeface="+mn-ea"/>
                          <a:cs typeface="Segoe Sans Display Semibold" pitchFamily="2" charset="0"/>
                        </a:rPr>
                        <a:t>SOLUTION PLAY GTM ROB</a:t>
                      </a:r>
                      <a:r>
                        <a:rPr lang="en-US" sz="1100" b="1" kern="1200" spc="100" baseline="0">
                          <a:solidFill>
                            <a:schemeClr val="accent1"/>
                          </a:solidFill>
                          <a:latin typeface="+mj-lt"/>
                          <a:ea typeface="+mn-ea"/>
                          <a:cs typeface="+mn-cs"/>
                        </a:rPr>
                        <a:t> </a:t>
                      </a:r>
                      <a:endParaRPr lang="en-US" sz="1100" b="1" kern="1200" spc="100" baseline="0">
                        <a:solidFill>
                          <a:schemeClr val="tx2"/>
                        </a:solidFill>
                        <a:latin typeface="Segoe Sans Display Semibold" pitchFamily="2" charset="0"/>
                        <a:ea typeface="+mn-ea"/>
                        <a:cs typeface="Segoe Sans Display Semibold"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5827724"/>
                  </a:ext>
                </a:extLst>
              </a:tr>
              <a:tr h="15928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accent4">
                              <a:lumMod val="50000"/>
                            </a:schemeClr>
                          </a:solidFill>
                          <a:latin typeface="Segoe Sans Display Semibold" pitchFamily="2" charset="0"/>
                          <a:ea typeface="+mn-ea"/>
                          <a:cs typeface="Segoe Sans Display Semibold" pitchFamily="2" charset="0"/>
                        </a:rPr>
                        <a:t>EXEC ROB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86121199"/>
                  </a:ext>
                </a:extLst>
              </a:tr>
              <a:tr h="1458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accent2"/>
                          </a:solidFill>
                          <a:latin typeface="Segoe Sans Display Semibold" pitchFamily="2" charset="0"/>
                          <a:ea typeface="+mn-ea"/>
                          <a:cs typeface="Segoe Sans Display Semibold" pitchFamily="2" charset="0"/>
                        </a:rPr>
                        <a:t>GDC ROB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4742532"/>
                  </a:ext>
                </a:extLst>
              </a:tr>
              <a:tr h="801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spc="100" baseline="0">
                          <a:solidFill>
                            <a:schemeClr val="bg2">
                              <a:lumMod val="50000"/>
                            </a:schemeClr>
                          </a:solidFill>
                          <a:latin typeface="Segoe Sans Display Semibold" pitchFamily="2" charset="0"/>
                          <a:ea typeface="+mn-ea"/>
                          <a:cs typeface="Segoe Sans Display Semibold" pitchFamily="2" charset="0"/>
                        </a:rPr>
                        <a:t>DELIVERABLES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endParaRPr lang="en-US" sz="1000" b="0" kern="1200" spc="100" baseline="0">
                        <a:solidFill>
                          <a:schemeClr val="bg1"/>
                        </a:solidFill>
                        <a:latin typeface="Aptos" panose="020B0004020202020204" pitchFamily="34" charset="0"/>
                        <a:ea typeface="+mn-ea"/>
                        <a:cs typeface="Segoe UI Semibold" panose="020B0702040204020203"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73236079"/>
                  </a:ext>
                </a:extLst>
              </a:tr>
            </a:tbl>
          </a:graphicData>
        </a:graphic>
      </p:graphicFrame>
    </p:spTree>
    <p:extLst>
      <p:ext uri="{BB962C8B-B14F-4D97-AF65-F5344CB8AC3E}">
        <p14:creationId xmlns:p14="http://schemas.microsoft.com/office/powerpoint/2010/main" val="185396086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D8E20-558E-5FA1-7098-56B5EB5141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D7AF4-6307-9F4B-E2B0-9FB039EFEF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8E3DE-B085-3EB8-FA43-04F9F80B21CA}"/>
              </a:ext>
            </a:extLst>
          </p:cNvPr>
          <p:cNvSpPr>
            <a:spLocks noGrp="1"/>
          </p:cNvSpPr>
          <p:nvPr>
            <p:ph type="dt" sz="half" idx="10"/>
          </p:nvPr>
        </p:nvSpPr>
        <p:spPr/>
        <p:txBody>
          <a:bodyPr/>
          <a:lstStyle/>
          <a:p>
            <a:fld id="{4162D790-76F1-483A-80F3-71A6AD18E263}" type="datetimeFigureOut">
              <a:rPr lang="en-US" smtClean="0"/>
              <a:t>8/4/2026</a:t>
            </a:fld>
            <a:endParaRPr lang="en-US"/>
          </a:p>
        </p:txBody>
      </p:sp>
      <p:sp>
        <p:nvSpPr>
          <p:cNvPr id="5" name="Footer Placeholder 4">
            <a:extLst>
              <a:ext uri="{FF2B5EF4-FFF2-40B4-BE49-F238E27FC236}">
                <a16:creationId xmlns:a16="http://schemas.microsoft.com/office/drawing/2014/main" id="{4B13F9C0-DDC8-5681-C6DF-414FBB3D7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CC5FA-D40C-EF8C-7B96-7661AF90B504}"/>
              </a:ext>
            </a:extLst>
          </p:cNvPr>
          <p:cNvSpPr>
            <a:spLocks noGrp="1"/>
          </p:cNvSpPr>
          <p:nvPr>
            <p:ph type="sldNum" sz="quarter" idx="12"/>
          </p:nvPr>
        </p:nvSpPr>
        <p:spPr/>
        <p:txBody>
          <a:bodyPr/>
          <a:lstStyle/>
          <a:p>
            <a:fld id="{1132B94C-F70E-421C-B096-69FDC3E34E19}" type="slidenum">
              <a:rPr lang="en-US" smtClean="0"/>
              <a:t>‹#›</a:t>
            </a:fld>
            <a:endParaRPr lang="en-US"/>
          </a:p>
        </p:txBody>
      </p:sp>
    </p:spTree>
    <p:extLst>
      <p:ext uri="{BB962C8B-B14F-4D97-AF65-F5344CB8AC3E}">
        <p14:creationId xmlns:p14="http://schemas.microsoft.com/office/powerpoint/2010/main" val="3705305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marL="0" marR="0" lvl="0" indent="0" algn="l" defTabSz="913924" rtl="0" eaLnBrk="0" fontAlgn="auto" latinLnBrk="0" hangingPunct="0">
              <a:lnSpc>
                <a:spcPct val="100000"/>
              </a:lnSpc>
              <a:spcBef>
                <a:spcPts val="0"/>
              </a:spcBef>
              <a:spcAft>
                <a:spcPts val="0"/>
              </a:spcAft>
              <a:buClrTx/>
              <a:buSzTx/>
              <a:buFontTx/>
              <a:buNone/>
              <a:tabLst/>
              <a:defRPr/>
            </a:pPr>
            <a:r>
              <a:rPr kumimoji="0" lang="en-US" sz="686" b="0" i="0" u="none" strike="noStrike" kern="1200" cap="none" spc="0" normalizeH="0" baseline="0" noProof="0">
                <a:ln>
                  <a:noFill/>
                </a:ln>
                <a:solidFill>
                  <a:srgbClr val="D2D2D2">
                    <a:lumMod val="75000"/>
                  </a:srgbClr>
                </a:solidFill>
                <a:effectLst/>
                <a:uLnTx/>
                <a:uFillTx/>
                <a:latin typeface="Segoe UI"/>
                <a:ea typeface="+mn-ea"/>
                <a:cs typeface="Segoe UI" pitchFamily="34" charset="0"/>
              </a:rPr>
              <a:t>©Microsoft Corporation									                                                                                                                                             Azure </a:t>
            </a:r>
          </a:p>
        </p:txBody>
      </p:sp>
    </p:spTree>
    <p:extLst>
      <p:ext uri="{BB962C8B-B14F-4D97-AF65-F5344CB8AC3E}">
        <p14:creationId xmlns:p14="http://schemas.microsoft.com/office/powerpoint/2010/main" val="37135285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Heading+Su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7A20-3CBB-20EE-1D2A-A15A7002E1F3}"/>
              </a:ext>
            </a:extLst>
          </p:cNvPr>
          <p:cNvSpPr>
            <a:spLocks noGrp="1"/>
          </p:cNvSpPr>
          <p:nvPr>
            <p:ph type="title" hasCustomPrompt="1"/>
          </p:nvPr>
        </p:nvSpPr>
        <p:spPr>
          <a:xfrm>
            <a:off x="248024" y="187975"/>
            <a:ext cx="11695953" cy="430887"/>
          </a:xfrm>
          <a:prstGeom prst="rect">
            <a:avLst/>
          </a:prstGeom>
        </p:spPr>
        <p:txBody>
          <a:bodyPr lIns="0" rIns="0" anchor="ctr"/>
          <a:lstStyle>
            <a:lvl1pPr algn="l">
              <a:defRPr sz="2000" spc="0" baseline="0">
                <a:solidFill>
                  <a:srgbClr val="011440"/>
                </a:solidFill>
                <a:latin typeface="+mj-lt"/>
                <a:cs typeface="Segoe Sans Text Semibold" pitchFamily="2" charset="0"/>
              </a:defRPr>
            </a:lvl1pPr>
          </a:lstStyle>
          <a:p>
            <a:r>
              <a:rPr lang="en-US"/>
              <a:t>Heading</a:t>
            </a:r>
            <a:endParaRPr lang="en-CA"/>
          </a:p>
        </p:txBody>
      </p:sp>
      <p:sp>
        <p:nvSpPr>
          <p:cNvPr id="3" name="Content Placeholder 5">
            <a:extLst>
              <a:ext uri="{FF2B5EF4-FFF2-40B4-BE49-F238E27FC236}">
                <a16:creationId xmlns:a16="http://schemas.microsoft.com/office/drawing/2014/main" id="{90C7F73D-6D9F-6861-5370-E8B3FC18F7AE}"/>
              </a:ext>
            </a:extLst>
          </p:cNvPr>
          <p:cNvSpPr>
            <a:spLocks noGrp="1"/>
          </p:cNvSpPr>
          <p:nvPr>
            <p:ph sz="quarter" idx="10" hasCustomPrompt="1"/>
          </p:nvPr>
        </p:nvSpPr>
        <p:spPr>
          <a:xfrm>
            <a:off x="248024" y="794654"/>
            <a:ext cx="11695952" cy="276999"/>
          </a:xfrm>
          <a:prstGeom prst="rect">
            <a:avLst/>
          </a:prstGeom>
        </p:spPr>
        <p:txBody>
          <a:bodyPr lIns="0" tIns="0" rIns="0" bIns="0" anchor="t"/>
          <a:lstStyle>
            <a:lvl1pPr marL="0" indent="0">
              <a:lnSpc>
                <a:spcPct val="100000"/>
              </a:lnSpc>
              <a:spcBef>
                <a:spcPts val="0"/>
              </a:spcBef>
              <a:buNone/>
              <a:defRPr sz="1600">
                <a:solidFill>
                  <a:schemeClr val="tx1">
                    <a:lumMod val="85000"/>
                    <a:lumOff val="15000"/>
                  </a:schemeClr>
                </a:solidFill>
                <a:latin typeface="+mn-lt"/>
                <a:cs typeface="Segoe Sans Text" pitchFamily="2" charset="0"/>
              </a:defRPr>
            </a:lvl1pPr>
            <a:lvl2pPr marL="155448" indent="0">
              <a:buNone/>
              <a:defRPr sz="1600"/>
            </a:lvl2pPr>
            <a:lvl3pPr>
              <a:defRPr sz="1400"/>
            </a:lvl3pPr>
            <a:lvl4pPr>
              <a:defRPr sz="1050"/>
            </a:lvl4pPr>
            <a:lvl5pPr>
              <a:defRPr sz="900"/>
            </a:lvl5pPr>
          </a:lstStyle>
          <a:p>
            <a:pPr lvl="0"/>
            <a:r>
              <a:rPr lang="en-US"/>
              <a:t>Subheading</a:t>
            </a:r>
          </a:p>
        </p:txBody>
      </p:sp>
      <p:cxnSp>
        <p:nvCxnSpPr>
          <p:cNvPr id="4" name="Straight Connector 3">
            <a:extLst>
              <a:ext uri="{FF2B5EF4-FFF2-40B4-BE49-F238E27FC236}">
                <a16:creationId xmlns:a16="http://schemas.microsoft.com/office/drawing/2014/main" id="{9BF7950A-80DF-766C-FB10-498BBEB3A5CF}"/>
              </a:ext>
            </a:extLst>
          </p:cNvPr>
          <p:cNvCxnSpPr>
            <a:cxnSpLocks/>
          </p:cNvCxnSpPr>
          <p:nvPr userDrawn="1"/>
        </p:nvCxnSpPr>
        <p:spPr>
          <a:xfrm>
            <a:off x="248024" y="649670"/>
            <a:ext cx="11695952" cy="0"/>
          </a:xfrm>
          <a:prstGeom prst="line">
            <a:avLst/>
          </a:prstGeom>
          <a:ln w="28575">
            <a:gradFill>
              <a:gsLst>
                <a:gs pos="0">
                  <a:srgbClr val="48C5B1"/>
                </a:gs>
                <a:gs pos="100000">
                  <a:srgbClr val="1883D0"/>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764578"/>
      </p:ext>
    </p:extLst>
  </p:cSld>
  <p:clrMapOvr>
    <a:masterClrMapping/>
  </p:clrMapOvr>
  <p:extLst>
    <p:ext uri="{DCECCB84-F9BA-43D5-87BE-67443E8EF086}">
      <p15:sldGuideLst xmlns:p15="http://schemas.microsoft.com/office/powerpoint/2012/main">
        <p15:guide id="1" orient="horz" pos="768">
          <p15:clr>
            <a:srgbClr val="F26B43"/>
          </p15:clr>
        </p15:guide>
        <p15:guide id="2" pos="156">
          <p15:clr>
            <a:srgbClr val="F26B43"/>
          </p15:clr>
        </p15:guide>
        <p15:guide id="3" pos="7526">
          <p15:clr>
            <a:srgbClr val="F26B43"/>
          </p15:clr>
        </p15:guide>
        <p15:guide id="4" orient="horz" pos="4152">
          <p15:clr>
            <a:srgbClr val="F26B43"/>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Slide - Az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4" name="Title 1">
            <a:extLst>
              <a:ext uri="{FF2B5EF4-FFF2-40B4-BE49-F238E27FC236}">
                <a16:creationId xmlns:a16="http://schemas.microsoft.com/office/drawing/2014/main" id="{9D8A8229-DAC6-F2A3-4552-7D21BE4A0DAD}"/>
              </a:ext>
            </a:extLst>
          </p:cNvPr>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a:extLst>
              <a:ext uri="{FF2B5EF4-FFF2-40B4-BE49-F238E27FC236}">
                <a16:creationId xmlns:a16="http://schemas.microsoft.com/office/drawing/2014/main" id="{C11579D6-BE03-5FBB-F553-996C04E60C0B}"/>
              </a:ext>
            </a:extLst>
          </p:cNvPr>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96056815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defRPr b="0" spc="-90" baseline="0"/>
            </a:lvl1pPr>
          </a:lstStyle>
          <a:p>
            <a:r>
              <a:rPr lang="en-US"/>
              <a:t>Click to edit Master title style</a:t>
            </a:r>
          </a:p>
        </p:txBody>
      </p:sp>
    </p:spTree>
    <p:extLst>
      <p:ext uri="{BB962C8B-B14F-4D97-AF65-F5344CB8AC3E}">
        <p14:creationId xmlns:p14="http://schemas.microsoft.com/office/powerpoint/2010/main" val="287936328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C03F73-285B-F771-6FC6-073CA85975B7}"/>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31420" y="3251569"/>
            <a:ext cx="6286372" cy="1329595"/>
          </a:xfrm>
        </p:spPr>
        <p:txBody>
          <a:bodyPr lIns="0" tIns="0" rIns="0" bIns="0" anchor="b">
            <a:spAutoFit/>
          </a:bodyPr>
          <a:lstStyle>
            <a:lvl1pPr algn="l">
              <a:lnSpc>
                <a:spcPct val="80000"/>
              </a:lnSpc>
              <a:defRPr sz="5400"/>
            </a:lvl1pPr>
          </a:lstStyle>
          <a:p>
            <a:r>
              <a:rPr lang="en-US"/>
              <a:t>The title of your presentation</a:t>
            </a:r>
          </a:p>
        </p:txBody>
      </p:sp>
      <p:sp>
        <p:nvSpPr>
          <p:cNvPr id="3" name="Subtitle 2"/>
          <p:cNvSpPr>
            <a:spLocks noGrp="1"/>
          </p:cNvSpPr>
          <p:nvPr>
            <p:ph type="subTitle" idx="1" hasCustomPrompt="1"/>
          </p:nvPr>
        </p:nvSpPr>
        <p:spPr>
          <a:xfrm>
            <a:off x="723247" y="4658406"/>
            <a:ext cx="6309769" cy="276999"/>
          </a:xfrm>
        </p:spPr>
        <p:txBody>
          <a:bodyPr lIns="0" tIns="0" rIns="0" bIns="0">
            <a:spAutoFit/>
          </a:bodyPr>
          <a:lstStyle>
            <a:lvl1pPr marL="0" indent="0" algn="l">
              <a:buNone/>
              <a:defRPr sz="1800" b="0" i="0">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The subtitle of your presentation.</a:t>
            </a:r>
          </a:p>
        </p:txBody>
      </p:sp>
      <p:grpSp>
        <p:nvGrpSpPr>
          <p:cNvPr id="32" name="Group 31">
            <a:extLst>
              <a:ext uri="{FF2B5EF4-FFF2-40B4-BE49-F238E27FC236}">
                <a16:creationId xmlns:a16="http://schemas.microsoft.com/office/drawing/2014/main" id="{726692F3-581F-7761-838F-791B302346BB}"/>
              </a:ext>
            </a:extLst>
          </p:cNvPr>
          <p:cNvGrpSpPr/>
          <p:nvPr userDrawn="1"/>
        </p:nvGrpSpPr>
        <p:grpSpPr>
          <a:xfrm>
            <a:off x="7829514" y="228625"/>
            <a:ext cx="3592823" cy="3668906"/>
            <a:chOff x="7829514" y="228625"/>
            <a:chExt cx="3592823" cy="3668906"/>
          </a:xfrm>
        </p:grpSpPr>
        <p:sp>
          <p:nvSpPr>
            <p:cNvPr id="15" name="Oval 14">
              <a:extLst>
                <a:ext uri="{FF2B5EF4-FFF2-40B4-BE49-F238E27FC236}">
                  <a16:creationId xmlns:a16="http://schemas.microsoft.com/office/drawing/2014/main" id="{706E0AD1-B956-A690-F945-1560CF66D862}"/>
                </a:ext>
              </a:extLst>
            </p:cNvPr>
            <p:cNvSpPr/>
            <p:nvPr userDrawn="1"/>
          </p:nvSpPr>
          <p:spPr>
            <a:xfrm>
              <a:off x="7829514" y="754528"/>
              <a:ext cx="3143004" cy="3143003"/>
            </a:xfrm>
            <a:prstGeom prst="ellipse">
              <a:avLst/>
            </a:prstGeom>
            <a:gradFill flip="none" rotWithShape="1">
              <a:gsLst>
                <a:gs pos="69000">
                  <a:srgbClr val="AFD1F6">
                    <a:lumMod val="57406"/>
                    <a:lumOff val="42594"/>
                    <a:alpha val="99000"/>
                  </a:srgbClr>
                </a:gs>
                <a:gs pos="0">
                  <a:schemeClr val="accent1">
                    <a:lumMod val="53815"/>
                    <a:lumOff val="46185"/>
                    <a:alpha val="99000"/>
                  </a:schemeClr>
                </a:gs>
              </a:gsLst>
              <a:lin ang="6600000" scaled="0"/>
              <a:tileRect/>
            </a:gradFill>
            <a:ln>
              <a:noFill/>
            </a:ln>
            <a:effectLst>
              <a:outerShdw blurRad="1270000" dist="1524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89C3030-8F06-5190-4428-9F5A7125731C}"/>
                </a:ext>
              </a:extLst>
            </p:cNvPr>
            <p:cNvSpPr/>
            <p:nvPr userDrawn="1"/>
          </p:nvSpPr>
          <p:spPr>
            <a:xfrm>
              <a:off x="8279333" y="228625"/>
              <a:ext cx="3143004" cy="3143004"/>
            </a:xfrm>
            <a:prstGeom prst="ellipse">
              <a:avLst/>
            </a:prstGeom>
            <a:solidFill>
              <a:schemeClr val="tx1"/>
            </a:solidFill>
            <a:ln>
              <a:noFill/>
            </a:ln>
            <a:effectLst>
              <a:outerShdw blurRad="1270000" dist="1524000" dir="2700000" sx="50000" sy="50000" algn="tl" rotWithShape="0">
                <a:prstClr val="black">
                  <a:alpha val="20000"/>
                </a:prstClr>
              </a:outerShdw>
              <a:softEdge rad="1244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C516F778-E08B-7CDE-9015-18B87EA22F4A}"/>
              </a:ext>
            </a:extLst>
          </p:cNvPr>
          <p:cNvGrpSpPr/>
          <p:nvPr userDrawn="1"/>
        </p:nvGrpSpPr>
        <p:grpSpPr>
          <a:xfrm>
            <a:off x="7067550" y="2548664"/>
            <a:ext cx="2553962" cy="2599877"/>
            <a:chOff x="7067550" y="2548664"/>
            <a:chExt cx="2553962" cy="2599877"/>
          </a:xfrm>
        </p:grpSpPr>
        <p:sp>
          <p:nvSpPr>
            <p:cNvPr id="16" name="Oval 15">
              <a:extLst>
                <a:ext uri="{FF2B5EF4-FFF2-40B4-BE49-F238E27FC236}">
                  <a16:creationId xmlns:a16="http://schemas.microsoft.com/office/drawing/2014/main" id="{C61ACE6F-6549-BAB6-EEAA-D0B948173665}"/>
                </a:ext>
              </a:extLst>
            </p:cNvPr>
            <p:cNvSpPr/>
            <p:nvPr userDrawn="1"/>
          </p:nvSpPr>
          <p:spPr>
            <a:xfrm>
              <a:off x="7067550" y="2983396"/>
              <a:ext cx="2165145" cy="2165145"/>
            </a:xfrm>
            <a:prstGeom prst="ellipse">
              <a:avLst/>
            </a:pr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AC46153-65A6-E097-D197-87C219146B7E}"/>
                </a:ext>
              </a:extLst>
            </p:cNvPr>
            <p:cNvSpPr/>
            <p:nvPr userDrawn="1"/>
          </p:nvSpPr>
          <p:spPr>
            <a:xfrm>
              <a:off x="7456366" y="2548664"/>
              <a:ext cx="2165146" cy="2165146"/>
            </a:xfrm>
            <a:prstGeom prst="ellipse">
              <a:avLst/>
            </a:prstGeom>
            <a:solidFill>
              <a:schemeClr val="tx1"/>
            </a:solidFill>
            <a:ln>
              <a:noFill/>
            </a:ln>
            <a:effectLst>
              <a:outerShdw blurRad="762000" dist="762000" dir="2700000" sx="50000" sy="50000" algn="tl" rotWithShape="0">
                <a:prstClr val="black">
                  <a:alpha val="20000"/>
                </a:prstClr>
              </a:outerShdw>
              <a:softEdge rad="901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F4446247-CE39-4AF7-333C-774078F23F21}"/>
              </a:ext>
            </a:extLst>
          </p:cNvPr>
          <p:cNvGrpSpPr/>
          <p:nvPr userDrawn="1"/>
        </p:nvGrpSpPr>
        <p:grpSpPr>
          <a:xfrm>
            <a:off x="8504047" y="4194596"/>
            <a:ext cx="1940818" cy="1977090"/>
            <a:chOff x="8504047" y="4194596"/>
            <a:chExt cx="1940818" cy="1977090"/>
          </a:xfrm>
        </p:grpSpPr>
        <p:sp>
          <p:nvSpPr>
            <p:cNvPr id="17" name="Oval 16">
              <a:extLst>
                <a:ext uri="{FF2B5EF4-FFF2-40B4-BE49-F238E27FC236}">
                  <a16:creationId xmlns:a16="http://schemas.microsoft.com/office/drawing/2014/main" id="{9FA95826-1129-FF05-6F9A-86B24D28EF68}"/>
                </a:ext>
              </a:extLst>
            </p:cNvPr>
            <p:cNvSpPr/>
            <p:nvPr userDrawn="1"/>
          </p:nvSpPr>
          <p:spPr>
            <a:xfrm>
              <a:off x="8504047" y="4495588"/>
              <a:ext cx="1676098" cy="1676098"/>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7E20384-0897-A6F2-A250-82CD7FDD1C6F}"/>
                </a:ext>
              </a:extLst>
            </p:cNvPr>
            <p:cNvSpPr/>
            <p:nvPr userDrawn="1"/>
          </p:nvSpPr>
          <p:spPr>
            <a:xfrm>
              <a:off x="8768766" y="4194596"/>
              <a:ext cx="1676099" cy="1676099"/>
            </a:xfrm>
            <a:prstGeom prst="ellipse">
              <a:avLst/>
            </a:prstGeom>
            <a:solidFill>
              <a:schemeClr val="tx1"/>
            </a:solidFill>
            <a:ln>
              <a:noFill/>
            </a:ln>
            <a:effectLst>
              <a:outerShdw blurRad="635000" dist="635000" dir="2700000" sx="50000" sy="50000" algn="tl" rotWithShape="0">
                <a:prstClr val="black">
                  <a:alpha val="20000"/>
                </a:prstClr>
              </a:outerShdw>
              <a:softEdge rad="673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08401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tx2"/>
                  </a:gs>
                  <a:gs pos="98000">
                    <a:srgbClr val="E9F6FD"/>
                  </a:gs>
                </a:gsLst>
                <a:lin ang="5400000" scaled="0"/>
              </a:gradFill>
            </a:endParaRPr>
          </a:p>
        </p:txBody>
      </p:sp>
      <p:sp>
        <p:nvSpPr>
          <p:cNvPr id="2" name="TextBox 1">
            <a:extLst>
              <a:ext uri="{FF2B5EF4-FFF2-40B4-BE49-F238E27FC236}">
                <a16:creationId xmlns:a16="http://schemas.microsoft.com/office/drawing/2014/main" id="{95F8A8D9-3DA3-3A8F-82D7-469D61A212E0}"/>
              </a:ext>
            </a:extLst>
          </p:cNvPr>
          <p:cNvSpPr txBox="1"/>
          <p:nvPr userDrawn="1"/>
        </p:nvSpPr>
        <p:spPr>
          <a:xfrm>
            <a:off x="723900" y="3086100"/>
            <a:ext cx="2508700" cy="830997"/>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a:ln>
                  <a:noFill/>
                </a:ln>
                <a:solidFill>
                  <a:schemeClr val="tx2"/>
                </a:solidFill>
                <a:effectLst/>
                <a:uLnTx/>
                <a:uFillTx/>
                <a:latin typeface="+mj-lt"/>
                <a:cs typeface="Segoe UI" panose="020B0502040204020203" pitchFamily="34" charset="0"/>
              </a:rPr>
              <a:t>Agenda</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514350"/>
            <a:ext cx="4800600" cy="5829300"/>
          </a:xfrm>
        </p:spPr>
        <p:txBody>
          <a:bodyPr anchor="ctr">
            <a:normAutofit/>
          </a:bodyPr>
          <a:lstStyle>
            <a:lvl1pPr marL="594360" indent="-457200" algn="l">
              <a:lnSpc>
                <a:spcPct val="100000"/>
              </a:lnSpc>
              <a:spcAft>
                <a:spcPts val="3000"/>
              </a:spcAft>
              <a:defRPr sz="2000" b="0" i="0">
                <a:latin typeface="Segoe UI" panose="020B0502040204020203" pitchFamily="34" charset="0"/>
                <a:cs typeface="Segoe UI" panose="020B0502040204020203" pitchFamily="34" charset="0"/>
              </a:defRPr>
            </a:lvl1pPr>
            <a:lvl2pPr marL="868680" indent="-274320" algn="l">
              <a:lnSpc>
                <a:spcPct val="100000"/>
              </a:lnSpc>
              <a:spcAft>
                <a:spcPts val="3000"/>
              </a:spcAft>
              <a:defRPr sz="1800" b="0" i="0">
                <a:latin typeface="Segoe UI" panose="020B0502040204020203" pitchFamily="34" charset="0"/>
                <a:cs typeface="Segoe UI" panose="020B0502040204020203" pitchFamily="34" charset="0"/>
              </a:defRPr>
            </a:lvl2pPr>
            <a:lvl3pPr marL="1143000" algn="l">
              <a:lnSpc>
                <a:spcPct val="100000"/>
              </a:lnSpc>
              <a:spcAft>
                <a:spcPts val="3000"/>
              </a:spcAft>
              <a:defRPr sz="1600" b="0" i="0">
                <a:latin typeface="Segoe UI" panose="020B0502040204020203" pitchFamily="34" charset="0"/>
                <a:cs typeface="Segoe UI" panose="020B0502040204020203" pitchFamily="34" charset="0"/>
              </a:defRPr>
            </a:lvl3pPr>
            <a:lvl4pPr marL="1463040" algn="l">
              <a:lnSpc>
                <a:spcPct val="100000"/>
              </a:lnSpc>
              <a:spcAft>
                <a:spcPts val="3000"/>
              </a:spcAft>
              <a:defRPr sz="1400" b="0" i="0">
                <a:latin typeface="Segoe UI" panose="020B0502040204020203" pitchFamily="34" charset="0"/>
                <a:cs typeface="Segoe UI" panose="020B0502040204020203" pitchFamily="34" charset="0"/>
              </a:defRPr>
            </a:lvl4pPr>
            <a:lvl5pPr marL="1783080" algn="l">
              <a:lnSpc>
                <a:spcPct val="100000"/>
              </a:lnSpc>
              <a:spcAft>
                <a:spcPts val="3000"/>
              </a:spcAft>
              <a:defRPr sz="1400" b="0" i="0">
                <a:latin typeface="Segoe UI" panose="020B0502040204020203" pitchFamily="34" charset="0"/>
                <a:cs typeface="Segoe UI" panose="020B0502040204020203" pitchFamily="34" charset="0"/>
              </a:defRPr>
            </a:lvl5pPr>
          </a:lstStyle>
          <a:p>
            <a:pPr lvl="0"/>
            <a:r>
              <a:rPr lang="en-US"/>
              <a:t>What is the setting of your story?</a:t>
            </a:r>
          </a:p>
          <a:p>
            <a:pPr lvl="0"/>
            <a:r>
              <a:rPr lang="en-US"/>
              <a:t>Who are the characters involved?</a:t>
            </a:r>
          </a:p>
          <a:p>
            <a:pPr lvl="0"/>
            <a:r>
              <a:rPr lang="en-US"/>
              <a:t>What conflict are you resolving?</a:t>
            </a:r>
          </a:p>
          <a:p>
            <a:pPr lvl="0"/>
            <a:r>
              <a:rPr lang="en-US"/>
              <a:t>What is your BIG idea?</a:t>
            </a:r>
          </a:p>
          <a:p>
            <a:pPr lvl="0"/>
            <a:r>
              <a:rPr lang="en-US"/>
              <a:t>How will you resolve the conflict?</a:t>
            </a:r>
          </a:p>
        </p:txBody>
      </p:sp>
      <p:sp>
        <p:nvSpPr>
          <p:cNvPr id="16" name="Text Placeholder 15">
            <a:extLst>
              <a:ext uri="{FF2B5EF4-FFF2-40B4-BE49-F238E27FC236}">
                <a16:creationId xmlns:a16="http://schemas.microsoft.com/office/drawing/2014/main" id="{3E43F5B2-499D-159B-959F-D650D0C9E9A1}"/>
              </a:ext>
            </a:extLst>
          </p:cNvPr>
          <p:cNvSpPr>
            <a:spLocks noGrp="1" noChangeAspect="1"/>
          </p:cNvSpPr>
          <p:nvPr>
            <p:ph type="body" sz="quarter" idx="17" hasCustomPrompt="1"/>
          </p:nvPr>
        </p:nvSpPr>
        <p:spPr>
          <a:xfrm>
            <a:off x="5695950" y="188595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1</a:t>
            </a:r>
          </a:p>
        </p:txBody>
      </p:sp>
      <p:sp>
        <p:nvSpPr>
          <p:cNvPr id="17" name="Text Placeholder 16">
            <a:extLst>
              <a:ext uri="{FF2B5EF4-FFF2-40B4-BE49-F238E27FC236}">
                <a16:creationId xmlns:a16="http://schemas.microsoft.com/office/drawing/2014/main" id="{239B8060-10DD-9CAB-82F1-5B8306F2D972}"/>
              </a:ext>
            </a:extLst>
          </p:cNvPr>
          <p:cNvSpPr>
            <a:spLocks noGrp="1" noChangeAspect="1"/>
          </p:cNvSpPr>
          <p:nvPr>
            <p:ph type="body" sz="quarter" idx="18" hasCustomPrompt="1"/>
          </p:nvPr>
        </p:nvSpPr>
        <p:spPr>
          <a:xfrm>
            <a:off x="5695950" y="254889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2</a:t>
            </a:r>
          </a:p>
        </p:txBody>
      </p:sp>
      <p:sp>
        <p:nvSpPr>
          <p:cNvPr id="18" name="Text Placeholder 17">
            <a:extLst>
              <a:ext uri="{FF2B5EF4-FFF2-40B4-BE49-F238E27FC236}">
                <a16:creationId xmlns:a16="http://schemas.microsoft.com/office/drawing/2014/main" id="{945DB81B-60AB-3A2A-B8B6-EBF034C68E6B}"/>
              </a:ext>
            </a:extLst>
          </p:cNvPr>
          <p:cNvSpPr>
            <a:spLocks noGrp="1" noChangeAspect="1"/>
          </p:cNvSpPr>
          <p:nvPr>
            <p:ph type="body" sz="quarter" idx="19" hasCustomPrompt="1"/>
          </p:nvPr>
        </p:nvSpPr>
        <p:spPr>
          <a:xfrm>
            <a:off x="5695950" y="323469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3</a:t>
            </a:r>
          </a:p>
        </p:txBody>
      </p:sp>
      <p:sp>
        <p:nvSpPr>
          <p:cNvPr id="19" name="Text Placeholder 18">
            <a:extLst>
              <a:ext uri="{FF2B5EF4-FFF2-40B4-BE49-F238E27FC236}">
                <a16:creationId xmlns:a16="http://schemas.microsoft.com/office/drawing/2014/main" id="{154F6482-A3F9-06E3-BB23-3F60ED96BA00}"/>
              </a:ext>
            </a:extLst>
          </p:cNvPr>
          <p:cNvSpPr>
            <a:spLocks noGrp="1" noChangeAspect="1"/>
          </p:cNvSpPr>
          <p:nvPr>
            <p:ph type="body" sz="quarter" idx="20" hasCustomPrompt="1"/>
          </p:nvPr>
        </p:nvSpPr>
        <p:spPr>
          <a:xfrm>
            <a:off x="5695950" y="393192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4</a:t>
            </a:r>
          </a:p>
        </p:txBody>
      </p:sp>
      <p:sp>
        <p:nvSpPr>
          <p:cNvPr id="20" name="Text Placeholder 19">
            <a:extLst>
              <a:ext uri="{FF2B5EF4-FFF2-40B4-BE49-F238E27FC236}">
                <a16:creationId xmlns:a16="http://schemas.microsoft.com/office/drawing/2014/main" id="{FEC6761A-8222-D725-87CA-704118A3BF8E}"/>
              </a:ext>
            </a:extLst>
          </p:cNvPr>
          <p:cNvSpPr>
            <a:spLocks noGrp="1" noChangeAspect="1"/>
          </p:cNvSpPr>
          <p:nvPr>
            <p:ph type="body" sz="quarter" idx="21" hasCustomPrompt="1"/>
          </p:nvPr>
        </p:nvSpPr>
        <p:spPr>
          <a:xfrm>
            <a:off x="5695950" y="4617720"/>
            <a:ext cx="411480" cy="411480"/>
          </a:xfrm>
          <a:custGeom>
            <a:avLst/>
            <a:gdLst>
              <a:gd name="connsiteX0" fmla="*/ 228600 w 457200"/>
              <a:gd name="connsiteY0" fmla="*/ 0 h 457200"/>
              <a:gd name="connsiteX1" fmla="*/ 457200 w 457200"/>
              <a:gd name="connsiteY1" fmla="*/ 228600 h 457200"/>
              <a:gd name="connsiteX2" fmla="*/ 228600 w 457200"/>
              <a:gd name="connsiteY2" fmla="*/ 457200 h 457200"/>
              <a:gd name="connsiteX3" fmla="*/ 0 w 457200"/>
              <a:gd name="connsiteY3" fmla="*/ 228600 h 457200"/>
              <a:gd name="connsiteX4" fmla="*/ 228600 w 457200"/>
              <a:gd name="connsiteY4" fmla="*/ 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 h="457200">
                <a:moveTo>
                  <a:pt x="228600" y="0"/>
                </a:moveTo>
                <a:cubicBezTo>
                  <a:pt x="354852" y="0"/>
                  <a:pt x="457200" y="102348"/>
                  <a:pt x="457200" y="228600"/>
                </a:cubicBezTo>
                <a:cubicBezTo>
                  <a:pt x="457200" y="354852"/>
                  <a:pt x="354852" y="457200"/>
                  <a:pt x="228600" y="457200"/>
                </a:cubicBezTo>
                <a:cubicBezTo>
                  <a:pt x="102348" y="457200"/>
                  <a:pt x="0" y="354852"/>
                  <a:pt x="0" y="228600"/>
                </a:cubicBezTo>
                <a:cubicBezTo>
                  <a:pt x="0" y="102348"/>
                  <a:pt x="102348" y="0"/>
                  <a:pt x="228600" y="0"/>
                </a:cubicBezTo>
                <a:close/>
              </a:path>
            </a:pathLst>
          </a:custGeom>
          <a:gradFill>
            <a:gsLst>
              <a:gs pos="77000">
                <a:srgbClr val="AFD1F6">
                  <a:lumMod val="75000"/>
                  <a:lumOff val="25000"/>
                  <a:alpha val="99000"/>
                </a:srgbClr>
              </a:gs>
              <a:gs pos="0">
                <a:schemeClr val="accent1">
                  <a:lumMod val="54150"/>
                  <a:lumOff val="45850"/>
                  <a:alpha val="99000"/>
                </a:schemeClr>
              </a:gs>
            </a:gsLst>
            <a:lin ang="6600000" scaled="0"/>
          </a:gradFill>
          <a:effectLst>
            <a:outerShdw blurRad="635000" dist="12700" dir="2700000" sx="101000" sy="101000" algn="tl" rotWithShape="0">
              <a:prstClr val="black">
                <a:alpha val="10000"/>
              </a:prstClr>
            </a:outerShdw>
          </a:effectLst>
        </p:spPr>
        <p:txBody>
          <a:bodyPr wrap="square" anchor="ctr">
            <a:noAutofit/>
          </a:bodyPr>
          <a:lstStyle>
            <a:lvl1pPr marL="0" indent="0" algn="ctr">
              <a:buNone/>
              <a:defRPr sz="1800">
                <a:effectLst>
                  <a:outerShdw blurRad="317500" dist="12700" dir="2700000" sx="101000" sy="101000" algn="ctr" rotWithShape="0">
                    <a:srgbClr val="000000">
                      <a:alpha val="20000"/>
                    </a:srgbClr>
                  </a:outerShdw>
                </a:effectLst>
                <a:latin typeface="+mj-lt"/>
              </a:defRPr>
            </a:lvl1pPr>
          </a:lstStyle>
          <a:p>
            <a:pPr lvl="0"/>
            <a:r>
              <a:rPr lang="en-US"/>
              <a:t>5</a:t>
            </a:r>
          </a:p>
        </p:txBody>
      </p:sp>
    </p:spTree>
    <p:extLst>
      <p:ext uri="{BB962C8B-B14F-4D97-AF65-F5344CB8AC3E}">
        <p14:creationId xmlns:p14="http://schemas.microsoft.com/office/powerpoint/2010/main" val="2256343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5695951" y="3977644"/>
            <a:ext cx="4800600" cy="307777"/>
          </a:xfrm>
        </p:spPr>
        <p:txBody>
          <a:bodyPr>
            <a:sp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The subtitle of your section.</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5695951" y="2759746"/>
            <a:ext cx="4800600" cy="1107996"/>
          </a:xfrm>
        </p:spPr>
        <p:txBody>
          <a:bodyPr lIns="0" tIns="0" rIns="0" bIns="0" anchor="b">
            <a:spAutoFit/>
          </a:bodyPr>
          <a:lstStyle>
            <a:lvl1pPr>
              <a:defRPr sz="4000"/>
            </a:lvl1pPr>
          </a:lstStyle>
          <a:p>
            <a:r>
              <a:rPr lang="en-US"/>
              <a:t>The title of your section.</a:t>
            </a:r>
          </a:p>
        </p:txBody>
      </p:sp>
      <p:sp>
        <p:nvSpPr>
          <p:cNvPr id="24" name="Freeform 23">
            <a:extLst>
              <a:ext uri="{FF2B5EF4-FFF2-40B4-BE49-F238E27FC236}">
                <a16:creationId xmlns:a16="http://schemas.microsoft.com/office/drawing/2014/main" id="{C4263EC4-AA89-8F2A-FF5F-BDE143B23C8E}"/>
              </a:ext>
            </a:extLst>
          </p:cNvPr>
          <p:cNvSpPr/>
          <p:nvPr userDrawn="1"/>
        </p:nvSpPr>
        <p:spPr>
          <a:xfrm>
            <a:off x="0" y="3416960"/>
            <a:ext cx="4164940" cy="3441040"/>
          </a:xfrm>
          <a:custGeom>
            <a:avLst/>
            <a:gdLst>
              <a:gd name="connsiteX0" fmla="*/ 1587170 w 4164940"/>
              <a:gd name="connsiteY0" fmla="*/ 0 h 3441040"/>
              <a:gd name="connsiteX1" fmla="*/ 4164940 w 4164940"/>
              <a:gd name="connsiteY1" fmla="*/ 2577770 h 3441040"/>
              <a:gd name="connsiteX2" fmla="*/ 4049049 w 4164940"/>
              <a:gd name="connsiteY2" fmla="*/ 3344320 h 3441040"/>
              <a:gd name="connsiteX3" fmla="*/ 4013649 w 4164940"/>
              <a:gd name="connsiteY3" fmla="*/ 3441040 h 3441040"/>
              <a:gd name="connsiteX4" fmla="*/ 0 w 4164940"/>
              <a:gd name="connsiteY4" fmla="*/ 3441040 h 3441040"/>
              <a:gd name="connsiteX5" fmla="*/ 0 w 4164940"/>
              <a:gd name="connsiteY5" fmla="*/ 549356 h 3441040"/>
              <a:gd name="connsiteX6" fmla="*/ 145914 w 4164940"/>
              <a:gd name="connsiteY6" fmla="*/ 440243 h 3441040"/>
              <a:gd name="connsiteX7" fmla="*/ 1587170 w 4164940"/>
              <a:gd name="connsiteY7" fmla="*/ 0 h 344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4940" h="3441040">
                <a:moveTo>
                  <a:pt x="1587170" y="0"/>
                </a:moveTo>
                <a:cubicBezTo>
                  <a:pt x="3010833" y="0"/>
                  <a:pt x="4164940" y="1154107"/>
                  <a:pt x="4164940" y="2577770"/>
                </a:cubicBezTo>
                <a:cubicBezTo>
                  <a:pt x="4164940" y="2844707"/>
                  <a:pt x="4124366" y="3102167"/>
                  <a:pt x="4049049" y="3344320"/>
                </a:cubicBezTo>
                <a:lnTo>
                  <a:pt x="4013649" y="3441040"/>
                </a:lnTo>
                <a:lnTo>
                  <a:pt x="0" y="3441040"/>
                </a:lnTo>
                <a:lnTo>
                  <a:pt x="0" y="549356"/>
                </a:lnTo>
                <a:lnTo>
                  <a:pt x="145914" y="440243"/>
                </a:lnTo>
                <a:cubicBezTo>
                  <a:pt x="557329" y="162297"/>
                  <a:pt x="1053297" y="0"/>
                  <a:pt x="1587170" y="0"/>
                </a:cubicBezTo>
                <a:close/>
              </a:path>
            </a:pathLst>
          </a:custGeom>
          <a:gradFill flip="none" rotWithShape="1">
            <a:gsLst>
              <a:gs pos="69000">
                <a:srgbClr val="AFD1F6">
                  <a:lumMod val="57406"/>
                  <a:lumOff val="42594"/>
                  <a:alpha val="99000"/>
                </a:srgbClr>
              </a:gs>
              <a:gs pos="0">
                <a:schemeClr val="accent1">
                  <a:lumMod val="53815"/>
                  <a:lumOff val="46185"/>
                  <a:alpha val="99000"/>
                </a:schemeClr>
              </a:gs>
            </a:gsLst>
            <a:lin ang="6600000" scaled="0"/>
            <a:tileRect/>
          </a:gradFill>
          <a:ln>
            <a:noFill/>
          </a:ln>
          <a:effectLst>
            <a:outerShdw blurRad="1270000" dist="1524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82948E6E-440C-6B67-1C53-E1615E5FC524}"/>
              </a:ext>
            </a:extLst>
          </p:cNvPr>
          <p:cNvSpPr/>
          <p:nvPr userDrawn="1"/>
        </p:nvSpPr>
        <p:spPr>
          <a:xfrm>
            <a:off x="640511" y="3255933"/>
            <a:ext cx="3255021" cy="3255021"/>
          </a:xfrm>
          <a:prstGeom prst="ellipse">
            <a:avLst/>
          </a:prstGeom>
          <a:solidFill>
            <a:schemeClr val="tx1"/>
          </a:solidFill>
          <a:ln>
            <a:noFill/>
          </a:ln>
          <a:effectLst>
            <a:outerShdw blurRad="1270000" dist="1524000" dir="2700000" sx="50000" sy="50000" algn="tl" rotWithShape="0">
              <a:prstClr val="black">
                <a:alpha val="20000"/>
              </a:prstClr>
            </a:outerShdw>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98A61A3-B9A1-4674-85AC-E3ED72321E4C}"/>
              </a:ext>
            </a:extLst>
          </p:cNvPr>
          <p:cNvGrpSpPr/>
          <p:nvPr userDrawn="1"/>
        </p:nvGrpSpPr>
        <p:grpSpPr>
          <a:xfrm>
            <a:off x="1226205" y="58957"/>
            <a:ext cx="2239180" cy="2256419"/>
            <a:chOff x="2823900" y="852304"/>
            <a:chExt cx="2239180" cy="2256419"/>
          </a:xfrm>
        </p:grpSpPr>
        <p:sp>
          <p:nvSpPr>
            <p:cNvPr id="22" name="Oval 21">
              <a:extLst>
                <a:ext uri="{FF2B5EF4-FFF2-40B4-BE49-F238E27FC236}">
                  <a16:creationId xmlns:a16="http://schemas.microsoft.com/office/drawing/2014/main" id="{9845EDF6-0513-23C6-A8CA-17CF28A26D8A}"/>
                </a:ext>
              </a:extLst>
            </p:cNvPr>
            <p:cNvSpPr/>
            <p:nvPr userDrawn="1"/>
          </p:nvSpPr>
          <p:spPr>
            <a:xfrm>
              <a:off x="2823900" y="1148928"/>
              <a:ext cx="1959795" cy="1959795"/>
            </a:xfrm>
            <a:prstGeom prst="ellipse">
              <a:avLst/>
            </a:pr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B4E5C8E-FA00-E690-5B1E-0DF9BFE9EFF4}"/>
                </a:ext>
              </a:extLst>
            </p:cNvPr>
            <p:cNvSpPr/>
            <p:nvPr userDrawn="1"/>
          </p:nvSpPr>
          <p:spPr>
            <a:xfrm>
              <a:off x="3103285" y="852304"/>
              <a:ext cx="1959795" cy="1959795"/>
            </a:xfrm>
            <a:prstGeom prst="ellipse">
              <a:avLst/>
            </a:prstGeom>
            <a:solidFill>
              <a:schemeClr val="tx1"/>
            </a:solidFill>
            <a:ln>
              <a:noFill/>
            </a:ln>
            <a:effectLst>
              <a:outerShdw blurRad="762000" dist="762000" dir="2700000" sx="50000" sy="50000" algn="tl" rotWithShape="0">
                <a:prstClr val="black">
                  <a:alpha val="20000"/>
                </a:prstClr>
              </a:outerShdw>
              <a:softEdge rad="787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1A6D2934-344B-9953-D6A6-C6E923886324}"/>
              </a:ext>
            </a:extLst>
          </p:cNvPr>
          <p:cNvGrpSpPr/>
          <p:nvPr userDrawn="1"/>
        </p:nvGrpSpPr>
        <p:grpSpPr>
          <a:xfrm>
            <a:off x="3172224" y="2086390"/>
            <a:ext cx="1342651" cy="1319453"/>
            <a:chOff x="6012594" y="331343"/>
            <a:chExt cx="1710047" cy="1680501"/>
          </a:xfrm>
        </p:grpSpPr>
        <p:sp>
          <p:nvSpPr>
            <p:cNvPr id="23" name="Oval 22">
              <a:extLst>
                <a:ext uri="{FF2B5EF4-FFF2-40B4-BE49-F238E27FC236}">
                  <a16:creationId xmlns:a16="http://schemas.microsoft.com/office/drawing/2014/main" id="{86EF40FD-D6A8-4444-607A-09857E641D0F}"/>
                </a:ext>
              </a:extLst>
            </p:cNvPr>
            <p:cNvSpPr/>
            <p:nvPr userDrawn="1"/>
          </p:nvSpPr>
          <p:spPr>
            <a:xfrm>
              <a:off x="6012594" y="494713"/>
              <a:ext cx="1517131" cy="1517131"/>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8775AF3-39D7-F461-DCD9-57DA2BAB11A0}"/>
                </a:ext>
              </a:extLst>
            </p:cNvPr>
            <p:cNvSpPr/>
            <p:nvPr userDrawn="1"/>
          </p:nvSpPr>
          <p:spPr>
            <a:xfrm>
              <a:off x="6205510" y="331343"/>
              <a:ext cx="1517131" cy="1517131"/>
            </a:xfrm>
            <a:prstGeom prst="ellipse">
              <a:avLst/>
            </a:prstGeom>
            <a:solidFill>
              <a:schemeClr val="tx1"/>
            </a:solidFill>
            <a:ln>
              <a:noFill/>
            </a:ln>
            <a:effectLst>
              <a:outerShdw blurRad="635000" dist="635000" dir="2700000" sx="50000" sy="50000" algn="tl" rotWithShape="0">
                <a:prstClr val="black">
                  <a:alpha val="20000"/>
                </a:prstClr>
              </a:outerShdw>
              <a:softEdge rad="495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308460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Idea">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4608"/>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hasCustomPrompt="1"/>
          </p:nvPr>
        </p:nvSpPr>
        <p:spPr>
          <a:xfrm>
            <a:off x="723900" y="3931914"/>
            <a:ext cx="10744200" cy="307777"/>
          </a:xfrm>
        </p:spPr>
        <p:txBody>
          <a:bodyPr>
            <a:spAutoFit/>
          </a:bodyPr>
          <a:lstStyle>
            <a:lvl1pPr marL="0" indent="0" algn="ctr">
              <a:buNone/>
              <a:defRPr sz="2000" b="0" i="0">
                <a:solidFill>
                  <a:schemeClr val="tx1">
                    <a:tint val="75000"/>
                  </a:schemeClr>
                </a:solidFill>
                <a:latin typeface="Segoe UI Semilight" panose="020B0402040204020203" pitchFamily="34" charset="0"/>
                <a:cs typeface="Segoe UI Semilight" panose="020B04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Subtext for your big idea.</a:t>
            </a:r>
          </a:p>
        </p:txBody>
      </p:sp>
      <p:sp>
        <p:nvSpPr>
          <p:cNvPr id="7" name="Title 6">
            <a:extLst>
              <a:ext uri="{FF2B5EF4-FFF2-40B4-BE49-F238E27FC236}">
                <a16:creationId xmlns:a16="http://schemas.microsoft.com/office/drawing/2014/main" id="{79195499-D0AD-EDBC-3980-5A14D219DB0E}"/>
              </a:ext>
            </a:extLst>
          </p:cNvPr>
          <p:cNvSpPr>
            <a:spLocks noGrp="1"/>
          </p:cNvSpPr>
          <p:nvPr>
            <p:ph type="title" hasCustomPrompt="1"/>
          </p:nvPr>
        </p:nvSpPr>
        <p:spPr>
          <a:xfrm>
            <a:off x="723900" y="3082005"/>
            <a:ext cx="10744200" cy="664797"/>
          </a:xfrm>
        </p:spPr>
        <p:txBody>
          <a:bodyPr lIns="0" tIns="0" rIns="0" bIns="0" anchor="b">
            <a:spAutoFit/>
          </a:bodyPr>
          <a:lstStyle>
            <a:lvl1pPr algn="ctr">
              <a:defRPr sz="4800"/>
            </a:lvl1pPr>
          </a:lstStyle>
          <a:p>
            <a:r>
              <a:rPr lang="en-US"/>
              <a:t>What is your big idea?</a:t>
            </a:r>
          </a:p>
        </p:txBody>
      </p:sp>
      <p:grpSp>
        <p:nvGrpSpPr>
          <p:cNvPr id="6" name="Group 5">
            <a:extLst>
              <a:ext uri="{FF2B5EF4-FFF2-40B4-BE49-F238E27FC236}">
                <a16:creationId xmlns:a16="http://schemas.microsoft.com/office/drawing/2014/main" id="{21099D25-D698-CC13-E6AE-5E51CA267593}"/>
              </a:ext>
            </a:extLst>
          </p:cNvPr>
          <p:cNvGrpSpPr/>
          <p:nvPr userDrawn="1"/>
        </p:nvGrpSpPr>
        <p:grpSpPr>
          <a:xfrm>
            <a:off x="9870182" y="4316986"/>
            <a:ext cx="1940818" cy="1977090"/>
            <a:chOff x="8504047" y="4194596"/>
            <a:chExt cx="1940818" cy="1977090"/>
          </a:xfrm>
        </p:grpSpPr>
        <p:sp>
          <p:nvSpPr>
            <p:cNvPr id="8" name="Oval 7">
              <a:extLst>
                <a:ext uri="{FF2B5EF4-FFF2-40B4-BE49-F238E27FC236}">
                  <a16:creationId xmlns:a16="http://schemas.microsoft.com/office/drawing/2014/main" id="{1B297246-D2B5-FB81-8927-2168B9B46D23}"/>
                </a:ext>
              </a:extLst>
            </p:cNvPr>
            <p:cNvSpPr/>
            <p:nvPr userDrawn="1"/>
          </p:nvSpPr>
          <p:spPr>
            <a:xfrm>
              <a:off x="8504047" y="4495588"/>
              <a:ext cx="1676098" cy="1676098"/>
            </a:xfrm>
            <a:prstGeom prst="ellipse">
              <a:avLst/>
            </a:prstGeom>
            <a:gradFill flip="none" rotWithShape="1">
              <a:gsLst>
                <a:gs pos="77000">
                  <a:srgbClr val="AFD1F6">
                    <a:lumMod val="75000"/>
                    <a:lumOff val="25000"/>
                    <a:alpha val="99000"/>
                  </a:srgbClr>
                </a:gs>
                <a:gs pos="0">
                  <a:schemeClr val="accent1">
                    <a:lumMod val="54150"/>
                    <a:lumOff val="45850"/>
                    <a:alpha val="99000"/>
                  </a:schemeClr>
                </a:gs>
              </a:gsLst>
              <a:lin ang="6600000" scaled="0"/>
              <a:tileRect/>
            </a:gradFill>
            <a:ln>
              <a:noFill/>
            </a:ln>
            <a:effectLst>
              <a:outerShdw blurRad="635000" dist="635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2D62A3D-E5C2-621C-3D25-6D3B5AC791A6}"/>
                </a:ext>
              </a:extLst>
            </p:cNvPr>
            <p:cNvSpPr/>
            <p:nvPr userDrawn="1"/>
          </p:nvSpPr>
          <p:spPr>
            <a:xfrm>
              <a:off x="8768766" y="4194596"/>
              <a:ext cx="1676099" cy="1676099"/>
            </a:xfrm>
            <a:prstGeom prst="ellipse">
              <a:avLst/>
            </a:prstGeom>
            <a:solidFill>
              <a:schemeClr val="tx1"/>
            </a:solidFill>
            <a:ln>
              <a:noFill/>
            </a:ln>
            <a:effectLst>
              <a:outerShdw blurRad="635000" dist="635000" dir="2700000" sx="50000" sy="50000" algn="tl" rotWithShape="0">
                <a:prstClr val="black">
                  <a:alpha val="20000"/>
                </a:prstClr>
              </a:outerShdw>
              <a:softEdge rad="673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Freeform 32">
            <a:extLst>
              <a:ext uri="{FF2B5EF4-FFF2-40B4-BE49-F238E27FC236}">
                <a16:creationId xmlns:a16="http://schemas.microsoft.com/office/drawing/2014/main" id="{03B77BB3-1F32-6349-4091-7B5EE3BDBFE7}"/>
              </a:ext>
            </a:extLst>
          </p:cNvPr>
          <p:cNvSpPr/>
          <p:nvPr userDrawn="1"/>
        </p:nvSpPr>
        <p:spPr>
          <a:xfrm>
            <a:off x="8171188" y="5525071"/>
            <a:ext cx="2601190" cy="1341685"/>
          </a:xfrm>
          <a:custGeom>
            <a:avLst/>
            <a:gdLst>
              <a:gd name="connsiteX0" fmla="*/ 1300595 w 2601190"/>
              <a:gd name="connsiteY0" fmla="*/ 0 h 1341685"/>
              <a:gd name="connsiteX1" fmla="*/ 2601190 w 2601190"/>
              <a:gd name="connsiteY1" fmla="*/ 1300595 h 1341685"/>
              <a:gd name="connsiteX2" fmla="*/ 2599115 w 2601190"/>
              <a:gd name="connsiteY2" fmla="*/ 1341685 h 1341685"/>
              <a:gd name="connsiteX3" fmla="*/ 2075 w 2601190"/>
              <a:gd name="connsiteY3" fmla="*/ 1341685 h 1341685"/>
              <a:gd name="connsiteX4" fmla="*/ 0 w 2601190"/>
              <a:gd name="connsiteY4" fmla="*/ 1300595 h 1341685"/>
              <a:gd name="connsiteX5" fmla="*/ 1300595 w 2601190"/>
              <a:gd name="connsiteY5" fmla="*/ 0 h 134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1190" h="1341685">
                <a:moveTo>
                  <a:pt x="1300595" y="0"/>
                </a:moveTo>
                <a:cubicBezTo>
                  <a:pt x="2018894" y="0"/>
                  <a:pt x="2601190" y="582296"/>
                  <a:pt x="2601190" y="1300595"/>
                </a:cubicBezTo>
                <a:lnTo>
                  <a:pt x="2599115" y="1341685"/>
                </a:lnTo>
                <a:lnTo>
                  <a:pt x="2075" y="1341685"/>
                </a:lnTo>
                <a:lnTo>
                  <a:pt x="0" y="1300595"/>
                </a:lnTo>
                <a:cubicBezTo>
                  <a:pt x="0" y="582296"/>
                  <a:pt x="582296" y="0"/>
                  <a:pt x="1300595" y="0"/>
                </a:cubicBezTo>
                <a:close/>
              </a:path>
            </a:pathLst>
          </a:custGeom>
          <a:gradFill flip="none" rotWithShape="1">
            <a:gsLst>
              <a:gs pos="67000">
                <a:srgbClr val="AFD1F6">
                  <a:lumMod val="72154"/>
                  <a:lumOff val="27846"/>
                  <a:alpha val="99000"/>
                </a:srgbClr>
              </a:gs>
              <a:gs pos="0">
                <a:schemeClr val="accent1">
                  <a:lumMod val="52588"/>
                  <a:lumOff val="47412"/>
                  <a:alpha val="99000"/>
                </a:schemeClr>
              </a:gs>
            </a:gsLst>
            <a:lin ang="6600000" scaled="0"/>
            <a:tileRect/>
          </a:gradFill>
          <a:ln>
            <a:noFill/>
          </a:ln>
          <a:effectLst>
            <a:outerShdw blurRad="762000" dist="762000" dir="2700000" sx="50000" sy="5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7F34B5A4-7903-D3C0-4D15-E81C7DFF7748}"/>
              </a:ext>
            </a:extLst>
          </p:cNvPr>
          <p:cNvSpPr/>
          <p:nvPr userDrawn="1"/>
        </p:nvSpPr>
        <p:spPr>
          <a:xfrm>
            <a:off x="8638308" y="5002786"/>
            <a:ext cx="2601192" cy="1885950"/>
          </a:xfrm>
          <a:custGeom>
            <a:avLst/>
            <a:gdLst>
              <a:gd name="connsiteX0" fmla="*/ 1300596 w 2601192"/>
              <a:gd name="connsiteY0" fmla="*/ 0 h 1885950"/>
              <a:gd name="connsiteX1" fmla="*/ 2601192 w 2601192"/>
              <a:gd name="connsiteY1" fmla="*/ 1300596 h 1885950"/>
              <a:gd name="connsiteX2" fmla="*/ 2498985 w 2601192"/>
              <a:gd name="connsiteY2" fmla="*/ 1806847 h 1885950"/>
              <a:gd name="connsiteX3" fmla="*/ 2460879 w 2601192"/>
              <a:gd name="connsiteY3" fmla="*/ 1885950 h 1885950"/>
              <a:gd name="connsiteX4" fmla="*/ 140314 w 2601192"/>
              <a:gd name="connsiteY4" fmla="*/ 1885950 h 1885950"/>
              <a:gd name="connsiteX5" fmla="*/ 102207 w 2601192"/>
              <a:gd name="connsiteY5" fmla="*/ 1806847 h 1885950"/>
              <a:gd name="connsiteX6" fmla="*/ 0 w 2601192"/>
              <a:gd name="connsiteY6" fmla="*/ 1300596 h 1885950"/>
              <a:gd name="connsiteX7" fmla="*/ 1300596 w 2601192"/>
              <a:gd name="connsiteY7" fmla="*/ 0 h 188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1192" h="1885950">
                <a:moveTo>
                  <a:pt x="1300596" y="0"/>
                </a:moveTo>
                <a:cubicBezTo>
                  <a:pt x="2018895" y="0"/>
                  <a:pt x="2601192" y="582297"/>
                  <a:pt x="2601192" y="1300596"/>
                </a:cubicBezTo>
                <a:cubicBezTo>
                  <a:pt x="2601192" y="1480171"/>
                  <a:pt x="2564798" y="1651246"/>
                  <a:pt x="2498985" y="1806847"/>
                </a:cubicBezTo>
                <a:lnTo>
                  <a:pt x="2460879" y="1885950"/>
                </a:lnTo>
                <a:lnTo>
                  <a:pt x="140314" y="1885950"/>
                </a:lnTo>
                <a:lnTo>
                  <a:pt x="102207" y="1806847"/>
                </a:lnTo>
                <a:cubicBezTo>
                  <a:pt x="36394" y="1651246"/>
                  <a:pt x="0" y="1480171"/>
                  <a:pt x="0" y="1300596"/>
                </a:cubicBezTo>
                <a:cubicBezTo>
                  <a:pt x="0" y="582297"/>
                  <a:pt x="582297" y="0"/>
                  <a:pt x="1300596" y="0"/>
                </a:cubicBezTo>
                <a:close/>
              </a:path>
            </a:pathLst>
          </a:custGeom>
          <a:solidFill>
            <a:schemeClr val="tx1"/>
          </a:solidFill>
          <a:ln>
            <a:noFill/>
          </a:ln>
          <a:effectLst>
            <a:outerShdw blurRad="762000" dist="762000" dir="2700000" sx="50000" sy="50000" algn="tl" rotWithShape="0">
              <a:prstClr val="black">
                <a:alpha val="20000"/>
              </a:prstClr>
            </a:outerShdw>
            <a:softEdge rad="1045921"/>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501642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lide">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BE149A7E-0310-38E2-4292-AE64244D84CE}"/>
              </a:ext>
            </a:extLst>
          </p:cNvPr>
          <p:cNvSpPr>
            <a:spLocks noGrp="1"/>
          </p:cNvSpPr>
          <p:nvPr>
            <p:ph type="body" sz="quarter" idx="10"/>
          </p:nvPr>
        </p:nvSpPr>
        <p:spPr>
          <a:xfrm>
            <a:off x="2209800" y="2000250"/>
            <a:ext cx="857250" cy="800100"/>
          </a:xfrm>
          <a:blipFill dpi="0" rotWithShape="1">
            <a:blip r:embed="rId2"/>
            <a:srcRect/>
            <a:tile tx="0" ty="609600" sx="100000" sy="100000" flip="none" algn="ctr"/>
          </a:blipFill>
        </p:spPr>
        <p:txBody>
          <a:bodyPr>
            <a:normAutofit/>
          </a:bodyPr>
          <a:lstStyle>
            <a:lvl1pPr marL="0" indent="0">
              <a:buNone/>
              <a:defRPr sz="100"/>
            </a:lvl1pPr>
          </a:lstStyle>
          <a:p>
            <a:pPr lvl="0"/>
            <a:endParaRPr lang="en-US"/>
          </a:p>
        </p:txBody>
      </p:sp>
      <p:sp>
        <p:nvSpPr>
          <p:cNvPr id="5" name="Text Placeholder 3">
            <a:extLst>
              <a:ext uri="{FF2B5EF4-FFF2-40B4-BE49-F238E27FC236}">
                <a16:creationId xmlns:a16="http://schemas.microsoft.com/office/drawing/2014/main" id="{F98647E8-BBFB-0F07-D7DB-A65E141CDDE3}"/>
              </a:ext>
            </a:extLst>
          </p:cNvPr>
          <p:cNvSpPr>
            <a:spLocks noGrp="1"/>
          </p:cNvSpPr>
          <p:nvPr>
            <p:ph type="body" sz="quarter" idx="11" hasCustomPrompt="1"/>
          </p:nvPr>
        </p:nvSpPr>
        <p:spPr>
          <a:xfrm>
            <a:off x="2742038" y="514350"/>
            <a:ext cx="6743700" cy="5829300"/>
          </a:xfrm>
        </p:spPr>
        <p:txBody>
          <a:bodyPr anchor="ctr">
            <a:normAutofit/>
          </a:bodyPr>
          <a:lstStyle>
            <a:lvl1pPr marL="0" indent="0">
              <a:buNone/>
              <a:defRPr sz="2000" b="0" i="0">
                <a:latin typeface="Segoe UI Light" panose="020B0502040204020203" pitchFamily="34" charset="0"/>
                <a:cs typeface="Segoe UI Light" panose="020B0502040204020203" pitchFamily="34" charset="0"/>
              </a:defRPr>
            </a:lvl1pPr>
          </a:lstStyle>
          <a:p>
            <a:pPr marL="0" marR="0" lvl="0" indent="0" algn="l" defTabSz="914400" rtl="0" eaLnBrk="1" fontAlgn="auto" latinLnBrk="0" hangingPunct="1">
              <a:lnSpc>
                <a:spcPct val="100000"/>
              </a:lnSpc>
              <a:spcBef>
                <a:spcPts val="0"/>
              </a:spcBef>
              <a:spcAft>
                <a:spcPts val="1200"/>
              </a:spcAft>
              <a:buClrTx/>
              <a:buSzTx/>
              <a:buFont typeface="Wingdings" pitchFamily="2" charset="2"/>
              <a:buNone/>
              <a:tabLst/>
              <a:defRPr/>
            </a:pPr>
            <a:r>
              <a:rPr lang="en-US"/>
              <a:t>Morbi </a:t>
            </a:r>
            <a:r>
              <a:rPr lang="en-US" err="1"/>
              <a:t>leo</a:t>
            </a:r>
            <a:r>
              <a:rPr lang="en-US"/>
              <a:t> </a:t>
            </a:r>
            <a:r>
              <a:rPr lang="en-US" err="1"/>
              <a:t>risus</a:t>
            </a:r>
            <a:r>
              <a:rPr lang="en-US"/>
              <a:t>, porta ac </a:t>
            </a:r>
            <a:r>
              <a:rPr lang="en-US" err="1"/>
              <a:t>consectetur</a:t>
            </a:r>
            <a:r>
              <a:rPr lang="en-US"/>
              <a:t> ac, vestibulum at eros. </a:t>
            </a:r>
            <a:r>
              <a:rPr lang="en-US" err="1"/>
              <a:t>Nullam</a:t>
            </a:r>
            <a:r>
              <a:rPr lang="en-US"/>
              <a:t> id dolor id </a:t>
            </a:r>
            <a:r>
              <a:rPr lang="en-US" err="1"/>
              <a:t>nibh</a:t>
            </a:r>
            <a:r>
              <a:rPr lang="en-US"/>
              <a:t> </a:t>
            </a:r>
            <a:r>
              <a:rPr lang="en-US" err="1"/>
              <a:t>ultricies</a:t>
            </a:r>
            <a:r>
              <a:rPr lang="en-US"/>
              <a:t> </a:t>
            </a:r>
            <a:r>
              <a:rPr lang="en-US" err="1"/>
              <a:t>vehicula</a:t>
            </a:r>
            <a:r>
              <a:rPr lang="en-US"/>
              <a:t> </a:t>
            </a:r>
            <a:r>
              <a:rPr lang="en-US" err="1"/>
              <a:t>ut</a:t>
            </a:r>
            <a:r>
              <a:rPr lang="en-US"/>
              <a:t> id </a:t>
            </a:r>
            <a:r>
              <a:rPr lang="en-US" err="1"/>
              <a:t>elit</a:t>
            </a:r>
            <a:r>
              <a:rPr lang="en-US"/>
              <a:t>. Integer </a:t>
            </a:r>
            <a:r>
              <a:rPr lang="en-US" err="1"/>
              <a:t>posuere</a:t>
            </a:r>
            <a:r>
              <a:rPr lang="en-US"/>
              <a:t> </a:t>
            </a:r>
            <a:r>
              <a:rPr lang="en-US" err="1"/>
              <a:t>erat</a:t>
            </a:r>
            <a:r>
              <a:rPr lang="en-US"/>
              <a:t> a ante </a:t>
            </a:r>
            <a:r>
              <a:rPr lang="en-US" err="1"/>
              <a:t>venenatis</a:t>
            </a:r>
            <a:r>
              <a:rPr lang="en-US"/>
              <a:t> </a:t>
            </a:r>
            <a:r>
              <a:rPr lang="en-US" err="1"/>
              <a:t>dapibus</a:t>
            </a:r>
            <a:r>
              <a:rPr lang="en-US"/>
              <a:t> </a:t>
            </a:r>
            <a:r>
              <a:rPr lang="en-US" err="1"/>
              <a:t>posuere</a:t>
            </a:r>
            <a:r>
              <a:rPr lang="en-US"/>
              <a:t> </a:t>
            </a:r>
            <a:r>
              <a:rPr lang="en-US" err="1"/>
              <a:t>velit</a:t>
            </a:r>
            <a:r>
              <a:rPr lang="en-US"/>
              <a:t> </a:t>
            </a:r>
            <a:r>
              <a:rPr lang="en-US" err="1"/>
              <a:t>aliquet</a:t>
            </a:r>
            <a:r>
              <a:rPr lang="en-US"/>
              <a:t>. Donec sed </a:t>
            </a:r>
            <a:r>
              <a:rPr lang="en-US" err="1"/>
              <a:t>odio</a:t>
            </a:r>
            <a:r>
              <a:rPr lang="en-US"/>
              <a:t> dui.</a:t>
            </a:r>
          </a:p>
        </p:txBody>
      </p:sp>
    </p:spTree>
    <p:extLst>
      <p:ext uri="{BB962C8B-B14F-4D97-AF65-F5344CB8AC3E}">
        <p14:creationId xmlns:p14="http://schemas.microsoft.com/office/powerpoint/2010/main" val="2711468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1">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5F8A8D9-3DA3-3A8F-82D7-469D61A212E0}"/>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3</a:t>
            </a:r>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93823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2">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8DBF563-5214-6460-A8F5-B8D7CC997646}"/>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1</a:t>
            </a:r>
          </a:p>
        </p:txBody>
      </p:sp>
    </p:spTree>
    <p:extLst>
      <p:ext uri="{BB962C8B-B14F-4D97-AF65-F5344CB8AC3E}">
        <p14:creationId xmlns:p14="http://schemas.microsoft.com/office/powerpoint/2010/main" val="17981331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3">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DA6FD385-DEEA-ED58-37F8-753B3F8E733B}"/>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2</a:t>
            </a:r>
          </a:p>
        </p:txBody>
      </p:sp>
    </p:spTree>
    <p:extLst>
      <p:ext uri="{BB962C8B-B14F-4D97-AF65-F5344CB8AC3E}">
        <p14:creationId xmlns:p14="http://schemas.microsoft.com/office/powerpoint/2010/main" val="11619645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4">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6BBD3DD-37F4-A34D-A04C-B4BC07553F42}"/>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2785952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5">
    <p:bg>
      <p:bgPr>
        <a:gradFill>
          <a:gsLst>
            <a:gs pos="0">
              <a:srgbClr val="954AD3"/>
            </a:gs>
            <a:gs pos="99000">
              <a:srgbClr val="2D92CC"/>
            </a:gs>
          </a:gsLst>
          <a:lin ang="42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6BE8EC-DDBA-C3BD-26DC-C7992A6E9FC5}"/>
              </a:ext>
            </a:extLst>
          </p:cNvPr>
          <p:cNvSpPr/>
          <p:nvPr userDrawn="1"/>
        </p:nvSpPr>
        <p:spPr>
          <a:xfrm>
            <a:off x="0" y="0"/>
            <a:ext cx="12192000" cy="6858000"/>
          </a:xfrm>
          <a:prstGeom prst="rect">
            <a:avLst/>
          </a:prstGeom>
          <a:gradFill>
            <a:gsLst>
              <a:gs pos="61000">
                <a:schemeClr val="tx1">
                  <a:lumMod val="0"/>
                  <a:lumOff val="100000"/>
                  <a:alpha val="0"/>
                </a:schemeClr>
              </a:gs>
              <a:gs pos="98000">
                <a:schemeClr val="tx1">
                  <a:alpha val="36817"/>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8">
            <a:extLst>
              <a:ext uri="{FF2B5EF4-FFF2-40B4-BE49-F238E27FC236}">
                <a16:creationId xmlns:a16="http://schemas.microsoft.com/office/drawing/2014/main" id="{8C4044F1-AF9F-8590-CECD-4670F1101CDD}"/>
              </a:ext>
            </a:extLst>
          </p:cNvPr>
          <p:cNvSpPr>
            <a:spLocks noGrp="1"/>
          </p:cNvSpPr>
          <p:nvPr>
            <p:ph type="body" sz="quarter" idx="12" hasCustomPrompt="1"/>
          </p:nvPr>
        </p:nvSpPr>
        <p:spPr>
          <a:xfrm>
            <a:off x="5695950" y="1939862"/>
            <a:ext cx="4800602" cy="492443"/>
          </a:xfrm>
        </p:spPr>
        <p:txBody>
          <a:bodyPr anchor="b">
            <a:spAutoFit/>
          </a:bodyPr>
          <a:lstStyle>
            <a:lvl1pPr marL="0" indent="0">
              <a:buNone/>
              <a:defRPr sz="32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Title of your section</a:t>
            </a:r>
          </a:p>
        </p:txBody>
      </p:sp>
      <p:sp>
        <p:nvSpPr>
          <p:cNvPr id="5" name="Content Placeholder 3">
            <a:extLst>
              <a:ext uri="{FF2B5EF4-FFF2-40B4-BE49-F238E27FC236}">
                <a16:creationId xmlns:a16="http://schemas.microsoft.com/office/drawing/2014/main" id="{E4B8D9A7-8B99-4922-D4B7-4595B6300F7C}"/>
              </a:ext>
            </a:extLst>
          </p:cNvPr>
          <p:cNvSpPr>
            <a:spLocks noGrp="1"/>
          </p:cNvSpPr>
          <p:nvPr>
            <p:ph sz="half" idx="2" hasCustomPrompt="1"/>
          </p:nvPr>
        </p:nvSpPr>
        <p:spPr>
          <a:xfrm>
            <a:off x="5695950" y="2643938"/>
            <a:ext cx="4800600" cy="3585412"/>
          </a:xfrm>
        </p:spPr>
        <p:txBody>
          <a:bodyPr>
            <a:normAutofit/>
          </a:bodyPr>
          <a:lstStyle>
            <a:lvl1pPr algn="l">
              <a:lnSpc>
                <a:spcPct val="100000"/>
              </a:lnSpc>
              <a:defRPr sz="1600" b="0" i="0">
                <a:latin typeface="Segoe UI Light" panose="020B0502040204020203" pitchFamily="34" charset="0"/>
                <a:cs typeface="Segoe UI Light" panose="020B0502040204020203" pitchFamily="34" charset="0"/>
              </a:defRPr>
            </a:lvl1pPr>
            <a:lvl2pPr algn="l">
              <a:lnSpc>
                <a:spcPct val="100000"/>
              </a:lnSpc>
              <a:defRPr sz="1400" b="0" i="0">
                <a:latin typeface="Segoe UI Light" panose="020B0502040204020203" pitchFamily="34" charset="0"/>
                <a:cs typeface="Segoe UI Light" panose="020B0502040204020203" pitchFamily="34" charset="0"/>
              </a:defRPr>
            </a:lvl2pPr>
            <a:lvl3pPr algn="l">
              <a:lnSpc>
                <a:spcPct val="100000"/>
              </a:lnSpc>
              <a:defRPr sz="1200" b="0" i="0">
                <a:latin typeface="Segoe UI Light" panose="020B0502040204020203" pitchFamily="34" charset="0"/>
                <a:cs typeface="Segoe UI Light" panose="020B0502040204020203" pitchFamily="34" charset="0"/>
              </a:defRPr>
            </a:lvl3pPr>
            <a:lvl4pPr algn="l">
              <a:lnSpc>
                <a:spcPct val="100000"/>
              </a:lnSpc>
              <a:defRPr sz="1100" b="0" i="0">
                <a:latin typeface="Segoe UI Light" panose="020B0502040204020203" pitchFamily="34" charset="0"/>
                <a:cs typeface="Segoe UI Light" panose="020B0502040204020203" pitchFamily="34" charset="0"/>
              </a:defRPr>
            </a:lvl4pPr>
            <a:lvl5pPr algn="l">
              <a:lnSpc>
                <a:spcPct val="100000"/>
              </a:lnSpc>
              <a:defRPr sz="1100" b="0" i="0">
                <a:latin typeface="Segoe UI Light" panose="020B0502040204020203" pitchFamily="34" charset="0"/>
                <a:cs typeface="Segoe UI Light" panose="020B0502040204020203" pitchFamily="34" charset="0"/>
              </a:defRPr>
            </a:lvl5pPr>
          </a:lstStyle>
          <a:p>
            <a:pPr lvl="0"/>
            <a:r>
              <a:rPr lang="en-US"/>
              <a:t>Details about your section</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6E3BAC0-D48D-95C3-7E47-615067406ABF}"/>
              </a:ext>
            </a:extLst>
          </p:cNvPr>
          <p:cNvSpPr txBox="1"/>
          <p:nvPr userDrawn="1"/>
        </p:nvSpPr>
        <p:spPr>
          <a:xfrm>
            <a:off x="609600" y="-571500"/>
            <a:ext cx="4389022" cy="9156353"/>
          </a:xfrm>
          <a:prstGeom prst="rect">
            <a:avLst/>
          </a:prstGeom>
          <a:noFill/>
        </p:spPr>
        <p:txBody>
          <a:bodyPr wrap="none" lIns="0" tIns="0" rIns="0" b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9500" b="1" i="0" u="none" strike="noStrike" kern="0" cap="none" spc="0" normalizeH="0" baseline="0" noProof="0">
                <a:ln>
                  <a:noFill/>
                </a:ln>
                <a:gradFill>
                  <a:gsLst>
                    <a:gs pos="69000">
                      <a:srgbClr val="E9F5FD"/>
                    </a:gs>
                    <a:gs pos="0">
                      <a:schemeClr val="accent1">
                        <a:lumMod val="5000"/>
                        <a:lumOff val="95000"/>
                      </a:schemeClr>
                    </a:gs>
                  </a:gsLst>
                  <a:lin ang="5400000" scaled="1"/>
                </a:gradFill>
                <a:effectLst/>
                <a:uLnTx/>
                <a:uFillTx/>
                <a:latin typeface="Segoe UI" panose="020B0502040204020203" pitchFamily="34" charset="0"/>
                <a:cs typeface="Segoe UI" panose="020B0502040204020203" pitchFamily="34" charset="0"/>
              </a:rPr>
              <a:t>5</a:t>
            </a:r>
          </a:p>
        </p:txBody>
      </p:sp>
    </p:spTree>
    <p:extLst>
      <p:ext uri="{BB962C8B-B14F-4D97-AF65-F5344CB8AC3E}">
        <p14:creationId xmlns:p14="http://schemas.microsoft.com/office/powerpoint/2010/main" val="2693575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88">
          <p15:clr>
            <a:srgbClr val="FBAE40"/>
          </p15:clr>
        </p15:guide>
        <p15:guide id="2" pos="661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3900" y="1362872"/>
            <a:ext cx="10515600" cy="443198"/>
          </a:xfrm>
        </p:spPr>
        <p:txBody>
          <a:bodyPr wrap="square">
            <a:spAutoFit/>
          </a:bodyPr>
          <a:lstStyle/>
          <a:p>
            <a:r>
              <a:rPr lang="en-US"/>
              <a:t>A concise, specific, and conversational active headline.</a:t>
            </a:r>
          </a:p>
        </p:txBody>
      </p:sp>
      <p:sp>
        <p:nvSpPr>
          <p:cNvPr id="10" name="Content Placeholder 2">
            <a:extLst>
              <a:ext uri="{FF2B5EF4-FFF2-40B4-BE49-F238E27FC236}">
                <a16:creationId xmlns:a16="http://schemas.microsoft.com/office/drawing/2014/main" id="{C48EC71C-D4A1-1E6C-CF0D-B6FC362ABF64}"/>
              </a:ext>
            </a:extLst>
          </p:cNvPr>
          <p:cNvSpPr>
            <a:spLocks noGrp="1"/>
          </p:cNvSpPr>
          <p:nvPr>
            <p:ph idx="1" hasCustomPrompt="1"/>
          </p:nvPr>
        </p:nvSpPr>
        <p:spPr>
          <a:xfrm>
            <a:off x="723900" y="2000250"/>
            <a:ext cx="10515600" cy="4171950"/>
          </a:xfrm>
        </p:spPr>
        <p:txBody>
          <a:bodyPr lIns="0" tIns="0" rIns="0" b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content</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743078C0-2270-0525-5AF4-41E6139CA407}"/>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Section header</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38229079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468">
          <p15:clr>
            <a:srgbClr val="9FCC3B"/>
          </p15:clr>
        </p15:guide>
        <p15:guide id="2" orient="horz" pos="1080">
          <p15:clr>
            <a:srgbClr val="9FCC3B"/>
          </p15:clr>
        </p15:guide>
        <p15:guide id="3" orient="horz" pos="1260">
          <p15:clr>
            <a:srgbClr val="5ACBF0"/>
          </p15:clr>
        </p15:guide>
        <p15:guide id="4" orient="horz" pos="3888">
          <p15:clr>
            <a:srgbClr val="5ACBF0"/>
          </p15:clr>
        </p15:guide>
        <p15:guide id="5" pos="708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Screen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DC042C5-C03D-7319-FB15-757960565E21}"/>
              </a:ext>
            </a:extLst>
          </p:cNvPr>
          <p:cNvSpPr>
            <a:spLocks noGrp="1"/>
          </p:cNvSpPr>
          <p:nvPr>
            <p:ph type="pic" sz="quarter" idx="17" hasCustomPrompt="1"/>
          </p:nvPr>
        </p:nvSpPr>
        <p:spPr>
          <a:xfrm>
            <a:off x="723900" y="514350"/>
            <a:ext cx="10629900" cy="5657850"/>
          </a:xfrm>
          <a:effectLst>
            <a:outerShdw blurRad="381000" dist="12700" dir="2700000" sx="101000" sy="101000" algn="tl" rotWithShape="0">
              <a:prstClr val="black">
                <a:alpha val="15000"/>
              </a:prstClr>
            </a:outerShdw>
          </a:effectLst>
        </p:spPr>
        <p:txBody>
          <a:bodyPr anchor="ctr">
            <a:normAutofit/>
          </a:bodyPr>
          <a:lstStyle>
            <a:lvl1pPr marL="0" indent="0" algn="r">
              <a:buNone/>
              <a:defRPr sz="1600"/>
            </a:lvl1pPr>
          </a:lstStyle>
          <a:p>
            <a:r>
              <a:rPr lang="en-US"/>
              <a:t>Click on the picture icon to add</a:t>
            </a:r>
            <a:br>
              <a:rPr lang="en-US"/>
            </a:br>
            <a:r>
              <a:rPr lang="en-US"/>
              <a:t>a full screen image to this slide</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2" name="Text Placeholder 75">
            <a:extLst>
              <a:ext uri="{FF2B5EF4-FFF2-40B4-BE49-F238E27FC236}">
                <a16:creationId xmlns:a16="http://schemas.microsoft.com/office/drawing/2014/main" id="{89F48259-349C-0F5E-935C-131772CA6DE9}"/>
              </a:ext>
            </a:extLst>
          </p:cNvPr>
          <p:cNvSpPr>
            <a:spLocks noGrp="1"/>
          </p:cNvSpPr>
          <p:nvPr>
            <p:ph type="body" sz="quarter" idx="63" hasCustomPrompt="1"/>
          </p:nvPr>
        </p:nvSpPr>
        <p:spPr>
          <a:xfrm>
            <a:off x="1809750" y="1341404"/>
            <a:ext cx="2457450" cy="4087846"/>
          </a:xfrm>
          <a:custGeom>
            <a:avLst/>
            <a:gdLst>
              <a:gd name="connsiteX0" fmla="*/ 97389 w 2457450"/>
              <a:gd name="connsiteY0" fmla="*/ 0 h 4087846"/>
              <a:gd name="connsiteX1" fmla="*/ 2360061 w 2457450"/>
              <a:gd name="connsiteY1" fmla="*/ 0 h 4087846"/>
              <a:gd name="connsiteX2" fmla="*/ 2457450 w 2457450"/>
              <a:gd name="connsiteY2" fmla="*/ 97389 h 4087846"/>
              <a:gd name="connsiteX3" fmla="*/ 2457450 w 2457450"/>
              <a:gd name="connsiteY3" fmla="*/ 3990457 h 4087846"/>
              <a:gd name="connsiteX4" fmla="*/ 2360061 w 2457450"/>
              <a:gd name="connsiteY4" fmla="*/ 4087846 h 4087846"/>
              <a:gd name="connsiteX5" fmla="*/ 97389 w 2457450"/>
              <a:gd name="connsiteY5" fmla="*/ 4087846 h 4087846"/>
              <a:gd name="connsiteX6" fmla="*/ 0 w 2457450"/>
              <a:gd name="connsiteY6" fmla="*/ 3990457 h 4087846"/>
              <a:gd name="connsiteX7" fmla="*/ 0 w 2457450"/>
              <a:gd name="connsiteY7" fmla="*/ 97389 h 4087846"/>
              <a:gd name="connsiteX8" fmla="*/ 97389 w 245745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4087846">
                <a:moveTo>
                  <a:pt x="97389" y="0"/>
                </a:moveTo>
                <a:lnTo>
                  <a:pt x="2360061" y="0"/>
                </a:lnTo>
                <a:cubicBezTo>
                  <a:pt x="2413847" y="0"/>
                  <a:pt x="2457450" y="43603"/>
                  <a:pt x="2457450" y="97389"/>
                </a:cubicBezTo>
                <a:lnTo>
                  <a:pt x="2457450" y="3990457"/>
                </a:lnTo>
                <a:cubicBezTo>
                  <a:pt x="2457450" y="4044243"/>
                  <a:pt x="2413847" y="4087846"/>
                  <a:pt x="2360061" y="4087846"/>
                </a:cubicBezTo>
                <a:lnTo>
                  <a:pt x="97389" y="4087846"/>
                </a:lnTo>
                <a:cubicBezTo>
                  <a:pt x="43603" y="4087846"/>
                  <a:pt x="0" y="4044243"/>
                  <a:pt x="0" y="3990457"/>
                </a:cubicBezTo>
                <a:lnTo>
                  <a:pt x="0" y="97389"/>
                </a:lnTo>
                <a:cubicBezTo>
                  <a:pt x="0" y="43603"/>
                  <a:pt x="43603" y="0"/>
                  <a:pt x="97389" y="0"/>
                </a:cubicBezTo>
                <a:close/>
              </a:path>
            </a:pathLst>
          </a:custGeom>
          <a:solidFill>
            <a:schemeClr val="bg1"/>
          </a:solidFill>
          <a:effectLst>
            <a:outerShdw blurRad="381000" dist="12700" dir="2700000" sx="101000" sy="101000" algn="tl" rotWithShape="0">
              <a:prstClr val="black">
                <a:alpha val="25000"/>
              </a:prstClr>
            </a:outerShdw>
          </a:effectLst>
        </p:spPr>
        <p:txBody>
          <a:bodyPr wrap="square" lIns="274320" tIns="987552" rIns="274320" bIns="868680" anchor="t" anchorCtr="0">
            <a:noAutofit/>
          </a:bodyPr>
          <a:lstStyle>
            <a:lvl1pPr marL="0" indent="0">
              <a:buNone/>
              <a:defRPr sz="1200"/>
            </a:lvl1pPr>
            <a:lvl2pPr>
              <a:defRPr sz="1100"/>
            </a:lvl2pPr>
            <a:lvl3pPr>
              <a:defRPr sz="1050"/>
            </a:lvl3pPr>
            <a:lvl4pPr>
              <a:defRPr sz="1000"/>
            </a:lvl4pPr>
            <a:lvl5pPr>
              <a:defRPr sz="1000"/>
            </a:lvl5pPr>
          </a:lstStyle>
          <a:p>
            <a:pPr lvl="0"/>
            <a:r>
              <a:rPr lang="en-US"/>
              <a:t>Click to edit section details.</a:t>
            </a:r>
          </a:p>
        </p:txBody>
      </p:sp>
      <p:sp>
        <p:nvSpPr>
          <p:cNvPr id="3" name="Text Placeholder 76">
            <a:extLst>
              <a:ext uri="{FF2B5EF4-FFF2-40B4-BE49-F238E27FC236}">
                <a16:creationId xmlns:a16="http://schemas.microsoft.com/office/drawing/2014/main" id="{FA85C8AE-F728-C678-CDB2-DF36511C3D12}"/>
              </a:ext>
            </a:extLst>
          </p:cNvPr>
          <p:cNvSpPr>
            <a:spLocks noGrp="1"/>
          </p:cNvSpPr>
          <p:nvPr>
            <p:ph type="body" sz="quarter" idx="64" hasCustomPrompt="1"/>
          </p:nvPr>
        </p:nvSpPr>
        <p:spPr>
          <a:xfrm>
            <a:off x="1809750" y="1341404"/>
            <a:ext cx="2457450" cy="769131"/>
          </a:xfrm>
          <a:custGeom>
            <a:avLst/>
            <a:gdLst>
              <a:gd name="connsiteX0" fmla="*/ 97389 w 2457450"/>
              <a:gd name="connsiteY0" fmla="*/ 0 h 769131"/>
              <a:gd name="connsiteX1" fmla="*/ 2360061 w 2457450"/>
              <a:gd name="connsiteY1" fmla="*/ 0 h 769131"/>
              <a:gd name="connsiteX2" fmla="*/ 2457450 w 2457450"/>
              <a:gd name="connsiteY2" fmla="*/ 97389 h 769131"/>
              <a:gd name="connsiteX3" fmla="*/ 2457450 w 2457450"/>
              <a:gd name="connsiteY3" fmla="*/ 338152 h 769131"/>
              <a:gd name="connsiteX4" fmla="*/ 2457450 w 2457450"/>
              <a:gd name="connsiteY4" fmla="*/ 769131 h 769131"/>
              <a:gd name="connsiteX5" fmla="*/ 0 w 2457450"/>
              <a:gd name="connsiteY5" fmla="*/ 769131 h 769131"/>
              <a:gd name="connsiteX6" fmla="*/ 0 w 2457450"/>
              <a:gd name="connsiteY6" fmla="*/ 348217 h 769131"/>
              <a:gd name="connsiteX7" fmla="*/ 0 w 2457450"/>
              <a:gd name="connsiteY7" fmla="*/ 97389 h 769131"/>
              <a:gd name="connsiteX8" fmla="*/ 97389 w 2457450"/>
              <a:gd name="connsiteY8" fmla="*/ 0 h 76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7450" h="769131">
                <a:moveTo>
                  <a:pt x="97389" y="0"/>
                </a:moveTo>
                <a:lnTo>
                  <a:pt x="2360061" y="0"/>
                </a:lnTo>
                <a:cubicBezTo>
                  <a:pt x="2413847" y="0"/>
                  <a:pt x="2457450" y="43603"/>
                  <a:pt x="2457450" y="97389"/>
                </a:cubicBezTo>
                <a:lnTo>
                  <a:pt x="2457450" y="338152"/>
                </a:lnTo>
                <a:lnTo>
                  <a:pt x="2457450" y="769131"/>
                </a:lnTo>
                <a:lnTo>
                  <a:pt x="0" y="769131"/>
                </a:lnTo>
                <a:lnTo>
                  <a:pt x="0" y="348217"/>
                </a:lnTo>
                <a:lnTo>
                  <a:pt x="0" y="97389"/>
                </a:lnTo>
                <a:cubicBezTo>
                  <a:pt x="0" y="43603"/>
                  <a:pt x="43603" y="0"/>
                  <a:pt x="97389" y="0"/>
                </a:cubicBezTo>
                <a:close/>
              </a:path>
            </a:pathLst>
          </a:custGeom>
          <a:gradFill>
            <a:gsLst>
              <a:gs pos="100000">
                <a:srgbClr val="B293E5"/>
              </a:gs>
              <a:gs pos="0">
                <a:srgbClr val="BA8CE4"/>
              </a:gs>
            </a:gsLst>
            <a:lin ang="4200000" scaled="0"/>
          </a:gradFill>
        </p:spPr>
        <p:txBody>
          <a:bodyPr wrap="square" lIns="274320" tIns="201168" rIns="274320" bIns="182880">
            <a:noAutofit/>
          </a:bodyPr>
          <a:lstStyle>
            <a:lvl1pPr marL="0" indent="0">
              <a:lnSpc>
                <a:spcPct val="90000"/>
              </a:lnSpc>
              <a:buNone/>
              <a:defRPr sz="1400">
                <a:solidFill>
                  <a:schemeClr val="bg2"/>
                </a:solidFill>
                <a:latin typeface="+mj-lt"/>
              </a:defRPr>
            </a:lvl1pPr>
          </a:lstStyle>
          <a:p>
            <a:pPr lvl="0"/>
            <a:r>
              <a:rPr lang="en-US"/>
              <a:t>The active headline for this card.</a:t>
            </a:r>
          </a:p>
        </p:txBody>
      </p:sp>
      <p:sp>
        <p:nvSpPr>
          <p:cNvPr id="9" name="Text Placeholder 77">
            <a:extLst>
              <a:ext uri="{FF2B5EF4-FFF2-40B4-BE49-F238E27FC236}">
                <a16:creationId xmlns:a16="http://schemas.microsoft.com/office/drawing/2014/main" id="{D550808A-A286-3572-4F8C-A3B04E288319}"/>
              </a:ext>
            </a:extLst>
          </p:cNvPr>
          <p:cNvSpPr>
            <a:spLocks noGrp="1"/>
          </p:cNvSpPr>
          <p:nvPr>
            <p:ph type="body" sz="quarter" idx="65" hasCustomPrompt="1"/>
          </p:nvPr>
        </p:nvSpPr>
        <p:spPr>
          <a:xfrm>
            <a:off x="1809750" y="4739294"/>
            <a:ext cx="2457450" cy="689956"/>
          </a:xfrm>
          <a:custGeom>
            <a:avLst/>
            <a:gdLst>
              <a:gd name="connsiteX0" fmla="*/ 0 w 2457450"/>
              <a:gd name="connsiteY0" fmla="*/ 0 h 685800"/>
              <a:gd name="connsiteX1" fmla="*/ 2457450 w 2457450"/>
              <a:gd name="connsiteY1" fmla="*/ 0 h 685800"/>
              <a:gd name="connsiteX2" fmla="*/ 2457450 w 2457450"/>
              <a:gd name="connsiteY2" fmla="*/ 410481 h 685800"/>
              <a:gd name="connsiteX3" fmla="*/ 2457450 w 2457450"/>
              <a:gd name="connsiteY3" fmla="*/ 589629 h 685800"/>
              <a:gd name="connsiteX4" fmla="*/ 2397969 w 2457450"/>
              <a:gd name="connsiteY4" fmla="*/ 679365 h 685800"/>
              <a:gd name="connsiteX5" fmla="*/ 2366094 w 2457450"/>
              <a:gd name="connsiteY5" fmla="*/ 685800 h 685800"/>
              <a:gd name="connsiteX6" fmla="*/ 91356 w 2457450"/>
              <a:gd name="connsiteY6" fmla="*/ 685800 h 685800"/>
              <a:gd name="connsiteX7" fmla="*/ 59481 w 2457450"/>
              <a:gd name="connsiteY7" fmla="*/ 679365 h 685800"/>
              <a:gd name="connsiteX8" fmla="*/ 0 w 2457450"/>
              <a:gd name="connsiteY8" fmla="*/ 589629 h 685800"/>
              <a:gd name="connsiteX9" fmla="*/ 0 w 2457450"/>
              <a:gd name="connsiteY9" fmla="*/ 392807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7450" h="685800">
                <a:moveTo>
                  <a:pt x="0" y="0"/>
                </a:moveTo>
                <a:lnTo>
                  <a:pt x="2457450" y="0"/>
                </a:lnTo>
                <a:lnTo>
                  <a:pt x="2457450" y="410481"/>
                </a:lnTo>
                <a:lnTo>
                  <a:pt x="2457450" y="589629"/>
                </a:lnTo>
                <a:cubicBezTo>
                  <a:pt x="2457450" y="629969"/>
                  <a:pt x="2432923" y="664580"/>
                  <a:pt x="2397969" y="679365"/>
                </a:cubicBezTo>
                <a:lnTo>
                  <a:pt x="2366094" y="685800"/>
                </a:lnTo>
                <a:lnTo>
                  <a:pt x="91356" y="685800"/>
                </a:lnTo>
                <a:lnTo>
                  <a:pt x="59481" y="679365"/>
                </a:lnTo>
                <a:cubicBezTo>
                  <a:pt x="24527" y="664580"/>
                  <a:pt x="0" y="629969"/>
                  <a:pt x="0" y="589629"/>
                </a:cubicBezTo>
                <a:lnTo>
                  <a:pt x="0" y="392807"/>
                </a:lnTo>
                <a:close/>
              </a:path>
            </a:pathLst>
          </a:custGeom>
          <a:solidFill>
            <a:schemeClr val="bg2"/>
          </a:solidFill>
        </p:spPr>
        <p:txBody>
          <a:bodyPr wrap="square" lIns="274320" tIns="228600" rIns="274320" bIns="228600" anchor="b">
            <a:noAutofit/>
          </a:bodyPr>
          <a:lstStyle>
            <a:lvl1pPr marL="0" indent="0">
              <a:lnSpc>
                <a:spcPct val="100000"/>
              </a:lnSpc>
              <a:buNone/>
              <a:defRPr sz="90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sem.</a:t>
            </a:r>
          </a:p>
        </p:txBody>
      </p:sp>
      <p:sp>
        <p:nvSpPr>
          <p:cNvPr id="10" name="Picture Placeholder 62">
            <a:extLst>
              <a:ext uri="{FF2B5EF4-FFF2-40B4-BE49-F238E27FC236}">
                <a16:creationId xmlns:a16="http://schemas.microsoft.com/office/drawing/2014/main" id="{65202BDA-2322-ACE3-E9A8-1F533BC684EB}"/>
              </a:ext>
            </a:extLst>
          </p:cNvPr>
          <p:cNvSpPr>
            <a:spLocks noGrp="1"/>
          </p:cNvSpPr>
          <p:nvPr>
            <p:ph type="pic" sz="quarter" idx="66" hasCustomPrompt="1"/>
          </p:nvPr>
        </p:nvSpPr>
        <p:spPr>
          <a:xfrm>
            <a:off x="1809750" y="2110394"/>
            <a:ext cx="2457450" cy="2628900"/>
          </a:xfrm>
          <a:solidFill>
            <a:schemeClr val="bg1"/>
          </a:solidFill>
        </p:spPr>
        <p:txBody>
          <a:bodyPr lIns="274320" tIns="274320" rIns="274320" bIns="274320" anchor="t">
            <a:normAutofit/>
          </a:bodyPr>
          <a:lstStyle>
            <a:lvl1pPr marL="0" indent="0" algn="l">
              <a:buNone/>
              <a:defRPr sz="1200"/>
            </a:lvl1pPr>
          </a:lstStyle>
          <a:p>
            <a:r>
              <a:rPr lang="en-US"/>
              <a:t>Click on the picture icon to add a full bleed image to this card or delete this placeholder to add other types of content.</a:t>
            </a:r>
          </a:p>
        </p:txBody>
      </p:sp>
    </p:spTree>
    <p:extLst>
      <p:ext uri="{BB962C8B-B14F-4D97-AF65-F5344CB8AC3E}">
        <p14:creationId xmlns:p14="http://schemas.microsoft.com/office/powerpoint/2010/main" val="4146490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276">
          <p15:clr>
            <a:srgbClr val="5ACBF0"/>
          </p15:clr>
        </p15:guide>
        <p15:guide id="2" orient="horz" pos="1188">
          <p15:clr>
            <a:srgbClr val="9FCC3B"/>
          </p15:clr>
        </p15:guide>
        <p15:guide id="3" orient="horz" pos="1476">
          <p15:clr>
            <a:srgbClr val="5ACBF0"/>
          </p15:clr>
        </p15:guide>
        <p15:guide id="4" orient="horz" pos="3888">
          <p15:clr>
            <a:srgbClr val="5ACBF0"/>
          </p15:clr>
        </p15:guide>
        <p15:guide id="5" pos="7152">
          <p15:clr>
            <a:srgbClr val="5ACBF0"/>
          </p15:clr>
        </p15:guide>
        <p15:guide id="6" pos="1140">
          <p15:clr>
            <a:srgbClr val="FBAE40"/>
          </p15:clr>
        </p15:guide>
        <p15:guide id="7" pos="2688">
          <p15:clr>
            <a:srgbClr val="FBAE40"/>
          </p15:clr>
        </p15:guide>
        <p15:guide id="8" orient="horz" pos="2988">
          <p15:clr>
            <a:srgbClr val="FBAE40"/>
          </p15:clr>
        </p15:guide>
        <p15:guide id="9" orient="horz" pos="3420">
          <p15:clr>
            <a:srgbClr val="FBAE40"/>
          </p15:clr>
        </p15:guide>
        <p15:guide id="10" orient="horz" pos="1332">
          <p15:clr>
            <a:srgbClr val="FBAE40"/>
          </p15:clr>
        </p15:guide>
        <p15:guide id="11" pos="1320">
          <p15:clr>
            <a:srgbClr val="5ACBF0"/>
          </p15:clr>
        </p15:guide>
        <p15:guide id="12" pos="2508">
          <p15:clr>
            <a:srgbClr val="5ACBF0"/>
          </p15:clr>
        </p15:guide>
        <p15:guide id="13" orient="horz" pos="3096">
          <p15:clr>
            <a:srgbClr val="5ACBF0"/>
          </p15:clr>
        </p15:guide>
        <p15:guide id="14" orient="horz" pos="84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Idea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DC042C5-C03D-7319-FB15-757960565E21}"/>
              </a:ext>
            </a:extLst>
          </p:cNvPr>
          <p:cNvSpPr>
            <a:spLocks noGrp="1"/>
          </p:cNvSpPr>
          <p:nvPr>
            <p:ph type="pic" sz="quarter" idx="17" hasCustomPrompt="1"/>
          </p:nvPr>
        </p:nvSpPr>
        <p:spPr>
          <a:xfrm>
            <a:off x="723900" y="514350"/>
            <a:ext cx="10629900" cy="5657850"/>
          </a:xfrm>
          <a:effectLst>
            <a:outerShdw blurRad="381000" dist="12700" dir="2700000" sx="101000" sy="101000" algn="tl" rotWithShape="0">
              <a:prstClr val="black">
                <a:alpha val="15000"/>
              </a:prstClr>
            </a:outerShdw>
          </a:effectLst>
        </p:spPr>
        <p:txBody>
          <a:bodyPr anchor="ctr">
            <a:normAutofit/>
          </a:bodyPr>
          <a:lstStyle>
            <a:lvl1pPr marL="0" indent="0" algn="r">
              <a:buNone/>
              <a:defRPr sz="1600"/>
            </a:lvl1pPr>
          </a:lstStyle>
          <a:p>
            <a:r>
              <a:rPr lang="en-US"/>
              <a:t>Click on the picture icon to add</a:t>
            </a:r>
            <a:br>
              <a:rPr lang="en-US"/>
            </a:br>
            <a:r>
              <a:rPr lang="en-US"/>
              <a:t>a full screen image to this slide</a:t>
            </a:r>
          </a:p>
        </p:txBody>
      </p:sp>
      <p:sp>
        <p:nvSpPr>
          <p:cNvPr id="20" name="Date Placeholder 19">
            <a:extLst>
              <a:ext uri="{FF2B5EF4-FFF2-40B4-BE49-F238E27FC236}">
                <a16:creationId xmlns:a16="http://schemas.microsoft.com/office/drawing/2014/main" id="{7AF16819-2921-255D-9D8C-2351717A7E27}"/>
              </a:ext>
            </a:extLst>
          </p:cNvPr>
          <p:cNvSpPr>
            <a:spLocks noGrp="1"/>
          </p:cNvSpPr>
          <p:nvPr>
            <p:ph type="dt" sz="half" idx="14"/>
          </p:nvPr>
        </p:nvSpPr>
        <p:spPr/>
        <p:txBody>
          <a:bodyPr/>
          <a:lstStyle/>
          <a:p>
            <a:r>
              <a:rPr lang="en-US"/>
              <a:t>Microsoft confidential</a:t>
            </a:r>
          </a:p>
        </p:txBody>
      </p:sp>
      <p:sp>
        <p:nvSpPr>
          <p:cNvPr id="21" name="Footer Placeholder 20">
            <a:extLst>
              <a:ext uri="{FF2B5EF4-FFF2-40B4-BE49-F238E27FC236}">
                <a16:creationId xmlns:a16="http://schemas.microsoft.com/office/drawing/2014/main" id="{9F8F8417-796E-7B12-425B-979865EC99E4}"/>
              </a:ext>
            </a:extLst>
          </p:cNvPr>
          <p:cNvSpPr>
            <a:spLocks noGrp="1"/>
          </p:cNvSpPr>
          <p:nvPr>
            <p:ph type="ftr" sz="quarter" idx="15"/>
          </p:nvPr>
        </p:nvSpPr>
        <p:spPr/>
        <p:txBody>
          <a:bodyPr/>
          <a:lstStyle/>
          <a:p>
            <a:r>
              <a:rPr lang="en-US"/>
              <a:t>Creating a scalable conversational UX</a:t>
            </a:r>
          </a:p>
        </p:txBody>
      </p:sp>
      <p:sp>
        <p:nvSpPr>
          <p:cNvPr id="22" name="Slide Number Placeholder 21">
            <a:extLst>
              <a:ext uri="{FF2B5EF4-FFF2-40B4-BE49-F238E27FC236}">
                <a16:creationId xmlns:a16="http://schemas.microsoft.com/office/drawing/2014/main" id="{151AE55D-1F6E-119D-8C74-D84C645F1FED}"/>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5" name="Title 1">
            <a:extLst>
              <a:ext uri="{FF2B5EF4-FFF2-40B4-BE49-F238E27FC236}">
                <a16:creationId xmlns:a16="http://schemas.microsoft.com/office/drawing/2014/main" id="{02073279-DEEC-1199-A7D7-4F2201C5A4CC}"/>
              </a:ext>
            </a:extLst>
          </p:cNvPr>
          <p:cNvSpPr>
            <a:spLocks noGrp="1"/>
          </p:cNvSpPr>
          <p:nvPr>
            <p:ph type="ctrTitle" hasCustomPrompt="1"/>
          </p:nvPr>
        </p:nvSpPr>
        <p:spPr>
          <a:xfrm>
            <a:off x="1166004" y="2686050"/>
            <a:ext cx="6286372" cy="1329595"/>
          </a:xfrm>
        </p:spPr>
        <p:txBody>
          <a:bodyPr wrap="square" lIns="0" tIns="0" rIns="0" bIns="0" anchor="b">
            <a:spAutoFit/>
          </a:bodyPr>
          <a:lstStyle>
            <a:lvl1pPr algn="l">
              <a:lnSpc>
                <a:spcPct val="80000"/>
              </a:lnSpc>
              <a:defRPr sz="5400"/>
            </a:lvl1pPr>
          </a:lstStyle>
          <a:p>
            <a:r>
              <a:rPr lang="en-US"/>
              <a:t>What’s your deck’s BIG idea?</a:t>
            </a:r>
          </a:p>
        </p:txBody>
      </p:sp>
      <p:sp>
        <p:nvSpPr>
          <p:cNvPr id="14" name="Subtitle 2">
            <a:extLst>
              <a:ext uri="{FF2B5EF4-FFF2-40B4-BE49-F238E27FC236}">
                <a16:creationId xmlns:a16="http://schemas.microsoft.com/office/drawing/2014/main" id="{70F2B796-1A13-3DA4-6B55-7378DB372589}"/>
              </a:ext>
            </a:extLst>
          </p:cNvPr>
          <p:cNvSpPr>
            <a:spLocks noGrp="1"/>
          </p:cNvSpPr>
          <p:nvPr>
            <p:ph type="subTitle" idx="1" hasCustomPrompt="1"/>
          </p:nvPr>
        </p:nvSpPr>
        <p:spPr>
          <a:xfrm>
            <a:off x="1157831" y="4092886"/>
            <a:ext cx="6309769" cy="276999"/>
          </a:xfrm>
        </p:spPr>
        <p:txBody>
          <a:bodyPr lIns="0" tIns="0" rIns="0" bIns="0">
            <a:spAutoFit/>
          </a:bodyPr>
          <a:lstStyle>
            <a:lvl1pPr marL="0" indent="0" algn="l">
              <a:buNone/>
              <a:defRPr sz="1800" b="0" i="0">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Subtext for your big idea.</a:t>
            </a:r>
          </a:p>
        </p:txBody>
      </p:sp>
    </p:spTree>
    <p:extLst>
      <p:ext uri="{BB962C8B-B14F-4D97-AF65-F5344CB8AC3E}">
        <p14:creationId xmlns:p14="http://schemas.microsoft.com/office/powerpoint/2010/main" val="10980101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4" orient="horz" pos="3888">
          <p15:clr>
            <a:srgbClr val="5ACBF0"/>
          </p15:clr>
        </p15:guide>
        <p15:guide id="5" pos="7152">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9141" y="2000250"/>
            <a:ext cx="5033854" cy="4171950"/>
          </a:xfrm>
        </p:spPr>
        <p:txBody>
          <a:bodyPr lIns="0" tIns="0" rIns="0" bIns="0">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0300" y="2000250"/>
            <a:ext cx="5029200" cy="4171950"/>
          </a:xfrm>
        </p:spPr>
        <p:txBody>
          <a:bodyPr lIns="0" tIns="0" rIns="0" bIns="0">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4">
            <a:extLst>
              <a:ext uri="{FF2B5EF4-FFF2-40B4-BE49-F238E27FC236}">
                <a16:creationId xmlns:a16="http://schemas.microsoft.com/office/drawing/2014/main" id="{7E75C38B-8E54-E117-9117-7872CD0AC978}"/>
              </a:ext>
            </a:extLst>
          </p:cNvPr>
          <p:cNvSpPr>
            <a:spLocks noGrp="1"/>
          </p:cNvSpPr>
          <p:nvPr>
            <p:ph type="body" sz="quarter" idx="13" hasCustomPrompt="1"/>
          </p:nvPr>
        </p:nvSpPr>
        <p:spPr>
          <a:xfrm>
            <a:off x="723900" y="523101"/>
            <a:ext cx="10515600"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4" name="Title 1">
            <a:extLst>
              <a:ext uri="{FF2B5EF4-FFF2-40B4-BE49-F238E27FC236}">
                <a16:creationId xmlns:a16="http://schemas.microsoft.com/office/drawing/2014/main" id="{9F1681E0-12FD-AC70-8FF7-1C501AC0DDB3}"/>
              </a:ext>
            </a:extLst>
          </p:cNvPr>
          <p:cNvSpPr>
            <a:spLocks noGrp="1"/>
          </p:cNvSpPr>
          <p:nvPr>
            <p:ph type="title" hasCustomPrompt="1"/>
          </p:nvPr>
        </p:nvSpPr>
        <p:spPr>
          <a:xfrm>
            <a:off x="723900" y="1360587"/>
            <a:ext cx="10515600" cy="443198"/>
          </a:xfrm>
        </p:spPr>
        <p:txBody>
          <a:bodyPr>
            <a:spAutoFit/>
          </a:bodyPr>
          <a:lstStyle/>
          <a:p>
            <a:r>
              <a:rPr lang="en-US"/>
              <a:t>A concise, specific, and conversational active headline.</a:t>
            </a:r>
          </a:p>
        </p:txBody>
      </p:sp>
      <p:sp>
        <p:nvSpPr>
          <p:cNvPr id="24" name="Date Placeholder 23">
            <a:extLst>
              <a:ext uri="{FF2B5EF4-FFF2-40B4-BE49-F238E27FC236}">
                <a16:creationId xmlns:a16="http://schemas.microsoft.com/office/drawing/2014/main" id="{F1B6B9A8-FA12-9F01-B049-08D7898C8C66}"/>
              </a:ext>
            </a:extLst>
          </p:cNvPr>
          <p:cNvSpPr>
            <a:spLocks noGrp="1"/>
          </p:cNvSpPr>
          <p:nvPr>
            <p:ph type="dt" sz="half" idx="14"/>
          </p:nvPr>
        </p:nvSpPr>
        <p:spPr/>
        <p:txBody>
          <a:bodyPr/>
          <a:lstStyle/>
          <a:p>
            <a:r>
              <a:rPr lang="en-US"/>
              <a:t>Microsoft confidential</a:t>
            </a:r>
          </a:p>
        </p:txBody>
      </p:sp>
      <p:sp>
        <p:nvSpPr>
          <p:cNvPr id="25" name="Footer Placeholder 24">
            <a:extLst>
              <a:ext uri="{FF2B5EF4-FFF2-40B4-BE49-F238E27FC236}">
                <a16:creationId xmlns:a16="http://schemas.microsoft.com/office/drawing/2014/main" id="{FB315955-CA93-774A-ED2C-A3D1EB5A2B87}"/>
              </a:ext>
            </a:extLst>
          </p:cNvPr>
          <p:cNvSpPr>
            <a:spLocks noGrp="1"/>
          </p:cNvSpPr>
          <p:nvPr>
            <p:ph type="ftr" sz="quarter" idx="15"/>
          </p:nvPr>
        </p:nvSpPr>
        <p:spPr/>
        <p:txBody>
          <a:bodyPr/>
          <a:lstStyle/>
          <a:p>
            <a:r>
              <a:rPr lang="en-US"/>
              <a:t>Creating a scalable conversational UX</a:t>
            </a:r>
          </a:p>
        </p:txBody>
      </p:sp>
      <p:sp>
        <p:nvSpPr>
          <p:cNvPr id="26" name="Slide Number Placeholder 25">
            <a:extLst>
              <a:ext uri="{FF2B5EF4-FFF2-40B4-BE49-F238E27FC236}">
                <a16:creationId xmlns:a16="http://schemas.microsoft.com/office/drawing/2014/main" id="{FC8595A1-EC1A-9B62-04DC-4D0078D988D8}"/>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181228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4" pos="3624">
          <p15:clr>
            <a:srgbClr val="5ACBF0"/>
          </p15:clr>
        </p15:guide>
        <p15:guide id="6" pos="3912">
          <p15:clr>
            <a:srgbClr val="5ACBF0"/>
          </p15:clr>
        </p15:guide>
        <p15:guide id="7" orient="horz" pos="468">
          <p15:clr>
            <a:srgbClr val="9FCC3B"/>
          </p15:clr>
        </p15:guide>
        <p15:guide id="8" orient="horz" pos="1080">
          <p15:clr>
            <a:srgbClr val="9FCC3B"/>
          </p15:clr>
        </p15:guide>
        <p15:guide id="9" pos="7080">
          <p15:clr>
            <a:srgbClr val="5ACBF0"/>
          </p15:clr>
        </p15:guide>
        <p15:guide id="10" orient="horz" pos="3888">
          <p15:clr>
            <a:srgbClr val="5ACBF0"/>
          </p15:clr>
        </p15:guide>
        <p15:guide id="11" orient="horz" pos="126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9" name="Date Placeholder 28">
            <a:extLst>
              <a:ext uri="{FF2B5EF4-FFF2-40B4-BE49-F238E27FC236}">
                <a16:creationId xmlns:a16="http://schemas.microsoft.com/office/drawing/2014/main" id="{ACB144BD-B311-397F-5257-D7D79B2FF924}"/>
              </a:ext>
            </a:extLst>
          </p:cNvPr>
          <p:cNvSpPr>
            <a:spLocks noGrp="1"/>
          </p:cNvSpPr>
          <p:nvPr>
            <p:ph type="dt" sz="half" idx="14"/>
          </p:nvPr>
        </p:nvSpPr>
        <p:spPr/>
        <p:txBody>
          <a:bodyPr/>
          <a:lstStyle/>
          <a:p>
            <a:r>
              <a:rPr lang="en-US"/>
              <a:t>Microsoft confidential</a:t>
            </a:r>
          </a:p>
        </p:txBody>
      </p:sp>
      <p:sp>
        <p:nvSpPr>
          <p:cNvPr id="30" name="Footer Placeholder 29">
            <a:extLst>
              <a:ext uri="{FF2B5EF4-FFF2-40B4-BE49-F238E27FC236}">
                <a16:creationId xmlns:a16="http://schemas.microsoft.com/office/drawing/2014/main" id="{1E95153C-9A7D-A36C-A8F7-C42DFF755FE9}"/>
              </a:ext>
            </a:extLst>
          </p:cNvPr>
          <p:cNvSpPr>
            <a:spLocks noGrp="1"/>
          </p:cNvSpPr>
          <p:nvPr>
            <p:ph type="ftr" sz="quarter" idx="15"/>
          </p:nvPr>
        </p:nvSpPr>
        <p:spPr/>
        <p:txBody>
          <a:bodyPr/>
          <a:lstStyle/>
          <a:p>
            <a:r>
              <a:rPr lang="en-US"/>
              <a:t>Creating a scalable conversational UX</a:t>
            </a:r>
          </a:p>
        </p:txBody>
      </p:sp>
      <p:sp>
        <p:nvSpPr>
          <p:cNvPr id="31" name="Slide Number Placeholder 30">
            <a:extLst>
              <a:ext uri="{FF2B5EF4-FFF2-40B4-BE49-F238E27FC236}">
                <a16:creationId xmlns:a16="http://schemas.microsoft.com/office/drawing/2014/main" id="{0D9E3049-EBC8-E121-6C9F-10FD7CF3B3DB}"/>
              </a:ext>
            </a:extLst>
          </p:cNvPr>
          <p:cNvSpPr>
            <a:spLocks noGrp="1"/>
          </p:cNvSpPr>
          <p:nvPr>
            <p:ph type="sldNum" sz="quarter" idx="16"/>
          </p:nvPr>
        </p:nvSpPr>
        <p:spPr/>
        <p:txBody>
          <a:bodyPr/>
          <a:lstStyle/>
          <a:p>
            <a:fld id="{9406BE13-FF2C-3A41-A53B-D6BC2DDA0AE5}" type="slidenum">
              <a:rPr lang="en-US" smtClean="0"/>
              <a:pPr/>
              <a:t>‹#›</a:t>
            </a:fld>
            <a:endParaRPr lang="en-US">
              <a:solidFill>
                <a:schemeClr val="bg1">
                  <a:lumMod val="85000"/>
                </a:schemeClr>
              </a:solidFill>
            </a:endParaRPr>
          </a:p>
        </p:txBody>
      </p:sp>
      <p:sp>
        <p:nvSpPr>
          <p:cNvPr id="15" name="Title 1">
            <a:extLst>
              <a:ext uri="{FF2B5EF4-FFF2-40B4-BE49-F238E27FC236}">
                <a16:creationId xmlns:a16="http://schemas.microsoft.com/office/drawing/2014/main" id="{8C5F29F9-F3BC-9CA5-E234-C8A45FAAF107}"/>
              </a:ext>
            </a:extLst>
          </p:cNvPr>
          <p:cNvSpPr>
            <a:spLocks noGrp="1"/>
          </p:cNvSpPr>
          <p:nvPr>
            <p:ph type="title" hasCustomPrompt="1"/>
          </p:nvPr>
        </p:nvSpPr>
        <p:spPr>
          <a:xfrm>
            <a:off x="723900" y="1362872"/>
            <a:ext cx="10515600" cy="443198"/>
          </a:xfrm>
        </p:spPr>
        <p:txBody>
          <a:bodyPr>
            <a:spAutoFit/>
          </a:bodyPr>
          <a:lstStyle/>
          <a:p>
            <a:r>
              <a:rPr lang="en-US"/>
              <a:t>A concise, specific, and conversational active headline.</a:t>
            </a:r>
          </a:p>
        </p:txBody>
      </p:sp>
      <p:sp>
        <p:nvSpPr>
          <p:cNvPr id="16" name="Text Placeholder 14">
            <a:extLst>
              <a:ext uri="{FF2B5EF4-FFF2-40B4-BE49-F238E27FC236}">
                <a16:creationId xmlns:a16="http://schemas.microsoft.com/office/drawing/2014/main" id="{B94F11F1-91FB-4498-1650-050D57F72529}"/>
              </a:ext>
            </a:extLst>
          </p:cNvPr>
          <p:cNvSpPr>
            <a:spLocks noGrp="1"/>
          </p:cNvSpPr>
          <p:nvPr>
            <p:ph type="body" sz="quarter" idx="13" hasCustomPrompt="1"/>
          </p:nvPr>
        </p:nvSpPr>
        <p:spPr>
          <a:xfrm>
            <a:off x="723899" y="523101"/>
            <a:ext cx="1051559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17" name="Text Placeholder 2">
            <a:extLst>
              <a:ext uri="{FF2B5EF4-FFF2-40B4-BE49-F238E27FC236}">
                <a16:creationId xmlns:a16="http://schemas.microsoft.com/office/drawing/2014/main" id="{DDC8933F-2ED5-F093-4DBD-EE128831F86B}"/>
              </a:ext>
            </a:extLst>
          </p:cNvPr>
          <p:cNvSpPr>
            <a:spLocks noGrp="1"/>
          </p:cNvSpPr>
          <p:nvPr>
            <p:ph type="body" idx="1"/>
          </p:nvPr>
        </p:nvSpPr>
        <p:spPr>
          <a:xfrm>
            <a:off x="731838" y="2263972"/>
            <a:ext cx="5021262" cy="307777"/>
          </a:xfrm>
        </p:spPr>
        <p:txBody>
          <a:bodyPr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E183D49-0B79-9D2F-E1C0-FAC3AE55F2B1}"/>
              </a:ext>
            </a:extLst>
          </p:cNvPr>
          <p:cNvSpPr>
            <a:spLocks noGrp="1"/>
          </p:cNvSpPr>
          <p:nvPr>
            <p:ph sz="half" idx="2"/>
          </p:nvPr>
        </p:nvSpPr>
        <p:spPr>
          <a:xfrm>
            <a:off x="723899" y="2628900"/>
            <a:ext cx="5029201"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F8981CC-D75B-97B1-238C-24F75D65E793}"/>
              </a:ext>
            </a:extLst>
          </p:cNvPr>
          <p:cNvSpPr>
            <a:spLocks noGrp="1"/>
          </p:cNvSpPr>
          <p:nvPr>
            <p:ph type="body" sz="quarter" idx="3"/>
          </p:nvPr>
        </p:nvSpPr>
        <p:spPr>
          <a:xfrm>
            <a:off x="6210299" y="2263972"/>
            <a:ext cx="5029201" cy="307777"/>
          </a:xfrm>
        </p:spPr>
        <p:txBody>
          <a:bodyPr anchor="b">
            <a:spAutoFit/>
          </a:bodyPr>
          <a:lstStyle>
            <a:lvl1pPr marL="0" indent="0">
              <a:buNone/>
              <a:defRPr sz="2000" b="1" i="0">
                <a:latin typeface="Segoe UI Semibold" panose="020B0502040204020203" pitchFamily="34" charset="0"/>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5">
            <a:extLst>
              <a:ext uri="{FF2B5EF4-FFF2-40B4-BE49-F238E27FC236}">
                <a16:creationId xmlns:a16="http://schemas.microsoft.com/office/drawing/2014/main" id="{305A6076-8ECA-B2DD-0C98-81433662E9CE}"/>
              </a:ext>
            </a:extLst>
          </p:cNvPr>
          <p:cNvSpPr>
            <a:spLocks noGrp="1"/>
          </p:cNvSpPr>
          <p:nvPr>
            <p:ph sz="quarter" idx="4"/>
          </p:nvPr>
        </p:nvSpPr>
        <p:spPr>
          <a:xfrm>
            <a:off x="6210299" y="2628900"/>
            <a:ext cx="5029201" cy="3543300"/>
          </a:xfrm>
        </p:spPr>
        <p:txBody>
          <a:bodyPr>
            <a:normAutofit/>
          </a:bodyPr>
          <a:lstStyle>
            <a:lvl1pPr algn="just">
              <a:lnSpc>
                <a:spcPct val="100000"/>
              </a:lnSpc>
              <a:defRPr sz="1600"/>
            </a:lvl1pPr>
            <a:lvl2pPr algn="just">
              <a:lnSpc>
                <a:spcPct val="100000"/>
              </a:lnSpc>
              <a:defRPr sz="1400"/>
            </a:lvl2pPr>
            <a:lvl3pPr algn="just">
              <a:lnSpc>
                <a:spcPct val="100000"/>
              </a:lnSpc>
              <a:defRPr sz="1200"/>
            </a:lvl3pPr>
            <a:lvl4pPr algn="just">
              <a:lnSpc>
                <a:spcPct val="100000"/>
              </a:lnSpc>
              <a:defRPr sz="1100"/>
            </a:lvl4pPr>
            <a:lvl5pPr algn="just">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9335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912">
          <p15:clr>
            <a:srgbClr val="5ACBF0"/>
          </p15:clr>
        </p15:guide>
        <p15:guide id="2" pos="3624">
          <p15:clr>
            <a:srgbClr val="5ACBF0"/>
          </p15:clr>
        </p15:guide>
        <p15:guide id="3" orient="horz" pos="468">
          <p15:clr>
            <a:srgbClr val="9FCC3B"/>
          </p15:clr>
        </p15:guide>
        <p15:guide id="4" orient="horz" pos="1080">
          <p15:clr>
            <a:srgbClr val="9FCC3B"/>
          </p15:clr>
        </p15:guide>
        <p15:guide id="5" orient="horz" pos="1656">
          <p15:clr>
            <a:srgbClr val="5ACBF0"/>
          </p15:clr>
        </p15:guide>
        <p15:guide id="6" orient="horz" pos="1584">
          <p15:clr>
            <a:srgbClr val="9FCC3B"/>
          </p15:clr>
        </p15:guide>
        <p15:guide id="7" orient="horz" pos="3888">
          <p15:clr>
            <a:srgbClr val="5ACBF0"/>
          </p15:clr>
        </p15:guide>
        <p15:guide id="8" pos="708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8" name="Text Placeholder 25">
            <a:extLst>
              <a:ext uri="{FF2B5EF4-FFF2-40B4-BE49-F238E27FC236}">
                <a16:creationId xmlns:a16="http://schemas.microsoft.com/office/drawing/2014/main" id="{67C96563-2CDA-3174-C71B-94C007A57D2B}"/>
              </a:ext>
            </a:extLst>
          </p:cNvPr>
          <p:cNvSpPr>
            <a:spLocks noGrp="1"/>
          </p:cNvSpPr>
          <p:nvPr>
            <p:ph type="body" sz="quarter" idx="25"/>
          </p:nvPr>
        </p:nvSpPr>
        <p:spPr>
          <a:xfrm>
            <a:off x="8324850" y="2057011"/>
            <a:ext cx="839779" cy="1029090"/>
          </a:xfrm>
          <a:blipFill dpi="0" rotWithShape="1">
            <a:blip r:embed="rId2"/>
            <a:srcRect/>
            <a:tile tx="-63500" ty="184150" sx="100000" sy="100000" flip="none" algn="bl"/>
          </a:blipFill>
        </p:spPr>
        <p:txBody>
          <a:bodyPr>
            <a:normAutofit/>
          </a:bodyPr>
          <a:lstStyle>
            <a:lvl1pPr marL="0" indent="0">
              <a:buNone/>
              <a:defRPr sz="100">
                <a:noFill/>
              </a:defRPr>
            </a:lvl1pPr>
          </a:lstStyle>
          <a:p>
            <a:pPr lvl="0"/>
            <a:endParaRPr lang="en-US"/>
          </a:p>
        </p:txBody>
      </p:sp>
      <p:sp>
        <p:nvSpPr>
          <p:cNvPr id="27" name="Text Placeholder 25">
            <a:extLst>
              <a:ext uri="{FF2B5EF4-FFF2-40B4-BE49-F238E27FC236}">
                <a16:creationId xmlns:a16="http://schemas.microsoft.com/office/drawing/2014/main" id="{5BB977C9-DFED-40B7-207F-2C7EE282F69F}"/>
              </a:ext>
            </a:extLst>
          </p:cNvPr>
          <p:cNvSpPr>
            <a:spLocks noGrp="1"/>
          </p:cNvSpPr>
          <p:nvPr>
            <p:ph type="body" sz="quarter" idx="24"/>
          </p:nvPr>
        </p:nvSpPr>
        <p:spPr>
          <a:xfrm>
            <a:off x="4527550" y="2059297"/>
            <a:ext cx="825500" cy="1026804"/>
          </a:xfrm>
          <a:blipFill dpi="0" rotWithShape="1">
            <a:blip r:embed="rId3"/>
            <a:srcRect/>
            <a:tile tx="-31750" ty="184150" sx="100000" sy="100000" flip="none" algn="bl"/>
          </a:blipFill>
        </p:spPr>
        <p:txBody>
          <a:bodyPr>
            <a:normAutofit/>
          </a:bodyPr>
          <a:lstStyle>
            <a:lvl1pPr marL="0" indent="0">
              <a:buNone/>
              <a:defRPr sz="100">
                <a:noFill/>
              </a:defRPr>
            </a:lvl1pPr>
          </a:lstStyle>
          <a:p>
            <a:pPr lvl="0"/>
            <a:endParaRPr lang="en-US"/>
          </a:p>
        </p:txBody>
      </p:sp>
      <p:sp>
        <p:nvSpPr>
          <p:cNvPr id="26" name="Text Placeholder 25">
            <a:extLst>
              <a:ext uri="{FF2B5EF4-FFF2-40B4-BE49-F238E27FC236}">
                <a16:creationId xmlns:a16="http://schemas.microsoft.com/office/drawing/2014/main" id="{D5BAD480-35FC-25A9-8E53-F73292B991A1}"/>
              </a:ext>
            </a:extLst>
          </p:cNvPr>
          <p:cNvSpPr>
            <a:spLocks noGrp="1"/>
          </p:cNvSpPr>
          <p:nvPr>
            <p:ph type="body" sz="quarter" idx="23"/>
          </p:nvPr>
        </p:nvSpPr>
        <p:spPr>
          <a:xfrm>
            <a:off x="723900" y="2104853"/>
            <a:ext cx="817558" cy="981247"/>
          </a:xfrm>
          <a:blipFill dpi="0" rotWithShape="1">
            <a:blip r:embed="rId4"/>
            <a:srcRect/>
            <a:tile tx="-101600" ty="184150" sx="100000" sy="100000" flip="none" algn="bl"/>
          </a:blipFill>
        </p:spPr>
        <p:txBody>
          <a:bodyPr>
            <a:normAutofit/>
          </a:bodyPr>
          <a:lstStyle>
            <a:lvl1pPr marL="0" indent="0">
              <a:buNone/>
              <a:defRPr sz="100">
                <a:noFill/>
              </a:defRPr>
            </a:lvl1pPr>
          </a:lstStyle>
          <a:p>
            <a:pPr lvl="0"/>
            <a:endParaRPr lang="en-US"/>
          </a:p>
        </p:txBody>
      </p:sp>
      <p:sp>
        <p:nvSpPr>
          <p:cNvPr id="8" name="Title 1">
            <a:extLst>
              <a:ext uri="{FF2B5EF4-FFF2-40B4-BE49-F238E27FC236}">
                <a16:creationId xmlns:a16="http://schemas.microsoft.com/office/drawing/2014/main" id="{18F7ED0E-D2A8-C252-D1B8-09F110AF6045}"/>
              </a:ext>
            </a:extLst>
          </p:cNvPr>
          <p:cNvSpPr>
            <a:spLocks noGrp="1"/>
          </p:cNvSpPr>
          <p:nvPr>
            <p:ph type="title" hasCustomPrompt="1"/>
          </p:nvPr>
        </p:nvSpPr>
        <p:spPr>
          <a:xfrm>
            <a:off x="723901" y="1362872"/>
            <a:ext cx="10515600" cy="443198"/>
          </a:xfrm>
        </p:spPr>
        <p:txBody>
          <a:bodyPr>
            <a:spAutoFit/>
          </a:bodyPr>
          <a:lstStyle/>
          <a:p>
            <a:r>
              <a:rPr lang="en-US"/>
              <a:t>A concise, specific, and conversational active headline.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7" name="Text Placeholder 15">
            <a:extLst>
              <a:ext uri="{FF2B5EF4-FFF2-40B4-BE49-F238E27FC236}">
                <a16:creationId xmlns:a16="http://schemas.microsoft.com/office/drawing/2014/main" id="{7BB3785E-D390-A6C5-57CC-4F9FB9C15612}"/>
              </a:ext>
            </a:extLst>
          </p:cNvPr>
          <p:cNvSpPr>
            <a:spLocks noGrp="1"/>
          </p:cNvSpPr>
          <p:nvPr>
            <p:ph type="body" sz="quarter" idx="14" hasCustomPrompt="1"/>
          </p:nvPr>
        </p:nvSpPr>
        <p:spPr>
          <a:xfrm>
            <a:off x="723900" y="3392424"/>
            <a:ext cx="2914646"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commodo</a:t>
            </a:r>
            <a:r>
              <a:rPr lang="en-US"/>
              <a:t>, </a:t>
            </a:r>
            <a:r>
              <a:rPr lang="en-US" err="1"/>
              <a:t>risus</a:t>
            </a:r>
            <a:r>
              <a:rPr lang="en-US"/>
              <a:t>.</a:t>
            </a:r>
          </a:p>
        </p:txBody>
      </p:sp>
      <p:sp>
        <p:nvSpPr>
          <p:cNvPr id="10" name="Text Placeholder 15">
            <a:extLst>
              <a:ext uri="{FF2B5EF4-FFF2-40B4-BE49-F238E27FC236}">
                <a16:creationId xmlns:a16="http://schemas.microsoft.com/office/drawing/2014/main" id="{29AA37EF-8374-B50A-530C-93ACFF2E27B2}"/>
              </a:ext>
            </a:extLst>
          </p:cNvPr>
          <p:cNvSpPr>
            <a:spLocks noGrp="1"/>
          </p:cNvSpPr>
          <p:nvPr>
            <p:ph type="body" sz="quarter" idx="15" hasCustomPrompt="1"/>
          </p:nvPr>
        </p:nvSpPr>
        <p:spPr>
          <a:xfrm>
            <a:off x="4526280" y="3392424"/>
            <a:ext cx="2916936"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1" name="Text Placeholder 15">
            <a:extLst>
              <a:ext uri="{FF2B5EF4-FFF2-40B4-BE49-F238E27FC236}">
                <a16:creationId xmlns:a16="http://schemas.microsoft.com/office/drawing/2014/main" id="{F1F22DE8-C2A8-3FE0-93FE-7579A240109D}"/>
              </a:ext>
            </a:extLst>
          </p:cNvPr>
          <p:cNvSpPr>
            <a:spLocks noGrp="1"/>
          </p:cNvSpPr>
          <p:nvPr>
            <p:ph type="body" sz="quarter" idx="16" hasCustomPrompt="1"/>
          </p:nvPr>
        </p:nvSpPr>
        <p:spPr>
          <a:xfrm>
            <a:off x="8324850" y="3392424"/>
            <a:ext cx="2914650" cy="493776"/>
          </a:xfrm>
        </p:spPr>
        <p:txBody>
          <a:bodyPr anchor="b">
            <a:spAutoFit/>
          </a:bodyPr>
          <a:lstStyle>
            <a:lvl1pPr marL="0" indent="0">
              <a:lnSpc>
                <a:spcPct val="90000"/>
              </a:lnSpc>
              <a:buNone/>
              <a:defRPr sz="1800">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2" name="Content Placeholder 19">
            <a:extLst>
              <a:ext uri="{FF2B5EF4-FFF2-40B4-BE49-F238E27FC236}">
                <a16:creationId xmlns:a16="http://schemas.microsoft.com/office/drawing/2014/main" id="{192115A2-0808-FBDB-6F16-145807FDEF93}"/>
              </a:ext>
            </a:extLst>
          </p:cNvPr>
          <p:cNvSpPr>
            <a:spLocks noGrp="1"/>
          </p:cNvSpPr>
          <p:nvPr>
            <p:ph sz="quarter" idx="17" hasCustomPrompt="1"/>
          </p:nvPr>
        </p:nvSpPr>
        <p:spPr>
          <a:xfrm>
            <a:off x="723900" y="4072080"/>
            <a:ext cx="2916936" cy="2100120"/>
          </a:xfrm>
        </p:spPr>
        <p:txBody>
          <a:bodyPr>
            <a:normAutofit/>
          </a:bodyPr>
          <a:lstStyle>
            <a:lvl1pPr marL="0" indent="0">
              <a:lnSpc>
                <a:spcPct val="90000"/>
              </a:lnSpc>
              <a:buNone/>
              <a:defRPr sz="1600"/>
            </a:lvl1pPr>
          </a:lstStyle>
          <a:p>
            <a:pPr lvl="0"/>
            <a:r>
              <a:rPr lang="en-US"/>
              <a:t>Click to edit Master text styles.</a:t>
            </a:r>
          </a:p>
        </p:txBody>
      </p:sp>
      <p:sp>
        <p:nvSpPr>
          <p:cNvPr id="13" name="Content Placeholder 19">
            <a:extLst>
              <a:ext uri="{FF2B5EF4-FFF2-40B4-BE49-F238E27FC236}">
                <a16:creationId xmlns:a16="http://schemas.microsoft.com/office/drawing/2014/main" id="{1529B278-0AE8-489F-1BFD-04F77AD041CE}"/>
              </a:ext>
            </a:extLst>
          </p:cNvPr>
          <p:cNvSpPr>
            <a:spLocks noGrp="1"/>
          </p:cNvSpPr>
          <p:nvPr>
            <p:ph sz="quarter" idx="18" hasCustomPrompt="1"/>
          </p:nvPr>
        </p:nvSpPr>
        <p:spPr>
          <a:xfrm>
            <a:off x="4526281" y="4072080"/>
            <a:ext cx="2912744" cy="2100120"/>
          </a:xfrm>
        </p:spPr>
        <p:txBody>
          <a:bodyPr>
            <a:normAutofit/>
          </a:bodyPr>
          <a:lstStyle>
            <a:lvl1pPr marL="0" indent="0">
              <a:lnSpc>
                <a:spcPct val="90000"/>
              </a:lnSpc>
              <a:buNone/>
              <a:defRPr sz="1600"/>
            </a:lvl1pPr>
          </a:lstStyle>
          <a:p>
            <a:pPr lvl="0"/>
            <a:r>
              <a:rPr lang="en-US"/>
              <a:t>Click to edit Master text styles.</a:t>
            </a:r>
          </a:p>
        </p:txBody>
      </p:sp>
      <p:sp>
        <p:nvSpPr>
          <p:cNvPr id="14" name="Content Placeholder 19">
            <a:extLst>
              <a:ext uri="{FF2B5EF4-FFF2-40B4-BE49-F238E27FC236}">
                <a16:creationId xmlns:a16="http://schemas.microsoft.com/office/drawing/2014/main" id="{70FD98F1-E9B7-D9CF-7872-1AD38AA37389}"/>
              </a:ext>
            </a:extLst>
          </p:cNvPr>
          <p:cNvSpPr>
            <a:spLocks noGrp="1"/>
          </p:cNvSpPr>
          <p:nvPr>
            <p:ph sz="quarter" idx="19" hasCustomPrompt="1"/>
          </p:nvPr>
        </p:nvSpPr>
        <p:spPr>
          <a:xfrm>
            <a:off x="8324850" y="4072080"/>
            <a:ext cx="2914649" cy="2100120"/>
          </a:xfrm>
        </p:spPr>
        <p:txBody>
          <a:bodyPr>
            <a:normAutofit/>
          </a:bodyPr>
          <a:lstStyle>
            <a:lvl1pPr marL="0" indent="0">
              <a:lnSpc>
                <a:spcPct val="90000"/>
              </a:lnSpc>
              <a:buNone/>
              <a:defRPr sz="1600"/>
            </a:lvl1pPr>
          </a:lstStyle>
          <a:p>
            <a:pPr lvl="0"/>
            <a:r>
              <a:rPr lang="en-US"/>
              <a:t>Click to edit Master text styles.</a:t>
            </a:r>
          </a:p>
        </p:txBody>
      </p:sp>
      <p:cxnSp>
        <p:nvCxnSpPr>
          <p:cNvPr id="16" name="Straight Connector 15">
            <a:extLst>
              <a:ext uri="{FF2B5EF4-FFF2-40B4-BE49-F238E27FC236}">
                <a16:creationId xmlns:a16="http://schemas.microsoft.com/office/drawing/2014/main" id="{BAF4B77B-F06C-6142-73B4-3F2297C4CD47}"/>
              </a:ext>
            </a:extLst>
          </p:cNvPr>
          <p:cNvCxnSpPr/>
          <p:nvPr userDrawn="1"/>
        </p:nvCxnSpPr>
        <p:spPr>
          <a:xfrm>
            <a:off x="4081463" y="200609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5980A5-4BAC-59E6-DFFC-535E033F480C}"/>
              </a:ext>
            </a:extLst>
          </p:cNvPr>
          <p:cNvCxnSpPr/>
          <p:nvPr userDrawn="1"/>
        </p:nvCxnSpPr>
        <p:spPr>
          <a:xfrm>
            <a:off x="7893050" y="2006093"/>
            <a:ext cx="0" cy="4223257"/>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8" name="Date Placeholder 47">
            <a:extLst>
              <a:ext uri="{FF2B5EF4-FFF2-40B4-BE49-F238E27FC236}">
                <a16:creationId xmlns:a16="http://schemas.microsoft.com/office/drawing/2014/main" id="{C26A5604-9F6C-AB3D-FD4B-32C5D61EDA16}"/>
              </a:ext>
            </a:extLst>
          </p:cNvPr>
          <p:cNvSpPr>
            <a:spLocks noGrp="1"/>
          </p:cNvSpPr>
          <p:nvPr>
            <p:ph type="dt" sz="half" idx="26"/>
          </p:nvPr>
        </p:nvSpPr>
        <p:spPr/>
        <p:txBody>
          <a:bodyPr/>
          <a:lstStyle/>
          <a:p>
            <a:r>
              <a:rPr lang="en-US"/>
              <a:t>Microsoft confidential</a:t>
            </a:r>
          </a:p>
        </p:txBody>
      </p:sp>
      <p:sp>
        <p:nvSpPr>
          <p:cNvPr id="49" name="Footer Placeholder 48">
            <a:extLst>
              <a:ext uri="{FF2B5EF4-FFF2-40B4-BE49-F238E27FC236}">
                <a16:creationId xmlns:a16="http://schemas.microsoft.com/office/drawing/2014/main" id="{471D7A22-AC99-A318-AB56-8FC146FC5960}"/>
              </a:ext>
            </a:extLst>
          </p:cNvPr>
          <p:cNvSpPr>
            <a:spLocks noGrp="1"/>
          </p:cNvSpPr>
          <p:nvPr>
            <p:ph type="ftr" sz="quarter" idx="27"/>
          </p:nvPr>
        </p:nvSpPr>
        <p:spPr/>
        <p:txBody>
          <a:bodyPr/>
          <a:lstStyle/>
          <a:p>
            <a:r>
              <a:rPr lang="en-US"/>
              <a:t>Creating a scalable conversational UX</a:t>
            </a:r>
          </a:p>
        </p:txBody>
      </p:sp>
      <p:sp>
        <p:nvSpPr>
          <p:cNvPr id="50" name="Slide Number Placeholder 49">
            <a:extLst>
              <a:ext uri="{FF2B5EF4-FFF2-40B4-BE49-F238E27FC236}">
                <a16:creationId xmlns:a16="http://schemas.microsoft.com/office/drawing/2014/main" id="{2B96B48F-EA62-87B5-345F-9847CE7FD401}"/>
              </a:ext>
            </a:extLst>
          </p:cNvPr>
          <p:cNvSpPr>
            <a:spLocks noGrp="1"/>
          </p:cNvSpPr>
          <p:nvPr>
            <p:ph type="sldNum" sz="quarter" idx="28"/>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26637834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292">
          <p15:clr>
            <a:srgbClr val="5ACBF0"/>
          </p15:clr>
        </p15:guide>
        <p15:guide id="2" pos="2852">
          <p15:clr>
            <a:srgbClr val="5ACBF0"/>
          </p15:clr>
        </p15:guide>
        <p15:guide id="3" pos="4686">
          <p15:clr>
            <a:srgbClr val="5ACBF0"/>
          </p15:clr>
        </p15:guide>
        <p15:guide id="4" pos="5244">
          <p15:clr>
            <a:srgbClr val="5ACBF0"/>
          </p15:clr>
        </p15:guide>
        <p15:guide id="6" pos="2571">
          <p15:clr>
            <a:srgbClr val="FBAE40"/>
          </p15:clr>
        </p15:guide>
        <p15:guide id="7" pos="4972">
          <p15:clr>
            <a:srgbClr val="FBAE40"/>
          </p15:clr>
        </p15:guide>
        <p15:guide id="8" orient="horz" pos="468">
          <p15:clr>
            <a:srgbClr val="9FCC3B"/>
          </p15:clr>
        </p15:guide>
        <p15:guide id="9" orient="horz" pos="1080">
          <p15:clr>
            <a:srgbClr val="9FCC3B"/>
          </p15:clr>
        </p15:guide>
        <p15:guide id="10" pos="7080">
          <p15:clr>
            <a:srgbClr val="5ACBF0"/>
          </p15:clr>
        </p15:guide>
        <p15:guide id="11" orient="horz" pos="3888">
          <p15:clr>
            <a:srgbClr val="5ACBF0"/>
          </p15:clr>
        </p15:guide>
        <p15:guide id="12" orient="horz" pos="2556">
          <p15:clr>
            <a:srgbClr val="5ACBF0"/>
          </p15:clr>
        </p15:guide>
        <p15:guide id="13" orient="horz" pos="2412">
          <p15:clr>
            <a:srgbClr val="9FCC3B"/>
          </p15:clr>
        </p15:guide>
        <p15:guide id="14" orient="horz" pos="1908">
          <p15:clr>
            <a:srgbClr val="9FCC3B"/>
          </p15:clr>
        </p15:guide>
        <p15:guide id="15" orient="horz" pos="12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Cards">
    <p:spTree>
      <p:nvGrpSpPr>
        <p:cNvPr id="1" name=""/>
        <p:cNvGrpSpPr/>
        <p:nvPr/>
      </p:nvGrpSpPr>
      <p:grpSpPr>
        <a:xfrm>
          <a:off x="0" y="0"/>
          <a:ext cx="0" cy="0"/>
          <a:chOff x="0" y="0"/>
          <a:chExt cx="0" cy="0"/>
        </a:xfrm>
      </p:grpSpPr>
      <p:sp>
        <p:nvSpPr>
          <p:cNvPr id="143" name="Text Placeholder 142">
            <a:extLst>
              <a:ext uri="{FF2B5EF4-FFF2-40B4-BE49-F238E27FC236}">
                <a16:creationId xmlns:a16="http://schemas.microsoft.com/office/drawing/2014/main" id="{C8C0B12A-6049-6481-4FAE-B2050289C56F}"/>
              </a:ext>
            </a:extLst>
          </p:cNvPr>
          <p:cNvSpPr>
            <a:spLocks noGrp="1"/>
          </p:cNvSpPr>
          <p:nvPr>
            <p:ph type="body" sz="quarter" idx="48"/>
          </p:nvPr>
        </p:nvSpPr>
        <p:spPr>
          <a:xfrm>
            <a:off x="7928084" y="2090912"/>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8" name="Title 1">
            <a:extLst>
              <a:ext uri="{FF2B5EF4-FFF2-40B4-BE49-F238E27FC236}">
                <a16:creationId xmlns:a16="http://schemas.microsoft.com/office/drawing/2014/main" id="{18F7ED0E-D2A8-C252-D1B8-09F110AF6045}"/>
              </a:ext>
            </a:extLst>
          </p:cNvPr>
          <p:cNvSpPr>
            <a:spLocks noGrp="1"/>
          </p:cNvSpPr>
          <p:nvPr>
            <p:ph type="title"/>
          </p:nvPr>
        </p:nvSpPr>
        <p:spPr>
          <a:xfrm>
            <a:off x="723901" y="1362872"/>
            <a:ext cx="10515600" cy="443198"/>
          </a:xfrm>
        </p:spPr>
        <p:txBody>
          <a:bodyPr>
            <a:spAutoFit/>
          </a:bodyPr>
          <a:lstStyle/>
          <a:p>
            <a:r>
              <a:rPr lang="en-US"/>
              <a:t>Click to edit Master title style</a:t>
            </a:r>
          </a:p>
        </p:txBody>
      </p:sp>
      <p:sp>
        <p:nvSpPr>
          <p:cNvPr id="9" name="Text Placeholder 14">
            <a:extLst>
              <a:ext uri="{FF2B5EF4-FFF2-40B4-BE49-F238E27FC236}">
                <a16:creationId xmlns:a16="http://schemas.microsoft.com/office/drawing/2014/main" id="{7E738742-55AE-F5FD-A161-CD60751CD026}"/>
              </a:ext>
            </a:extLst>
          </p:cNvPr>
          <p:cNvSpPr>
            <a:spLocks noGrp="1"/>
          </p:cNvSpPr>
          <p:nvPr>
            <p:ph type="body" sz="quarter" idx="13" hasCustomPrompt="1"/>
          </p:nvPr>
        </p:nvSpPr>
        <p:spPr>
          <a:xfrm>
            <a:off x="723899" y="523101"/>
            <a:ext cx="10520259" cy="276999"/>
          </a:xfrm>
        </p:spPr>
        <p:txBody>
          <a:bodyPr anchor="b">
            <a:spAutoFit/>
          </a:bodyPr>
          <a:lstStyle>
            <a:lvl1pPr marL="0" indent="0">
              <a:buNone/>
              <a:defRPr sz="1800">
                <a:gradFill>
                  <a:gsLst>
                    <a:gs pos="0">
                      <a:schemeClr val="accent1">
                        <a:lumMod val="96000"/>
                      </a:schemeClr>
                    </a:gs>
                    <a:gs pos="99000">
                      <a:schemeClr val="accent2">
                        <a:lumMod val="60000"/>
                        <a:lumOff val="40000"/>
                      </a:schemeClr>
                    </a:gs>
                  </a:gsLst>
                  <a:lin ang="4200000" scaled="0"/>
                </a:gradFill>
                <a:latin typeface="+mj-lt"/>
              </a:defRPr>
            </a:lvl1pPr>
            <a:lvl2pPr>
              <a:defRPr sz="1800">
                <a:gradFill>
                  <a:gsLst>
                    <a:gs pos="0">
                      <a:schemeClr val="accent1">
                        <a:lumMod val="96000"/>
                      </a:schemeClr>
                    </a:gs>
                    <a:gs pos="99000">
                      <a:schemeClr val="accent2">
                        <a:lumMod val="60000"/>
                        <a:lumOff val="40000"/>
                      </a:schemeClr>
                    </a:gs>
                  </a:gsLst>
                  <a:lin ang="4200000" scaled="0"/>
                </a:gradFill>
                <a:latin typeface="+mj-lt"/>
              </a:defRPr>
            </a:lvl2pPr>
            <a:lvl3pPr>
              <a:defRPr sz="1800">
                <a:gradFill>
                  <a:gsLst>
                    <a:gs pos="0">
                      <a:schemeClr val="accent1">
                        <a:lumMod val="96000"/>
                      </a:schemeClr>
                    </a:gs>
                    <a:gs pos="99000">
                      <a:schemeClr val="accent2">
                        <a:lumMod val="60000"/>
                        <a:lumOff val="40000"/>
                      </a:schemeClr>
                    </a:gs>
                  </a:gsLst>
                  <a:lin ang="4200000" scaled="0"/>
                </a:gradFill>
                <a:latin typeface="+mj-lt"/>
              </a:defRPr>
            </a:lvl3pPr>
            <a:lvl4pPr>
              <a:defRPr sz="1800">
                <a:gradFill>
                  <a:gsLst>
                    <a:gs pos="0">
                      <a:schemeClr val="accent1">
                        <a:lumMod val="96000"/>
                      </a:schemeClr>
                    </a:gs>
                    <a:gs pos="99000">
                      <a:schemeClr val="accent2">
                        <a:lumMod val="60000"/>
                        <a:lumOff val="40000"/>
                      </a:schemeClr>
                    </a:gs>
                  </a:gsLst>
                  <a:lin ang="4200000" scaled="0"/>
                </a:gradFill>
                <a:latin typeface="+mj-lt"/>
              </a:defRPr>
            </a:lvl4pPr>
            <a:lvl5pPr>
              <a:defRPr sz="1800">
                <a:gradFill>
                  <a:gsLst>
                    <a:gs pos="0">
                      <a:schemeClr val="accent1">
                        <a:lumMod val="96000"/>
                      </a:schemeClr>
                    </a:gs>
                    <a:gs pos="99000">
                      <a:schemeClr val="accent2">
                        <a:lumMod val="60000"/>
                        <a:lumOff val="40000"/>
                      </a:schemeClr>
                    </a:gs>
                  </a:gsLst>
                  <a:lin ang="4200000" scaled="0"/>
                </a:gradFill>
                <a:latin typeface="+mj-lt"/>
              </a:defRPr>
            </a:lvl5pPr>
          </a:lstStyle>
          <a:p>
            <a:pPr lvl="0"/>
            <a:r>
              <a:rPr lang="en-US"/>
              <a:t>Sub header</a:t>
            </a:r>
          </a:p>
        </p:txBody>
      </p:sp>
      <p:sp>
        <p:nvSpPr>
          <p:cNvPr id="83" name="Date Placeholder 82">
            <a:extLst>
              <a:ext uri="{FF2B5EF4-FFF2-40B4-BE49-F238E27FC236}">
                <a16:creationId xmlns:a16="http://schemas.microsoft.com/office/drawing/2014/main" id="{211705BF-7E4B-1843-4CC6-BB3616F89C84}"/>
              </a:ext>
            </a:extLst>
          </p:cNvPr>
          <p:cNvSpPr>
            <a:spLocks noGrp="1"/>
          </p:cNvSpPr>
          <p:nvPr>
            <p:ph type="dt" sz="half" idx="33"/>
          </p:nvPr>
        </p:nvSpPr>
        <p:spPr>
          <a:gradFill>
            <a:lin ang="0" scaled="0"/>
          </a:gradFill>
        </p:spPr>
        <p:txBody>
          <a:bodyPr/>
          <a:lstStyle/>
          <a:p>
            <a:r>
              <a:rPr lang="en-US"/>
              <a:t>Microsoft confidential</a:t>
            </a:r>
          </a:p>
        </p:txBody>
      </p:sp>
      <p:sp>
        <p:nvSpPr>
          <p:cNvPr id="84" name="Footer Placeholder 83">
            <a:extLst>
              <a:ext uri="{FF2B5EF4-FFF2-40B4-BE49-F238E27FC236}">
                <a16:creationId xmlns:a16="http://schemas.microsoft.com/office/drawing/2014/main" id="{81B8593B-ACBC-07ED-653D-AC773D8A4103}"/>
              </a:ext>
            </a:extLst>
          </p:cNvPr>
          <p:cNvSpPr>
            <a:spLocks noGrp="1"/>
          </p:cNvSpPr>
          <p:nvPr>
            <p:ph type="ftr" sz="quarter" idx="34"/>
          </p:nvPr>
        </p:nvSpPr>
        <p:spPr/>
        <p:txBody>
          <a:bodyPr/>
          <a:lstStyle/>
          <a:p>
            <a:r>
              <a:rPr lang="en-US"/>
              <a:t>Creating a scalable conversational UX</a:t>
            </a:r>
          </a:p>
        </p:txBody>
      </p:sp>
      <p:sp>
        <p:nvSpPr>
          <p:cNvPr id="85" name="Slide Number Placeholder 84">
            <a:extLst>
              <a:ext uri="{FF2B5EF4-FFF2-40B4-BE49-F238E27FC236}">
                <a16:creationId xmlns:a16="http://schemas.microsoft.com/office/drawing/2014/main" id="{33B81391-D441-2EAC-7A49-020766F1233D}"/>
              </a:ext>
            </a:extLst>
          </p:cNvPr>
          <p:cNvSpPr>
            <a:spLocks noGrp="1"/>
          </p:cNvSpPr>
          <p:nvPr>
            <p:ph type="sldNum" sz="quarter" idx="35"/>
          </p:nvPr>
        </p:nvSpPr>
        <p:spPr/>
        <p:txBody>
          <a:bodyPr/>
          <a:lstStyle/>
          <a:p>
            <a:fld id="{9406BE13-FF2C-3A41-A53B-D6BC2DDA0AE5}" type="slidenum">
              <a:rPr lang="en-US" smtClean="0"/>
              <a:pPr/>
              <a:t>‹#›</a:t>
            </a:fld>
            <a:endParaRPr lang="en-US"/>
          </a:p>
        </p:txBody>
      </p:sp>
      <p:sp>
        <p:nvSpPr>
          <p:cNvPr id="166" name="Text Placeholder 165">
            <a:extLst>
              <a:ext uri="{FF2B5EF4-FFF2-40B4-BE49-F238E27FC236}">
                <a16:creationId xmlns:a16="http://schemas.microsoft.com/office/drawing/2014/main" id="{07A35E2A-9852-410D-56F6-83D92AFE7F80}"/>
              </a:ext>
            </a:extLst>
          </p:cNvPr>
          <p:cNvSpPr>
            <a:spLocks noGrp="1"/>
          </p:cNvSpPr>
          <p:nvPr>
            <p:ph type="body" sz="quarter" idx="45" hasCustomPrompt="1"/>
          </p:nvPr>
        </p:nvSpPr>
        <p:spPr>
          <a:xfrm>
            <a:off x="7928084"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A6A1EA"/>
              </a:gs>
              <a:gs pos="100000">
                <a:srgbClr val="9CACED"/>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45" name="Picture Placeholder 144">
            <a:extLst>
              <a:ext uri="{FF2B5EF4-FFF2-40B4-BE49-F238E27FC236}">
                <a16:creationId xmlns:a16="http://schemas.microsoft.com/office/drawing/2014/main" id="{377AA7B1-FD99-B3B1-B6E4-C18A5DAE2AB3}"/>
              </a:ext>
            </a:extLst>
          </p:cNvPr>
          <p:cNvSpPr>
            <a:spLocks noGrp="1"/>
          </p:cNvSpPr>
          <p:nvPr>
            <p:ph type="pic" sz="quarter" idx="49"/>
          </p:nvPr>
        </p:nvSpPr>
        <p:spPr>
          <a:xfrm>
            <a:off x="7928084" y="2914650"/>
            <a:ext cx="3314700" cy="2514600"/>
          </a:xfrm>
        </p:spPr>
        <p:txBody>
          <a:bodyPr/>
          <a:lstStyle/>
          <a:p>
            <a:endParaRPr lang="en-US"/>
          </a:p>
        </p:txBody>
      </p:sp>
      <p:sp>
        <p:nvSpPr>
          <p:cNvPr id="147" name="Text Placeholder 146">
            <a:extLst>
              <a:ext uri="{FF2B5EF4-FFF2-40B4-BE49-F238E27FC236}">
                <a16:creationId xmlns:a16="http://schemas.microsoft.com/office/drawing/2014/main" id="{C1B6AB41-7F49-D3D4-4B34-2C3D05EAA505}"/>
              </a:ext>
            </a:extLst>
          </p:cNvPr>
          <p:cNvSpPr>
            <a:spLocks noGrp="1"/>
          </p:cNvSpPr>
          <p:nvPr>
            <p:ph type="body" sz="quarter" idx="50"/>
          </p:nvPr>
        </p:nvSpPr>
        <p:spPr>
          <a:xfrm>
            <a:off x="4327634" y="2084354"/>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65" name="Text Placeholder 164">
            <a:extLst>
              <a:ext uri="{FF2B5EF4-FFF2-40B4-BE49-F238E27FC236}">
                <a16:creationId xmlns:a16="http://schemas.microsoft.com/office/drawing/2014/main" id="{EA8A318A-E9B8-67F5-500C-21E5CCE3DA42}"/>
              </a:ext>
            </a:extLst>
          </p:cNvPr>
          <p:cNvSpPr>
            <a:spLocks noGrp="1"/>
          </p:cNvSpPr>
          <p:nvPr>
            <p:ph type="body" sz="quarter" idx="51" hasCustomPrompt="1"/>
          </p:nvPr>
        </p:nvSpPr>
        <p:spPr>
          <a:xfrm>
            <a:off x="4327634"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296E7"/>
              </a:gs>
              <a:gs pos="100000">
                <a:srgbClr val="A7A1EB"/>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50" name="Picture Placeholder 144">
            <a:extLst>
              <a:ext uri="{FF2B5EF4-FFF2-40B4-BE49-F238E27FC236}">
                <a16:creationId xmlns:a16="http://schemas.microsoft.com/office/drawing/2014/main" id="{49D1D003-FCC6-3879-027E-F8F7CEDD6D5C}"/>
              </a:ext>
            </a:extLst>
          </p:cNvPr>
          <p:cNvSpPr>
            <a:spLocks noGrp="1"/>
          </p:cNvSpPr>
          <p:nvPr>
            <p:ph type="pic" sz="quarter" idx="53"/>
          </p:nvPr>
        </p:nvSpPr>
        <p:spPr>
          <a:xfrm>
            <a:off x="4327634" y="2914650"/>
            <a:ext cx="3314700" cy="2514600"/>
          </a:xfrm>
        </p:spPr>
        <p:txBody>
          <a:bodyPr/>
          <a:lstStyle/>
          <a:p>
            <a:endParaRPr lang="en-US"/>
          </a:p>
        </p:txBody>
      </p:sp>
      <p:sp>
        <p:nvSpPr>
          <p:cNvPr id="151" name="Text Placeholder 150">
            <a:extLst>
              <a:ext uri="{FF2B5EF4-FFF2-40B4-BE49-F238E27FC236}">
                <a16:creationId xmlns:a16="http://schemas.microsoft.com/office/drawing/2014/main" id="{D3CF79A8-459C-F799-47AA-F0380C87B251}"/>
              </a:ext>
            </a:extLst>
          </p:cNvPr>
          <p:cNvSpPr>
            <a:spLocks noGrp="1"/>
          </p:cNvSpPr>
          <p:nvPr>
            <p:ph type="body" sz="quarter" idx="54"/>
          </p:nvPr>
        </p:nvSpPr>
        <p:spPr>
          <a:xfrm>
            <a:off x="723900" y="2084354"/>
            <a:ext cx="3314700" cy="4087846"/>
          </a:xfrm>
          <a:custGeom>
            <a:avLst/>
            <a:gdLst>
              <a:gd name="connsiteX0" fmla="*/ 98016 w 3314700"/>
              <a:gd name="connsiteY0" fmla="*/ 0 h 4087846"/>
              <a:gd name="connsiteX1" fmla="*/ 3216684 w 3314700"/>
              <a:gd name="connsiteY1" fmla="*/ 0 h 4087846"/>
              <a:gd name="connsiteX2" fmla="*/ 3314700 w 3314700"/>
              <a:gd name="connsiteY2" fmla="*/ 98016 h 4087846"/>
              <a:gd name="connsiteX3" fmla="*/ 3314700 w 3314700"/>
              <a:gd name="connsiteY3" fmla="*/ 3989830 h 4087846"/>
              <a:gd name="connsiteX4" fmla="*/ 3216684 w 3314700"/>
              <a:gd name="connsiteY4" fmla="*/ 4087846 h 4087846"/>
              <a:gd name="connsiteX5" fmla="*/ 98016 w 3314700"/>
              <a:gd name="connsiteY5" fmla="*/ 4087846 h 4087846"/>
              <a:gd name="connsiteX6" fmla="*/ 0 w 3314700"/>
              <a:gd name="connsiteY6" fmla="*/ 3989830 h 4087846"/>
              <a:gd name="connsiteX7" fmla="*/ 0 w 3314700"/>
              <a:gd name="connsiteY7" fmla="*/ 98016 h 4087846"/>
              <a:gd name="connsiteX8" fmla="*/ 98016 w 3314700"/>
              <a:gd name="connsiteY8" fmla="*/ 0 h 408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4087846">
                <a:moveTo>
                  <a:pt x="98016" y="0"/>
                </a:moveTo>
                <a:lnTo>
                  <a:pt x="3216684" y="0"/>
                </a:lnTo>
                <a:cubicBezTo>
                  <a:pt x="3270817" y="0"/>
                  <a:pt x="3314700" y="43883"/>
                  <a:pt x="3314700" y="98016"/>
                </a:cubicBezTo>
                <a:lnTo>
                  <a:pt x="3314700" y="3989830"/>
                </a:lnTo>
                <a:cubicBezTo>
                  <a:pt x="3314700" y="4043963"/>
                  <a:pt x="3270817" y="4087846"/>
                  <a:pt x="3216684" y="4087846"/>
                </a:cubicBezTo>
                <a:lnTo>
                  <a:pt x="98016" y="4087846"/>
                </a:lnTo>
                <a:cubicBezTo>
                  <a:pt x="43883" y="4087846"/>
                  <a:pt x="0" y="4043963"/>
                  <a:pt x="0" y="3989830"/>
                </a:cubicBezTo>
                <a:lnTo>
                  <a:pt x="0" y="98016"/>
                </a:lnTo>
                <a:cubicBezTo>
                  <a:pt x="0" y="43883"/>
                  <a:pt x="43883" y="0"/>
                  <a:pt x="98016" y="0"/>
                </a:cubicBezTo>
                <a:close/>
              </a:path>
            </a:pathLst>
          </a:custGeom>
          <a:solidFill>
            <a:schemeClr val="bg1"/>
          </a:solidFill>
          <a:effectLst>
            <a:outerShdw blurRad="381000" dist="12700" dir="2700000" sx="101000" sy="101000" algn="ctr" rotWithShape="0">
              <a:srgbClr val="000000">
                <a:alpha val="15000"/>
              </a:srgbClr>
            </a:outerShdw>
          </a:effectLst>
        </p:spPr>
        <p:txBody>
          <a:bodyPr wrap="square" lIns="274320" tIns="1005840" rIns="274320" bIns="731520" anchor="t" anchorCtr="0">
            <a:noAutofit/>
          </a:bodyPr>
          <a:lstStyle>
            <a:lvl1pPr marL="0" indent="0">
              <a:buNone/>
              <a:defRPr sz="1400"/>
            </a:lvl1pPr>
            <a:lvl2pPr>
              <a:defRPr sz="1200"/>
            </a:lvl2pPr>
            <a:lvl3pPr>
              <a:defRPr sz="1100"/>
            </a:lvl3pPr>
            <a:lvl4pPr>
              <a:defRPr sz="1050"/>
            </a:lvl4pPr>
            <a:lvl5pPr>
              <a:defRPr sz="1050"/>
            </a:lvl5pPr>
          </a:lstStyle>
          <a:p>
            <a:pPr lvl="0"/>
            <a:r>
              <a:rPr lang="en-US"/>
              <a:t>Click to edit Master text styles</a:t>
            </a:r>
          </a:p>
        </p:txBody>
      </p:sp>
      <p:sp>
        <p:nvSpPr>
          <p:cNvPr id="162" name="Text Placeholder 161">
            <a:extLst>
              <a:ext uri="{FF2B5EF4-FFF2-40B4-BE49-F238E27FC236}">
                <a16:creationId xmlns:a16="http://schemas.microsoft.com/office/drawing/2014/main" id="{2DFDF3FA-4F7D-42CF-F938-A145B4465A4B}"/>
              </a:ext>
            </a:extLst>
          </p:cNvPr>
          <p:cNvSpPr>
            <a:spLocks noGrp="1"/>
          </p:cNvSpPr>
          <p:nvPr>
            <p:ph type="body" sz="quarter" idx="55" hasCustomPrompt="1"/>
          </p:nvPr>
        </p:nvSpPr>
        <p:spPr>
          <a:xfrm>
            <a:off x="723900" y="2084354"/>
            <a:ext cx="3314700" cy="830296"/>
          </a:xfrm>
          <a:custGeom>
            <a:avLst/>
            <a:gdLst>
              <a:gd name="connsiteX0" fmla="*/ 98016 w 3314700"/>
              <a:gd name="connsiteY0" fmla="*/ 0 h 830296"/>
              <a:gd name="connsiteX1" fmla="*/ 3216684 w 3314700"/>
              <a:gd name="connsiteY1" fmla="*/ 0 h 830296"/>
              <a:gd name="connsiteX2" fmla="*/ 3314700 w 3314700"/>
              <a:gd name="connsiteY2" fmla="*/ 95127 h 830296"/>
              <a:gd name="connsiteX3" fmla="*/ 3314700 w 3314700"/>
              <a:gd name="connsiteY3" fmla="*/ 806906 h 830296"/>
              <a:gd name="connsiteX4" fmla="*/ 3314700 w 3314700"/>
              <a:gd name="connsiteY4" fmla="*/ 830296 h 830296"/>
              <a:gd name="connsiteX5" fmla="*/ 0 w 3314700"/>
              <a:gd name="connsiteY5" fmla="*/ 830296 h 830296"/>
              <a:gd name="connsiteX6" fmla="*/ 0 w 3314700"/>
              <a:gd name="connsiteY6" fmla="*/ 806906 h 830296"/>
              <a:gd name="connsiteX7" fmla="*/ 0 w 3314700"/>
              <a:gd name="connsiteY7" fmla="*/ 95127 h 830296"/>
              <a:gd name="connsiteX8" fmla="*/ 98016 w 3314700"/>
              <a:gd name="connsiteY8" fmla="*/ 0 h 8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700" h="830296">
                <a:moveTo>
                  <a:pt x="98016" y="0"/>
                </a:moveTo>
                <a:lnTo>
                  <a:pt x="3216684" y="0"/>
                </a:lnTo>
                <a:cubicBezTo>
                  <a:pt x="3270817" y="0"/>
                  <a:pt x="3314700" y="42590"/>
                  <a:pt x="3314700" y="95127"/>
                </a:cubicBezTo>
                <a:lnTo>
                  <a:pt x="3314700" y="806906"/>
                </a:lnTo>
                <a:lnTo>
                  <a:pt x="3314700" y="830296"/>
                </a:lnTo>
                <a:lnTo>
                  <a:pt x="0" y="830296"/>
                </a:lnTo>
                <a:lnTo>
                  <a:pt x="0" y="806906"/>
                </a:lnTo>
                <a:lnTo>
                  <a:pt x="0" y="95127"/>
                </a:lnTo>
                <a:cubicBezTo>
                  <a:pt x="0" y="42590"/>
                  <a:pt x="43883" y="0"/>
                  <a:pt x="98016" y="0"/>
                </a:cubicBezTo>
                <a:close/>
              </a:path>
            </a:pathLst>
          </a:custGeom>
          <a:gradFill>
            <a:gsLst>
              <a:gs pos="0">
                <a:srgbClr val="BD8AE4"/>
              </a:gs>
              <a:gs pos="100000">
                <a:srgbClr val="B295E7"/>
              </a:gs>
            </a:gsLst>
            <a:lin ang="4200000" scaled="0"/>
          </a:gradFill>
        </p:spPr>
        <p:txBody>
          <a:bodyPr wrap="square" lIns="274320" tIns="182880" rIns="274320" bIns="182880" anchor="b" anchorCtr="0">
            <a:noAutofit/>
          </a:bodyPr>
          <a:lstStyle>
            <a:lvl1pPr marL="0" indent="0">
              <a:lnSpc>
                <a:spcPct val="90000"/>
              </a:lnSpc>
              <a:buNone/>
              <a:defRPr sz="1600">
                <a:solidFill>
                  <a:schemeClr val="bg2"/>
                </a:solidFill>
                <a:latin typeface="+mj-lt"/>
              </a:defRPr>
            </a:lvl1pPr>
          </a:lstStyle>
          <a:p>
            <a:pPr lvl="0"/>
            <a:r>
              <a:rPr lang="en-US" err="1"/>
              <a:t>Fusce</a:t>
            </a:r>
            <a:r>
              <a:rPr lang="en-US"/>
              <a:t> </a:t>
            </a:r>
            <a:r>
              <a:rPr lang="en-US" err="1"/>
              <a:t>dapibus</a:t>
            </a:r>
            <a:r>
              <a:rPr lang="en-US"/>
              <a:t>, </a:t>
            </a:r>
            <a:r>
              <a:rPr lang="en-US" err="1"/>
              <a:t>tellus</a:t>
            </a:r>
            <a:r>
              <a:rPr lang="en-US"/>
              <a:t> ac cursus </a:t>
            </a:r>
            <a:r>
              <a:rPr lang="en-US" err="1"/>
              <a:t>amet</a:t>
            </a:r>
            <a:r>
              <a:rPr lang="en-US"/>
              <a:t> </a:t>
            </a:r>
            <a:r>
              <a:rPr lang="en-US" err="1"/>
              <a:t>risus</a:t>
            </a:r>
            <a:r>
              <a:rPr lang="en-US"/>
              <a:t>.</a:t>
            </a:r>
          </a:p>
        </p:txBody>
      </p:sp>
      <p:sp>
        <p:nvSpPr>
          <p:cNvPr id="154" name="Picture Placeholder 144">
            <a:extLst>
              <a:ext uri="{FF2B5EF4-FFF2-40B4-BE49-F238E27FC236}">
                <a16:creationId xmlns:a16="http://schemas.microsoft.com/office/drawing/2014/main" id="{DEC3F41F-5979-2121-4CB1-ABBB3C8E4044}"/>
              </a:ext>
            </a:extLst>
          </p:cNvPr>
          <p:cNvSpPr>
            <a:spLocks noGrp="1"/>
          </p:cNvSpPr>
          <p:nvPr>
            <p:ph type="pic" sz="quarter" idx="57"/>
          </p:nvPr>
        </p:nvSpPr>
        <p:spPr>
          <a:xfrm>
            <a:off x="723900" y="2914650"/>
            <a:ext cx="3314700" cy="2514600"/>
          </a:xfrm>
        </p:spPr>
        <p:txBody>
          <a:bodyPr/>
          <a:lstStyle/>
          <a:p>
            <a:endParaRPr lang="en-US"/>
          </a:p>
        </p:txBody>
      </p:sp>
      <p:sp>
        <p:nvSpPr>
          <p:cNvPr id="158" name="Text Placeholder 157">
            <a:extLst>
              <a:ext uri="{FF2B5EF4-FFF2-40B4-BE49-F238E27FC236}">
                <a16:creationId xmlns:a16="http://schemas.microsoft.com/office/drawing/2014/main" id="{77F276E8-1F2A-A9DF-3D70-511FA65792BC}"/>
              </a:ext>
            </a:extLst>
          </p:cNvPr>
          <p:cNvSpPr>
            <a:spLocks noGrp="1"/>
          </p:cNvSpPr>
          <p:nvPr>
            <p:ph type="body" sz="quarter" idx="59" hasCustomPrompt="1"/>
          </p:nvPr>
        </p:nvSpPr>
        <p:spPr>
          <a:xfrm>
            <a:off x="432435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59" name="Text Placeholder 158">
            <a:extLst>
              <a:ext uri="{FF2B5EF4-FFF2-40B4-BE49-F238E27FC236}">
                <a16:creationId xmlns:a16="http://schemas.microsoft.com/office/drawing/2014/main" id="{9CA48829-EDEF-FAA2-4D5E-104F1456D3F9}"/>
              </a:ext>
            </a:extLst>
          </p:cNvPr>
          <p:cNvSpPr>
            <a:spLocks noGrp="1"/>
          </p:cNvSpPr>
          <p:nvPr>
            <p:ph type="body" sz="quarter" idx="60" hasCustomPrompt="1"/>
          </p:nvPr>
        </p:nvSpPr>
        <p:spPr>
          <a:xfrm>
            <a:off x="72390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
        <p:nvSpPr>
          <p:cNvPr id="160" name="Text Placeholder 159">
            <a:extLst>
              <a:ext uri="{FF2B5EF4-FFF2-40B4-BE49-F238E27FC236}">
                <a16:creationId xmlns:a16="http://schemas.microsoft.com/office/drawing/2014/main" id="{7DF9E0E3-A444-E8DE-7566-4207A15FA485}"/>
              </a:ext>
            </a:extLst>
          </p:cNvPr>
          <p:cNvSpPr>
            <a:spLocks noGrp="1"/>
          </p:cNvSpPr>
          <p:nvPr>
            <p:ph type="body" sz="quarter" idx="61" hasCustomPrompt="1"/>
          </p:nvPr>
        </p:nvSpPr>
        <p:spPr>
          <a:xfrm>
            <a:off x="7924800" y="5435808"/>
            <a:ext cx="3314700" cy="742950"/>
          </a:xfrm>
          <a:custGeom>
            <a:avLst/>
            <a:gdLst>
              <a:gd name="connsiteX0" fmla="*/ 0 w 3314700"/>
              <a:gd name="connsiteY0" fmla="*/ 0 h 742950"/>
              <a:gd name="connsiteX1" fmla="*/ 3314700 w 3314700"/>
              <a:gd name="connsiteY1" fmla="*/ 0 h 742950"/>
              <a:gd name="connsiteX2" fmla="*/ 3314700 w 3314700"/>
              <a:gd name="connsiteY2" fmla="*/ 139303 h 742950"/>
              <a:gd name="connsiteX3" fmla="*/ 3314700 w 3314700"/>
              <a:gd name="connsiteY3" fmla="*/ 644934 h 742950"/>
              <a:gd name="connsiteX4" fmla="*/ 3216684 w 3314700"/>
              <a:gd name="connsiteY4" fmla="*/ 742950 h 742950"/>
              <a:gd name="connsiteX5" fmla="*/ 98016 w 3314700"/>
              <a:gd name="connsiteY5" fmla="*/ 742950 h 742950"/>
              <a:gd name="connsiteX6" fmla="*/ 0 w 3314700"/>
              <a:gd name="connsiteY6" fmla="*/ 644934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4700" h="742950">
                <a:moveTo>
                  <a:pt x="0" y="0"/>
                </a:moveTo>
                <a:lnTo>
                  <a:pt x="3314700" y="0"/>
                </a:lnTo>
                <a:lnTo>
                  <a:pt x="3314700" y="139303"/>
                </a:lnTo>
                <a:lnTo>
                  <a:pt x="3314700" y="644934"/>
                </a:lnTo>
                <a:cubicBezTo>
                  <a:pt x="3314700" y="699067"/>
                  <a:pt x="3270817" y="742950"/>
                  <a:pt x="3216684" y="742950"/>
                </a:cubicBezTo>
                <a:lnTo>
                  <a:pt x="98016" y="742950"/>
                </a:lnTo>
                <a:cubicBezTo>
                  <a:pt x="43883" y="742950"/>
                  <a:pt x="0" y="699067"/>
                  <a:pt x="0" y="644934"/>
                </a:cubicBezTo>
                <a:close/>
              </a:path>
            </a:pathLst>
          </a:custGeom>
          <a:solidFill>
            <a:schemeClr val="bg2"/>
          </a:solidFill>
        </p:spPr>
        <p:txBody>
          <a:bodyPr wrap="square" lIns="274320" tIns="182880" rIns="274320" bIns="210312" anchor="t" anchorCtr="0">
            <a:noAutofit/>
          </a:bodyPr>
          <a:lstStyle>
            <a:lvl1pPr marL="0" indent="0">
              <a:lnSpc>
                <a:spcPct val="100000"/>
              </a:lnSpc>
              <a:buNone/>
              <a:defRPr sz="1050">
                <a:solidFill>
                  <a:schemeClr val="tx2"/>
                </a:solidFill>
                <a:latin typeface="+mn-lt"/>
              </a:defRPr>
            </a:lvl1pPr>
          </a:lstStyle>
          <a:p>
            <a:pPr lvl="0"/>
            <a:r>
              <a:rPr lang="en-US"/>
              <a:t>Cras </a:t>
            </a:r>
            <a:r>
              <a:rPr lang="en-US" err="1"/>
              <a:t>justo</a:t>
            </a:r>
            <a:r>
              <a:rPr lang="en-US"/>
              <a:t> </a:t>
            </a:r>
            <a:r>
              <a:rPr lang="en-US" err="1"/>
              <a:t>odio</a:t>
            </a:r>
            <a:r>
              <a:rPr lang="en-US"/>
              <a:t>, </a:t>
            </a:r>
            <a:r>
              <a:rPr lang="en-US" err="1"/>
              <a:t>dapibus</a:t>
            </a:r>
            <a:r>
              <a:rPr lang="en-US"/>
              <a:t> ac </a:t>
            </a:r>
            <a:r>
              <a:rPr lang="en-US" err="1"/>
              <a:t>facilisis</a:t>
            </a:r>
            <a:r>
              <a:rPr lang="en-US"/>
              <a:t> in, </a:t>
            </a:r>
            <a:r>
              <a:rPr lang="en-US" err="1"/>
              <a:t>egestas</a:t>
            </a:r>
            <a:r>
              <a:rPr lang="en-US"/>
              <a:t> </a:t>
            </a:r>
            <a:r>
              <a:rPr lang="en-US" err="1"/>
              <a:t>eget</a:t>
            </a:r>
            <a:r>
              <a:rPr lang="en-US"/>
              <a:t> </a:t>
            </a:r>
            <a:r>
              <a:rPr lang="en-US" err="1"/>
              <a:t>quam</a:t>
            </a:r>
            <a:r>
              <a:rPr lang="en-US"/>
              <a:t>. </a:t>
            </a:r>
            <a:r>
              <a:rPr lang="en-US" err="1"/>
              <a:t>Etiam</a:t>
            </a:r>
            <a:r>
              <a:rPr lang="en-US"/>
              <a:t> porta </a:t>
            </a:r>
            <a:r>
              <a:rPr lang="en-US" err="1"/>
              <a:t>sem</a:t>
            </a:r>
            <a:r>
              <a:rPr lang="en-US"/>
              <a:t> </a:t>
            </a:r>
            <a:r>
              <a:rPr lang="en-US" err="1"/>
              <a:t>malesuada</a:t>
            </a:r>
            <a:r>
              <a:rPr lang="en-US"/>
              <a:t>.</a:t>
            </a:r>
          </a:p>
        </p:txBody>
      </p:sp>
    </p:spTree>
    <p:extLst>
      <p:ext uri="{BB962C8B-B14F-4D97-AF65-F5344CB8AC3E}">
        <p14:creationId xmlns:p14="http://schemas.microsoft.com/office/powerpoint/2010/main" val="39554441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364">
          <p15:clr>
            <a:srgbClr val="5ACBF0"/>
          </p15:clr>
        </p15:guide>
        <p15:guide id="2" pos="2904">
          <p15:clr>
            <a:srgbClr val="5ACBF0"/>
          </p15:clr>
        </p15:guide>
        <p15:guide id="3" pos="4632">
          <p15:clr>
            <a:srgbClr val="5ACBF0"/>
          </p15:clr>
        </p15:guide>
        <p15:guide id="4" pos="5172">
          <p15:clr>
            <a:srgbClr val="5ACBF0"/>
          </p15:clr>
        </p15:guide>
        <p15:guide id="8" orient="horz" pos="468">
          <p15:clr>
            <a:srgbClr val="9FCC3B"/>
          </p15:clr>
        </p15:guide>
        <p15:guide id="9" orient="horz" pos="1080">
          <p15:clr>
            <a:srgbClr val="9FCC3B"/>
          </p15:clr>
        </p15:guide>
        <p15:guide id="10" pos="7080">
          <p15:clr>
            <a:srgbClr val="FBAE40"/>
          </p15:clr>
        </p15:guide>
        <p15:guide id="11" orient="horz" pos="1980">
          <p15:clr>
            <a:srgbClr val="5ACBF0"/>
          </p15:clr>
        </p15:guide>
        <p15:guide id="12" orient="horz" pos="3744">
          <p15:clr>
            <a:srgbClr val="5ACBF0"/>
          </p15:clr>
        </p15:guide>
        <p15:guide id="14" orient="horz" pos="1692">
          <p15:clr>
            <a:srgbClr val="9FCC3B"/>
          </p15:clr>
        </p15:guide>
        <p15:guide id="15" orient="horz" pos="1304">
          <p15:clr>
            <a:srgbClr val="FBAE40"/>
          </p15:clr>
        </p15:guide>
        <p15:guide id="16" pos="636">
          <p15:clr>
            <a:srgbClr val="5ACBF0"/>
          </p15:clr>
        </p15:guide>
        <p15:guide id="17" pos="2544">
          <p15:clr>
            <a:srgbClr val="FBAE40"/>
          </p15:clr>
        </p15:guide>
        <p15:guide id="18" pos="2724">
          <p15:clr>
            <a:srgbClr val="FBAE40"/>
          </p15:clr>
        </p15:guide>
        <p15:guide id="19" pos="4812">
          <p15:clr>
            <a:srgbClr val="FBAE40"/>
          </p15:clr>
        </p15:guide>
        <p15:guide id="20" pos="4992">
          <p15:clr>
            <a:srgbClr val="FBAE40"/>
          </p15:clr>
        </p15:guide>
        <p15:guide id="21" orient="horz" pos="3888">
          <p15:clr>
            <a:srgbClr val="FBAE40"/>
          </p15:clr>
        </p15:guide>
        <p15:guide id="22" orient="horz" pos="1836">
          <p15:clr>
            <a:srgbClr val="FBAE40"/>
          </p15:clr>
        </p15:guide>
        <p15:guide id="23" orient="horz" pos="3420">
          <p15:clr>
            <a:srgbClr val="FBAE40"/>
          </p15:clr>
        </p15:guide>
        <p15:guide id="24" orient="horz" pos="3564">
          <p15:clr>
            <a:srgbClr val="5ACBF0"/>
          </p15:clr>
        </p15:guide>
        <p15:guide id="25" orient="horz" pos="3240">
          <p15:clr>
            <a:srgbClr val="5ACBF0"/>
          </p15:clr>
        </p15:guide>
        <p15:guide id="26" pos="690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4" name="Date Placeholder 13">
            <a:extLst>
              <a:ext uri="{FF2B5EF4-FFF2-40B4-BE49-F238E27FC236}">
                <a16:creationId xmlns:a16="http://schemas.microsoft.com/office/drawing/2014/main" id="{BF70D728-6391-C6A7-990F-15AEFC949BE5}"/>
              </a:ext>
            </a:extLst>
          </p:cNvPr>
          <p:cNvSpPr>
            <a:spLocks noGrp="1"/>
          </p:cNvSpPr>
          <p:nvPr>
            <p:ph type="dt" sz="half" idx="10"/>
          </p:nvPr>
        </p:nvSpPr>
        <p:spPr/>
        <p:txBody>
          <a:bodyPr/>
          <a:lstStyle/>
          <a:p>
            <a:r>
              <a:rPr lang="en-US"/>
              <a:t>Microsoft confidential</a:t>
            </a:r>
          </a:p>
        </p:txBody>
      </p:sp>
      <p:sp>
        <p:nvSpPr>
          <p:cNvPr id="15" name="Footer Placeholder 14">
            <a:extLst>
              <a:ext uri="{FF2B5EF4-FFF2-40B4-BE49-F238E27FC236}">
                <a16:creationId xmlns:a16="http://schemas.microsoft.com/office/drawing/2014/main" id="{E0B93BD2-4A5B-AE69-BC2C-D5C57EA4A845}"/>
              </a:ext>
            </a:extLst>
          </p:cNvPr>
          <p:cNvSpPr>
            <a:spLocks noGrp="1"/>
          </p:cNvSpPr>
          <p:nvPr>
            <p:ph type="ftr" sz="quarter" idx="11"/>
          </p:nvPr>
        </p:nvSpPr>
        <p:spPr/>
        <p:txBody>
          <a:bodyPr/>
          <a:lstStyle/>
          <a:p>
            <a:r>
              <a:rPr lang="en-US"/>
              <a:t>Creating a scalable conversational UX</a:t>
            </a:r>
          </a:p>
        </p:txBody>
      </p:sp>
      <p:sp>
        <p:nvSpPr>
          <p:cNvPr id="16" name="Slide Number Placeholder 15">
            <a:extLst>
              <a:ext uri="{FF2B5EF4-FFF2-40B4-BE49-F238E27FC236}">
                <a16:creationId xmlns:a16="http://schemas.microsoft.com/office/drawing/2014/main" id="{AD20D6D1-61B5-6896-D1A0-BCE64CFEF2DF}"/>
              </a:ext>
            </a:extLst>
          </p:cNvPr>
          <p:cNvSpPr>
            <a:spLocks noGrp="1"/>
          </p:cNvSpPr>
          <p:nvPr>
            <p:ph type="sldNum" sz="quarter" idx="12"/>
          </p:nvPr>
        </p:nvSpPr>
        <p:spPr/>
        <p:txBody>
          <a:bodyPr/>
          <a:lstStyle/>
          <a:p>
            <a:fld id="{9406BE13-FF2C-3A41-A53B-D6BC2DDA0AE5}" type="slidenum">
              <a:rPr lang="en-US" smtClean="0"/>
              <a:pPr/>
              <a:t>‹#›</a:t>
            </a:fld>
            <a:endParaRPr lang="en-US">
              <a:solidFill>
                <a:schemeClr val="bg1">
                  <a:lumMod val="85000"/>
                </a:schemeClr>
              </a:solidFill>
            </a:endParaRPr>
          </a:p>
        </p:txBody>
      </p:sp>
    </p:spTree>
    <p:extLst>
      <p:ext uri="{BB962C8B-B14F-4D97-AF65-F5344CB8AC3E}">
        <p14:creationId xmlns:p14="http://schemas.microsoft.com/office/powerpoint/2010/main" val="11562751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708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047039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3">
              <a:alphaModFix/>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2517273707"/>
      </p:ext>
    </p:extLst>
  </p:cSld>
  <p:clrMapOvr>
    <a:masterClrMapping/>
  </p:clrMapOvr>
  <p:transition>
    <p:fade/>
  </p:transition>
  <p:extLst>
    <p:ext uri="{DCECCB84-F9BA-43D5-87BE-67443E8EF086}">
      <p15:sldGuideLst xmlns:p15="http://schemas.microsoft.com/office/powerpoint/2012/main">
        <p15:guide id="6" pos="740">
          <p15:clr>
            <a:srgbClr val="A4A3A4"/>
          </p15:clr>
        </p15:guide>
        <p15:guide id="7" pos="878">
          <p15:clr>
            <a:srgbClr val="A4A3A4"/>
          </p15:clr>
        </p15:guide>
        <p15:guide id="8" pos="1348">
          <p15:clr>
            <a:srgbClr val="A4A3A4"/>
          </p15:clr>
        </p15:guide>
        <p15:guide id="9" pos="1486">
          <p15:clr>
            <a:srgbClr val="A4A3A4"/>
          </p15:clr>
        </p15:guide>
        <p15:guide id="10" pos="1952">
          <p15:clr>
            <a:srgbClr val="A4A3A4"/>
          </p15:clr>
        </p15:guide>
        <p15:guide id="11" pos="2091">
          <p15:clr>
            <a:srgbClr val="A4A3A4"/>
          </p15:clr>
        </p15:guide>
        <p15:guide id="12" pos="2560">
          <p15:clr>
            <a:srgbClr val="A4A3A4"/>
          </p15:clr>
        </p15:guide>
        <p15:guide id="13" pos="2695">
          <p15:clr>
            <a:srgbClr val="A4A3A4"/>
          </p15:clr>
        </p15:guide>
        <p15:guide id="14" pos="3164">
          <p15:clr>
            <a:srgbClr val="A4A3A4"/>
          </p15:clr>
        </p15:guide>
        <p15:guide id="15" pos="3300">
          <p15:clr>
            <a:srgbClr val="A4A3A4"/>
          </p15:clr>
        </p15:guide>
        <p15:guide id="16" pos="3772">
          <p15:clr>
            <a:srgbClr val="A4A3A4"/>
          </p15:clr>
        </p15:guide>
        <p15:guide id="17" pos="3908">
          <p15:clr>
            <a:srgbClr val="A4A3A4"/>
          </p15:clr>
        </p15:guide>
        <p15:guide id="18" pos="4380">
          <p15:clr>
            <a:srgbClr val="A4A3A4"/>
          </p15:clr>
        </p15:guide>
        <p15:guide id="19" pos="4516">
          <p15:clr>
            <a:srgbClr val="A4A3A4"/>
          </p15:clr>
        </p15:guide>
        <p15:guide id="20" pos="4985">
          <p15:clr>
            <a:srgbClr val="A4A3A4"/>
          </p15:clr>
        </p15:guide>
        <p15:guide id="21" pos="5120">
          <p15:clr>
            <a:srgbClr val="A4A3A4"/>
          </p15:clr>
        </p15:guide>
        <p15:guide id="22" pos="5589">
          <p15:clr>
            <a:srgbClr val="A4A3A4"/>
          </p15:clr>
        </p15:guide>
        <p15:guide id="23" pos="5728">
          <p15:clr>
            <a:srgbClr val="A4A3A4"/>
          </p15:clr>
        </p15:guide>
        <p15:guide id="24" pos="6194">
          <p15:clr>
            <a:srgbClr val="A4A3A4"/>
          </p15:clr>
        </p15:guide>
        <p15:guide id="25" pos="6332">
          <p15:clr>
            <a:srgbClr val="A4A3A4"/>
          </p15:clr>
        </p15:guide>
        <p15:guide id="26" pos="6802">
          <p15:clr>
            <a:srgbClr val="A4A3A4"/>
          </p15:clr>
        </p15:guide>
        <p15:guide id="27" pos="6940">
          <p15:clr>
            <a:srgbClr val="A4A3A4"/>
          </p15:clr>
        </p15:guide>
        <p15:guide id="28" orient="horz" pos="905">
          <p15:clr>
            <a:srgbClr val="5ACBF0"/>
          </p15:clr>
        </p15:guide>
        <p15:guide id="29" orient="horz" pos="127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Only with Gradient BG">
    <p:bg>
      <p:bgPr>
        <a:gradFill flip="none" rotWithShape="1">
          <a:gsLst>
            <a:gs pos="100000">
              <a:srgbClr val="8DC8E8">
                <a:alpha val="21803"/>
              </a:srgbClr>
            </a:gs>
            <a:gs pos="31000">
              <a:srgbClr val="C5B4E3">
                <a:alpha val="12000"/>
              </a:srgbClr>
            </a:gs>
            <a:gs pos="75000">
              <a:srgbClr val="8DC8E8">
                <a:alpha val="27005"/>
              </a:srgbClr>
            </a:gs>
            <a:gs pos="0">
              <a:srgbClr val="C5B4E3">
                <a:alpha val="48095"/>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410181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3038945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Theme 3 - Dar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10" name="Group 9" descr="Theme 3 dark 16x9 background live shapes">
            <a:extLst>
              <a:ext uri="{FF2B5EF4-FFF2-40B4-BE49-F238E27FC236}">
                <a16:creationId xmlns:a16="http://schemas.microsoft.com/office/drawing/2014/main" id="{17DE4D58-1C9F-4418-F0C2-8D6420E9DA4E}"/>
              </a:ext>
            </a:extLst>
          </p:cNvPr>
          <p:cNvGrpSpPr/>
          <p:nvPr userDrawn="1"/>
        </p:nvGrpSpPr>
        <p:grpSpPr>
          <a:xfrm>
            <a:off x="0" y="-1008856"/>
            <a:ext cx="1536237" cy="865414"/>
            <a:chOff x="6080760" y="4576565"/>
            <a:chExt cx="2743200" cy="1545336"/>
          </a:xfrm>
        </p:grpSpPr>
        <p:sp>
          <p:nvSpPr>
            <p:cNvPr id="11" name="Rectangle 10">
              <a:hlinkClick r:id="" action="ppaction://noaction"/>
              <a:extLst>
                <a:ext uri="{FF2B5EF4-FFF2-40B4-BE49-F238E27FC236}">
                  <a16:creationId xmlns:a16="http://schemas.microsoft.com/office/drawing/2014/main" id="{577586E1-5D84-AE6F-C22E-B0F1CE28D142}"/>
                </a:ext>
                <a:ext uri="{C183D7F6-B498-43B3-948B-1728B52AA6E4}">
                  <adec:decorative xmlns:adec="http://schemas.microsoft.com/office/drawing/2017/decorative" val="1"/>
                </a:ext>
              </a:extLst>
            </p:cNvPr>
            <p:cNvSpPr>
              <a:spLocks/>
            </p:cNvSpPr>
            <p:nvPr userDrawn="1"/>
          </p:nvSpPr>
          <p:spPr bwMode="auto">
            <a:xfrm>
              <a:off x="6080760" y="4576565"/>
              <a:ext cx="2743200" cy="1545336"/>
            </a:xfrm>
            <a:prstGeom prst="rect">
              <a:avLst/>
            </a:prstGeom>
            <a:gradFill>
              <a:gsLst>
                <a:gs pos="0">
                  <a:srgbClr val="381239"/>
                </a:gs>
                <a:gs pos="50000">
                  <a:srgbClr val="152237"/>
                </a:gs>
              </a:gsLst>
              <a:lin ang="135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400">
                <a:solidFill>
                  <a:srgbClr val="FFFFFF"/>
                </a:solidFill>
                <a:cs typeface="Segoe UI" pitchFamily="34" charset="0"/>
              </a:endParaRPr>
            </a:p>
          </p:txBody>
        </p:sp>
        <p:pic>
          <p:nvPicPr>
            <p:cNvPr id="12" name="Picture 11">
              <a:extLst>
                <a:ext uri="{FF2B5EF4-FFF2-40B4-BE49-F238E27FC236}">
                  <a16:creationId xmlns:a16="http://schemas.microsoft.com/office/drawing/2014/main" id="{3AEF63A3-FE56-5736-4DA6-9247DC87B9A0}"/>
                </a:ext>
                <a:ext uri="{C183D7F6-B498-43B3-948B-1728B52AA6E4}">
                  <adec:decorative xmlns:adec="http://schemas.microsoft.com/office/drawing/2017/decorative" val="1"/>
                </a:ext>
              </a:extLst>
            </p:cNvPr>
            <p:cNvPicPr>
              <a:picLocks noChangeAspect="1"/>
            </p:cNvPicPr>
            <p:nvPr/>
          </p:nvPicPr>
          <p:blipFill>
            <a:blip r:embed="rId3">
              <a:alphaModFix amt="75000"/>
              <a:extLst>
                <a:ext uri="{28A0092B-C50C-407E-A947-70E740481C1C}">
                  <a14:useLocalDpi xmlns:a14="http://schemas.microsoft.com/office/drawing/2010/main" val="0"/>
                </a:ext>
              </a:extLst>
            </a:blip>
            <a:srcRect/>
            <a:stretch/>
          </p:blipFill>
          <p:spPr>
            <a:xfrm>
              <a:off x="6080760" y="4576565"/>
              <a:ext cx="2743200" cy="1545336"/>
            </a:xfrm>
            <a:prstGeom prst="rect">
              <a:avLst/>
            </a:prstGeom>
          </p:spPr>
        </p:pic>
        <p:sp>
          <p:nvSpPr>
            <p:cNvPr id="13" name="Rectangle 12">
              <a:hlinkClick r:id="" action="ppaction://noaction"/>
              <a:extLst>
                <a:ext uri="{FF2B5EF4-FFF2-40B4-BE49-F238E27FC236}">
                  <a16:creationId xmlns:a16="http://schemas.microsoft.com/office/drawing/2014/main" id="{F018CB8D-10F0-B1D7-4E76-6C1BD76B3C31}"/>
                </a:ext>
                <a:ext uri="{C183D7F6-B498-43B3-948B-1728B52AA6E4}">
                  <adec:decorative xmlns:adec="http://schemas.microsoft.com/office/drawing/2017/decorative" val="1"/>
                </a:ext>
              </a:extLst>
            </p:cNvPr>
            <p:cNvSpPr>
              <a:spLocks/>
            </p:cNvSpPr>
            <p:nvPr userDrawn="1"/>
          </p:nvSpPr>
          <p:spPr bwMode="auto">
            <a:xfrm>
              <a:off x="6080760" y="4576565"/>
              <a:ext cx="2743200" cy="1545336"/>
            </a:xfrm>
            <a:prstGeom prst="rect">
              <a:avLst/>
            </a:prstGeom>
            <a:gradFill>
              <a:gsLst>
                <a:gs pos="0">
                  <a:srgbClr val="381239">
                    <a:alpha val="75000"/>
                  </a:srgbClr>
                </a:gs>
                <a:gs pos="50000">
                  <a:srgbClr val="152237">
                    <a:alpha val="75000"/>
                  </a:srgbClr>
                </a:gs>
              </a:gsLst>
              <a:lin ang="135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374667" fontAlgn="base">
                <a:spcBef>
                  <a:spcPct val="0"/>
                </a:spcBef>
                <a:spcAft>
                  <a:spcPct val="0"/>
                </a:spcAft>
              </a:pPr>
              <a:endParaRPr lang="en-US" sz="500">
                <a:solidFill>
                  <a:srgbClr val="091F2C"/>
                </a:solidFill>
                <a:latin typeface="Segoe UI"/>
                <a:cs typeface="Segoe UI" pitchFamily="34" charset="0"/>
              </a:endParaRPr>
            </a:p>
          </p:txBody>
        </p:sp>
      </p:grpSp>
    </p:spTree>
    <p:extLst>
      <p:ext uri="{BB962C8B-B14F-4D97-AF65-F5344CB8AC3E}">
        <p14:creationId xmlns:p14="http://schemas.microsoft.com/office/powerpoint/2010/main" val="265248989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0477174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icrosoft Az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891845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Walkin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587174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Walkin - Da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393993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Walkin - Co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2650572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Walkin - 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861258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Slide - Infr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844121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Slide - Infr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2794449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Slide - Dat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1417316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Slide - Dat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633494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Slide - Coding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8739485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Slide - Codin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589961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Slide - AI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0968156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Slide - AI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6275820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802325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GB"/>
              <a:t>Click to edit Master title style</a:t>
            </a:r>
            <a:endParaRPr lang="en-US"/>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Tree>
    <p:extLst>
      <p:ext uri="{BB962C8B-B14F-4D97-AF65-F5344CB8AC3E}">
        <p14:creationId xmlns:p14="http://schemas.microsoft.com/office/powerpoint/2010/main" val="39722490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ank you slide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a:t>Contact information</a:t>
            </a:r>
          </a:p>
        </p:txBody>
      </p:sp>
      <p:pic>
        <p:nvPicPr>
          <p:cNvPr id="6" name="Picture 5" descr="A black and white logo&#10;&#10;AI-generated content may be incorrect.">
            <a:extLst>
              <a:ext uri="{FF2B5EF4-FFF2-40B4-BE49-F238E27FC236}">
                <a16:creationId xmlns:a16="http://schemas.microsoft.com/office/drawing/2014/main" id="{76757545-0D37-4157-3A07-EC1A9E9A93EA}"/>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8114053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AI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5383784"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37132209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Microsoft Az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425039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Walkin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8367636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Walkin - Da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2225412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Walkin - Co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4608247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Walkin - 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998863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Title Slide - Infr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5487280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Title Slide - Infr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2521746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Title Slide - Dat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1278277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Title Slide - Dat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0245535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Title Slide - Coding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9052908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Slide - Codin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064738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Title Slide - AI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9550231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Slide - AI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469632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6835881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GB"/>
              <a:t>Click to edit Master title style</a:t>
            </a:r>
            <a:endParaRPr lang="en-US"/>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Tree>
    <p:extLst>
      <p:ext uri="{BB962C8B-B14F-4D97-AF65-F5344CB8AC3E}">
        <p14:creationId xmlns:p14="http://schemas.microsoft.com/office/powerpoint/2010/main" val="40478944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0325535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 Only with Gradient BG">
    <p:bg>
      <p:bgPr>
        <a:gradFill flip="none" rotWithShape="1">
          <a:gsLst>
            <a:gs pos="100000">
              <a:srgbClr val="8DC8E8">
                <a:alpha val="21803"/>
              </a:srgbClr>
            </a:gs>
            <a:gs pos="31000">
              <a:srgbClr val="C5B4E3">
                <a:alpha val="12000"/>
              </a:srgbClr>
            </a:gs>
            <a:gs pos="75000">
              <a:srgbClr val="8DC8E8">
                <a:alpha val="27005"/>
              </a:srgbClr>
            </a:gs>
            <a:gs pos="0">
              <a:srgbClr val="C5B4E3">
                <a:alpha val="48095"/>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1021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hank you slide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a:t>Contact information</a:t>
            </a:r>
          </a:p>
        </p:txBody>
      </p:sp>
      <p:pic>
        <p:nvPicPr>
          <p:cNvPr id="6" name="Picture 5" descr="A black and white logo&#10;&#10;AI-generated content may be incorrect.">
            <a:extLst>
              <a:ext uri="{FF2B5EF4-FFF2-40B4-BE49-F238E27FC236}">
                <a16:creationId xmlns:a16="http://schemas.microsoft.com/office/drawing/2014/main" id="{76757545-0D37-4157-3A07-EC1A9E9A93EA}"/>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3616105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22799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Theme 3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58E24D2-84FD-0797-B2A8-AA4E2A0C3BB5}"/>
              </a:ext>
            </a:extLst>
          </p:cNvPr>
          <p:cNvGrpSpPr>
            <a:grpSpLocks noChangeAspect="1"/>
          </p:cNvGrpSpPr>
          <p:nvPr userDrawn="1"/>
        </p:nvGrpSpPr>
        <p:grpSpPr>
          <a:xfrm>
            <a:off x="0" y="-1104105"/>
            <a:ext cx="1625600" cy="914400"/>
            <a:chOff x="0" y="0"/>
            <a:chExt cx="38404800" cy="12801600"/>
          </a:xfrm>
        </p:grpSpPr>
        <p:sp>
          <p:nvSpPr>
            <p:cNvPr id="15" name="Rectangle 14">
              <a:hlinkClick r:id="" action="ppaction://noaction"/>
              <a:extLst>
                <a:ext uri="{FF2B5EF4-FFF2-40B4-BE49-F238E27FC236}">
                  <a16:creationId xmlns:a16="http://schemas.microsoft.com/office/drawing/2014/main" id="{92779643-5AB6-8F0E-2614-26D2926F70BF}"/>
                </a:ext>
              </a:extLst>
            </p:cNvPr>
            <p:cNvSpPr/>
            <p:nvPr userDrawn="1"/>
          </p:nvSpPr>
          <p:spPr bwMode="auto">
            <a:xfrm>
              <a:off x="0" y="0"/>
              <a:ext cx="38404800" cy="128016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222028" rtl="0" eaLnBrk="1" fontAlgn="base" latinLnBrk="0" hangingPunct="1">
                <a:lnSpc>
                  <a:spcPct val="100000"/>
                </a:lnSpc>
                <a:spcBef>
                  <a:spcPct val="0"/>
                </a:spcBef>
                <a:spcAft>
                  <a:spcPct val="0"/>
                </a:spcAft>
                <a:buClrTx/>
                <a:buSzTx/>
                <a:buFontTx/>
                <a:buNone/>
                <a:tabLst/>
                <a:defRPr/>
              </a:pPr>
              <a:endParaRPr kumimoji="0" lang="en-US" sz="476" b="0" i="0" u="none" strike="noStrike" kern="1200" cap="none" spc="0" normalizeH="0" baseline="0" noProof="0">
                <a:ln>
                  <a:noFill/>
                </a:ln>
                <a:solidFill>
                  <a:srgbClr val="091F2C"/>
                </a:solidFill>
                <a:effectLst/>
                <a:uLnTx/>
                <a:uFillTx/>
                <a:latin typeface="Segoe UI"/>
                <a:ea typeface="+mn-ea"/>
                <a:cs typeface="Segoe UI" pitchFamily="34" charset="0"/>
              </a:endParaRPr>
            </a:p>
          </p:txBody>
        </p:sp>
        <p:pic>
          <p:nvPicPr>
            <p:cNvPr id="16" name="Picture 15" descr="A white background with light&#10;&#10;Description automatically generated">
              <a:extLst>
                <a:ext uri="{FF2B5EF4-FFF2-40B4-BE49-F238E27FC236}">
                  <a16:creationId xmlns:a16="http://schemas.microsoft.com/office/drawing/2014/main" id="{2BA5F44E-1CD1-6C52-3624-468DC08FCD21}"/>
                </a:ext>
              </a:extLst>
            </p:cNvPr>
            <p:cNvPicPr>
              <a:picLocks noChangeAspect="1"/>
            </p:cNvPicPr>
            <p:nvPr userDrawn="1"/>
          </p:nvPicPr>
          <p:blipFill>
            <a:blip r:embed="rId3">
              <a:alphaModFix amt="75000"/>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t="12009" b="40594"/>
            <a:stretch/>
          </p:blipFill>
          <p:spPr>
            <a:xfrm>
              <a:off x="0" y="0"/>
              <a:ext cx="38404800" cy="12801600"/>
            </a:xfrm>
            <a:prstGeom prst="rect">
              <a:avLst/>
            </a:prstGeom>
          </p:spPr>
        </p:pic>
        <p:sp>
          <p:nvSpPr>
            <p:cNvPr id="17" name="Rectangle 16">
              <a:hlinkClick r:id="" action="ppaction://noaction"/>
              <a:extLst>
                <a:ext uri="{FF2B5EF4-FFF2-40B4-BE49-F238E27FC236}">
                  <a16:creationId xmlns:a16="http://schemas.microsoft.com/office/drawing/2014/main" id="{B7B5FC0A-F698-FF1E-492D-E8CA7F6C2404}"/>
                </a:ext>
              </a:extLst>
            </p:cNvPr>
            <p:cNvSpPr/>
            <p:nvPr userDrawn="1"/>
          </p:nvSpPr>
          <p:spPr bwMode="auto">
            <a:xfrm>
              <a:off x="0" y="0"/>
              <a:ext cx="38404800" cy="12801600"/>
            </a:xfrm>
            <a:prstGeom prst="rect">
              <a:avLst/>
            </a:prstGeom>
            <a:gradFill flip="none" rotWithShape="1">
              <a:gsLst>
                <a:gs pos="0">
                  <a:srgbClr val="F65567">
                    <a:alpha val="33000"/>
                  </a:srgbClr>
                </a:gs>
                <a:gs pos="58000">
                  <a:srgbClr val="238CD9">
                    <a:alpha val="33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222028" rtl="0" eaLnBrk="1" fontAlgn="base" latinLnBrk="0" hangingPunct="1">
                <a:lnSpc>
                  <a:spcPct val="100000"/>
                </a:lnSpc>
                <a:spcBef>
                  <a:spcPct val="0"/>
                </a:spcBef>
                <a:spcAft>
                  <a:spcPct val="0"/>
                </a:spcAft>
                <a:buClrTx/>
                <a:buSzTx/>
                <a:buFontTx/>
                <a:buNone/>
                <a:tabLst/>
                <a:defRPr/>
              </a:pPr>
              <a:endParaRPr kumimoji="0" lang="en-US" sz="476" b="0" i="0" u="none" strike="noStrike" kern="1200" cap="none" spc="0" normalizeH="0" baseline="0" noProof="0">
                <a:ln>
                  <a:noFill/>
                </a:ln>
                <a:solidFill>
                  <a:srgbClr val="091F2C"/>
                </a:solidFill>
                <a:effectLst/>
                <a:uLnTx/>
                <a:uFillTx/>
                <a:latin typeface="Segoe UI"/>
                <a:ea typeface="+mn-ea"/>
                <a:cs typeface="Segoe UI" pitchFamily="34" charset="0"/>
              </a:endParaRPr>
            </a:p>
          </p:txBody>
        </p:sp>
      </p:grpSp>
    </p:spTree>
    <p:extLst>
      <p:ext uri="{BB962C8B-B14F-4D97-AF65-F5344CB8AC3E}">
        <p14:creationId xmlns:p14="http://schemas.microsoft.com/office/powerpoint/2010/main" val="759767777"/>
      </p:ext>
    </p:extLst>
  </p:cSld>
  <p:clrMapOvr>
    <a:masterClrMapping/>
  </p:clrMapOvr>
  <p:transition>
    <p:fade/>
  </p:transition>
  <p:extLst>
    <p:ext uri="{DCECCB84-F9BA-43D5-87BE-67443E8EF086}">
      <p15:sldGuideLst xmlns:p15="http://schemas.microsoft.com/office/powerpoint/2012/main">
        <p15:guide id="7" pos="1248">
          <p15:clr>
            <a:srgbClr val="A4A3A4"/>
          </p15:clr>
        </p15:guide>
        <p15:guide id="26" pos="11478">
          <p15:clr>
            <a:srgbClr val="A4A3A4"/>
          </p15:clr>
        </p15:guide>
        <p15:guide id="27" pos="11712">
          <p15:clr>
            <a:srgbClr val="A4A3A4"/>
          </p15:clr>
        </p15:guide>
        <p15:guide id="28" pos="1482">
          <p15:clr>
            <a:srgbClr val="A4A3A4"/>
          </p15:clr>
        </p15:guide>
        <p15:guide id="29" pos="10686">
          <p15:clr>
            <a:srgbClr val="A4A3A4"/>
          </p15:clr>
        </p15:guide>
        <p15:guide id="31" pos="9666">
          <p15:clr>
            <a:srgbClr val="A4A3A4"/>
          </p15:clr>
        </p15:guide>
        <p15:guide id="32" pos="9432">
          <p15:clr>
            <a:srgbClr val="A4A3A4"/>
          </p15:clr>
        </p15:guide>
        <p15:guide id="33" pos="8640">
          <p15:clr>
            <a:srgbClr val="A4A3A4"/>
          </p15:clr>
        </p15:guide>
        <p15:guide id="34" pos="8412">
          <p15:clr>
            <a:srgbClr val="A4A3A4"/>
          </p15:clr>
        </p15:guide>
        <p15:guide id="35" pos="7620">
          <p15:clr>
            <a:srgbClr val="A4A3A4"/>
          </p15:clr>
        </p15:guide>
        <p15:guide id="36" pos="7392">
          <p15:clr>
            <a:srgbClr val="A4A3A4"/>
          </p15:clr>
        </p15:guide>
        <p15:guide id="37" pos="6594">
          <p15:clr>
            <a:srgbClr val="A4A3A4"/>
          </p15:clr>
        </p15:guide>
        <p15:guide id="38" pos="6366">
          <p15:clr>
            <a:srgbClr val="A4A3A4"/>
          </p15:clr>
        </p15:guide>
        <p15:guide id="39" pos="5568">
          <p15:clr>
            <a:srgbClr val="A4A3A4"/>
          </p15:clr>
        </p15:guide>
        <p15:guide id="40" pos="5340">
          <p15:clr>
            <a:srgbClr val="A4A3A4"/>
          </p15:clr>
        </p15:guide>
        <p15:guide id="41" pos="4548">
          <p15:clr>
            <a:srgbClr val="A4A3A4"/>
          </p15:clr>
        </p15:guide>
        <p15:guide id="42" pos="4320">
          <p15:clr>
            <a:srgbClr val="A4A3A4"/>
          </p15:clr>
        </p15:guide>
        <p15:guide id="43" pos="3528">
          <p15:clr>
            <a:srgbClr val="A4A3A4"/>
          </p15:clr>
        </p15:guide>
        <p15:guide id="44" pos="3294">
          <p15:clr>
            <a:srgbClr val="A4A3A4"/>
          </p15:clr>
        </p15:guide>
        <p15:guide id="46" pos="2274">
          <p15:clr>
            <a:srgbClr val="A4A3A4"/>
          </p15:clr>
        </p15:guide>
        <p15:guide id="47" orient="horz" pos="1272">
          <p15:clr>
            <a:srgbClr val="5ACBF0"/>
          </p15:clr>
        </p15:guide>
        <p15:guide id="48" orient="horz" pos="906">
          <p15:clr>
            <a:srgbClr val="5ACBF0"/>
          </p15:clr>
        </p15:guide>
        <p15:guide id="49" pos="10452">
          <p15:clr>
            <a:srgbClr val="A4A3A4"/>
          </p15:clr>
        </p15:guide>
        <p15:guide id="50" pos="2508">
          <p15:clr>
            <a:srgbClr val="A4A3A4"/>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9753970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0915007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BC06D5-A8F4-6C25-0D35-150D3D54CD75}"/>
              </a:ext>
            </a:extLst>
          </p:cNvPr>
          <p:cNvPicPr>
            <a:picLocks noChangeAspect="1"/>
          </p:cNvPicPr>
          <p:nvPr userDrawn="1"/>
        </p:nvPicPr>
        <p:blipFill>
          <a:blip r:embed="rId2">
            <a:extLst>
              <a:ext uri="{28A0092B-C50C-407E-A947-70E740481C1C}">
                <a14:useLocalDpi xmlns:a14="http://schemas.microsoft.com/office/drawing/2010/main" val="0"/>
              </a:ext>
            </a:extLst>
          </a:blip>
          <a:srcRect r="32347"/>
          <a:stretch>
            <a:fillRect/>
          </a:stretch>
        </p:blipFill>
        <p:spPr>
          <a:xfrm>
            <a:off x="-1" y="-12500"/>
            <a:ext cx="12192001" cy="6870500"/>
          </a:xfrm>
          <a:prstGeom prst="rect">
            <a:avLst/>
          </a:prstGeom>
        </p:spPr>
      </p:pic>
      <p:sp>
        <p:nvSpPr>
          <p:cNvPr id="10" name="Rectangle 9">
            <a:extLst>
              <a:ext uri="{FF2B5EF4-FFF2-40B4-BE49-F238E27FC236}">
                <a16:creationId xmlns:a16="http://schemas.microsoft.com/office/drawing/2014/main" id="{2608E744-5E97-9C35-B181-061DBE7AF03F}"/>
              </a:ext>
            </a:extLst>
          </p:cNvPr>
          <p:cNvSpPr/>
          <p:nvPr userDrawn="1"/>
        </p:nvSpPr>
        <p:spPr bwMode="auto">
          <a:xfrm>
            <a:off x="-1" y="0"/>
            <a:ext cx="7722973" cy="6858000"/>
          </a:xfrm>
          <a:prstGeom prst="rect">
            <a:avLst/>
          </a:prstGeom>
          <a:gradFill>
            <a:gsLst>
              <a:gs pos="100000">
                <a:schemeClr val="bg1">
                  <a:alpha val="0"/>
                </a:schemeClr>
              </a:gs>
              <a:gs pos="24000">
                <a:schemeClr val="bg1">
                  <a:alpha val="65904"/>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905BCBDE-DBE2-EACE-5B67-6F0107CC7235}"/>
              </a:ext>
            </a:extLst>
          </p:cNvPr>
          <p:cNvSpPr/>
          <p:nvPr userDrawn="1"/>
        </p:nvSpPr>
        <p:spPr bwMode="auto">
          <a:xfrm>
            <a:off x="0" y="3429000"/>
            <a:ext cx="12192000" cy="3429000"/>
          </a:xfrm>
          <a:prstGeom prst="rect">
            <a:avLst/>
          </a:prstGeom>
          <a:gradFill>
            <a:gsLst>
              <a:gs pos="0">
                <a:schemeClr val="bg1">
                  <a:alpha val="0"/>
                </a:schemeClr>
              </a:gs>
              <a:gs pos="71000">
                <a:schemeClr val="bg1">
                  <a:alpha val="45805"/>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Title 1">
            <a:extLst>
              <a:ext uri="{FF2B5EF4-FFF2-40B4-BE49-F238E27FC236}">
                <a16:creationId xmlns:a16="http://schemas.microsoft.com/office/drawing/2014/main" id="{895A91E5-67E7-7AE1-FF06-328B70168C9F}"/>
              </a:ext>
            </a:extLst>
          </p:cNvPr>
          <p:cNvSpPr>
            <a:spLocks noGrp="1"/>
          </p:cNvSpPr>
          <p:nvPr>
            <p:ph type="title"/>
          </p:nvPr>
        </p:nvSpPr>
        <p:spPr>
          <a:xfrm>
            <a:off x="584200" y="1935961"/>
            <a:ext cx="5899727" cy="1783749"/>
          </a:xfrm>
          <a:noFill/>
        </p:spPr>
        <p:txBody>
          <a:bodyPr wrap="square" lIns="0" tIns="0" rIns="0" bIns="0" anchor="b" anchorCtr="0">
            <a:noAutofit/>
          </a:bodyPr>
          <a:lstStyle>
            <a:lvl1pPr marL="0" algn="l" defTabSz="914400" rtl="0" eaLnBrk="1" latinLnBrk="0" hangingPunct="1">
              <a:lnSpc>
                <a:spcPct val="100000"/>
              </a:lnSpc>
              <a:defRPr lang="en-US" sz="4000" kern="1200" dirty="0">
                <a:solidFill>
                  <a:schemeClr val="tx1"/>
                </a:solidFill>
                <a:latin typeface="+mj-lt"/>
                <a:ea typeface="+mn-ea"/>
                <a:cs typeface="+mn-cs"/>
              </a:defRPr>
            </a:lvl1pPr>
          </a:lstStyle>
          <a:p>
            <a:r>
              <a:rPr lang="en-US"/>
              <a:t>Click to edit Master title style</a:t>
            </a:r>
          </a:p>
        </p:txBody>
      </p:sp>
      <p:sp>
        <p:nvSpPr>
          <p:cNvPr id="2" name="Text Placeholder 4">
            <a:extLst>
              <a:ext uri="{FF2B5EF4-FFF2-40B4-BE49-F238E27FC236}">
                <a16:creationId xmlns:a16="http://schemas.microsoft.com/office/drawing/2014/main" id="{1DF94F01-4477-0498-AB99-8D0516D31F2D}"/>
              </a:ext>
            </a:extLst>
          </p:cNvPr>
          <p:cNvSpPr>
            <a:spLocks noGrp="1"/>
          </p:cNvSpPr>
          <p:nvPr>
            <p:ph type="body" sz="quarter" idx="12" hasCustomPrompt="1"/>
          </p:nvPr>
        </p:nvSpPr>
        <p:spPr>
          <a:xfrm>
            <a:off x="584199" y="3975432"/>
            <a:ext cx="5899725" cy="1783749"/>
          </a:xfrm>
          <a:prstGeom prst="rect">
            <a:avLst/>
          </a:prstGeom>
          <a:noFill/>
        </p:spPr>
        <p:txBody>
          <a:bodyPr wrap="square" lIns="0" tIns="0" rIns="0" bIns="0">
            <a:no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3E7D34C-39D9-4E32-B16B-56213437533A}"/>
              </a:ext>
            </a:extLst>
          </p:cNvPr>
          <p:cNvPicPr>
            <a:picLocks noChangeAspect="1"/>
          </p:cNvPicPr>
          <p:nvPr userDrawn="1"/>
        </p:nvPicPr>
        <p:blipFill>
          <a:blip r:embed="rId3"/>
          <a:stretch>
            <a:fillRect/>
          </a:stretch>
        </p:blipFill>
        <p:spPr bwMode="black">
          <a:xfrm>
            <a:off x="588276" y="584246"/>
            <a:ext cx="1366440" cy="292608"/>
          </a:xfrm>
          <a:prstGeom prst="rect">
            <a:avLst/>
          </a:prstGeom>
        </p:spPr>
      </p:pic>
    </p:spTree>
    <p:extLst>
      <p:ext uri="{BB962C8B-B14F-4D97-AF65-F5344CB8AC3E}">
        <p14:creationId xmlns:p14="http://schemas.microsoft.com/office/powerpoint/2010/main" val="120241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repeatCount="indefinite" autoRev="1" fill="hold" nodeType="withEffect">
                                  <p:stCondLst>
                                    <p:cond delay="0"/>
                                  </p:stCondLst>
                                  <p:childTnLst>
                                    <p:animMotion origin="layout" path="M 8.33333E-7 4.07407E-6 L -0.46641 4.07407E-6 " pathEditMode="relative" rAng="0" ptsTypes="AA">
                                      <p:cBhvr>
                                        <p:cTn id="6" dur="50000" fill="hold"/>
                                        <p:tgtEl>
                                          <p:spTgt spid="3"/>
                                        </p:tgtEl>
                                        <p:attrNameLst>
                                          <p:attrName>ppt_x</p:attrName>
                                          <p:attrName>ppt_y</p:attrName>
                                        </p:attrNameLst>
                                      </p:cBhvr>
                                      <p:rCtr x="-2332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CFB12B-27EC-CFB3-3784-EEA05F3791BD}"/>
              </a:ext>
            </a:extLst>
          </p:cNvPr>
          <p:cNvSpPr/>
          <p:nvPr userDrawn="1"/>
        </p:nvSpPr>
        <p:spPr bwMode="auto">
          <a:xfrm>
            <a:off x="0" y="0"/>
            <a:ext cx="7722973" cy="6858000"/>
          </a:xfrm>
          <a:prstGeom prst="rect">
            <a:avLst/>
          </a:prstGeom>
          <a:gradFill>
            <a:gsLst>
              <a:gs pos="100000">
                <a:schemeClr val="bg1">
                  <a:alpha val="0"/>
                </a:schemeClr>
              </a:gs>
              <a:gs pos="24000">
                <a:schemeClr val="bg1">
                  <a:alpha val="65904"/>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Title 1">
            <a:extLst>
              <a:ext uri="{FF2B5EF4-FFF2-40B4-BE49-F238E27FC236}">
                <a16:creationId xmlns:a16="http://schemas.microsoft.com/office/drawing/2014/main" id="{895A91E5-67E7-7AE1-FF06-328B70168C9F}"/>
              </a:ext>
            </a:extLst>
          </p:cNvPr>
          <p:cNvSpPr>
            <a:spLocks noGrp="1"/>
          </p:cNvSpPr>
          <p:nvPr>
            <p:ph type="title"/>
          </p:nvPr>
        </p:nvSpPr>
        <p:spPr>
          <a:xfrm>
            <a:off x="584200" y="1935961"/>
            <a:ext cx="5899727" cy="1783749"/>
          </a:xfrm>
          <a:noFill/>
        </p:spPr>
        <p:txBody>
          <a:bodyPr wrap="square" lIns="0" tIns="0" rIns="0" bIns="0" anchor="b" anchorCtr="0">
            <a:noAutofit/>
          </a:bodyPr>
          <a:lstStyle>
            <a:lvl1pPr marL="0" algn="l" defTabSz="932742" rtl="0" eaLnBrk="1" fontAlgn="base" latinLnBrk="0" hangingPunct="1">
              <a:lnSpc>
                <a:spcPct val="100000"/>
              </a:lnSpc>
              <a:spcBef>
                <a:spcPct val="0"/>
              </a:spcBef>
              <a:spcAft>
                <a:spcPct val="0"/>
              </a:spcAft>
              <a:buNone/>
              <a:defRPr lang="en-US" sz="4000" b="0" kern="1200" cap="none" spc="-50" baseline="0" dirty="0">
                <a:ln w="3175">
                  <a:noFill/>
                </a:ln>
                <a:solidFill>
                  <a:schemeClr val="tx1"/>
                </a:solidFill>
                <a:effectLst/>
                <a:latin typeface="+mj-lt"/>
                <a:ea typeface="+mn-ea"/>
                <a:cs typeface="Segoe UI" pitchFamily="34" charset="0"/>
              </a:defRPr>
            </a:lvl1pPr>
          </a:lstStyle>
          <a:p>
            <a:r>
              <a:rPr lang="en-US"/>
              <a:t>Click to edit Master title style</a:t>
            </a:r>
          </a:p>
        </p:txBody>
      </p:sp>
      <p:sp>
        <p:nvSpPr>
          <p:cNvPr id="5" name="Text Placeholder 4"/>
          <p:cNvSpPr>
            <a:spLocks noGrp="1"/>
          </p:cNvSpPr>
          <p:nvPr>
            <p:ph type="body" sz="quarter" idx="12" hasCustomPrompt="1"/>
          </p:nvPr>
        </p:nvSpPr>
        <p:spPr>
          <a:xfrm>
            <a:off x="584199" y="3975432"/>
            <a:ext cx="5899725" cy="1783749"/>
          </a:xfrm>
          <a:prstGeom prst="rect">
            <a:avLst/>
          </a:prstGeom>
          <a:noFill/>
        </p:spPr>
        <p:txBody>
          <a:bodyPr wrap="square" lIns="0" tIns="0" rIns="0" bIns="0">
            <a:noAutofit/>
          </a:bodyPr>
          <a:lstStyle>
            <a:lvl1pPr marL="0" indent="0">
              <a:spcBef>
                <a:spcPts val="0"/>
              </a:spcBef>
              <a:buNone/>
              <a:defRPr sz="2000" spc="0" baseline="0">
                <a:solidFill>
                  <a:schemeClr val="tx1"/>
                </a:solidFill>
                <a:latin typeface="+mj-lt"/>
                <a:cs typeface="Segoe UI" panose="020B0502040204020203" pitchFamily="34" charset="0"/>
              </a:defRPr>
            </a:lvl1pPr>
          </a:lstStyle>
          <a:p>
            <a:pPr lvl="0"/>
            <a:r>
              <a:rPr lang="en-US"/>
              <a:t>Speaker name or subtitle text</a:t>
            </a:r>
          </a:p>
        </p:txBody>
      </p:sp>
      <p:pic>
        <p:nvPicPr>
          <p:cNvPr id="12" name="Picture 11" descr="Cloud and AI Platform logo">
            <a:extLst>
              <a:ext uri="{FF2B5EF4-FFF2-40B4-BE49-F238E27FC236}">
                <a16:creationId xmlns:a16="http://schemas.microsoft.com/office/drawing/2014/main" id="{FAE99A82-10BD-1B03-FC01-851F30F021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6705" y="5647530"/>
            <a:ext cx="867595" cy="866578"/>
          </a:xfrm>
          <a:prstGeom prst="rect">
            <a:avLst/>
          </a:prstGeom>
        </p:spPr>
      </p:pic>
      <p:pic>
        <p:nvPicPr>
          <p:cNvPr id="25" name="MS logo gray - EMF" descr="Microsoft logo, gray text version">
            <a:extLst>
              <a:ext uri="{FF2B5EF4-FFF2-40B4-BE49-F238E27FC236}">
                <a16:creationId xmlns:a16="http://schemas.microsoft.com/office/drawing/2014/main" id="{F554F901-A47B-2103-8381-ADDFB47D33E6}"/>
              </a:ext>
            </a:extLst>
          </p:cNvPr>
          <p:cNvPicPr>
            <a:picLocks noChangeAspect="1"/>
          </p:cNvPicPr>
          <p:nvPr userDrawn="1"/>
        </p:nvPicPr>
        <p:blipFill>
          <a:blip r:embed="rId3"/>
          <a:stretch>
            <a:fillRect/>
          </a:stretch>
        </p:blipFill>
        <p:spPr bwMode="black">
          <a:xfrm>
            <a:off x="588276" y="584246"/>
            <a:ext cx="1366440" cy="292608"/>
          </a:xfrm>
          <a:prstGeom prst="rect">
            <a:avLst/>
          </a:prstGeom>
        </p:spPr>
      </p:pic>
      <p:grpSp>
        <p:nvGrpSpPr>
          <p:cNvPr id="33" name="Group 32">
            <a:extLst>
              <a:ext uri="{FF2B5EF4-FFF2-40B4-BE49-F238E27FC236}">
                <a16:creationId xmlns:a16="http://schemas.microsoft.com/office/drawing/2014/main" id="{F787A7F9-B8AA-AE4A-2905-6EE71F908096}"/>
              </a:ext>
              <a:ext uri="{C183D7F6-B498-43B3-948B-1728B52AA6E4}">
                <adec:decorative xmlns:adec="http://schemas.microsoft.com/office/drawing/2017/decorative" val="1"/>
              </a:ext>
            </a:extLst>
          </p:cNvPr>
          <p:cNvGrpSpPr/>
          <p:nvPr userDrawn="1"/>
        </p:nvGrpSpPr>
        <p:grpSpPr>
          <a:xfrm>
            <a:off x="6140544" y="1291934"/>
            <a:ext cx="5639566" cy="4386974"/>
            <a:chOff x="5691426" y="1388919"/>
            <a:chExt cx="5639566" cy="4386974"/>
          </a:xfrm>
        </p:grpSpPr>
        <p:sp>
          <p:nvSpPr>
            <p:cNvPr id="34" name="Freeform 21">
              <a:extLst>
                <a:ext uri="{FF2B5EF4-FFF2-40B4-BE49-F238E27FC236}">
                  <a16:creationId xmlns:a16="http://schemas.microsoft.com/office/drawing/2014/main" id="{15E74F1A-B7DA-738F-B6E1-A1699B5071C8}"/>
                </a:ext>
              </a:extLst>
            </p:cNvPr>
            <p:cNvSpPr/>
            <p:nvPr/>
          </p:nvSpPr>
          <p:spPr>
            <a:xfrm>
              <a:off x="5691426" y="1388919"/>
              <a:ext cx="5639566" cy="4386974"/>
            </a:xfrm>
            <a:custGeom>
              <a:avLst/>
              <a:gdLst>
                <a:gd name="connsiteX0" fmla="*/ 2394296 w 7665965"/>
                <a:gd name="connsiteY0" fmla="*/ 5963295 h 5963294"/>
                <a:gd name="connsiteX1" fmla="*/ 0 w 7665965"/>
                <a:gd name="connsiteY1" fmla="*/ 3571083 h 5963294"/>
                <a:gd name="connsiteX2" fmla="*/ 429068 w 7665965"/>
                <a:gd name="connsiteY2" fmla="*/ 2205757 h 5963294"/>
                <a:gd name="connsiteX3" fmla="*/ 1264760 w 7665965"/>
                <a:gd name="connsiteY3" fmla="*/ 1461683 h 5963294"/>
                <a:gd name="connsiteX4" fmla="*/ 1550911 w 7665965"/>
                <a:gd name="connsiteY4" fmla="*/ 1205021 h 5963294"/>
                <a:gd name="connsiteX5" fmla="*/ 2118217 w 7665965"/>
                <a:gd name="connsiteY5" fmla="*/ 596211 h 5963294"/>
                <a:gd name="connsiteX6" fmla="*/ 3834807 w 7665965"/>
                <a:gd name="connsiteY6" fmla="*/ 0 h 5963294"/>
                <a:gd name="connsiteX7" fmla="*/ 5551556 w 7665965"/>
                <a:gd name="connsiteY7" fmla="*/ 596448 h 5963294"/>
                <a:gd name="connsiteX8" fmla="*/ 6119734 w 7665965"/>
                <a:gd name="connsiteY8" fmla="*/ 1206685 h 5963294"/>
                <a:gd name="connsiteX9" fmla="*/ 6409137 w 7665965"/>
                <a:gd name="connsiteY9" fmla="*/ 1465328 h 5963294"/>
                <a:gd name="connsiteX10" fmla="*/ 7015702 w 7665965"/>
                <a:gd name="connsiteY10" fmla="*/ 1932138 h 5963294"/>
                <a:gd name="connsiteX11" fmla="*/ 7665966 w 7665965"/>
                <a:gd name="connsiteY11" fmla="*/ 3571083 h 5963294"/>
                <a:gd name="connsiteX12" fmla="*/ 7019509 w 7665965"/>
                <a:gd name="connsiteY12" fmla="*/ 5205987 h 5963294"/>
                <a:gd name="connsiteX13" fmla="*/ 5439808 w 7665965"/>
                <a:gd name="connsiteY13" fmla="*/ 5957352 h 5963294"/>
                <a:gd name="connsiteX14" fmla="*/ 5356532 w 7665965"/>
                <a:gd name="connsiteY14" fmla="*/ 5960284 h 5963294"/>
                <a:gd name="connsiteX15" fmla="*/ 3070891 w 7665965"/>
                <a:gd name="connsiteY15" fmla="*/ 5962185 h 5963294"/>
                <a:gd name="connsiteX16" fmla="*/ 2863812 w 7665965"/>
                <a:gd name="connsiteY16" fmla="*/ 5962740 h 5963294"/>
                <a:gd name="connsiteX17" fmla="*/ 2395089 w 7665965"/>
                <a:gd name="connsiteY17" fmla="*/ 5963295 h 5963294"/>
                <a:gd name="connsiteX18" fmla="*/ 2394217 w 7665965"/>
                <a:gd name="connsiteY18" fmla="*/ 5963295 h 5963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65965" h="5963294">
                  <a:moveTo>
                    <a:pt x="2394296" y="5963295"/>
                  </a:moveTo>
                  <a:cubicBezTo>
                    <a:pt x="1074098" y="5963295"/>
                    <a:pt x="0" y="4890132"/>
                    <a:pt x="0" y="3571083"/>
                  </a:cubicBezTo>
                  <a:cubicBezTo>
                    <a:pt x="0" y="3080580"/>
                    <a:pt x="148389" y="2608461"/>
                    <a:pt x="429068" y="2205757"/>
                  </a:cubicBezTo>
                  <a:cubicBezTo>
                    <a:pt x="647251" y="1892755"/>
                    <a:pt x="932767" y="1639262"/>
                    <a:pt x="1264760" y="1461683"/>
                  </a:cubicBezTo>
                  <a:cubicBezTo>
                    <a:pt x="1379363" y="1400350"/>
                    <a:pt x="1477391" y="1312155"/>
                    <a:pt x="1550911" y="1205021"/>
                  </a:cubicBezTo>
                  <a:cubicBezTo>
                    <a:pt x="1708738" y="974904"/>
                    <a:pt x="1901462" y="767609"/>
                    <a:pt x="2118217" y="596211"/>
                  </a:cubicBezTo>
                  <a:cubicBezTo>
                    <a:pt x="2604309" y="211732"/>
                    <a:pt x="3213967" y="0"/>
                    <a:pt x="3834807" y="0"/>
                  </a:cubicBezTo>
                  <a:cubicBezTo>
                    <a:pt x="4455647" y="0"/>
                    <a:pt x="5065384" y="211812"/>
                    <a:pt x="5551556" y="596448"/>
                  </a:cubicBezTo>
                  <a:cubicBezTo>
                    <a:pt x="5768707" y="768243"/>
                    <a:pt x="5961828" y="976014"/>
                    <a:pt x="6119734" y="1206685"/>
                  </a:cubicBezTo>
                  <a:cubicBezTo>
                    <a:pt x="6193889" y="1314928"/>
                    <a:pt x="6293503" y="1403124"/>
                    <a:pt x="6409137" y="1465328"/>
                  </a:cubicBezTo>
                  <a:cubicBezTo>
                    <a:pt x="6634140" y="1586408"/>
                    <a:pt x="6837333" y="1742751"/>
                    <a:pt x="7015702" y="1932138"/>
                  </a:cubicBezTo>
                  <a:cubicBezTo>
                    <a:pt x="7435015" y="2377473"/>
                    <a:pt x="7665966" y="2959500"/>
                    <a:pt x="7665966" y="3571083"/>
                  </a:cubicBezTo>
                  <a:cubicBezTo>
                    <a:pt x="7665966" y="4182667"/>
                    <a:pt x="7436363" y="4761206"/>
                    <a:pt x="7019509" y="5205987"/>
                  </a:cubicBezTo>
                  <a:cubicBezTo>
                    <a:pt x="6604954" y="5648311"/>
                    <a:pt x="6043914" y="5915195"/>
                    <a:pt x="5439808" y="5957352"/>
                  </a:cubicBezTo>
                  <a:cubicBezTo>
                    <a:pt x="5412049" y="5959253"/>
                    <a:pt x="5384053" y="5960284"/>
                    <a:pt x="5356532" y="5960284"/>
                  </a:cubicBezTo>
                  <a:lnTo>
                    <a:pt x="3070891" y="5962185"/>
                  </a:lnTo>
                  <a:lnTo>
                    <a:pt x="2863812" y="5962740"/>
                  </a:lnTo>
                  <a:lnTo>
                    <a:pt x="2395089" y="5963295"/>
                  </a:lnTo>
                  <a:lnTo>
                    <a:pt x="2394217" y="5963295"/>
                  </a:lnTo>
                  <a:close/>
                </a:path>
              </a:pathLst>
            </a:custGeom>
            <a:noFill/>
            <a:ln w="3175" cap="flat" cmpd="sng" algn="ctr">
              <a:solidFill>
                <a:srgbClr val="FFFFFF"/>
              </a:solidFill>
              <a:prstDash val="solid"/>
              <a:headEnd type="none" w="med" len="med"/>
              <a:tailEnd type="none" w="med" len="med"/>
            </a:ln>
            <a:effectLst>
              <a:glow rad="12700">
                <a:srgbClr val="FFFFFF">
                  <a:alpha val="8000"/>
                </a:srgbClr>
              </a:glo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35" name="Freeform 22">
              <a:extLst>
                <a:ext uri="{FF2B5EF4-FFF2-40B4-BE49-F238E27FC236}">
                  <a16:creationId xmlns:a16="http://schemas.microsoft.com/office/drawing/2014/main" id="{0A7FB074-222A-4EF4-D046-192428CC0183}"/>
                </a:ext>
              </a:extLst>
            </p:cNvPr>
            <p:cNvSpPr/>
            <p:nvPr/>
          </p:nvSpPr>
          <p:spPr>
            <a:xfrm>
              <a:off x="5872298" y="1569691"/>
              <a:ext cx="5277823" cy="4025547"/>
            </a:xfrm>
            <a:custGeom>
              <a:avLst/>
              <a:gdLst>
                <a:gd name="connsiteX0" fmla="*/ 2148434 w 7174242"/>
                <a:gd name="connsiteY0" fmla="*/ 5471920 h 5471999"/>
                <a:gd name="connsiteX1" fmla="*/ 0 w 7174242"/>
                <a:gd name="connsiteY1" fmla="*/ 3325356 h 5471999"/>
                <a:gd name="connsiteX2" fmla="*/ 384972 w 7174242"/>
                <a:gd name="connsiteY2" fmla="*/ 2100446 h 5471999"/>
                <a:gd name="connsiteX3" fmla="*/ 1172284 w 7174242"/>
                <a:gd name="connsiteY3" fmla="*/ 1413108 h 5471999"/>
                <a:gd name="connsiteX4" fmla="*/ 1482466 w 7174242"/>
                <a:gd name="connsiteY4" fmla="*/ 1136002 h 5471999"/>
                <a:gd name="connsiteX5" fmla="*/ 2024948 w 7174242"/>
                <a:gd name="connsiteY5" fmla="*/ 543198 h 5471999"/>
                <a:gd name="connsiteX6" fmla="*/ 3588945 w 7174242"/>
                <a:gd name="connsiteY6" fmla="*/ 0 h 5471999"/>
                <a:gd name="connsiteX7" fmla="*/ 5153101 w 7174242"/>
                <a:gd name="connsiteY7" fmla="*/ 543357 h 5471999"/>
                <a:gd name="connsiteX8" fmla="*/ 5696139 w 7174242"/>
                <a:gd name="connsiteY8" fmla="*/ 1137111 h 5471999"/>
                <a:gd name="connsiteX9" fmla="*/ 5999262 w 7174242"/>
                <a:gd name="connsiteY9" fmla="*/ 1411206 h 5471999"/>
                <a:gd name="connsiteX10" fmla="*/ 6590758 w 7174242"/>
                <a:gd name="connsiteY10" fmla="*/ 1854798 h 5471999"/>
                <a:gd name="connsiteX11" fmla="*/ 7174243 w 7174242"/>
                <a:gd name="connsiteY11" fmla="*/ 3325435 h 5471999"/>
                <a:gd name="connsiteX12" fmla="*/ 6594247 w 7174242"/>
                <a:gd name="connsiteY12" fmla="*/ 4792427 h 5471999"/>
                <a:gd name="connsiteX13" fmla="*/ 5176894 w 7174242"/>
                <a:gd name="connsiteY13" fmla="*/ 5466691 h 5471999"/>
                <a:gd name="connsiteX14" fmla="*/ 5110671 w 7174242"/>
                <a:gd name="connsiteY14" fmla="*/ 5468988 h 5471999"/>
                <a:gd name="connsiteX15" fmla="*/ 2824950 w 7174242"/>
                <a:gd name="connsiteY15" fmla="*/ 5470890 h 5471999"/>
                <a:gd name="connsiteX16" fmla="*/ 2617395 w 7174242"/>
                <a:gd name="connsiteY16" fmla="*/ 5471445 h 5471999"/>
                <a:gd name="connsiteX17" fmla="*/ 2149069 w 7174242"/>
                <a:gd name="connsiteY17" fmla="*/ 5472000 h 5471999"/>
                <a:gd name="connsiteX18" fmla="*/ 2148514 w 7174242"/>
                <a:gd name="connsiteY18" fmla="*/ 5472000 h 547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174242" h="5471999">
                  <a:moveTo>
                    <a:pt x="2148434" y="5471920"/>
                  </a:moveTo>
                  <a:cubicBezTo>
                    <a:pt x="963778" y="5471920"/>
                    <a:pt x="0" y="4508982"/>
                    <a:pt x="0" y="3325356"/>
                  </a:cubicBezTo>
                  <a:cubicBezTo>
                    <a:pt x="0" y="2885330"/>
                    <a:pt x="133083" y="2461786"/>
                    <a:pt x="384972" y="2100446"/>
                  </a:cubicBezTo>
                  <a:cubicBezTo>
                    <a:pt x="589037" y="1807729"/>
                    <a:pt x="858454" y="1573096"/>
                    <a:pt x="1172284" y="1413108"/>
                  </a:cubicBezTo>
                  <a:cubicBezTo>
                    <a:pt x="1297832" y="1349081"/>
                    <a:pt x="1404901" y="1253516"/>
                    <a:pt x="1482466" y="1136002"/>
                  </a:cubicBezTo>
                  <a:cubicBezTo>
                    <a:pt x="1630856" y="911115"/>
                    <a:pt x="1815569" y="708812"/>
                    <a:pt x="2024948" y="543198"/>
                  </a:cubicBezTo>
                  <a:cubicBezTo>
                    <a:pt x="2467816" y="192873"/>
                    <a:pt x="3023305" y="0"/>
                    <a:pt x="3588945" y="0"/>
                  </a:cubicBezTo>
                  <a:cubicBezTo>
                    <a:pt x="4154586" y="0"/>
                    <a:pt x="4710154" y="192952"/>
                    <a:pt x="5153101" y="543357"/>
                  </a:cubicBezTo>
                  <a:cubicBezTo>
                    <a:pt x="5362798" y="709209"/>
                    <a:pt x="5547749" y="911828"/>
                    <a:pt x="5696139" y="1137111"/>
                  </a:cubicBezTo>
                  <a:cubicBezTo>
                    <a:pt x="5772356" y="1252803"/>
                    <a:pt x="5875618" y="1348526"/>
                    <a:pt x="5999262" y="1411206"/>
                  </a:cubicBezTo>
                  <a:cubicBezTo>
                    <a:pt x="6219903" y="1523016"/>
                    <a:pt x="6418258" y="1671593"/>
                    <a:pt x="6590758" y="1854798"/>
                  </a:cubicBezTo>
                  <a:cubicBezTo>
                    <a:pt x="6967005" y="2254332"/>
                    <a:pt x="7174243" y="2776611"/>
                    <a:pt x="7174243" y="3325435"/>
                  </a:cubicBezTo>
                  <a:cubicBezTo>
                    <a:pt x="7174243" y="3874260"/>
                    <a:pt x="6968274" y="4393289"/>
                    <a:pt x="6594247" y="4792427"/>
                  </a:cubicBezTo>
                  <a:cubicBezTo>
                    <a:pt x="6222203" y="5189346"/>
                    <a:pt x="5718821" y="5428813"/>
                    <a:pt x="5176894" y="5466691"/>
                  </a:cubicBezTo>
                  <a:cubicBezTo>
                    <a:pt x="5154846" y="5468196"/>
                    <a:pt x="5132639" y="5468988"/>
                    <a:pt x="5110671" y="5468988"/>
                  </a:cubicBezTo>
                  <a:lnTo>
                    <a:pt x="2824950" y="5470890"/>
                  </a:lnTo>
                  <a:lnTo>
                    <a:pt x="2617395" y="5471445"/>
                  </a:lnTo>
                  <a:lnTo>
                    <a:pt x="2149069" y="5472000"/>
                  </a:lnTo>
                  <a:lnTo>
                    <a:pt x="2148514" y="5472000"/>
                  </a:lnTo>
                  <a:close/>
                </a:path>
              </a:pathLst>
            </a:custGeom>
            <a:noFill/>
            <a:ln w="9525" cap="flat" cmpd="sng" algn="ctr">
              <a:solidFill>
                <a:srgbClr val="FFFFFF"/>
              </a:solidFill>
              <a:prstDash val="solid"/>
              <a:headEnd type="none" w="med" len="med"/>
              <a:tailEnd type="none" w="med" len="med"/>
            </a:ln>
            <a:effectLst>
              <a:glow rad="114300">
                <a:srgbClr val="0078D4">
                  <a:lumMod val="40000"/>
                  <a:lumOff val="60000"/>
                  <a:alpha val="6000"/>
                </a:srgbClr>
              </a:glo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36" name="Freeform 23">
              <a:extLst>
                <a:ext uri="{FF2B5EF4-FFF2-40B4-BE49-F238E27FC236}">
                  <a16:creationId xmlns:a16="http://schemas.microsoft.com/office/drawing/2014/main" id="{EAEAEAD5-9828-B34E-E372-64F66685DCB4}"/>
                </a:ext>
              </a:extLst>
            </p:cNvPr>
            <p:cNvSpPr/>
            <p:nvPr/>
          </p:nvSpPr>
          <p:spPr>
            <a:xfrm>
              <a:off x="6053169" y="1750348"/>
              <a:ext cx="4916198" cy="3664118"/>
            </a:xfrm>
            <a:custGeom>
              <a:avLst/>
              <a:gdLst>
                <a:gd name="connsiteX0" fmla="*/ 1902573 w 6682677"/>
                <a:gd name="connsiteY0" fmla="*/ 4980704 h 4980703"/>
                <a:gd name="connsiteX1" fmla="*/ 0 w 6682677"/>
                <a:gd name="connsiteY1" fmla="*/ 3079788 h 4980703"/>
                <a:gd name="connsiteX2" fmla="*/ 340875 w 6682677"/>
                <a:gd name="connsiteY2" fmla="*/ 1995293 h 4980703"/>
                <a:gd name="connsiteX3" fmla="*/ 1217253 w 6682677"/>
                <a:gd name="connsiteY3" fmla="*/ 1306370 h 4980703"/>
                <a:gd name="connsiteX4" fmla="*/ 1337011 w 6682677"/>
                <a:gd name="connsiteY4" fmla="*/ 1201296 h 4980703"/>
                <a:gd name="connsiteX5" fmla="*/ 1931759 w 6682677"/>
                <a:gd name="connsiteY5" fmla="*/ 490186 h 4980703"/>
                <a:gd name="connsiteX6" fmla="*/ 3343163 w 6682677"/>
                <a:gd name="connsiteY6" fmla="*/ 0 h 4980703"/>
                <a:gd name="connsiteX7" fmla="*/ 4754647 w 6682677"/>
                <a:gd name="connsiteY7" fmla="*/ 490265 h 4980703"/>
                <a:gd name="connsiteX8" fmla="*/ 5349949 w 6682677"/>
                <a:gd name="connsiteY8" fmla="*/ 1202564 h 4980703"/>
                <a:gd name="connsiteX9" fmla="*/ 5463918 w 6682677"/>
                <a:gd name="connsiteY9" fmla="*/ 1305419 h 4980703"/>
                <a:gd name="connsiteX10" fmla="*/ 6165972 w 6682677"/>
                <a:gd name="connsiteY10" fmla="*/ 1777459 h 4980703"/>
                <a:gd name="connsiteX11" fmla="*/ 6682678 w 6682677"/>
                <a:gd name="connsiteY11" fmla="*/ 3079708 h 4980703"/>
                <a:gd name="connsiteX12" fmla="*/ 6169065 w 6682677"/>
                <a:gd name="connsiteY12" fmla="*/ 4378789 h 4980703"/>
                <a:gd name="connsiteX13" fmla="*/ 4914060 w 6682677"/>
                <a:gd name="connsiteY13" fmla="*/ 4975871 h 4980703"/>
                <a:gd name="connsiteX14" fmla="*/ 4864809 w 6682677"/>
                <a:gd name="connsiteY14" fmla="*/ 4977614 h 4980703"/>
                <a:gd name="connsiteX15" fmla="*/ 2579009 w 6682677"/>
                <a:gd name="connsiteY15" fmla="*/ 4979516 h 4980703"/>
                <a:gd name="connsiteX16" fmla="*/ 2371058 w 6682677"/>
                <a:gd name="connsiteY16" fmla="*/ 4980070 h 4980703"/>
                <a:gd name="connsiteX17" fmla="*/ 1903128 w 6682677"/>
                <a:gd name="connsiteY17" fmla="*/ 4980625 h 4980703"/>
                <a:gd name="connsiteX18" fmla="*/ 1902811 w 6682677"/>
                <a:gd name="connsiteY18" fmla="*/ 4980625 h 498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82677" h="4980703">
                  <a:moveTo>
                    <a:pt x="1902573" y="4980704"/>
                  </a:moveTo>
                  <a:cubicBezTo>
                    <a:pt x="853536" y="4980704"/>
                    <a:pt x="0" y="4127990"/>
                    <a:pt x="0" y="3079788"/>
                  </a:cubicBezTo>
                  <a:cubicBezTo>
                    <a:pt x="0" y="2690159"/>
                    <a:pt x="117855" y="2315190"/>
                    <a:pt x="340875" y="1995293"/>
                  </a:cubicBezTo>
                  <a:cubicBezTo>
                    <a:pt x="559454" y="1681736"/>
                    <a:pt x="862499" y="1443537"/>
                    <a:pt x="1217253" y="1306370"/>
                  </a:cubicBezTo>
                  <a:cubicBezTo>
                    <a:pt x="1268805" y="1286481"/>
                    <a:pt x="1311315" y="1249158"/>
                    <a:pt x="1337011" y="1201296"/>
                  </a:cubicBezTo>
                  <a:cubicBezTo>
                    <a:pt x="1483973" y="927597"/>
                    <a:pt x="1689625" y="681712"/>
                    <a:pt x="1931759" y="490186"/>
                  </a:cubicBezTo>
                  <a:cubicBezTo>
                    <a:pt x="2331403" y="174093"/>
                    <a:pt x="2832643" y="0"/>
                    <a:pt x="3343163" y="0"/>
                  </a:cubicBezTo>
                  <a:cubicBezTo>
                    <a:pt x="3853683" y="0"/>
                    <a:pt x="4355003" y="174093"/>
                    <a:pt x="4754647" y="490265"/>
                  </a:cubicBezTo>
                  <a:cubicBezTo>
                    <a:pt x="4997098" y="682108"/>
                    <a:pt x="5202988" y="928390"/>
                    <a:pt x="5349949" y="1202564"/>
                  </a:cubicBezTo>
                  <a:cubicBezTo>
                    <a:pt x="5375646" y="1250584"/>
                    <a:pt x="5416173" y="1287114"/>
                    <a:pt x="5463918" y="1305419"/>
                  </a:cubicBezTo>
                  <a:cubicBezTo>
                    <a:pt x="5731749" y="1408433"/>
                    <a:pt x="5967934" y="1567232"/>
                    <a:pt x="6165972" y="1777459"/>
                  </a:cubicBezTo>
                  <a:cubicBezTo>
                    <a:pt x="6499154" y="2131271"/>
                    <a:pt x="6682678" y="2593801"/>
                    <a:pt x="6682678" y="3079708"/>
                  </a:cubicBezTo>
                  <a:cubicBezTo>
                    <a:pt x="6682678" y="3565615"/>
                    <a:pt x="6500264" y="4025372"/>
                    <a:pt x="6169065" y="4378789"/>
                  </a:cubicBezTo>
                  <a:cubicBezTo>
                    <a:pt x="5839610" y="4730302"/>
                    <a:pt x="5393887" y="4942352"/>
                    <a:pt x="4914060" y="4975871"/>
                  </a:cubicBezTo>
                  <a:cubicBezTo>
                    <a:pt x="4897722" y="4976980"/>
                    <a:pt x="4881147" y="4977614"/>
                    <a:pt x="4864809" y="4977614"/>
                  </a:cubicBezTo>
                  <a:lnTo>
                    <a:pt x="2579009" y="4979516"/>
                  </a:lnTo>
                  <a:lnTo>
                    <a:pt x="2371058" y="4980070"/>
                  </a:lnTo>
                  <a:lnTo>
                    <a:pt x="1903128" y="4980625"/>
                  </a:lnTo>
                  <a:lnTo>
                    <a:pt x="1902811" y="4980625"/>
                  </a:lnTo>
                  <a:close/>
                </a:path>
              </a:pathLst>
            </a:custGeom>
            <a:noFill/>
            <a:ln w="15875" cap="flat" cmpd="sng" algn="ctr">
              <a:solidFill>
                <a:srgbClr val="FFFFFF"/>
              </a:solidFill>
              <a:prstDash val="solid"/>
              <a:headEnd type="none" w="med" len="med"/>
              <a:tailEnd type="none" w="med" len="med"/>
            </a:ln>
            <a:effectLst>
              <a:glow rad="63500">
                <a:srgbClr val="0078D4">
                  <a:lumMod val="60000"/>
                  <a:lumOff val="40000"/>
                  <a:alpha val="8000"/>
                </a:srgbClr>
              </a:glo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37" name="Freeform 24">
              <a:extLst>
                <a:ext uri="{FF2B5EF4-FFF2-40B4-BE49-F238E27FC236}">
                  <a16:creationId xmlns:a16="http://schemas.microsoft.com/office/drawing/2014/main" id="{E22706A9-438E-93EF-0B7B-10C1D586AC31}"/>
                </a:ext>
              </a:extLst>
            </p:cNvPr>
            <p:cNvSpPr/>
            <p:nvPr/>
          </p:nvSpPr>
          <p:spPr>
            <a:xfrm>
              <a:off x="6234039" y="1931061"/>
              <a:ext cx="4554221" cy="3302690"/>
            </a:xfrm>
            <a:custGeom>
              <a:avLst/>
              <a:gdLst>
                <a:gd name="connsiteX0" fmla="*/ 1656711 w 6190637"/>
                <a:gd name="connsiteY0" fmla="*/ 4489409 h 4489408"/>
                <a:gd name="connsiteX1" fmla="*/ 0 w 6190637"/>
                <a:gd name="connsiteY1" fmla="*/ 2834140 h 4489408"/>
                <a:gd name="connsiteX2" fmla="*/ 1060060 w 6190637"/>
                <a:gd name="connsiteY2" fmla="*/ 1289809 h 4489408"/>
                <a:gd name="connsiteX3" fmla="*/ 1307746 w 6190637"/>
                <a:gd name="connsiteY3" fmla="*/ 1071737 h 4489408"/>
                <a:gd name="connsiteX4" fmla="*/ 1838410 w 6190637"/>
                <a:gd name="connsiteY4" fmla="*/ 437174 h 4489408"/>
                <a:gd name="connsiteX5" fmla="*/ 3097143 w 6190637"/>
                <a:gd name="connsiteY5" fmla="*/ 0 h 4489408"/>
                <a:gd name="connsiteX6" fmla="*/ 4356034 w 6190637"/>
                <a:gd name="connsiteY6" fmla="*/ 437253 h 4489408"/>
                <a:gd name="connsiteX7" fmla="*/ 4887175 w 6190637"/>
                <a:gd name="connsiteY7" fmla="*/ 1072926 h 4489408"/>
                <a:gd name="connsiteX8" fmla="*/ 5129546 w 6190637"/>
                <a:gd name="connsiteY8" fmla="*/ 1289095 h 4489408"/>
                <a:gd name="connsiteX9" fmla="*/ 5740790 w 6190637"/>
                <a:gd name="connsiteY9" fmla="*/ 1700199 h 4489408"/>
                <a:gd name="connsiteX10" fmla="*/ 6190638 w 6190637"/>
                <a:gd name="connsiteY10" fmla="*/ 2834140 h 4489408"/>
                <a:gd name="connsiteX11" fmla="*/ 5743407 w 6190637"/>
                <a:gd name="connsiteY11" fmla="*/ 3965308 h 4489408"/>
                <a:gd name="connsiteX12" fmla="*/ 4650671 w 6190637"/>
                <a:gd name="connsiteY12" fmla="*/ 4485289 h 4489408"/>
                <a:gd name="connsiteX13" fmla="*/ 4650671 w 6190637"/>
                <a:gd name="connsiteY13" fmla="*/ 4485289 h 4489408"/>
                <a:gd name="connsiteX14" fmla="*/ 4618392 w 6190637"/>
                <a:gd name="connsiteY14" fmla="*/ 4486398 h 4489408"/>
                <a:gd name="connsiteX15" fmla="*/ 2124483 w 6190637"/>
                <a:gd name="connsiteY15" fmla="*/ 4488458 h 4489408"/>
                <a:gd name="connsiteX16" fmla="*/ 2124483 w 6190637"/>
                <a:gd name="connsiteY16" fmla="*/ 4488854 h 4489408"/>
                <a:gd name="connsiteX17" fmla="*/ 1656552 w 6190637"/>
                <a:gd name="connsiteY17" fmla="*/ 4489409 h 448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90637" h="4489408">
                  <a:moveTo>
                    <a:pt x="1656711" y="4489409"/>
                  </a:moveTo>
                  <a:cubicBezTo>
                    <a:pt x="743216" y="4489409"/>
                    <a:pt x="0" y="3746840"/>
                    <a:pt x="0" y="2834140"/>
                  </a:cubicBezTo>
                  <a:cubicBezTo>
                    <a:pt x="0" y="2135074"/>
                    <a:pt x="437951" y="1530306"/>
                    <a:pt x="1060060" y="1289809"/>
                  </a:cubicBezTo>
                  <a:cubicBezTo>
                    <a:pt x="1166098" y="1248841"/>
                    <a:pt x="1253974" y="1171819"/>
                    <a:pt x="1307746" y="1071737"/>
                  </a:cubicBezTo>
                  <a:cubicBezTo>
                    <a:pt x="1438767" y="827753"/>
                    <a:pt x="1619435" y="610395"/>
                    <a:pt x="1838410" y="437174"/>
                  </a:cubicBezTo>
                  <a:cubicBezTo>
                    <a:pt x="2194831" y="155313"/>
                    <a:pt x="2641823" y="0"/>
                    <a:pt x="3097143" y="0"/>
                  </a:cubicBezTo>
                  <a:cubicBezTo>
                    <a:pt x="3552463" y="0"/>
                    <a:pt x="3999614" y="155313"/>
                    <a:pt x="4356034" y="437253"/>
                  </a:cubicBezTo>
                  <a:cubicBezTo>
                    <a:pt x="4575327" y="610712"/>
                    <a:pt x="4756154" y="828467"/>
                    <a:pt x="4887175" y="1072926"/>
                  </a:cubicBezTo>
                  <a:cubicBezTo>
                    <a:pt x="4939916" y="1171343"/>
                    <a:pt x="5025253" y="1248999"/>
                    <a:pt x="5129546" y="1289095"/>
                  </a:cubicBezTo>
                  <a:cubicBezTo>
                    <a:pt x="5359308" y="1377370"/>
                    <a:pt x="5568132" y="1516835"/>
                    <a:pt x="5740790" y="1700199"/>
                  </a:cubicBezTo>
                  <a:cubicBezTo>
                    <a:pt x="6030907" y="2008288"/>
                    <a:pt x="6190638" y="2410992"/>
                    <a:pt x="6190638" y="2834140"/>
                  </a:cubicBezTo>
                  <a:cubicBezTo>
                    <a:pt x="6190638" y="3257288"/>
                    <a:pt x="6031779" y="3657614"/>
                    <a:pt x="5743407" y="3965308"/>
                  </a:cubicBezTo>
                  <a:cubicBezTo>
                    <a:pt x="5456463" y="4271416"/>
                    <a:pt x="5068398" y="4456128"/>
                    <a:pt x="4650671" y="4485289"/>
                  </a:cubicBezTo>
                  <a:lnTo>
                    <a:pt x="4650671" y="4485289"/>
                  </a:lnTo>
                  <a:cubicBezTo>
                    <a:pt x="4639964" y="4486002"/>
                    <a:pt x="4629178" y="4486398"/>
                    <a:pt x="4618392" y="4486398"/>
                  </a:cubicBezTo>
                  <a:lnTo>
                    <a:pt x="2124483" y="4488458"/>
                  </a:lnTo>
                  <a:lnTo>
                    <a:pt x="2124483" y="4488854"/>
                  </a:lnTo>
                  <a:lnTo>
                    <a:pt x="1656552" y="4489409"/>
                  </a:lnTo>
                  <a:close/>
                </a:path>
              </a:pathLst>
            </a:custGeom>
            <a:noFill/>
            <a:ln w="22225" cap="flat" cmpd="sng" algn="ctr">
              <a:solidFill>
                <a:srgbClr val="FFFFFF"/>
              </a:solidFill>
              <a:prstDash val="solid"/>
              <a:headEnd type="none" w="med" len="med"/>
              <a:tailEnd type="none" w="med" len="med"/>
            </a:ln>
            <a:effectLst>
              <a:glow rad="152400">
                <a:srgbClr val="0078D4">
                  <a:lumMod val="60000"/>
                  <a:lumOff val="40000"/>
                  <a:alpha val="10000"/>
                </a:srgbClr>
              </a:glo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38" name="Freeform 25">
              <a:extLst>
                <a:ext uri="{FF2B5EF4-FFF2-40B4-BE49-F238E27FC236}">
                  <a16:creationId xmlns:a16="http://schemas.microsoft.com/office/drawing/2014/main" id="{C257AEC6-6766-8441-5C19-0CF5AD15A13F}"/>
                </a:ext>
              </a:extLst>
            </p:cNvPr>
            <p:cNvSpPr/>
            <p:nvPr/>
          </p:nvSpPr>
          <p:spPr>
            <a:xfrm>
              <a:off x="6414911" y="2111833"/>
              <a:ext cx="4192597" cy="2941263"/>
            </a:xfrm>
            <a:custGeom>
              <a:avLst/>
              <a:gdLst>
                <a:gd name="connsiteX0" fmla="*/ 1410611 w 5699072"/>
                <a:gd name="connsiteY0" fmla="*/ 3998034 h 3998113"/>
                <a:gd name="connsiteX1" fmla="*/ 0 w 5699072"/>
                <a:gd name="connsiteY1" fmla="*/ 2588413 h 3998113"/>
                <a:gd name="connsiteX2" fmla="*/ 252682 w 5699072"/>
                <a:gd name="connsiteY2" fmla="*/ 1784670 h 3998113"/>
                <a:gd name="connsiteX3" fmla="*/ 903026 w 5699072"/>
                <a:gd name="connsiteY3" fmla="*/ 1273168 h 3998113"/>
                <a:gd name="connsiteX4" fmla="*/ 1278639 w 5699072"/>
                <a:gd name="connsiteY4" fmla="*/ 942178 h 3998113"/>
                <a:gd name="connsiteX5" fmla="*/ 1745221 w 5699072"/>
                <a:gd name="connsiteY5" fmla="*/ 384082 h 3998113"/>
                <a:gd name="connsiteX6" fmla="*/ 2851360 w 5699072"/>
                <a:gd name="connsiteY6" fmla="*/ 0 h 3998113"/>
                <a:gd name="connsiteX7" fmla="*/ 3957659 w 5699072"/>
                <a:gd name="connsiteY7" fmla="*/ 384161 h 3998113"/>
                <a:gd name="connsiteX8" fmla="*/ 4424717 w 5699072"/>
                <a:gd name="connsiteY8" fmla="*/ 943208 h 3998113"/>
                <a:gd name="connsiteX9" fmla="*/ 4795571 w 5699072"/>
                <a:gd name="connsiteY9" fmla="*/ 1272693 h 3998113"/>
                <a:gd name="connsiteX10" fmla="*/ 5316005 w 5699072"/>
                <a:gd name="connsiteY10" fmla="*/ 1622859 h 3998113"/>
                <a:gd name="connsiteX11" fmla="*/ 5699073 w 5699072"/>
                <a:gd name="connsiteY11" fmla="*/ 2588492 h 3998113"/>
                <a:gd name="connsiteX12" fmla="*/ 5318225 w 5699072"/>
                <a:gd name="connsiteY12" fmla="*/ 3551748 h 3998113"/>
                <a:gd name="connsiteX13" fmla="*/ 4387837 w 5699072"/>
                <a:gd name="connsiteY13" fmla="*/ 3994548 h 3998113"/>
                <a:gd name="connsiteX14" fmla="*/ 4372610 w 5699072"/>
                <a:gd name="connsiteY14" fmla="*/ 3995102 h 3998113"/>
                <a:gd name="connsiteX15" fmla="*/ 1632997 w 5699072"/>
                <a:gd name="connsiteY15" fmla="*/ 3997400 h 3998113"/>
                <a:gd name="connsiteX16" fmla="*/ 1632997 w 5699072"/>
                <a:gd name="connsiteY16" fmla="*/ 3997876 h 3998113"/>
                <a:gd name="connsiteX17" fmla="*/ 1410691 w 5699072"/>
                <a:gd name="connsiteY17" fmla="*/ 3998114 h 3998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99072" h="3998113">
                  <a:moveTo>
                    <a:pt x="1410611" y="3998034"/>
                  </a:moveTo>
                  <a:cubicBezTo>
                    <a:pt x="632737" y="3998034"/>
                    <a:pt x="0" y="3365611"/>
                    <a:pt x="0" y="2588413"/>
                  </a:cubicBezTo>
                  <a:cubicBezTo>
                    <a:pt x="0" y="2299738"/>
                    <a:pt x="87400" y="2021759"/>
                    <a:pt x="252682" y="1784670"/>
                  </a:cubicBezTo>
                  <a:cubicBezTo>
                    <a:pt x="415030" y="1551701"/>
                    <a:pt x="639954" y="1374835"/>
                    <a:pt x="903026" y="1273168"/>
                  </a:cubicBezTo>
                  <a:cubicBezTo>
                    <a:pt x="1064026" y="1210964"/>
                    <a:pt x="1197426" y="1093370"/>
                    <a:pt x="1278639" y="942178"/>
                  </a:cubicBezTo>
                  <a:cubicBezTo>
                    <a:pt x="1394035" y="727196"/>
                    <a:pt x="1555432" y="534244"/>
                    <a:pt x="1745221" y="384082"/>
                  </a:cubicBezTo>
                  <a:cubicBezTo>
                    <a:pt x="2058338" y="136374"/>
                    <a:pt x="2451241" y="0"/>
                    <a:pt x="2851360" y="0"/>
                  </a:cubicBezTo>
                  <a:cubicBezTo>
                    <a:pt x="3251480" y="0"/>
                    <a:pt x="3644463" y="136453"/>
                    <a:pt x="3957659" y="384161"/>
                  </a:cubicBezTo>
                  <a:cubicBezTo>
                    <a:pt x="4147765" y="534561"/>
                    <a:pt x="4309320" y="727909"/>
                    <a:pt x="4424717" y="943208"/>
                  </a:cubicBezTo>
                  <a:cubicBezTo>
                    <a:pt x="4506089" y="1095034"/>
                    <a:pt x="4637823" y="1211994"/>
                    <a:pt x="4795571" y="1272693"/>
                  </a:cubicBezTo>
                  <a:cubicBezTo>
                    <a:pt x="4993926" y="1348923"/>
                    <a:pt x="5169043" y="1466754"/>
                    <a:pt x="5316005" y="1622859"/>
                  </a:cubicBezTo>
                  <a:cubicBezTo>
                    <a:pt x="5563056" y="1885227"/>
                    <a:pt x="5699073" y="2228104"/>
                    <a:pt x="5699073" y="2588492"/>
                  </a:cubicBezTo>
                  <a:cubicBezTo>
                    <a:pt x="5699073" y="2948881"/>
                    <a:pt x="5563849" y="3289697"/>
                    <a:pt x="5318225" y="3551748"/>
                  </a:cubicBezTo>
                  <a:cubicBezTo>
                    <a:pt x="5073871" y="3812452"/>
                    <a:pt x="4743464" y="3969745"/>
                    <a:pt x="4387837" y="3994548"/>
                  </a:cubicBezTo>
                  <a:cubicBezTo>
                    <a:pt x="4382761" y="3994865"/>
                    <a:pt x="4377606" y="3995102"/>
                    <a:pt x="4372610" y="3995102"/>
                  </a:cubicBezTo>
                  <a:lnTo>
                    <a:pt x="1632997" y="3997400"/>
                  </a:lnTo>
                  <a:lnTo>
                    <a:pt x="1632997" y="3997876"/>
                  </a:lnTo>
                  <a:lnTo>
                    <a:pt x="1410691" y="3998114"/>
                  </a:lnTo>
                  <a:close/>
                </a:path>
              </a:pathLst>
            </a:custGeom>
            <a:noFill/>
            <a:ln w="31750" cap="flat" cmpd="sng" algn="ctr">
              <a:solidFill>
                <a:srgbClr val="FFFFFF"/>
              </a:solidFill>
              <a:prstDash val="solid"/>
              <a:headEnd type="none" w="med" len="med"/>
              <a:tailEnd type="none" w="med" len="med"/>
            </a:ln>
            <a:effectLst>
              <a:glow rad="101600">
                <a:srgbClr val="0078D4">
                  <a:lumMod val="60000"/>
                  <a:lumOff val="40000"/>
                  <a:alpha val="10000"/>
                </a:srgbClr>
              </a:glo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80808"/>
                  </a:solidFill>
                  <a:effectLst/>
                  <a:uLnTx/>
                  <a:uFillTx/>
                  <a:latin typeface="Segoe UI Semibold"/>
                  <a:ea typeface="+mn-ea"/>
                  <a:cs typeface="Segoe UI Semibold" panose="020B0702040204020203" pitchFamily="34" charset="0"/>
                </a:rPr>
                <a:t>`</a:t>
              </a:r>
            </a:p>
          </p:txBody>
        </p:sp>
      </p:grpSp>
      <p:sp>
        <p:nvSpPr>
          <p:cNvPr id="40" name="Picture Placeholder 16" descr="This photo is a 'placeholder' only.">
            <a:extLst>
              <a:ext uri="{FF2B5EF4-FFF2-40B4-BE49-F238E27FC236}">
                <a16:creationId xmlns:a16="http://schemas.microsoft.com/office/drawing/2014/main" id="{AF4FA78E-1FB0-D279-0A20-806810740F65}"/>
              </a:ext>
            </a:extLst>
          </p:cNvPr>
          <p:cNvSpPr>
            <a:spLocks noGrp="1"/>
          </p:cNvSpPr>
          <p:nvPr>
            <p:ph type="pic" sz="quarter" idx="13"/>
          </p:nvPr>
        </p:nvSpPr>
        <p:spPr>
          <a:xfrm>
            <a:off x="7085531" y="2208186"/>
            <a:ext cx="3775126" cy="2872706"/>
          </a:xfrm>
          <a:custGeom>
            <a:avLst/>
            <a:gdLst>
              <a:gd name="connsiteX0" fmla="*/ 1569475 w 3136772"/>
              <a:gd name="connsiteY0" fmla="*/ 0 h 2386946"/>
              <a:gd name="connsiteX1" fmla="*/ 2457418 w 3136772"/>
              <a:gd name="connsiteY1" fmla="*/ 647056 h 2386946"/>
              <a:gd name="connsiteX2" fmla="*/ 2533590 w 3136772"/>
              <a:gd name="connsiteY2" fmla="*/ 711251 h 2386946"/>
              <a:gd name="connsiteX3" fmla="*/ 3136772 w 3136772"/>
              <a:gd name="connsiteY3" fmla="*/ 1411819 h 2386946"/>
              <a:gd name="connsiteX4" fmla="*/ 2477396 w 3136772"/>
              <a:gd name="connsiteY4" fmla="*/ 2118580 h 2386946"/>
              <a:gd name="connsiteX5" fmla="*/ 2190458 w 3136772"/>
              <a:gd name="connsiteY5" fmla="*/ 2118769 h 2386946"/>
              <a:gd name="connsiteX6" fmla="*/ 2111822 w 3136772"/>
              <a:gd name="connsiteY6" fmla="*/ 2146564 h 2386946"/>
              <a:gd name="connsiteX7" fmla="*/ 1825074 w 3136772"/>
              <a:gd name="connsiteY7" fmla="*/ 2378101 h 2386946"/>
              <a:gd name="connsiteX8" fmla="*/ 1783276 w 3136772"/>
              <a:gd name="connsiteY8" fmla="*/ 2383030 h 2386946"/>
              <a:gd name="connsiteX9" fmla="*/ 1781262 w 3136772"/>
              <a:gd name="connsiteY9" fmla="*/ 2381289 h 2386946"/>
              <a:gd name="connsiteX10" fmla="*/ 1769359 w 3136772"/>
              <a:gd name="connsiteY10" fmla="*/ 2363480 h 2386946"/>
              <a:gd name="connsiteX11" fmla="*/ 1764618 w 3136772"/>
              <a:gd name="connsiteY11" fmla="*/ 2360291 h 2386946"/>
              <a:gd name="connsiteX12" fmla="*/ 1760830 w 3136772"/>
              <a:gd name="connsiteY12" fmla="*/ 2347469 h 2386946"/>
              <a:gd name="connsiteX13" fmla="*/ 1760830 w 3136772"/>
              <a:gd name="connsiteY13" fmla="*/ 2244417 h 2386946"/>
              <a:gd name="connsiteX14" fmla="*/ 1635422 w 3136772"/>
              <a:gd name="connsiteY14" fmla="*/ 2119430 h 2386946"/>
              <a:gd name="connsiteX15" fmla="*/ 1371208 w 3136772"/>
              <a:gd name="connsiteY15" fmla="*/ 2119997 h 2386946"/>
              <a:gd name="connsiteX16" fmla="*/ 662880 w 3136772"/>
              <a:gd name="connsiteY16" fmla="*/ 2112670 h 2386946"/>
              <a:gd name="connsiteX17" fmla="*/ 662785 w 3136772"/>
              <a:gd name="connsiteY17" fmla="*/ 2112718 h 2386946"/>
              <a:gd name="connsiteX18" fmla="*/ 466033 w 3136772"/>
              <a:gd name="connsiteY18" fmla="*/ 2077500 h 2386946"/>
              <a:gd name="connsiteX19" fmla="*/ 0 w 3136772"/>
              <a:gd name="connsiteY19" fmla="*/ 1411819 h 2386946"/>
              <a:gd name="connsiteX20" fmla="*/ 605171 w 3136772"/>
              <a:gd name="connsiteY20" fmla="*/ 710967 h 2386946"/>
              <a:gd name="connsiteX21" fmla="*/ 681627 w 3136772"/>
              <a:gd name="connsiteY21" fmla="*/ 646773 h 2386946"/>
              <a:gd name="connsiteX22" fmla="*/ 1569475 w 3136772"/>
              <a:gd name="connsiteY22" fmla="*/ 0 h 238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136772" h="2386946">
                <a:moveTo>
                  <a:pt x="1569475" y="0"/>
                </a:moveTo>
                <a:cubicBezTo>
                  <a:pt x="1985089" y="0"/>
                  <a:pt x="2337264" y="271766"/>
                  <a:pt x="2457418" y="647056"/>
                </a:cubicBezTo>
                <a:cubicBezTo>
                  <a:pt x="2468354" y="681281"/>
                  <a:pt x="2498037" y="705910"/>
                  <a:pt x="2533590" y="711251"/>
                </a:cubicBezTo>
                <a:cubicBezTo>
                  <a:pt x="2875020" y="762541"/>
                  <a:pt x="3136772" y="1056619"/>
                  <a:pt x="3136772" y="1411819"/>
                </a:cubicBezTo>
                <a:cubicBezTo>
                  <a:pt x="3136772" y="1786259"/>
                  <a:pt x="2845857" y="2092863"/>
                  <a:pt x="2477396" y="2118580"/>
                </a:cubicBezTo>
                <a:lnTo>
                  <a:pt x="2190458" y="2118769"/>
                </a:lnTo>
                <a:cubicBezTo>
                  <a:pt x="2161863" y="2118769"/>
                  <a:pt x="2134073" y="2128601"/>
                  <a:pt x="2111822" y="2146564"/>
                </a:cubicBezTo>
                <a:lnTo>
                  <a:pt x="1825074" y="2378101"/>
                </a:lnTo>
                <a:cubicBezTo>
                  <a:pt x="1812173" y="2388525"/>
                  <a:pt x="1796112" y="2389151"/>
                  <a:pt x="1783276" y="2383030"/>
                </a:cubicBezTo>
                <a:lnTo>
                  <a:pt x="1781262" y="2381289"/>
                </a:lnTo>
                <a:lnTo>
                  <a:pt x="1769359" y="2363480"/>
                </a:lnTo>
                <a:lnTo>
                  <a:pt x="1764618" y="2360291"/>
                </a:lnTo>
                <a:lnTo>
                  <a:pt x="1760830" y="2347469"/>
                </a:lnTo>
                <a:lnTo>
                  <a:pt x="1760830" y="2244417"/>
                </a:lnTo>
                <a:cubicBezTo>
                  <a:pt x="1760830" y="2175305"/>
                  <a:pt x="1704636" y="2119288"/>
                  <a:pt x="1635422" y="2119430"/>
                </a:cubicBezTo>
                <a:lnTo>
                  <a:pt x="1371208" y="2119997"/>
                </a:lnTo>
                <a:lnTo>
                  <a:pt x="662880" y="2112670"/>
                </a:lnTo>
                <a:lnTo>
                  <a:pt x="662785" y="2112718"/>
                </a:lnTo>
                <a:cubicBezTo>
                  <a:pt x="595702" y="2112009"/>
                  <a:pt x="529045" y="2100521"/>
                  <a:pt x="466033" y="2077500"/>
                </a:cubicBezTo>
                <a:cubicBezTo>
                  <a:pt x="194102" y="1978277"/>
                  <a:pt x="0" y="1717668"/>
                  <a:pt x="0" y="1411819"/>
                </a:cubicBezTo>
                <a:cubicBezTo>
                  <a:pt x="0" y="1055910"/>
                  <a:pt x="262795" y="761359"/>
                  <a:pt x="605171" y="710967"/>
                </a:cubicBezTo>
                <a:cubicBezTo>
                  <a:pt x="640866" y="705720"/>
                  <a:pt x="670644" y="681092"/>
                  <a:pt x="681627" y="646773"/>
                </a:cubicBezTo>
                <a:cubicBezTo>
                  <a:pt x="801828" y="271624"/>
                  <a:pt x="1153861" y="0"/>
                  <a:pt x="156947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1436132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ottom Title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95A91E5-67E7-7AE1-FF06-328B70168C9F}"/>
              </a:ext>
            </a:extLst>
          </p:cNvPr>
          <p:cNvSpPr>
            <a:spLocks noGrp="1"/>
          </p:cNvSpPr>
          <p:nvPr>
            <p:ph type="title"/>
          </p:nvPr>
        </p:nvSpPr>
        <p:spPr>
          <a:xfrm>
            <a:off x="304800" y="3735670"/>
            <a:ext cx="11582400" cy="1783749"/>
          </a:xfrm>
          <a:noFill/>
        </p:spPr>
        <p:txBody>
          <a:bodyPr wrap="square" lIns="0" tIns="0" rIns="0" bIns="0" anchor="b" anchorCtr="0">
            <a:noAutofit/>
          </a:bodyPr>
          <a:lstStyle>
            <a:lvl1pPr marL="0" algn="ctr" defTabSz="914400" rtl="0" eaLnBrk="1" fontAlgn="base" latinLnBrk="0" hangingPunct="1">
              <a:lnSpc>
                <a:spcPct val="100000"/>
              </a:lnSpc>
              <a:spcBef>
                <a:spcPct val="0"/>
              </a:spcBef>
              <a:spcAft>
                <a:spcPct val="0"/>
              </a:spcAft>
              <a:buNone/>
              <a:defRPr lang="en-US" sz="4000" b="0" kern="1200" cap="none" spc="-50" baseline="0" dirty="0">
                <a:ln w="3175">
                  <a:noFill/>
                </a:ln>
                <a:solidFill>
                  <a:schemeClr val="tx1"/>
                </a:solidFill>
                <a:effectLst/>
                <a:latin typeface="+mj-lt"/>
                <a:ea typeface="+mn-ea"/>
                <a:cs typeface="+mn-cs"/>
              </a:defRPr>
            </a:lvl1pPr>
          </a:lstStyle>
          <a:p>
            <a:r>
              <a:rPr lang="en-US"/>
              <a:t>Click to edit Master title style</a:t>
            </a:r>
          </a:p>
        </p:txBody>
      </p:sp>
      <p:sp>
        <p:nvSpPr>
          <p:cNvPr id="5" name="Text Placeholder 4"/>
          <p:cNvSpPr>
            <a:spLocks noGrp="1"/>
          </p:cNvSpPr>
          <p:nvPr>
            <p:ph type="body" sz="quarter" idx="12" hasCustomPrompt="1"/>
          </p:nvPr>
        </p:nvSpPr>
        <p:spPr>
          <a:xfrm>
            <a:off x="304800" y="5646806"/>
            <a:ext cx="11582400" cy="531694"/>
          </a:xfrm>
          <a:prstGeom prst="rect">
            <a:avLst/>
          </a:prstGeom>
          <a:noFill/>
        </p:spPr>
        <p:txBody>
          <a:bodyPr wrap="square" lIns="0" tIns="0" rIns="0" bIns="0">
            <a:noAutofit/>
          </a:bodyPr>
          <a:lstStyle>
            <a:lvl1pPr marL="0" indent="0" algn="ctr">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AF17E0C2-ABB3-C718-3440-4EC78FD990C3}"/>
              </a:ext>
            </a:extLst>
          </p:cNvPr>
          <p:cNvPicPr>
            <a:picLocks noChangeAspect="1"/>
          </p:cNvPicPr>
          <p:nvPr userDrawn="1"/>
        </p:nvPicPr>
        <p:blipFill>
          <a:blip r:embed="rId2"/>
          <a:stretch>
            <a:fillRect/>
          </a:stretch>
        </p:blipFill>
        <p:spPr bwMode="black">
          <a:xfrm>
            <a:off x="5412780" y="584246"/>
            <a:ext cx="1366440" cy="292608"/>
          </a:xfrm>
          <a:prstGeom prst="rect">
            <a:avLst/>
          </a:prstGeom>
        </p:spPr>
      </p:pic>
    </p:spTree>
    <p:extLst>
      <p:ext uri="{BB962C8B-B14F-4D97-AF65-F5344CB8AC3E}">
        <p14:creationId xmlns:p14="http://schemas.microsoft.com/office/powerpoint/2010/main" val="31166462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95A91E5-67E7-7AE1-FF06-328B70168C9F}"/>
              </a:ext>
            </a:extLst>
          </p:cNvPr>
          <p:cNvSpPr>
            <a:spLocks noGrp="1"/>
          </p:cNvSpPr>
          <p:nvPr>
            <p:ph type="title" hasCustomPrompt="1"/>
          </p:nvPr>
        </p:nvSpPr>
        <p:spPr>
          <a:xfrm>
            <a:off x="2336800" y="4336277"/>
            <a:ext cx="7518400" cy="995422"/>
          </a:xfrm>
          <a:prstGeom prst="roundRect">
            <a:avLst>
              <a:gd name="adj" fmla="val 50000"/>
            </a:avLst>
          </a:prstGeom>
          <a:solidFill>
            <a:schemeClr val="bg1"/>
          </a:solidFill>
          <a:ln w="12700">
            <a:gradFill>
              <a:gsLst>
                <a:gs pos="0">
                  <a:schemeClr val="accent3"/>
                </a:gs>
                <a:gs pos="30030">
                  <a:schemeClr val="bg2"/>
                </a:gs>
                <a:gs pos="65000">
                  <a:schemeClr val="accent2"/>
                </a:gs>
                <a:gs pos="83000">
                  <a:schemeClr val="accent5"/>
                </a:gs>
                <a:gs pos="100000">
                  <a:srgbClr val="FFB900"/>
                </a:gs>
              </a:gsLst>
              <a:lin ang="3600000" scaled="0"/>
            </a:gradFill>
            <a:headEnd type="none" w="med" len="med"/>
            <a:tailEnd type="none" w="med" len="med"/>
          </a:ln>
          <a:effectLst>
            <a:glow rad="144390">
              <a:schemeClr val="bg1">
                <a:alpha val="20000"/>
              </a:schemeClr>
            </a:glow>
            <a:outerShdw blurRad="324048" dist="175467" dir="6780000" algn="bl" rotWithShape="0">
              <a:schemeClr val="tx1">
                <a:alpha val="2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lvl1pPr algn="ctr">
              <a:defRPr lang="en-US" sz="4000">
                <a:solidFill>
                  <a:schemeClr val="lt1"/>
                </a:solidFill>
                <a:latin typeface="+mj-lt"/>
                <a:cs typeface="+mn-cs"/>
              </a:defRPr>
            </a:lvl1pPr>
          </a:lstStyle>
          <a:p>
            <a:pPr marL="0" lvl="0" algn="ctr" defTabSz="914400" fontAlgn="base">
              <a:spcAft>
                <a:spcPct val="0"/>
              </a:spcAft>
            </a:pPr>
            <a:r>
              <a:rPr lang="en-US"/>
              <a:t>Add divider title</a:t>
            </a:r>
          </a:p>
        </p:txBody>
      </p:sp>
    </p:spTree>
    <p:extLst>
      <p:ext uri="{BB962C8B-B14F-4D97-AF65-F5344CB8AC3E}">
        <p14:creationId xmlns:p14="http://schemas.microsoft.com/office/powerpoint/2010/main" val="25710132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30887"/>
          </a:xfrm>
        </p:spPr>
        <p:txBody>
          <a:bodyPr/>
          <a:lstStyle>
            <a:lvl1pPr>
              <a:defRPr sz="2800">
                <a:solidFill>
                  <a:schemeClr val="tx1"/>
                </a:solidFill>
              </a:defRPr>
            </a:lvl1pPr>
          </a:lstStyle>
          <a:p>
            <a:r>
              <a:rPr lang="en-US"/>
              <a:t>Click to edit Master title style</a:t>
            </a:r>
          </a:p>
        </p:txBody>
      </p:sp>
    </p:spTree>
    <p:extLst>
      <p:ext uri="{BB962C8B-B14F-4D97-AF65-F5344CB8AC3E}">
        <p14:creationId xmlns:p14="http://schemas.microsoft.com/office/powerpoint/2010/main" val="214519882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Only 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6740" y="457200"/>
            <a:ext cx="11018520" cy="430887"/>
          </a:xfrm>
        </p:spPr>
        <p:txBody>
          <a:bodyPr/>
          <a:lstStyle>
            <a:lvl1pPr algn="ctr">
              <a:defRPr sz="2800">
                <a:solidFill>
                  <a:schemeClr val="tx1"/>
                </a:solidFill>
              </a:defRPr>
            </a:lvl1pPr>
          </a:lstStyle>
          <a:p>
            <a:r>
              <a:rPr lang="en-US"/>
              <a:t>Click to edit Master title style</a:t>
            </a:r>
          </a:p>
        </p:txBody>
      </p:sp>
    </p:spTree>
    <p:extLst>
      <p:ext uri="{BB962C8B-B14F-4D97-AF65-F5344CB8AC3E}">
        <p14:creationId xmlns:p14="http://schemas.microsoft.com/office/powerpoint/2010/main" val="3585939714"/>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a:prstGeom prst="rect">
            <a:avLst/>
          </a:prstGeom>
        </p:spPr>
        <p:txBody>
          <a:bodyPr lIns="0" tIns="0" rIns="0" bIns="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61988" indent="0">
              <a:buNone/>
              <a:defRPr>
                <a:solidFill>
                  <a:schemeClr val="tx1"/>
                </a:solidFill>
              </a:defRPr>
            </a:lvl4pPr>
            <a:lvl5pPr marL="855663"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59114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6390" y="1434370"/>
            <a:ext cx="11018520" cy="1612749"/>
          </a:xfrm>
          <a:prstGeom prst="rect">
            <a:avLst/>
          </a:prstGeom>
        </p:spPr>
        <p:txBody>
          <a:bodyPr wrap="square" lIns="0" tIns="0" rIns="0" bIns="0">
            <a:spAutoFit/>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89978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04796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5" name="Picture 4" descr="A rainbow colored cloud with a black background&#10;&#10;AI-generated content may be incorrect.">
            <a:extLst>
              <a:ext uri="{FF2B5EF4-FFF2-40B4-BE49-F238E27FC236}">
                <a16:creationId xmlns:a16="http://schemas.microsoft.com/office/drawing/2014/main" id="{BDA8ABF9-5209-6D35-AA01-D8914F6EBB99}"/>
              </a:ext>
            </a:extLst>
          </p:cNvPr>
          <p:cNvPicPr>
            <a:picLocks noChangeAspect="1"/>
          </p:cNvPicPr>
          <p:nvPr userDrawn="1"/>
        </p:nvPicPr>
        <p:blipFill>
          <a:blip r:embed="rId2">
            <a:extLst>
              <a:ext uri="{28A0092B-C50C-407E-A947-70E740481C1C}">
                <a14:useLocalDpi xmlns:a14="http://schemas.microsoft.com/office/drawing/2010/main" val="0"/>
              </a:ext>
            </a:extLst>
          </a:blip>
          <a:srcRect l="3022" t="54745" r="2791" b="12254"/>
          <a:stretch>
            <a:fillRect/>
          </a:stretch>
        </p:blipFill>
        <p:spPr>
          <a:xfrm>
            <a:off x="0" y="-1"/>
            <a:ext cx="12192000" cy="4271963"/>
          </a:xfrm>
          <a:prstGeom prst="rect">
            <a:avLst/>
          </a:prstGeom>
        </p:spPr>
      </p:pic>
      <p:sp>
        <p:nvSpPr>
          <p:cNvPr id="2" name="Title 1">
            <a:extLst>
              <a:ext uri="{FF2B5EF4-FFF2-40B4-BE49-F238E27FC236}">
                <a16:creationId xmlns:a16="http://schemas.microsoft.com/office/drawing/2014/main" id="{3C991E2C-5B0F-5E71-9F01-BCE2CF4F662A}"/>
              </a:ext>
            </a:extLst>
          </p:cNvPr>
          <p:cNvSpPr txBox="1">
            <a:spLocks/>
          </p:cNvSpPr>
          <p:nvPr userDrawn="1"/>
        </p:nvSpPr>
        <p:spPr>
          <a:xfrm>
            <a:off x="2627243" y="2664023"/>
            <a:ext cx="8904514" cy="61555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algn="l" defTabSz="914400" rtl="0" eaLnBrk="1" fontAlgn="base" latinLnBrk="0" hangingPunct="1">
              <a:lnSpc>
                <a:spcPct val="100000"/>
              </a:lnSpc>
              <a:spcBef>
                <a:spcPct val="0"/>
              </a:spcBef>
              <a:spcAft>
                <a:spcPct val="0"/>
              </a:spcAft>
              <a:buNone/>
            </a:pPr>
            <a:r>
              <a:rPr lang="en-IN" sz="4000" b="0" kern="1200" cap="none" spc="-50" baseline="0">
                <a:ln w="3175">
                  <a:noFill/>
                </a:ln>
                <a:solidFill>
                  <a:schemeClr val="tx1"/>
                </a:solidFill>
                <a:effectLst/>
                <a:latin typeface="+mj-lt"/>
                <a:ea typeface="+mn-ea"/>
                <a:cs typeface="+mn-cs"/>
              </a:rPr>
              <a:t>Thank you</a:t>
            </a:r>
          </a:p>
        </p:txBody>
      </p:sp>
      <p:sp>
        <p:nvSpPr>
          <p:cNvPr id="4" name="Text Box 3" descr="This is a copyright notice that should be included on the final slide.">
            <a:extLst>
              <a:ext uri="{FF2B5EF4-FFF2-40B4-BE49-F238E27FC236}">
                <a16:creationId xmlns:a16="http://schemas.microsoft.com/office/drawing/2014/main" id="{B13C61EF-9F02-B5A2-3AA3-C7531A0D309D}"/>
              </a:ext>
            </a:extLst>
          </p:cNvPr>
          <p:cNvSpPr txBox="1">
            <a:spLocks noChangeArrowheads="1"/>
          </p:cNvSpPr>
          <p:nvPr userDrawn="1"/>
        </p:nvSpPr>
        <p:spPr bwMode="blackWhite">
          <a:xfrm>
            <a:off x="584200" y="6145927"/>
            <a:ext cx="4482124" cy="123111"/>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800">
                <a:solidFill>
                  <a:schemeClr val="tx1">
                    <a:lumMod val="75000"/>
                    <a:lumOff val="25000"/>
                  </a:schemeClr>
                </a:solidFill>
                <a:cs typeface="Segoe UI" pitchFamily="34" charset="0"/>
              </a:rPr>
              <a:t>© Copyright Microsoft Corporation. All rights reserved. </a:t>
            </a:r>
          </a:p>
        </p:txBody>
      </p:sp>
      <p:pic>
        <p:nvPicPr>
          <p:cNvPr id="6" name="MS logo gray - EMF" descr="Microsoft logo, gray text version">
            <a:extLst>
              <a:ext uri="{FF2B5EF4-FFF2-40B4-BE49-F238E27FC236}">
                <a16:creationId xmlns:a16="http://schemas.microsoft.com/office/drawing/2014/main" id="{909D385C-4FAB-FCBA-6DA0-489D01D0EE3F}"/>
              </a:ext>
            </a:extLst>
          </p:cNvPr>
          <p:cNvPicPr>
            <a:picLocks noChangeAspect="1"/>
          </p:cNvPicPr>
          <p:nvPr userDrawn="1"/>
        </p:nvPicPr>
        <p:blipFill>
          <a:blip r:embed="rId3"/>
          <a:stretch>
            <a:fillRect/>
          </a:stretch>
        </p:blipFill>
        <p:spPr bwMode="black">
          <a:xfrm>
            <a:off x="588276" y="584246"/>
            <a:ext cx="1366440" cy="292608"/>
          </a:xfrm>
          <a:prstGeom prst="rect">
            <a:avLst/>
          </a:prstGeom>
        </p:spPr>
      </p:pic>
    </p:spTree>
    <p:extLst>
      <p:ext uri="{BB962C8B-B14F-4D97-AF65-F5344CB8AC3E}">
        <p14:creationId xmlns:p14="http://schemas.microsoft.com/office/powerpoint/2010/main" val="409949271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losing logo slide">
    <p:spTree>
      <p:nvGrpSpPr>
        <p:cNvPr id="1" name=""/>
        <p:cNvGrpSpPr/>
        <p:nvPr/>
      </p:nvGrpSpPr>
      <p:grpSpPr>
        <a:xfrm>
          <a:off x="0" y="0"/>
          <a:ext cx="0" cy="0"/>
          <a:chOff x="0" y="0"/>
          <a:chExt cx="0" cy="0"/>
        </a:xfrm>
      </p:grpSpPr>
      <p:sp>
        <p:nvSpPr>
          <p:cNvPr id="3" name="Text Box 3" descr="This is a copyright notice that should be included on the final slide.">
            <a:extLst>
              <a:ext uri="{FF2B5EF4-FFF2-40B4-BE49-F238E27FC236}">
                <a16:creationId xmlns:a16="http://schemas.microsoft.com/office/drawing/2014/main" id="{E7E09359-C567-4AF9-3C94-E9BF006CABC7}"/>
              </a:ext>
            </a:extLst>
          </p:cNvPr>
          <p:cNvSpPr txBox="1">
            <a:spLocks noChangeArrowheads="1"/>
          </p:cNvSpPr>
          <p:nvPr userDrawn="1"/>
        </p:nvSpPr>
        <p:spPr bwMode="blackWhite">
          <a:xfrm>
            <a:off x="584200" y="6145927"/>
            <a:ext cx="4482124" cy="123111"/>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800">
                <a:solidFill>
                  <a:schemeClr val="tx1">
                    <a:lumMod val="75000"/>
                    <a:lumOff val="25000"/>
                  </a:schemeClr>
                </a:solidFill>
                <a:cs typeface="Segoe UI" pitchFamily="34" charset="0"/>
              </a:rPr>
              <a:t>© Copyright Microsoft Corporation. All rights reserved. </a:t>
            </a:r>
          </a:p>
        </p:txBody>
      </p:sp>
      <p:pic>
        <p:nvPicPr>
          <p:cNvPr id="2" name="MS logo gray - EMF" descr="Microsoft logo, gray text version">
            <a:extLst>
              <a:ext uri="{FF2B5EF4-FFF2-40B4-BE49-F238E27FC236}">
                <a16:creationId xmlns:a16="http://schemas.microsoft.com/office/drawing/2014/main" id="{2265F6B7-73F7-C80B-8B97-C7BADE78E2B6}"/>
              </a:ext>
            </a:extLst>
          </p:cNvPr>
          <p:cNvPicPr>
            <a:picLocks noChangeAspect="1"/>
          </p:cNvPicPr>
          <p:nvPr userDrawn="1"/>
        </p:nvPicPr>
        <p:blipFill>
          <a:blip r:embed="rId2"/>
          <a:stretch>
            <a:fillRect/>
          </a:stretch>
        </p:blipFill>
        <p:spPr bwMode="black">
          <a:xfrm>
            <a:off x="588276" y="584246"/>
            <a:ext cx="1366440" cy="292608"/>
          </a:xfrm>
          <a:prstGeom prst="rect">
            <a:avLst/>
          </a:prstGeom>
        </p:spPr>
      </p:pic>
    </p:spTree>
    <p:extLst>
      <p:ext uri="{BB962C8B-B14F-4D97-AF65-F5344CB8AC3E}">
        <p14:creationId xmlns:p14="http://schemas.microsoft.com/office/powerpoint/2010/main" val="386505207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cSld name="10_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586200" y="585788"/>
            <a:ext cx="11019600" cy="758022"/>
          </a:xfrm>
          <a:prstGeom prst="rect">
            <a:avLst/>
          </a:prstGeom>
        </p:spPr>
        <p:txBody>
          <a:bodyPr vert="horz" wrap="square" lIns="0" tIns="0" rIns="0" bIns="0" rtlCol="0" anchor="t">
            <a:noAutofit/>
          </a:bodyPr>
          <a:lstStyle>
            <a:lvl1pPr>
              <a:defRPr sz="2700">
                <a:solidFill>
                  <a:srgbClr val="000000"/>
                </a:solidFill>
              </a:defRPr>
            </a:lvl1pPr>
          </a:lstStyle>
          <a:p>
            <a:r>
              <a:rPr lang="en-US"/>
              <a:t>Title</a:t>
            </a:r>
          </a:p>
        </p:txBody>
      </p:sp>
    </p:spTree>
    <p:extLst>
      <p:ext uri="{BB962C8B-B14F-4D97-AF65-F5344CB8AC3E}">
        <p14:creationId xmlns:p14="http://schemas.microsoft.com/office/powerpoint/2010/main" val="78689729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05598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Microsoft Az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0504614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Walkin - Inf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4004431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Walkin - Dat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8171813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Walkin - Co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3934862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Walkin - A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52D42C05-D754-50BF-86EB-59DCA1974C19}"/>
              </a:ext>
            </a:extLst>
          </p:cNvPr>
          <p:cNvPicPr>
            <a:picLocks noChangeAspect="1"/>
          </p:cNvPicPr>
          <p:nvPr userDrawn="1"/>
        </p:nvPicPr>
        <p:blipFill>
          <a:blip r:embed="rId3"/>
          <a:stretch>
            <a:fillRect/>
          </a:stretch>
        </p:blipFill>
        <p:spPr>
          <a:xfrm>
            <a:off x="281579" y="285750"/>
            <a:ext cx="2667361" cy="881269"/>
          </a:xfrm>
          <a:prstGeom prst="rect">
            <a:avLst/>
          </a:prstGeom>
        </p:spPr>
      </p:pic>
      <p:sp>
        <p:nvSpPr>
          <p:cNvPr id="3" name="TextBox 2">
            <a:extLst>
              <a:ext uri="{FF2B5EF4-FFF2-40B4-BE49-F238E27FC236}">
                <a16:creationId xmlns:a16="http://schemas.microsoft.com/office/drawing/2014/main" id="{35B3A7C5-E9E3-EC2A-7935-B716A89413F5}"/>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a:solidFill>
                  <a:schemeClr val="tx1"/>
                </a:solidFill>
                <a:latin typeface="+mj-lt"/>
              </a:rPr>
              <a:t>Microsoft Azure</a:t>
            </a:r>
          </a:p>
        </p:txBody>
      </p:sp>
    </p:spTree>
    <p:extLst>
      <p:ext uri="{BB962C8B-B14F-4D97-AF65-F5344CB8AC3E}">
        <p14:creationId xmlns:p14="http://schemas.microsoft.com/office/powerpoint/2010/main" val="181925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lide - Infr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22788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Slide - Infr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8054949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Slide - Data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0644245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itle Slide - Dat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1436406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Slide - Coding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0461DE4B-2ECE-20D2-94FD-A5237E823333}"/>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7864942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Slide - Codin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21710477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Slide - AI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1546673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Slide - AI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1" descr="A black and white logo&#10;&#10;AI-generated content may be incorrect.">
            <a:extLst>
              <a:ext uri="{FF2B5EF4-FFF2-40B4-BE49-F238E27FC236}">
                <a16:creationId xmlns:a16="http://schemas.microsoft.com/office/drawing/2014/main" id="{86B6AADE-6978-64F3-412D-4FDE59142000}"/>
              </a:ext>
            </a:extLst>
          </p:cNvPr>
          <p:cNvPicPr>
            <a:picLocks noChangeAspect="1"/>
          </p:cNvPicPr>
          <p:nvPr userDrawn="1"/>
        </p:nvPicPr>
        <p:blipFill>
          <a:blip r:embed="rId3"/>
          <a:stretch>
            <a:fillRect/>
          </a:stretch>
        </p:blipFill>
        <p:spPr>
          <a:xfrm>
            <a:off x="281579" y="285750"/>
            <a:ext cx="2667361" cy="881269"/>
          </a:xfrm>
          <a:prstGeom prst="rect">
            <a:avLst/>
          </a:prstGeom>
        </p:spPr>
      </p:pic>
    </p:spTree>
    <p:extLst>
      <p:ext uri="{BB962C8B-B14F-4D97-AF65-F5344CB8AC3E}">
        <p14:creationId xmlns:p14="http://schemas.microsoft.com/office/powerpoint/2010/main" val="3898493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5568109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GB"/>
              <a:t>Click to edit Master title style</a:t>
            </a:r>
            <a:endParaRPr lang="en-US"/>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GB"/>
              <a:t>Click to edit Master text styles</a:t>
            </a:r>
          </a:p>
          <a:p>
            <a:pPr marL="141288" lvl="1" indent="-141288"/>
            <a:r>
              <a:rPr lang="en-GB"/>
              <a:t>Second level</a:t>
            </a:r>
          </a:p>
          <a:p>
            <a:pPr marL="141288" lvl="2" indent="-141288"/>
            <a:r>
              <a:rPr lang="en-GB"/>
              <a:t>Third level</a:t>
            </a:r>
          </a:p>
          <a:p>
            <a:pPr marL="141288" lvl="3" indent="-141288"/>
            <a:r>
              <a:rPr lang="en-GB"/>
              <a:t>Fourth level</a:t>
            </a:r>
          </a:p>
          <a:p>
            <a:pPr marL="141288" lvl="4" indent="-141288"/>
            <a:r>
              <a:rPr lang="en-GB"/>
              <a:t>Fifth level</a:t>
            </a:r>
            <a:endParaRPr lang="en-US"/>
          </a:p>
        </p:txBody>
      </p:sp>
    </p:spTree>
    <p:extLst>
      <p:ext uri="{BB962C8B-B14F-4D97-AF65-F5344CB8AC3E}">
        <p14:creationId xmlns:p14="http://schemas.microsoft.com/office/powerpoint/2010/main" val="1350629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446827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Only with Gradient BG">
    <p:bg>
      <p:bgPr>
        <a:gradFill flip="none" rotWithShape="1">
          <a:gsLst>
            <a:gs pos="100000">
              <a:srgbClr val="8DC8E8">
                <a:alpha val="21803"/>
              </a:srgbClr>
            </a:gs>
            <a:gs pos="31000">
              <a:srgbClr val="C5B4E3">
                <a:alpha val="12000"/>
              </a:srgbClr>
            </a:gs>
            <a:gs pos="75000">
              <a:srgbClr val="8DC8E8">
                <a:alpha val="27005"/>
              </a:srgbClr>
            </a:gs>
            <a:gs pos="0">
              <a:srgbClr val="C5B4E3">
                <a:alpha val="48095"/>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41859743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2274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_Theme 1 - Dar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2" name="Group 1" descr="Theme 1 dark 16x9 background live shapes">
            <a:extLst>
              <a:ext uri="{FF2B5EF4-FFF2-40B4-BE49-F238E27FC236}">
                <a16:creationId xmlns:a16="http://schemas.microsoft.com/office/drawing/2014/main" id="{D6DDA62B-58BD-05FE-12D1-C1AC0D002AB1}"/>
              </a:ext>
            </a:extLst>
          </p:cNvPr>
          <p:cNvGrpSpPr/>
          <p:nvPr userDrawn="1"/>
        </p:nvGrpSpPr>
        <p:grpSpPr>
          <a:xfrm>
            <a:off x="0" y="-1008856"/>
            <a:ext cx="1536237" cy="865414"/>
            <a:chOff x="411480" y="4576565"/>
            <a:chExt cx="2743200" cy="1545336"/>
          </a:xfrm>
        </p:grpSpPr>
        <p:sp>
          <p:nvSpPr>
            <p:cNvPr id="3" name="Rectangle 2">
              <a:hlinkClick r:id="" action="ppaction://noaction"/>
              <a:extLst>
                <a:ext uri="{FF2B5EF4-FFF2-40B4-BE49-F238E27FC236}">
                  <a16:creationId xmlns:a16="http://schemas.microsoft.com/office/drawing/2014/main" id="{D0557860-6A8F-8E52-A580-098D8C0E2634}"/>
                </a:ext>
                <a:ext uri="{C183D7F6-B498-43B3-948B-1728B52AA6E4}">
                  <adec:decorative xmlns:adec="http://schemas.microsoft.com/office/drawing/2017/decorative" val="1"/>
                </a:ext>
              </a:extLst>
            </p:cNvPr>
            <p:cNvSpPr/>
            <p:nvPr userDrawn="1"/>
          </p:nvSpPr>
          <p:spPr bwMode="auto">
            <a:xfrm>
              <a:off x="411480" y="4576565"/>
              <a:ext cx="2743200" cy="1545336"/>
            </a:xfrm>
            <a:prstGeom prst="rect">
              <a:avLst/>
            </a:prstGeom>
            <a:gradFill>
              <a:gsLst>
                <a:gs pos="0">
                  <a:srgbClr val="391C0E"/>
                </a:gs>
                <a:gs pos="44000">
                  <a:srgbClr val="000000"/>
                </a:gs>
              </a:gsLst>
              <a:lin ang="135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400">
                <a:solidFill>
                  <a:srgbClr val="FFFFFF"/>
                </a:solidFill>
                <a:cs typeface="Segoe UI" pitchFamily="34" charset="0"/>
              </a:endParaRPr>
            </a:p>
          </p:txBody>
        </p:sp>
        <p:pic>
          <p:nvPicPr>
            <p:cNvPr id="4" name="Picture 3">
              <a:extLst>
                <a:ext uri="{FF2B5EF4-FFF2-40B4-BE49-F238E27FC236}">
                  <a16:creationId xmlns:a16="http://schemas.microsoft.com/office/drawing/2014/main" id="{547E1C8F-4FB3-EACE-501C-D6337A81894B}"/>
                </a:ext>
                <a:ext uri="{C183D7F6-B498-43B3-948B-1728B52AA6E4}">
                  <adec:decorative xmlns:adec="http://schemas.microsoft.com/office/drawing/2017/decorative" val="1"/>
                </a:ext>
              </a:extLst>
            </p:cNvPr>
            <p:cNvPicPr>
              <a:picLocks noChangeAspect="1"/>
            </p:cNvPicPr>
            <p:nvPr/>
          </p:nvPicPr>
          <p:blipFill>
            <a:blip r:embed="rId3">
              <a:alphaModFix amt="75000"/>
              <a:extLst>
                <a:ext uri="{28A0092B-C50C-407E-A947-70E740481C1C}">
                  <a14:useLocalDpi xmlns:a14="http://schemas.microsoft.com/office/drawing/2010/main" val="0"/>
                </a:ext>
              </a:extLst>
            </a:blip>
            <a:srcRect l="20413" t="4260" r="20414" b="45739"/>
            <a:stretch/>
          </p:blipFill>
          <p:spPr>
            <a:xfrm>
              <a:off x="411480" y="4576565"/>
              <a:ext cx="2743200" cy="1545336"/>
            </a:xfrm>
            <a:prstGeom prst="rect">
              <a:avLst/>
            </a:prstGeom>
          </p:spPr>
        </p:pic>
        <p:sp>
          <p:nvSpPr>
            <p:cNvPr id="5" name="Rectangle 4">
              <a:hlinkClick r:id="" action="ppaction://noaction"/>
              <a:extLst>
                <a:ext uri="{FF2B5EF4-FFF2-40B4-BE49-F238E27FC236}">
                  <a16:creationId xmlns:a16="http://schemas.microsoft.com/office/drawing/2014/main" id="{22E67220-0F09-59F1-152B-DC326AC26FB5}"/>
                </a:ext>
                <a:ext uri="{C183D7F6-B498-43B3-948B-1728B52AA6E4}">
                  <adec:decorative xmlns:adec="http://schemas.microsoft.com/office/drawing/2017/decorative" val="1"/>
                </a:ext>
              </a:extLst>
            </p:cNvPr>
            <p:cNvSpPr>
              <a:spLocks/>
            </p:cNvSpPr>
            <p:nvPr userDrawn="1"/>
          </p:nvSpPr>
          <p:spPr bwMode="auto">
            <a:xfrm>
              <a:off x="411480" y="4576565"/>
              <a:ext cx="2743200" cy="1545336"/>
            </a:xfrm>
            <a:prstGeom prst="rect">
              <a:avLst/>
            </a:prstGeom>
            <a:gradFill flip="none" rotWithShape="1">
              <a:gsLst>
                <a:gs pos="0">
                  <a:srgbClr val="391C0E">
                    <a:alpha val="65000"/>
                  </a:srgbClr>
                </a:gs>
                <a:gs pos="44000">
                  <a:srgbClr val="000000">
                    <a:alpha val="65000"/>
                  </a:srgbClr>
                </a:gs>
              </a:gsLst>
              <a:lin ang="135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374667" fontAlgn="base">
                <a:spcBef>
                  <a:spcPct val="0"/>
                </a:spcBef>
                <a:spcAft>
                  <a:spcPct val="0"/>
                </a:spcAft>
              </a:pPr>
              <a:endParaRPr lang="en-US" sz="500">
                <a:solidFill>
                  <a:srgbClr val="091F2C"/>
                </a:solidFill>
                <a:latin typeface="Segoe UI"/>
                <a:cs typeface="Segoe UI" pitchFamily="34" charset="0"/>
              </a:endParaRPr>
            </a:p>
          </p:txBody>
        </p:sp>
      </p:grpSp>
      <p:sp>
        <p:nvSpPr>
          <p:cNvPr id="6" name="Title 1">
            <a:extLst>
              <a:ext uri="{FF2B5EF4-FFF2-40B4-BE49-F238E27FC236}">
                <a16:creationId xmlns:a16="http://schemas.microsoft.com/office/drawing/2014/main" id="{A250B237-2781-3F9A-1EDC-6D33C439425F}"/>
              </a:ext>
            </a:extLst>
          </p:cNvPr>
          <p:cNvSpPr>
            <a:spLocks noGrp="1"/>
          </p:cNvSpPr>
          <p:nvPr>
            <p:ph type="title"/>
          </p:nvPr>
        </p:nvSpPr>
        <p:spPr>
          <a:xfrm>
            <a:off x="609600" y="365126"/>
            <a:ext cx="10972800" cy="783190"/>
          </a:xfrm>
        </p:spPr>
        <p:txBody>
          <a:bodyPr/>
          <a:lstStyle/>
          <a:p>
            <a:r>
              <a:rPr lang="en-US"/>
              <a:t>Click to edit Master title style</a:t>
            </a:r>
          </a:p>
        </p:txBody>
      </p:sp>
      <p:sp>
        <p:nvSpPr>
          <p:cNvPr id="7" name="Content Placeholder 2">
            <a:extLst>
              <a:ext uri="{FF2B5EF4-FFF2-40B4-BE49-F238E27FC236}">
                <a16:creationId xmlns:a16="http://schemas.microsoft.com/office/drawing/2014/main" id="{16278B7B-D6C5-F8E1-98CE-6410B685B20E}"/>
              </a:ext>
            </a:extLst>
          </p:cNvPr>
          <p:cNvSpPr>
            <a:spLocks noGrp="1"/>
          </p:cNvSpPr>
          <p:nvPr>
            <p:ph idx="1"/>
          </p:nvPr>
        </p:nvSpPr>
        <p:spPr>
          <a:xfrm>
            <a:off x="609600" y="1481470"/>
            <a:ext cx="10972800" cy="4695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6C8B3519-1FC8-4CF9-AF88-310FBEEE2C25}"/>
              </a:ext>
            </a:extLst>
          </p:cNvPr>
          <p:cNvSpPr>
            <a:spLocks noGrp="1"/>
          </p:cNvSpPr>
          <p:nvPr>
            <p:ph type="dt" sz="half" idx="10"/>
          </p:nvPr>
        </p:nvSpPr>
        <p:spPr>
          <a:xfrm>
            <a:off x="838200" y="6356350"/>
            <a:ext cx="2743200" cy="365125"/>
          </a:xfrm>
        </p:spPr>
        <p:txBody>
          <a:bodyPr/>
          <a:lstStyle/>
          <a:p>
            <a:fld id="{496CBEF1-D3F4-4EB2-9E69-EB085F230E34}" type="datetimeFigureOut">
              <a:rPr lang="en-US" smtClean="0"/>
              <a:t>8/4/2026</a:t>
            </a:fld>
            <a:endParaRPr lang="en-US"/>
          </a:p>
        </p:txBody>
      </p:sp>
      <p:sp>
        <p:nvSpPr>
          <p:cNvPr id="9" name="Footer Placeholder 4">
            <a:extLst>
              <a:ext uri="{FF2B5EF4-FFF2-40B4-BE49-F238E27FC236}">
                <a16:creationId xmlns:a16="http://schemas.microsoft.com/office/drawing/2014/main" id="{4319C2AD-0577-94A0-3723-9EF8710DC083}"/>
              </a:ext>
            </a:extLst>
          </p:cNvPr>
          <p:cNvSpPr>
            <a:spLocks noGrp="1"/>
          </p:cNvSpPr>
          <p:nvPr>
            <p:ph type="ftr" sz="quarter" idx="11"/>
          </p:nvPr>
        </p:nvSpPr>
        <p:spPr>
          <a:xfrm>
            <a:off x="4038600" y="6356350"/>
            <a:ext cx="4114800" cy="365125"/>
          </a:xfrm>
        </p:spPr>
        <p:txBody>
          <a:bodyPr/>
          <a:lstStyle/>
          <a:p>
            <a:endParaRPr lang="en-US"/>
          </a:p>
        </p:txBody>
      </p:sp>
      <p:sp>
        <p:nvSpPr>
          <p:cNvPr id="10" name="Slide Number Placeholder 5">
            <a:extLst>
              <a:ext uri="{FF2B5EF4-FFF2-40B4-BE49-F238E27FC236}">
                <a16:creationId xmlns:a16="http://schemas.microsoft.com/office/drawing/2014/main" id="{79F45C10-046D-A652-F9DB-6B23DFCCC60F}"/>
              </a:ext>
            </a:extLst>
          </p:cNvPr>
          <p:cNvSpPr>
            <a:spLocks noGrp="1"/>
          </p:cNvSpPr>
          <p:nvPr>
            <p:ph type="sldNum" sz="quarter" idx="12"/>
          </p:nvPr>
        </p:nvSpPr>
        <p:spPr>
          <a:xfrm>
            <a:off x="8610600" y="6356350"/>
            <a:ext cx="2743200" cy="365125"/>
          </a:xfrm>
        </p:spPr>
        <p:txBody>
          <a:bodyPr/>
          <a:lstStyle/>
          <a:p>
            <a:fld id="{7BA11A04-3886-48C4-8C52-84CD3AF83B8C}" type="slidenum">
              <a:rPr lang="en-US" smtClean="0"/>
              <a:t>‹#›</a:t>
            </a:fld>
            <a:endParaRPr lang="en-US"/>
          </a:p>
        </p:txBody>
      </p:sp>
    </p:spTree>
    <p:extLst>
      <p:ext uri="{BB962C8B-B14F-4D97-AF65-F5344CB8AC3E}">
        <p14:creationId xmlns:p14="http://schemas.microsoft.com/office/powerpoint/2010/main" val="187450036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5915246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Full page pictur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B1E7546-6F08-2CA1-9CC5-8B527B1021C5}"/>
              </a:ext>
            </a:extLst>
          </p:cNvPr>
          <p:cNvSpPr/>
          <p:nvPr userDrawn="1"/>
        </p:nvSpPr>
        <p:spPr>
          <a:xfrm>
            <a:off x="322521" y="283028"/>
            <a:ext cx="11546958" cy="6291943"/>
          </a:xfrm>
          <a:prstGeom prst="roundRect">
            <a:avLst>
              <a:gd name="adj" fmla="val 3511"/>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96159689-30F3-F218-A97C-F85C6D2A04ED}"/>
              </a:ext>
            </a:extLst>
          </p:cNvPr>
          <p:cNvSpPr>
            <a:spLocks noGrp="1"/>
          </p:cNvSpPr>
          <p:nvPr>
            <p:ph type="pic" idx="1"/>
          </p:nvPr>
        </p:nvSpPr>
        <p:spPr>
          <a:xfrm>
            <a:off x="375385" y="298383"/>
            <a:ext cx="11511815" cy="628529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106393137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cSld name="Blank_with Small Head">
    <p:bg>
      <p:bgPr>
        <a:solidFill>
          <a:srgbClr val="F5F5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2" y="580452"/>
            <a:ext cx="8193024" cy="307777"/>
          </a:xfrm>
        </p:spPr>
        <p:txBody>
          <a:bodyPr/>
          <a:lstStyle>
            <a:lvl1pPr>
              <a:defRPr sz="2000" b="0" i="0">
                <a:solidFill>
                  <a:schemeClr val="bg1"/>
                </a:solidFill>
                <a:latin typeface="+mj-lt"/>
                <a:cs typeface="Segoe UI Semibold" panose="020B0502040204020203" pitchFamily="34" charset="0"/>
              </a:defRPr>
            </a:lvl1pPr>
          </a:lstStyle>
          <a:p>
            <a:r>
              <a:rPr lang="en-US"/>
              <a:t>Click to edit Master title style</a:t>
            </a:r>
          </a:p>
        </p:txBody>
      </p:sp>
      <p:grpSp>
        <p:nvGrpSpPr>
          <p:cNvPr id="4" name="Graphic 2">
            <a:extLst>
              <a:ext uri="{FF2B5EF4-FFF2-40B4-BE49-F238E27FC236}">
                <a16:creationId xmlns:a16="http://schemas.microsoft.com/office/drawing/2014/main" id="{E8987187-EECC-CE4A-4243-9B0FC6E2E2A5}"/>
              </a:ext>
            </a:extLst>
          </p:cNvPr>
          <p:cNvGrpSpPr/>
          <p:nvPr/>
        </p:nvGrpSpPr>
        <p:grpSpPr>
          <a:xfrm>
            <a:off x="11307688" y="6273800"/>
            <a:ext cx="292175" cy="292175"/>
            <a:chOff x="11116733" y="5843016"/>
            <a:chExt cx="292175" cy="292175"/>
          </a:xfrm>
          <a:solidFill>
            <a:schemeClr val="bg1"/>
          </a:solidFill>
        </p:grpSpPr>
        <p:sp>
          <p:nvSpPr>
            <p:cNvPr id="5" name="Rectangle 4">
              <a:extLst>
                <a:ext uri="{FF2B5EF4-FFF2-40B4-BE49-F238E27FC236}">
                  <a16:creationId xmlns:a16="http://schemas.microsoft.com/office/drawing/2014/main" id="{58F42057-F655-F522-6588-3E5015FB1BE0}"/>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6" name="Rectangle 5">
              <a:extLst>
                <a:ext uri="{FF2B5EF4-FFF2-40B4-BE49-F238E27FC236}">
                  <a16:creationId xmlns:a16="http://schemas.microsoft.com/office/drawing/2014/main" id="{68FB37B6-B630-1B18-E22C-66806A47B51B}"/>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68C9221-1202-58CC-7389-4D8E94DD4652}"/>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8CBA2B0D-8B6D-7488-E6AE-A02955C0EDD3}"/>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0" name="Footer Placeholder 1">
            <a:extLst>
              <a:ext uri="{FF2B5EF4-FFF2-40B4-BE49-F238E27FC236}">
                <a16:creationId xmlns:a16="http://schemas.microsoft.com/office/drawing/2014/main" id="{20B72370-56CD-7190-00C7-1C0559745DF2}"/>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120837865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416CC-F10D-8591-BB64-0F308D5F85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1B207D-4F51-0831-AE0C-E30A11AE0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296365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Custom Layout">
    <p:bg>
      <p:bgPr>
        <a:solidFill>
          <a:srgbClr val="FFF8F5"/>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DB25DE7-261B-615E-364A-D14BEBE74240}"/>
              </a:ext>
            </a:extLst>
          </p:cNvPr>
          <p:cNvSpPr>
            <a:spLocks noGrp="1"/>
          </p:cNvSpPr>
          <p:nvPr>
            <p:ph type="title"/>
          </p:nvPr>
        </p:nvSpPr>
        <p:spPr>
          <a:xfrm>
            <a:off x="588263" y="457200"/>
            <a:ext cx="11019600" cy="553998"/>
          </a:xfrm>
        </p:spPr>
        <p:txBody>
          <a:bodyPr lIns="0" tIns="0" rIns="0" bIns="0" anchor="t" anchorCtr="0">
            <a:spAutoFit/>
          </a:bodyPr>
          <a:lstStyle>
            <a:lvl1pPr algn="l">
              <a:defRPr sz="3600" b="0" spc="-50" baseline="0">
                <a:latin typeface="Segoe Sans Display Semibold" pitchFamily="2" charset="0"/>
                <a:cs typeface="Segoe Sans Display Semibold" pitchFamily="2" charset="0"/>
              </a:defRPr>
            </a:lvl1pPr>
          </a:lstStyle>
          <a:p>
            <a:r>
              <a:rPr lang="en-GB"/>
              <a:t>Click to edit Master title style</a:t>
            </a:r>
            <a:endParaRPr lang="en-US"/>
          </a:p>
        </p:txBody>
      </p:sp>
    </p:spTree>
    <p:extLst>
      <p:ext uri="{BB962C8B-B14F-4D97-AF65-F5344CB8AC3E}">
        <p14:creationId xmlns:p14="http://schemas.microsoft.com/office/powerpoint/2010/main" val="122567528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Walkin">
    <p:spTree>
      <p:nvGrpSpPr>
        <p:cNvPr id="1" name=""/>
        <p:cNvGrpSpPr/>
        <p:nvPr/>
      </p:nvGrpSpPr>
      <p:grpSpPr>
        <a:xfrm>
          <a:off x="0" y="0"/>
          <a:ext cx="0" cy="0"/>
          <a:chOff x="0" y="0"/>
          <a:chExt cx="0" cy="0"/>
        </a:xfrm>
      </p:grpSpPr>
      <p:pic>
        <p:nvPicPr>
          <p:cNvPr id="2" name="Picture 1" descr="A colorful object with a blue and pink design&#10;&#10;AI-generated content may be incorrect.">
            <a:extLst>
              <a:ext uri="{FF2B5EF4-FFF2-40B4-BE49-F238E27FC236}">
                <a16:creationId xmlns:a16="http://schemas.microsoft.com/office/drawing/2014/main" id="{80F84BD0-616B-5158-BD28-96CA7BB51532}"/>
              </a:ext>
            </a:extLst>
          </p:cNvPr>
          <p:cNvPicPr>
            <a:picLocks noChangeAspect="1"/>
          </p:cNvPicPr>
          <p:nvPr/>
        </p:nvPicPr>
        <p:blipFill>
          <a:blip r:embed="rId2"/>
          <a:stretch>
            <a:fillRect/>
          </a:stretch>
        </p:blipFill>
        <p:spPr>
          <a:xfrm>
            <a:off x="0" y="0"/>
            <a:ext cx="12185982" cy="6858000"/>
          </a:xfrm>
          <a:prstGeom prst="rect">
            <a:avLst/>
          </a:prstGeom>
        </p:spPr>
      </p:pic>
      <p:pic>
        <p:nvPicPr>
          <p:cNvPr id="8" name="MS logo gray - EMF" descr="Microsoft logo, gray text version">
            <a:extLst>
              <a:ext uri="{FF2B5EF4-FFF2-40B4-BE49-F238E27FC236}">
                <a16:creationId xmlns:a16="http://schemas.microsoft.com/office/drawing/2014/main" id="{DFDC8B6A-3640-D600-39FD-41ADFBE1B58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Graphic 2">
            <a:extLst>
              <a:ext uri="{FF2B5EF4-FFF2-40B4-BE49-F238E27FC236}">
                <a16:creationId xmlns:a16="http://schemas.microsoft.com/office/drawing/2014/main" id="{E937196D-5DEA-7A23-E8EC-B71791A3680E}"/>
              </a:ext>
            </a:extLst>
          </p:cNvPr>
          <p:cNvSpPr/>
          <p:nvPr/>
        </p:nvSpPr>
        <p:spPr>
          <a:xfrm>
            <a:off x="584728" y="2517698"/>
            <a:ext cx="3633699" cy="1822605"/>
          </a:xfrm>
          <a:custGeom>
            <a:avLst/>
            <a:gdLst>
              <a:gd name="connsiteX0" fmla="*/ 452057 w 3246882"/>
              <a:gd name="connsiteY0" fmla="*/ 39338 h 1628584"/>
              <a:gd name="connsiteX1" fmla="*/ 576739 w 3246882"/>
              <a:gd name="connsiteY1" fmla="*/ 39338 h 1628584"/>
              <a:gd name="connsiteX2" fmla="*/ 576739 w 3246882"/>
              <a:gd name="connsiteY2" fmla="*/ 572929 h 1628584"/>
              <a:gd name="connsiteX3" fmla="*/ 486347 w 3246882"/>
              <a:gd name="connsiteY3" fmla="*/ 572929 h 1628584"/>
              <a:gd name="connsiteX4" fmla="*/ 486347 w 3246882"/>
              <a:gd name="connsiteY4" fmla="*/ 234315 h 1628584"/>
              <a:gd name="connsiteX5" fmla="*/ 486918 w 3246882"/>
              <a:gd name="connsiteY5" fmla="*/ 193548 h 1628584"/>
              <a:gd name="connsiteX6" fmla="*/ 487871 w 3246882"/>
              <a:gd name="connsiteY6" fmla="*/ 149066 h 1628584"/>
              <a:gd name="connsiteX7" fmla="*/ 485680 w 3246882"/>
              <a:gd name="connsiteY7" fmla="*/ 149066 h 1628584"/>
              <a:gd name="connsiteX8" fmla="*/ 479393 w 3246882"/>
              <a:gd name="connsiteY8" fmla="*/ 168593 h 1628584"/>
              <a:gd name="connsiteX9" fmla="*/ 472726 w 3246882"/>
              <a:gd name="connsiteY9" fmla="*/ 186309 h 1628584"/>
              <a:gd name="connsiteX10" fmla="*/ 319088 w 3246882"/>
              <a:gd name="connsiteY10" fmla="*/ 572929 h 1628584"/>
              <a:gd name="connsiteX11" fmla="*/ 254699 w 3246882"/>
              <a:gd name="connsiteY11" fmla="*/ 572929 h 1628584"/>
              <a:gd name="connsiteX12" fmla="*/ 99727 w 3246882"/>
              <a:gd name="connsiteY12" fmla="*/ 189643 h 1628584"/>
              <a:gd name="connsiteX13" fmla="*/ 93631 w 3246882"/>
              <a:gd name="connsiteY13" fmla="*/ 172307 h 1628584"/>
              <a:gd name="connsiteX14" fmla="*/ 85630 w 3246882"/>
              <a:gd name="connsiteY14" fmla="*/ 149066 h 1628584"/>
              <a:gd name="connsiteX15" fmla="*/ 83439 w 3246882"/>
              <a:gd name="connsiteY15" fmla="*/ 149066 h 1628584"/>
              <a:gd name="connsiteX16" fmla="*/ 84582 w 3246882"/>
              <a:gd name="connsiteY16" fmla="*/ 195739 h 1628584"/>
              <a:gd name="connsiteX17" fmla="*/ 84963 w 3246882"/>
              <a:gd name="connsiteY17" fmla="*/ 246507 h 1628584"/>
              <a:gd name="connsiteX18" fmla="*/ 84963 w 3246882"/>
              <a:gd name="connsiteY18" fmla="*/ 572834 h 1628584"/>
              <a:gd name="connsiteX19" fmla="*/ 0 w 3246882"/>
              <a:gd name="connsiteY19" fmla="*/ 572834 h 1628584"/>
              <a:gd name="connsiteX20" fmla="*/ 0 w 3246882"/>
              <a:gd name="connsiteY20" fmla="*/ 39338 h 1628584"/>
              <a:gd name="connsiteX21" fmla="*/ 129826 w 3246882"/>
              <a:gd name="connsiteY21" fmla="*/ 39338 h 1628584"/>
              <a:gd name="connsiteX22" fmla="*/ 266414 w 3246882"/>
              <a:gd name="connsiteY22" fmla="*/ 383477 h 1628584"/>
              <a:gd name="connsiteX23" fmla="*/ 278892 w 3246882"/>
              <a:gd name="connsiteY23" fmla="*/ 415671 h 1628584"/>
              <a:gd name="connsiteX24" fmla="*/ 288036 w 3246882"/>
              <a:gd name="connsiteY24" fmla="*/ 444913 h 1628584"/>
              <a:gd name="connsiteX25" fmla="*/ 290227 w 3246882"/>
              <a:gd name="connsiteY25" fmla="*/ 444913 h 1628584"/>
              <a:gd name="connsiteX26" fmla="*/ 302324 w 3246882"/>
              <a:gd name="connsiteY26" fmla="*/ 412528 h 1628584"/>
              <a:gd name="connsiteX27" fmla="*/ 313658 w 3246882"/>
              <a:gd name="connsiteY27" fmla="*/ 382429 h 1628584"/>
              <a:gd name="connsiteX28" fmla="*/ 452057 w 3246882"/>
              <a:gd name="connsiteY28" fmla="*/ 39338 h 1628584"/>
              <a:gd name="connsiteX29" fmla="*/ 712375 w 3246882"/>
              <a:gd name="connsiteY29" fmla="*/ 120872 h 1628584"/>
              <a:gd name="connsiteX30" fmla="*/ 752570 w 3246882"/>
              <a:gd name="connsiteY30" fmla="*/ 105632 h 1628584"/>
              <a:gd name="connsiteX31" fmla="*/ 767810 w 3246882"/>
              <a:gd name="connsiteY31" fmla="*/ 67723 h 1628584"/>
              <a:gd name="connsiteX32" fmla="*/ 752570 w 3246882"/>
              <a:gd name="connsiteY32" fmla="*/ 29813 h 1628584"/>
              <a:gd name="connsiteX33" fmla="*/ 712375 w 3246882"/>
              <a:gd name="connsiteY33" fmla="*/ 14573 h 1628584"/>
              <a:gd name="connsiteX34" fmla="*/ 672941 w 3246882"/>
              <a:gd name="connsiteY34" fmla="*/ 29813 h 1628584"/>
              <a:gd name="connsiteX35" fmla="*/ 657701 w 3246882"/>
              <a:gd name="connsiteY35" fmla="*/ 67437 h 1628584"/>
              <a:gd name="connsiteX36" fmla="*/ 672941 w 3246882"/>
              <a:gd name="connsiteY36" fmla="*/ 105156 h 1628584"/>
              <a:gd name="connsiteX37" fmla="*/ 712375 w 3246882"/>
              <a:gd name="connsiteY37" fmla="*/ 120968 h 1628584"/>
              <a:gd name="connsiteX38" fmla="*/ 667703 w 3246882"/>
              <a:gd name="connsiteY38" fmla="*/ 572929 h 1628584"/>
              <a:gd name="connsiteX39" fmla="*/ 756666 w 3246882"/>
              <a:gd name="connsiteY39" fmla="*/ 572929 h 1628584"/>
              <a:gd name="connsiteX40" fmla="*/ 756666 w 3246882"/>
              <a:gd name="connsiteY40" fmla="*/ 191929 h 1628584"/>
              <a:gd name="connsiteX41" fmla="*/ 667703 w 3246882"/>
              <a:gd name="connsiteY41" fmla="*/ 191929 h 1628584"/>
              <a:gd name="connsiteX42" fmla="*/ 667703 w 3246882"/>
              <a:gd name="connsiteY42" fmla="*/ 572929 h 1628584"/>
              <a:gd name="connsiteX43" fmla="*/ 1179100 w 3246882"/>
              <a:gd name="connsiteY43" fmla="*/ 500348 h 1628584"/>
              <a:gd name="connsiteX44" fmla="*/ 1110234 w 3246882"/>
              <a:gd name="connsiteY44" fmla="*/ 461677 h 1628584"/>
              <a:gd name="connsiteX45" fmla="*/ 1072325 w 3246882"/>
              <a:gd name="connsiteY45" fmla="*/ 497205 h 1628584"/>
              <a:gd name="connsiteX46" fmla="*/ 1025843 w 3246882"/>
              <a:gd name="connsiteY46" fmla="*/ 507778 h 1628584"/>
              <a:gd name="connsiteX47" fmla="*/ 948500 w 3246882"/>
              <a:gd name="connsiteY47" fmla="*/ 475393 h 1628584"/>
              <a:gd name="connsiteX48" fmla="*/ 919448 w 3246882"/>
              <a:gd name="connsiteY48" fmla="*/ 383096 h 1628584"/>
              <a:gd name="connsiteX49" fmla="*/ 948881 w 3246882"/>
              <a:gd name="connsiteY49" fmla="*/ 288608 h 1628584"/>
              <a:gd name="connsiteX50" fmla="*/ 1023652 w 3246882"/>
              <a:gd name="connsiteY50" fmla="*/ 254794 h 1628584"/>
              <a:gd name="connsiteX51" fmla="*/ 1069753 w 3246882"/>
              <a:gd name="connsiteY51" fmla="*/ 265557 h 1628584"/>
              <a:gd name="connsiteX52" fmla="*/ 1106996 w 3246882"/>
              <a:gd name="connsiteY52" fmla="*/ 302038 h 1628584"/>
              <a:gd name="connsiteX53" fmla="*/ 1176909 w 3246882"/>
              <a:gd name="connsiteY53" fmla="*/ 267462 h 1628584"/>
              <a:gd name="connsiteX54" fmla="*/ 1116806 w 3246882"/>
              <a:gd name="connsiteY54" fmla="*/ 204407 h 1628584"/>
              <a:gd name="connsiteX55" fmla="*/ 1026605 w 3246882"/>
              <a:gd name="connsiteY55" fmla="*/ 182975 h 1628584"/>
              <a:gd name="connsiteX56" fmla="*/ 883730 w 3246882"/>
              <a:gd name="connsiteY56" fmla="*/ 238220 h 1628584"/>
              <a:gd name="connsiteX57" fmla="*/ 828675 w 3246882"/>
              <a:gd name="connsiteY57" fmla="*/ 389096 h 1628584"/>
              <a:gd name="connsiteX58" fmla="*/ 880396 w 3246882"/>
              <a:gd name="connsiteY58" fmla="*/ 529019 h 1628584"/>
              <a:gd name="connsiteX59" fmla="*/ 1023652 w 3246882"/>
              <a:gd name="connsiteY59" fmla="*/ 581882 h 1628584"/>
              <a:gd name="connsiteX60" fmla="*/ 1113473 w 3246882"/>
              <a:gd name="connsiteY60" fmla="*/ 561785 h 1628584"/>
              <a:gd name="connsiteX61" fmla="*/ 1179100 w 3246882"/>
              <a:gd name="connsiteY61" fmla="*/ 500348 h 1628584"/>
              <a:gd name="connsiteX62" fmla="*/ 1438656 w 3246882"/>
              <a:gd name="connsiteY62" fmla="*/ 185166 h 1628584"/>
              <a:gd name="connsiteX63" fmla="*/ 1378363 w 3246882"/>
              <a:gd name="connsiteY63" fmla="*/ 204692 h 1628584"/>
              <a:gd name="connsiteX64" fmla="*/ 1338929 w 3246882"/>
              <a:gd name="connsiteY64" fmla="*/ 260699 h 1628584"/>
              <a:gd name="connsiteX65" fmla="*/ 1337405 w 3246882"/>
              <a:gd name="connsiteY65" fmla="*/ 260699 h 1628584"/>
              <a:gd name="connsiteX66" fmla="*/ 1337405 w 3246882"/>
              <a:gd name="connsiteY66" fmla="*/ 191834 h 1628584"/>
              <a:gd name="connsiteX67" fmla="*/ 1248442 w 3246882"/>
              <a:gd name="connsiteY67" fmla="*/ 191834 h 1628584"/>
              <a:gd name="connsiteX68" fmla="*/ 1248442 w 3246882"/>
              <a:gd name="connsiteY68" fmla="*/ 572834 h 1628584"/>
              <a:gd name="connsiteX69" fmla="*/ 1337405 w 3246882"/>
              <a:gd name="connsiteY69" fmla="*/ 572834 h 1628584"/>
              <a:gd name="connsiteX70" fmla="*/ 1337405 w 3246882"/>
              <a:gd name="connsiteY70" fmla="*/ 384524 h 1628584"/>
              <a:gd name="connsiteX71" fmla="*/ 1361027 w 3246882"/>
              <a:gd name="connsiteY71" fmla="*/ 296323 h 1628584"/>
              <a:gd name="connsiteX72" fmla="*/ 1422940 w 3246882"/>
              <a:gd name="connsiteY72" fmla="*/ 262795 h 1628584"/>
              <a:gd name="connsiteX73" fmla="*/ 1446181 w 3246882"/>
              <a:gd name="connsiteY73" fmla="*/ 265176 h 1628584"/>
              <a:gd name="connsiteX74" fmla="*/ 1467993 w 3246882"/>
              <a:gd name="connsiteY74" fmla="*/ 271653 h 1628584"/>
              <a:gd name="connsiteX75" fmla="*/ 1491806 w 3246882"/>
              <a:gd name="connsiteY75" fmla="*/ 195739 h 1628584"/>
              <a:gd name="connsiteX76" fmla="*/ 1465421 w 3246882"/>
              <a:gd name="connsiteY76" fmla="*/ 187166 h 1628584"/>
              <a:gd name="connsiteX77" fmla="*/ 1438656 w 3246882"/>
              <a:gd name="connsiteY77" fmla="*/ 184976 h 1628584"/>
              <a:gd name="connsiteX78" fmla="*/ 1855375 w 3246882"/>
              <a:gd name="connsiteY78" fmla="*/ 237649 h 1628584"/>
              <a:gd name="connsiteX79" fmla="*/ 1907667 w 3246882"/>
              <a:gd name="connsiteY79" fmla="*/ 379000 h 1628584"/>
              <a:gd name="connsiteX80" fmla="*/ 1852613 w 3246882"/>
              <a:gd name="connsiteY80" fmla="*/ 524637 h 1628584"/>
              <a:gd name="connsiteX81" fmla="*/ 1707166 w 3246882"/>
              <a:gd name="connsiteY81" fmla="*/ 581787 h 1628584"/>
              <a:gd name="connsiteX82" fmla="*/ 1562957 w 3246882"/>
              <a:gd name="connsiteY82" fmla="*/ 528542 h 1628584"/>
              <a:gd name="connsiteX83" fmla="*/ 1509522 w 3246882"/>
              <a:gd name="connsiteY83" fmla="*/ 385286 h 1628584"/>
              <a:gd name="connsiteX84" fmla="*/ 1566101 w 3246882"/>
              <a:gd name="connsiteY84" fmla="*/ 238506 h 1628584"/>
              <a:gd name="connsiteX85" fmla="*/ 1712309 w 3246882"/>
              <a:gd name="connsiteY85" fmla="*/ 182880 h 1628584"/>
              <a:gd name="connsiteX86" fmla="*/ 1855375 w 3246882"/>
              <a:gd name="connsiteY86" fmla="*/ 237554 h 1628584"/>
              <a:gd name="connsiteX87" fmla="*/ 1816513 w 3246882"/>
              <a:gd name="connsiteY87" fmla="*/ 381286 h 1628584"/>
              <a:gd name="connsiteX88" fmla="*/ 1788605 w 3246882"/>
              <a:gd name="connsiteY88" fmla="*/ 289751 h 1628584"/>
              <a:gd name="connsiteX89" fmla="*/ 1710118 w 3246882"/>
              <a:gd name="connsiteY89" fmla="*/ 255175 h 1628584"/>
              <a:gd name="connsiteX90" fmla="*/ 1630299 w 3246882"/>
              <a:gd name="connsiteY90" fmla="*/ 290894 h 1628584"/>
              <a:gd name="connsiteX91" fmla="*/ 1600391 w 3246882"/>
              <a:gd name="connsiteY91" fmla="*/ 383572 h 1628584"/>
              <a:gd name="connsiteX92" fmla="*/ 1630013 w 3246882"/>
              <a:gd name="connsiteY92" fmla="*/ 476250 h 1628584"/>
              <a:gd name="connsiteX93" fmla="*/ 1710595 w 3246882"/>
              <a:gd name="connsiteY93" fmla="*/ 510064 h 1628584"/>
              <a:gd name="connsiteX94" fmla="*/ 1788890 w 3246882"/>
              <a:gd name="connsiteY94" fmla="*/ 475107 h 1628584"/>
              <a:gd name="connsiteX95" fmla="*/ 1816608 w 3246882"/>
              <a:gd name="connsiteY95" fmla="*/ 381381 h 1628584"/>
              <a:gd name="connsiteX96" fmla="*/ 2123313 w 3246882"/>
              <a:gd name="connsiteY96" fmla="*/ 339566 h 1628584"/>
              <a:gd name="connsiteX97" fmla="*/ 2068068 w 3246882"/>
              <a:gd name="connsiteY97" fmla="*/ 321374 h 1628584"/>
              <a:gd name="connsiteX98" fmla="*/ 2053400 w 3246882"/>
              <a:gd name="connsiteY98" fmla="*/ 292322 h 1628584"/>
              <a:gd name="connsiteX99" fmla="*/ 2067497 w 3246882"/>
              <a:gd name="connsiteY99" fmla="*/ 261461 h 1628584"/>
              <a:gd name="connsiteX100" fmla="*/ 2108835 w 3246882"/>
              <a:gd name="connsiteY100" fmla="*/ 249555 h 1628584"/>
              <a:gd name="connsiteX101" fmla="*/ 2152555 w 3246882"/>
              <a:gd name="connsiteY101" fmla="*/ 258509 h 1628584"/>
              <a:gd name="connsiteX102" fmla="*/ 2188083 w 3246882"/>
              <a:gd name="connsiteY102" fmla="*/ 285274 h 1628584"/>
              <a:gd name="connsiteX103" fmla="*/ 2239804 w 3246882"/>
              <a:gd name="connsiteY103" fmla="*/ 238411 h 1628584"/>
              <a:gd name="connsiteX104" fmla="*/ 2184368 w 3246882"/>
              <a:gd name="connsiteY104" fmla="*/ 196691 h 1628584"/>
              <a:gd name="connsiteX105" fmla="*/ 2111407 w 3246882"/>
              <a:gd name="connsiteY105" fmla="*/ 182880 h 1628584"/>
              <a:gd name="connsiteX106" fmla="*/ 2010251 w 3246882"/>
              <a:gd name="connsiteY106" fmla="*/ 214694 h 1628584"/>
              <a:gd name="connsiteX107" fmla="*/ 1970056 w 3246882"/>
              <a:gd name="connsiteY107" fmla="*/ 302324 h 1628584"/>
              <a:gd name="connsiteX108" fmla="*/ 1999679 w 3246882"/>
              <a:gd name="connsiteY108" fmla="*/ 375476 h 1628584"/>
              <a:gd name="connsiteX109" fmla="*/ 2104073 w 3246882"/>
              <a:gd name="connsiteY109" fmla="*/ 418052 h 1628584"/>
              <a:gd name="connsiteX110" fmla="*/ 2149983 w 3246882"/>
              <a:gd name="connsiteY110" fmla="*/ 436055 h 1628584"/>
              <a:gd name="connsiteX111" fmla="*/ 2165414 w 3246882"/>
              <a:gd name="connsiteY111" fmla="*/ 467106 h 1628584"/>
              <a:gd name="connsiteX112" fmla="*/ 2149031 w 3246882"/>
              <a:gd name="connsiteY112" fmla="*/ 502253 h 1628584"/>
              <a:gd name="connsiteX113" fmla="*/ 2103311 w 3246882"/>
              <a:gd name="connsiteY113" fmla="*/ 514731 h 1628584"/>
              <a:gd name="connsiteX114" fmla="*/ 2053685 w 3246882"/>
              <a:gd name="connsiteY114" fmla="*/ 503015 h 1628584"/>
              <a:gd name="connsiteX115" fmla="*/ 2009204 w 3246882"/>
              <a:gd name="connsiteY115" fmla="*/ 463772 h 1628584"/>
              <a:gd name="connsiteX116" fmla="*/ 1955673 w 3246882"/>
              <a:gd name="connsiteY116" fmla="*/ 511778 h 1628584"/>
              <a:gd name="connsiteX117" fmla="*/ 2015966 w 3246882"/>
              <a:gd name="connsiteY117" fmla="*/ 563880 h 1628584"/>
              <a:gd name="connsiteX118" fmla="*/ 2102644 w 3246882"/>
              <a:gd name="connsiteY118" fmla="*/ 581787 h 1628584"/>
              <a:gd name="connsiteX119" fmla="*/ 2208657 w 3246882"/>
              <a:gd name="connsiteY119" fmla="*/ 547973 h 1628584"/>
              <a:gd name="connsiteX120" fmla="*/ 2249234 w 3246882"/>
              <a:gd name="connsiteY120" fmla="*/ 459010 h 1628584"/>
              <a:gd name="connsiteX121" fmla="*/ 2217992 w 3246882"/>
              <a:gd name="connsiteY121" fmla="*/ 380143 h 1628584"/>
              <a:gd name="connsiteX122" fmla="*/ 2123504 w 3246882"/>
              <a:gd name="connsiteY122" fmla="*/ 339566 h 1628584"/>
              <a:gd name="connsiteX123" fmla="*/ 2658332 w 3246882"/>
              <a:gd name="connsiteY123" fmla="*/ 237649 h 1628584"/>
              <a:gd name="connsiteX124" fmla="*/ 2710624 w 3246882"/>
              <a:gd name="connsiteY124" fmla="*/ 379000 h 1628584"/>
              <a:gd name="connsiteX125" fmla="*/ 2655570 w 3246882"/>
              <a:gd name="connsiteY125" fmla="*/ 524637 h 1628584"/>
              <a:gd name="connsiteX126" fmla="*/ 2510123 w 3246882"/>
              <a:gd name="connsiteY126" fmla="*/ 581787 h 1628584"/>
              <a:gd name="connsiteX127" fmla="*/ 2365915 w 3246882"/>
              <a:gd name="connsiteY127" fmla="*/ 528542 h 1628584"/>
              <a:gd name="connsiteX128" fmla="*/ 2312480 w 3246882"/>
              <a:gd name="connsiteY128" fmla="*/ 385286 h 1628584"/>
              <a:gd name="connsiteX129" fmla="*/ 2369058 w 3246882"/>
              <a:gd name="connsiteY129" fmla="*/ 238506 h 1628584"/>
              <a:gd name="connsiteX130" fmla="*/ 2515267 w 3246882"/>
              <a:gd name="connsiteY130" fmla="*/ 182880 h 1628584"/>
              <a:gd name="connsiteX131" fmla="*/ 2658332 w 3246882"/>
              <a:gd name="connsiteY131" fmla="*/ 237554 h 1628584"/>
              <a:gd name="connsiteX132" fmla="*/ 2619375 w 3246882"/>
              <a:gd name="connsiteY132" fmla="*/ 381286 h 1628584"/>
              <a:gd name="connsiteX133" fmla="*/ 2591467 w 3246882"/>
              <a:gd name="connsiteY133" fmla="*/ 289751 h 1628584"/>
              <a:gd name="connsiteX134" fmla="*/ 2512981 w 3246882"/>
              <a:gd name="connsiteY134" fmla="*/ 255175 h 1628584"/>
              <a:gd name="connsiteX135" fmla="*/ 2433161 w 3246882"/>
              <a:gd name="connsiteY135" fmla="*/ 290894 h 1628584"/>
              <a:gd name="connsiteX136" fmla="*/ 2403253 w 3246882"/>
              <a:gd name="connsiteY136" fmla="*/ 383572 h 1628584"/>
              <a:gd name="connsiteX137" fmla="*/ 2432876 w 3246882"/>
              <a:gd name="connsiteY137" fmla="*/ 476250 h 1628584"/>
              <a:gd name="connsiteX138" fmla="*/ 2513457 w 3246882"/>
              <a:gd name="connsiteY138" fmla="*/ 510064 h 1628584"/>
              <a:gd name="connsiteX139" fmla="*/ 2591753 w 3246882"/>
              <a:gd name="connsiteY139" fmla="*/ 475107 h 1628584"/>
              <a:gd name="connsiteX140" fmla="*/ 2619470 w 3246882"/>
              <a:gd name="connsiteY140" fmla="*/ 381381 h 1628584"/>
              <a:gd name="connsiteX141" fmla="*/ 3219260 w 3246882"/>
              <a:gd name="connsiteY141" fmla="*/ 494729 h 1628584"/>
              <a:gd name="connsiteX142" fmla="*/ 3196209 w 3246882"/>
              <a:gd name="connsiteY142" fmla="*/ 507397 h 1628584"/>
              <a:gd name="connsiteX143" fmla="*/ 3175349 w 3246882"/>
              <a:gd name="connsiteY143" fmla="*/ 511112 h 1628584"/>
              <a:gd name="connsiteX144" fmla="*/ 3144107 w 3246882"/>
              <a:gd name="connsiteY144" fmla="*/ 497872 h 1628584"/>
              <a:gd name="connsiteX145" fmla="*/ 3132963 w 3246882"/>
              <a:gd name="connsiteY145" fmla="*/ 456724 h 1628584"/>
              <a:gd name="connsiteX146" fmla="*/ 3132963 w 3246882"/>
              <a:gd name="connsiteY146" fmla="*/ 260985 h 1628584"/>
              <a:gd name="connsiteX147" fmla="*/ 3230118 w 3246882"/>
              <a:gd name="connsiteY147" fmla="*/ 260985 h 1628584"/>
              <a:gd name="connsiteX148" fmla="*/ 3230118 w 3246882"/>
              <a:gd name="connsiteY148" fmla="*/ 191738 h 1628584"/>
              <a:gd name="connsiteX149" fmla="*/ 3132963 w 3246882"/>
              <a:gd name="connsiteY149" fmla="*/ 191738 h 1628584"/>
              <a:gd name="connsiteX150" fmla="*/ 3132963 w 3246882"/>
              <a:gd name="connsiteY150" fmla="*/ 82677 h 1628584"/>
              <a:gd name="connsiteX151" fmla="*/ 3043999 w 3246882"/>
              <a:gd name="connsiteY151" fmla="*/ 98298 h 1628584"/>
              <a:gd name="connsiteX152" fmla="*/ 3043999 w 3246882"/>
              <a:gd name="connsiteY152" fmla="*/ 191643 h 1628584"/>
              <a:gd name="connsiteX153" fmla="*/ 2893028 w 3246882"/>
              <a:gd name="connsiteY153" fmla="*/ 191643 h 1628584"/>
              <a:gd name="connsiteX154" fmla="*/ 2893028 w 3246882"/>
              <a:gd name="connsiteY154" fmla="*/ 130969 h 1628584"/>
              <a:gd name="connsiteX155" fmla="*/ 2905887 w 3246882"/>
              <a:gd name="connsiteY155" fmla="*/ 86297 h 1628584"/>
              <a:gd name="connsiteX156" fmla="*/ 2942558 w 3246882"/>
              <a:gd name="connsiteY156" fmla="*/ 71438 h 1628584"/>
              <a:gd name="connsiteX157" fmla="*/ 2965037 w 3246882"/>
              <a:gd name="connsiteY157" fmla="*/ 74962 h 1628584"/>
              <a:gd name="connsiteX158" fmla="*/ 2984945 w 3246882"/>
              <a:gd name="connsiteY158" fmla="*/ 84868 h 1628584"/>
              <a:gd name="connsiteX159" fmla="*/ 3021425 w 3246882"/>
              <a:gd name="connsiteY159" fmla="*/ 20479 h 1628584"/>
              <a:gd name="connsiteX160" fmla="*/ 2981230 w 3246882"/>
              <a:gd name="connsiteY160" fmla="*/ 5048 h 1628584"/>
              <a:gd name="connsiteX161" fmla="*/ 2938844 w 3246882"/>
              <a:gd name="connsiteY161" fmla="*/ 0 h 1628584"/>
              <a:gd name="connsiteX162" fmla="*/ 2839688 w 3246882"/>
              <a:gd name="connsiteY162" fmla="*/ 34957 h 1628584"/>
              <a:gd name="connsiteX163" fmla="*/ 2804541 w 3246882"/>
              <a:gd name="connsiteY163" fmla="*/ 130207 h 1628584"/>
              <a:gd name="connsiteX164" fmla="*/ 2804541 w 3246882"/>
              <a:gd name="connsiteY164" fmla="*/ 191643 h 1628584"/>
              <a:gd name="connsiteX165" fmla="*/ 2739771 w 3246882"/>
              <a:gd name="connsiteY165" fmla="*/ 191643 h 1628584"/>
              <a:gd name="connsiteX166" fmla="*/ 2739771 w 3246882"/>
              <a:gd name="connsiteY166" fmla="*/ 260890 h 1628584"/>
              <a:gd name="connsiteX167" fmla="*/ 2804541 w 3246882"/>
              <a:gd name="connsiteY167" fmla="*/ 260890 h 1628584"/>
              <a:gd name="connsiteX168" fmla="*/ 2804541 w 3246882"/>
              <a:gd name="connsiteY168" fmla="*/ 572643 h 1628584"/>
              <a:gd name="connsiteX169" fmla="*/ 2893124 w 3246882"/>
              <a:gd name="connsiteY169" fmla="*/ 572643 h 1628584"/>
              <a:gd name="connsiteX170" fmla="*/ 2893124 w 3246882"/>
              <a:gd name="connsiteY170" fmla="*/ 261080 h 1628584"/>
              <a:gd name="connsiteX171" fmla="*/ 3044095 w 3246882"/>
              <a:gd name="connsiteY171" fmla="*/ 261080 h 1628584"/>
              <a:gd name="connsiteX172" fmla="*/ 3044095 w 3246882"/>
              <a:gd name="connsiteY172" fmla="*/ 469487 h 1628584"/>
              <a:gd name="connsiteX173" fmla="*/ 3072384 w 3246882"/>
              <a:gd name="connsiteY173" fmla="*/ 553212 h 1628584"/>
              <a:gd name="connsiteX174" fmla="*/ 3156871 w 3246882"/>
              <a:gd name="connsiteY174" fmla="*/ 581882 h 1628584"/>
              <a:gd name="connsiteX175" fmla="*/ 3208020 w 3246882"/>
              <a:gd name="connsiteY175" fmla="*/ 574643 h 1628584"/>
              <a:gd name="connsiteX176" fmla="*/ 3246882 w 3246882"/>
              <a:gd name="connsiteY176" fmla="*/ 555117 h 1628584"/>
              <a:gd name="connsiteX177" fmla="*/ 3219355 w 3246882"/>
              <a:gd name="connsiteY177" fmla="*/ 494824 h 1628584"/>
              <a:gd name="connsiteX178" fmla="*/ 0 w 3246882"/>
              <a:gd name="connsiteY178" fmla="*/ 1449229 h 1628584"/>
              <a:gd name="connsiteX179" fmla="*/ 91154 w 3246882"/>
              <a:gd name="connsiteY179" fmla="*/ 1449229 h 1628584"/>
              <a:gd name="connsiteX180" fmla="*/ 91154 w 3246882"/>
              <a:gd name="connsiteY180" fmla="*/ 915638 h 1628584"/>
              <a:gd name="connsiteX181" fmla="*/ 0 w 3246882"/>
              <a:gd name="connsiteY181" fmla="*/ 915638 h 1628584"/>
              <a:gd name="connsiteX182" fmla="*/ 0 w 3246882"/>
              <a:gd name="connsiteY182" fmla="*/ 1449229 h 1628584"/>
              <a:gd name="connsiteX183" fmla="*/ 463391 w 3246882"/>
              <a:gd name="connsiteY183" fmla="*/ 1068229 h 1628584"/>
              <a:gd name="connsiteX184" fmla="*/ 552355 w 3246882"/>
              <a:gd name="connsiteY184" fmla="*/ 1068229 h 1628584"/>
              <a:gd name="connsiteX185" fmla="*/ 552355 w 3246882"/>
              <a:gd name="connsiteY185" fmla="*/ 1426559 h 1628584"/>
              <a:gd name="connsiteX186" fmla="*/ 499682 w 3246882"/>
              <a:gd name="connsiteY186" fmla="*/ 1575721 h 1628584"/>
              <a:gd name="connsiteX187" fmla="*/ 354806 w 3246882"/>
              <a:gd name="connsiteY187" fmla="*/ 1628585 h 1628584"/>
              <a:gd name="connsiteX188" fmla="*/ 254318 w 3246882"/>
              <a:gd name="connsiteY188" fmla="*/ 1608677 h 1628584"/>
              <a:gd name="connsiteX189" fmla="*/ 176213 w 3246882"/>
              <a:gd name="connsiteY189" fmla="*/ 1547431 h 1628584"/>
              <a:gd name="connsiteX190" fmla="*/ 240983 w 3246882"/>
              <a:gd name="connsiteY190" fmla="*/ 1499426 h 1628584"/>
              <a:gd name="connsiteX191" fmla="*/ 290322 w 3246882"/>
              <a:gd name="connsiteY191" fmla="*/ 1543907 h 1628584"/>
              <a:gd name="connsiteX192" fmla="*/ 356330 w 3246882"/>
              <a:gd name="connsiteY192" fmla="*/ 1558576 h 1628584"/>
              <a:gd name="connsiteX193" fmla="*/ 434816 w 3246882"/>
              <a:gd name="connsiteY193" fmla="*/ 1529144 h 1628584"/>
              <a:gd name="connsiteX194" fmla="*/ 463487 w 3246882"/>
              <a:gd name="connsiteY194" fmla="*/ 1441704 h 1628584"/>
              <a:gd name="connsiteX195" fmla="*/ 463487 w 3246882"/>
              <a:gd name="connsiteY195" fmla="*/ 1398175 h 1628584"/>
              <a:gd name="connsiteX196" fmla="*/ 461963 w 3246882"/>
              <a:gd name="connsiteY196" fmla="*/ 1398175 h 1628584"/>
              <a:gd name="connsiteX197" fmla="*/ 411194 w 3246882"/>
              <a:gd name="connsiteY197" fmla="*/ 1442847 h 1628584"/>
              <a:gd name="connsiteX198" fmla="*/ 336995 w 3246882"/>
              <a:gd name="connsiteY198" fmla="*/ 1458087 h 1628584"/>
              <a:gd name="connsiteX199" fmla="*/ 217932 w 3246882"/>
              <a:gd name="connsiteY199" fmla="*/ 1408081 h 1628584"/>
              <a:gd name="connsiteX200" fmla="*/ 172879 w 3246882"/>
              <a:gd name="connsiteY200" fmla="*/ 1268730 h 1628584"/>
              <a:gd name="connsiteX201" fmla="*/ 224790 w 3246882"/>
              <a:gd name="connsiteY201" fmla="*/ 1114520 h 1628584"/>
              <a:gd name="connsiteX202" fmla="*/ 353759 w 3246882"/>
              <a:gd name="connsiteY202" fmla="*/ 1059275 h 1628584"/>
              <a:gd name="connsiteX203" fmla="*/ 416052 w 3246882"/>
              <a:gd name="connsiteY203" fmla="*/ 1071944 h 1628584"/>
              <a:gd name="connsiteX204" fmla="*/ 461963 w 3246882"/>
              <a:gd name="connsiteY204" fmla="*/ 1108043 h 1628584"/>
              <a:gd name="connsiteX205" fmla="*/ 463487 w 3246882"/>
              <a:gd name="connsiteY205" fmla="*/ 1108043 h 1628584"/>
              <a:gd name="connsiteX206" fmla="*/ 463487 w 3246882"/>
              <a:gd name="connsiteY206" fmla="*/ 1068229 h 1628584"/>
              <a:gd name="connsiteX207" fmla="*/ 464153 w 3246882"/>
              <a:gd name="connsiteY207" fmla="*/ 1228154 h 1628584"/>
              <a:gd name="connsiteX208" fmla="*/ 437007 w 3246882"/>
              <a:gd name="connsiteY208" fmla="*/ 1159478 h 1628584"/>
              <a:gd name="connsiteX209" fmla="*/ 367094 w 3246882"/>
              <a:gd name="connsiteY209" fmla="*/ 1130999 h 1628584"/>
              <a:gd name="connsiteX210" fmla="*/ 291560 w 3246882"/>
              <a:gd name="connsiteY210" fmla="*/ 1165765 h 1628584"/>
              <a:gd name="connsiteX211" fmla="*/ 263652 w 3246882"/>
              <a:gd name="connsiteY211" fmla="*/ 1263777 h 1628584"/>
              <a:gd name="connsiteX212" fmla="*/ 289465 w 3246882"/>
              <a:gd name="connsiteY212" fmla="*/ 1353407 h 1628584"/>
              <a:gd name="connsiteX213" fmla="*/ 361093 w 3246882"/>
              <a:gd name="connsiteY213" fmla="*/ 1386173 h 1628584"/>
              <a:gd name="connsiteX214" fmla="*/ 435483 w 3246882"/>
              <a:gd name="connsiteY214" fmla="*/ 1354360 h 1628584"/>
              <a:gd name="connsiteX215" fmla="*/ 464153 w 3246882"/>
              <a:gd name="connsiteY215" fmla="*/ 1271588 h 1628584"/>
              <a:gd name="connsiteX216" fmla="*/ 464153 w 3246882"/>
              <a:gd name="connsiteY216" fmla="*/ 1228058 h 1628584"/>
              <a:gd name="connsiteX217" fmla="*/ 860965 w 3246882"/>
              <a:gd name="connsiteY217" fmla="*/ 1059275 h 1628584"/>
              <a:gd name="connsiteX218" fmla="*/ 791432 w 3246882"/>
              <a:gd name="connsiteY218" fmla="*/ 1075087 h 1628584"/>
              <a:gd name="connsiteX219" fmla="*/ 738950 w 3246882"/>
              <a:gd name="connsiteY219" fmla="*/ 1119950 h 1628584"/>
              <a:gd name="connsiteX220" fmla="*/ 737426 w 3246882"/>
              <a:gd name="connsiteY220" fmla="*/ 1119950 h 1628584"/>
              <a:gd name="connsiteX221" fmla="*/ 737426 w 3246882"/>
              <a:gd name="connsiteY221" fmla="*/ 1068229 h 1628584"/>
              <a:gd name="connsiteX222" fmla="*/ 648462 w 3246882"/>
              <a:gd name="connsiteY222" fmla="*/ 1068229 h 1628584"/>
              <a:gd name="connsiteX223" fmla="*/ 648462 w 3246882"/>
              <a:gd name="connsiteY223" fmla="*/ 1449229 h 1628584"/>
              <a:gd name="connsiteX224" fmla="*/ 737426 w 3246882"/>
              <a:gd name="connsiteY224" fmla="*/ 1449229 h 1628584"/>
              <a:gd name="connsiteX225" fmla="*/ 737426 w 3246882"/>
              <a:gd name="connsiteY225" fmla="*/ 1231964 h 1628584"/>
              <a:gd name="connsiteX226" fmla="*/ 762572 w 3246882"/>
              <a:gd name="connsiteY226" fmla="*/ 1159764 h 1628584"/>
              <a:gd name="connsiteX227" fmla="*/ 827151 w 3246882"/>
              <a:gd name="connsiteY227" fmla="*/ 1131094 h 1628584"/>
              <a:gd name="connsiteX228" fmla="*/ 882968 w 3246882"/>
              <a:gd name="connsiteY228" fmla="*/ 1155668 h 1628584"/>
              <a:gd name="connsiteX229" fmla="*/ 901541 w 3246882"/>
              <a:gd name="connsiteY229" fmla="*/ 1226725 h 1628584"/>
              <a:gd name="connsiteX230" fmla="*/ 901541 w 3246882"/>
              <a:gd name="connsiteY230" fmla="*/ 1449229 h 1628584"/>
              <a:gd name="connsiteX231" fmla="*/ 990505 w 3246882"/>
              <a:gd name="connsiteY231" fmla="*/ 1449229 h 1628584"/>
              <a:gd name="connsiteX232" fmla="*/ 990505 w 3246882"/>
              <a:gd name="connsiteY232" fmla="*/ 1214819 h 1628584"/>
              <a:gd name="connsiteX233" fmla="*/ 957358 w 3246882"/>
              <a:gd name="connsiteY233" fmla="*/ 1099661 h 1628584"/>
              <a:gd name="connsiteX234" fmla="*/ 860965 w 3246882"/>
              <a:gd name="connsiteY234" fmla="*/ 1059275 h 1628584"/>
              <a:gd name="connsiteX235" fmla="*/ 1124236 w 3246882"/>
              <a:gd name="connsiteY235" fmla="*/ 890683 h 1628584"/>
              <a:gd name="connsiteX236" fmla="*/ 1084802 w 3246882"/>
              <a:gd name="connsiteY236" fmla="*/ 905923 h 1628584"/>
              <a:gd name="connsiteX237" fmla="*/ 1069562 w 3246882"/>
              <a:gd name="connsiteY237" fmla="*/ 943547 h 1628584"/>
              <a:gd name="connsiteX238" fmla="*/ 1084802 w 3246882"/>
              <a:gd name="connsiteY238" fmla="*/ 981266 h 1628584"/>
              <a:gd name="connsiteX239" fmla="*/ 1124236 w 3246882"/>
              <a:gd name="connsiteY239" fmla="*/ 997077 h 1628584"/>
              <a:gd name="connsiteX240" fmla="*/ 1164431 w 3246882"/>
              <a:gd name="connsiteY240" fmla="*/ 981837 h 1628584"/>
              <a:gd name="connsiteX241" fmla="*/ 1179671 w 3246882"/>
              <a:gd name="connsiteY241" fmla="*/ 943928 h 1628584"/>
              <a:gd name="connsiteX242" fmla="*/ 1164431 w 3246882"/>
              <a:gd name="connsiteY242" fmla="*/ 906018 h 1628584"/>
              <a:gd name="connsiteX243" fmla="*/ 1124236 w 3246882"/>
              <a:gd name="connsiteY243" fmla="*/ 890778 h 1628584"/>
              <a:gd name="connsiteX244" fmla="*/ 1079564 w 3246882"/>
              <a:gd name="connsiteY244" fmla="*/ 1449229 h 1628584"/>
              <a:gd name="connsiteX245" fmla="*/ 1168527 w 3246882"/>
              <a:gd name="connsiteY245" fmla="*/ 1449229 h 1628584"/>
              <a:gd name="connsiteX246" fmla="*/ 1168527 w 3246882"/>
              <a:gd name="connsiteY246" fmla="*/ 1068229 h 1628584"/>
              <a:gd name="connsiteX247" fmla="*/ 1079564 w 3246882"/>
              <a:gd name="connsiteY247" fmla="*/ 1068229 h 1628584"/>
              <a:gd name="connsiteX248" fmla="*/ 1079564 w 3246882"/>
              <a:gd name="connsiteY248" fmla="*/ 1449229 h 1628584"/>
              <a:gd name="connsiteX249" fmla="*/ 1440656 w 3246882"/>
              <a:gd name="connsiteY249" fmla="*/ 1383697 h 1628584"/>
              <a:gd name="connsiteX250" fmla="*/ 1419797 w 3246882"/>
              <a:gd name="connsiteY250" fmla="*/ 1387412 h 1628584"/>
              <a:gd name="connsiteX251" fmla="*/ 1388555 w 3246882"/>
              <a:gd name="connsiteY251" fmla="*/ 1374172 h 1628584"/>
              <a:gd name="connsiteX252" fmla="*/ 1377410 w 3246882"/>
              <a:gd name="connsiteY252" fmla="*/ 1333024 h 1628584"/>
              <a:gd name="connsiteX253" fmla="*/ 1377410 w 3246882"/>
              <a:gd name="connsiteY253" fmla="*/ 1137285 h 1628584"/>
              <a:gd name="connsiteX254" fmla="*/ 1474565 w 3246882"/>
              <a:gd name="connsiteY254" fmla="*/ 1137285 h 1628584"/>
              <a:gd name="connsiteX255" fmla="*/ 1474565 w 3246882"/>
              <a:gd name="connsiteY255" fmla="*/ 1068038 h 1628584"/>
              <a:gd name="connsiteX256" fmla="*/ 1377410 w 3246882"/>
              <a:gd name="connsiteY256" fmla="*/ 1068038 h 1628584"/>
              <a:gd name="connsiteX257" fmla="*/ 1377410 w 3246882"/>
              <a:gd name="connsiteY257" fmla="*/ 958977 h 1628584"/>
              <a:gd name="connsiteX258" fmla="*/ 1288447 w 3246882"/>
              <a:gd name="connsiteY258" fmla="*/ 974598 h 1628584"/>
              <a:gd name="connsiteX259" fmla="*/ 1288447 w 3246882"/>
              <a:gd name="connsiteY259" fmla="*/ 1067943 h 1628584"/>
              <a:gd name="connsiteX260" fmla="*/ 1224820 w 3246882"/>
              <a:gd name="connsiteY260" fmla="*/ 1067943 h 1628584"/>
              <a:gd name="connsiteX261" fmla="*/ 1224820 w 3246882"/>
              <a:gd name="connsiteY261" fmla="*/ 1137190 h 1628584"/>
              <a:gd name="connsiteX262" fmla="*/ 1288447 w 3246882"/>
              <a:gd name="connsiteY262" fmla="*/ 1137190 h 1628584"/>
              <a:gd name="connsiteX263" fmla="*/ 1288447 w 3246882"/>
              <a:gd name="connsiteY263" fmla="*/ 1345597 h 1628584"/>
              <a:gd name="connsiteX264" fmla="*/ 1316736 w 3246882"/>
              <a:gd name="connsiteY264" fmla="*/ 1429322 h 1628584"/>
              <a:gd name="connsiteX265" fmla="*/ 1401223 w 3246882"/>
              <a:gd name="connsiteY265" fmla="*/ 1457992 h 1628584"/>
              <a:gd name="connsiteX266" fmla="*/ 1452372 w 3246882"/>
              <a:gd name="connsiteY266" fmla="*/ 1450753 h 1628584"/>
              <a:gd name="connsiteX267" fmla="*/ 1491234 w 3246882"/>
              <a:gd name="connsiteY267" fmla="*/ 1431227 h 1628584"/>
              <a:gd name="connsiteX268" fmla="*/ 1463707 w 3246882"/>
              <a:gd name="connsiteY268" fmla="*/ 1370933 h 1628584"/>
              <a:gd name="connsiteX269" fmla="*/ 1440656 w 3246882"/>
              <a:gd name="connsiteY269" fmla="*/ 1383602 h 1628584"/>
              <a:gd name="connsiteX270" fmla="*/ 1829657 w 3246882"/>
              <a:gd name="connsiteY270" fmla="*/ 1107662 h 1628584"/>
              <a:gd name="connsiteX271" fmla="*/ 1873949 w 3246882"/>
              <a:gd name="connsiteY271" fmla="*/ 1247204 h 1628584"/>
              <a:gd name="connsiteX272" fmla="*/ 1873949 w 3246882"/>
              <a:gd name="connsiteY272" fmla="*/ 1280731 h 1628584"/>
              <a:gd name="connsiteX273" fmla="*/ 1612392 w 3246882"/>
              <a:gd name="connsiteY273" fmla="*/ 1280731 h 1628584"/>
              <a:gd name="connsiteX274" fmla="*/ 1641824 w 3246882"/>
              <a:gd name="connsiteY274" fmla="*/ 1362075 h 1628584"/>
              <a:gd name="connsiteX275" fmla="*/ 1711738 w 3246882"/>
              <a:gd name="connsiteY275" fmla="*/ 1389031 h 1628584"/>
              <a:gd name="connsiteX276" fmla="*/ 1763459 w 3246882"/>
              <a:gd name="connsiteY276" fmla="*/ 1375220 h 1628584"/>
              <a:gd name="connsiteX277" fmla="*/ 1802130 w 3246882"/>
              <a:gd name="connsiteY277" fmla="*/ 1334262 h 1628584"/>
              <a:gd name="connsiteX278" fmla="*/ 1870234 w 3246882"/>
              <a:gd name="connsiteY278" fmla="*/ 1371505 h 1628584"/>
              <a:gd name="connsiteX279" fmla="*/ 1803464 w 3246882"/>
              <a:gd name="connsiteY279" fmla="*/ 1435703 h 1628584"/>
              <a:gd name="connsiteX280" fmla="*/ 1708785 w 3246882"/>
              <a:gd name="connsiteY280" fmla="*/ 1458182 h 1628584"/>
              <a:gd name="connsiteX281" fmla="*/ 1573149 w 3246882"/>
              <a:gd name="connsiteY281" fmla="*/ 1407605 h 1628584"/>
              <a:gd name="connsiteX282" fmla="*/ 1522381 w 3246882"/>
              <a:gd name="connsiteY282" fmla="*/ 1262158 h 1628584"/>
              <a:gd name="connsiteX283" fmla="*/ 1574673 w 3246882"/>
              <a:gd name="connsiteY283" fmla="*/ 1115568 h 1628584"/>
              <a:gd name="connsiteX284" fmla="*/ 1705070 w 3246882"/>
              <a:gd name="connsiteY284" fmla="*/ 1059371 h 1628584"/>
              <a:gd name="connsiteX285" fmla="*/ 1829753 w 3246882"/>
              <a:gd name="connsiteY285" fmla="*/ 1107758 h 1628584"/>
              <a:gd name="connsiteX286" fmla="*/ 1788414 w 3246882"/>
              <a:gd name="connsiteY286" fmla="*/ 1218152 h 1628584"/>
              <a:gd name="connsiteX287" fmla="*/ 1766602 w 3246882"/>
              <a:gd name="connsiteY287" fmla="*/ 1149858 h 1628584"/>
              <a:gd name="connsiteX288" fmla="*/ 1706499 w 3246882"/>
              <a:gd name="connsiteY288" fmla="*/ 1125855 h 1628584"/>
              <a:gd name="connsiteX289" fmla="*/ 1641729 w 3246882"/>
              <a:gd name="connsiteY289" fmla="*/ 1152049 h 1628584"/>
              <a:gd name="connsiteX290" fmla="*/ 1612011 w 3246882"/>
              <a:gd name="connsiteY290" fmla="*/ 1218057 h 1628584"/>
              <a:gd name="connsiteX291" fmla="*/ 1788414 w 3246882"/>
              <a:gd name="connsiteY291" fmla="*/ 1218057 h 1628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Lst>
            <a:rect l="l" t="t" r="r" b="b"/>
            <a:pathLst>
              <a:path w="3246882" h="1628584">
                <a:moveTo>
                  <a:pt x="452057" y="39338"/>
                </a:moveTo>
                <a:lnTo>
                  <a:pt x="576739" y="39338"/>
                </a:lnTo>
                <a:lnTo>
                  <a:pt x="576739" y="572929"/>
                </a:lnTo>
                <a:lnTo>
                  <a:pt x="486347" y="572929"/>
                </a:lnTo>
                <a:lnTo>
                  <a:pt x="486347" y="234315"/>
                </a:lnTo>
                <a:cubicBezTo>
                  <a:pt x="486347" y="220218"/>
                  <a:pt x="486537" y="206597"/>
                  <a:pt x="486918" y="193548"/>
                </a:cubicBezTo>
                <a:cubicBezTo>
                  <a:pt x="487299" y="180499"/>
                  <a:pt x="487585" y="165735"/>
                  <a:pt x="487871" y="149066"/>
                </a:cubicBezTo>
                <a:lnTo>
                  <a:pt x="485680" y="149066"/>
                </a:lnTo>
                <a:cubicBezTo>
                  <a:pt x="483489" y="156496"/>
                  <a:pt x="481298" y="162973"/>
                  <a:pt x="479393" y="168593"/>
                </a:cubicBezTo>
                <a:cubicBezTo>
                  <a:pt x="477393" y="174212"/>
                  <a:pt x="475202" y="180023"/>
                  <a:pt x="472726" y="186309"/>
                </a:cubicBezTo>
                <a:lnTo>
                  <a:pt x="319088" y="572929"/>
                </a:lnTo>
                <a:lnTo>
                  <a:pt x="254699" y="572929"/>
                </a:lnTo>
                <a:lnTo>
                  <a:pt x="99727" y="189643"/>
                </a:lnTo>
                <a:cubicBezTo>
                  <a:pt x="97727" y="183928"/>
                  <a:pt x="95726" y="178213"/>
                  <a:pt x="93631" y="172307"/>
                </a:cubicBezTo>
                <a:cubicBezTo>
                  <a:pt x="91535" y="166497"/>
                  <a:pt x="88868" y="158686"/>
                  <a:pt x="85630" y="149066"/>
                </a:cubicBezTo>
                <a:lnTo>
                  <a:pt x="83439" y="149066"/>
                </a:lnTo>
                <a:cubicBezTo>
                  <a:pt x="83915" y="164402"/>
                  <a:pt x="84296" y="180023"/>
                  <a:pt x="84582" y="195739"/>
                </a:cubicBezTo>
                <a:cubicBezTo>
                  <a:pt x="84868" y="211455"/>
                  <a:pt x="84963" y="228410"/>
                  <a:pt x="84963" y="246507"/>
                </a:cubicBezTo>
                <a:lnTo>
                  <a:pt x="84963" y="572834"/>
                </a:lnTo>
                <a:lnTo>
                  <a:pt x="0" y="572834"/>
                </a:lnTo>
                <a:lnTo>
                  <a:pt x="0" y="39338"/>
                </a:lnTo>
                <a:lnTo>
                  <a:pt x="129826" y="39338"/>
                </a:lnTo>
                <a:lnTo>
                  <a:pt x="266414" y="383477"/>
                </a:lnTo>
                <a:cubicBezTo>
                  <a:pt x="271653" y="396145"/>
                  <a:pt x="275749" y="406813"/>
                  <a:pt x="278892" y="415671"/>
                </a:cubicBezTo>
                <a:cubicBezTo>
                  <a:pt x="282035" y="424434"/>
                  <a:pt x="284988" y="434245"/>
                  <a:pt x="288036" y="444913"/>
                </a:cubicBezTo>
                <a:lnTo>
                  <a:pt x="290227" y="444913"/>
                </a:lnTo>
                <a:cubicBezTo>
                  <a:pt x="294704" y="433007"/>
                  <a:pt x="298704" y="422243"/>
                  <a:pt x="302324" y="412528"/>
                </a:cubicBezTo>
                <a:cubicBezTo>
                  <a:pt x="305943" y="402812"/>
                  <a:pt x="309658" y="392811"/>
                  <a:pt x="313658" y="382429"/>
                </a:cubicBezTo>
                <a:lnTo>
                  <a:pt x="452057" y="39338"/>
                </a:lnTo>
                <a:close/>
                <a:moveTo>
                  <a:pt x="712375" y="120872"/>
                </a:moveTo>
                <a:cubicBezTo>
                  <a:pt x="728948" y="120872"/>
                  <a:pt x="742379" y="115824"/>
                  <a:pt x="752570" y="105632"/>
                </a:cubicBezTo>
                <a:cubicBezTo>
                  <a:pt x="762762" y="95441"/>
                  <a:pt x="767810" y="82772"/>
                  <a:pt x="767810" y="67723"/>
                </a:cubicBezTo>
                <a:cubicBezTo>
                  <a:pt x="767810" y="52673"/>
                  <a:pt x="762762" y="39910"/>
                  <a:pt x="752570" y="29813"/>
                </a:cubicBezTo>
                <a:cubicBezTo>
                  <a:pt x="742379" y="19622"/>
                  <a:pt x="729044" y="14573"/>
                  <a:pt x="712375" y="14573"/>
                </a:cubicBezTo>
                <a:cubicBezTo>
                  <a:pt x="695706" y="14573"/>
                  <a:pt x="683133" y="19622"/>
                  <a:pt x="672941" y="29813"/>
                </a:cubicBezTo>
                <a:cubicBezTo>
                  <a:pt x="662750" y="40005"/>
                  <a:pt x="657701" y="52483"/>
                  <a:pt x="657701" y="67437"/>
                </a:cubicBezTo>
                <a:cubicBezTo>
                  <a:pt x="657701" y="82391"/>
                  <a:pt x="662750" y="94679"/>
                  <a:pt x="672941" y="105156"/>
                </a:cubicBezTo>
                <a:cubicBezTo>
                  <a:pt x="683133" y="115729"/>
                  <a:pt x="696278" y="120968"/>
                  <a:pt x="712375" y="120968"/>
                </a:cubicBezTo>
                <a:close/>
                <a:moveTo>
                  <a:pt x="667703" y="572929"/>
                </a:moveTo>
                <a:lnTo>
                  <a:pt x="756666" y="572929"/>
                </a:lnTo>
                <a:lnTo>
                  <a:pt x="756666" y="191929"/>
                </a:lnTo>
                <a:lnTo>
                  <a:pt x="667703" y="191929"/>
                </a:lnTo>
                <a:lnTo>
                  <a:pt x="667703" y="572929"/>
                </a:lnTo>
                <a:close/>
                <a:moveTo>
                  <a:pt x="1179100" y="500348"/>
                </a:moveTo>
                <a:lnTo>
                  <a:pt x="1110234" y="461677"/>
                </a:lnTo>
                <a:cubicBezTo>
                  <a:pt x="1099090" y="478346"/>
                  <a:pt x="1086422" y="490157"/>
                  <a:pt x="1072325" y="497205"/>
                </a:cubicBezTo>
                <a:cubicBezTo>
                  <a:pt x="1058228" y="504254"/>
                  <a:pt x="1042702" y="507778"/>
                  <a:pt x="1025843" y="507778"/>
                </a:cubicBezTo>
                <a:cubicBezTo>
                  <a:pt x="993553" y="507778"/>
                  <a:pt x="967835" y="497015"/>
                  <a:pt x="948500" y="475393"/>
                </a:cubicBezTo>
                <a:cubicBezTo>
                  <a:pt x="929164" y="453771"/>
                  <a:pt x="919448" y="423101"/>
                  <a:pt x="919448" y="383096"/>
                </a:cubicBezTo>
                <a:cubicBezTo>
                  <a:pt x="919448" y="343091"/>
                  <a:pt x="929259" y="311182"/>
                  <a:pt x="948881" y="288608"/>
                </a:cubicBezTo>
                <a:cubicBezTo>
                  <a:pt x="968502" y="266033"/>
                  <a:pt x="993362" y="254794"/>
                  <a:pt x="1023652" y="254794"/>
                </a:cubicBezTo>
                <a:cubicBezTo>
                  <a:pt x="1040987" y="254794"/>
                  <a:pt x="1056418" y="258413"/>
                  <a:pt x="1069753" y="265557"/>
                </a:cubicBezTo>
                <a:cubicBezTo>
                  <a:pt x="1083183" y="272796"/>
                  <a:pt x="1095566" y="284893"/>
                  <a:pt x="1106996" y="302038"/>
                </a:cubicBezTo>
                <a:lnTo>
                  <a:pt x="1176909" y="267462"/>
                </a:lnTo>
                <a:cubicBezTo>
                  <a:pt x="1163479" y="239649"/>
                  <a:pt x="1143476" y="218694"/>
                  <a:pt x="1116806" y="204407"/>
                </a:cubicBezTo>
                <a:cubicBezTo>
                  <a:pt x="1090136" y="190119"/>
                  <a:pt x="1060037" y="182975"/>
                  <a:pt x="1026605" y="182975"/>
                </a:cubicBezTo>
                <a:cubicBezTo>
                  <a:pt x="968026" y="182975"/>
                  <a:pt x="920401" y="201359"/>
                  <a:pt x="883730" y="238220"/>
                </a:cubicBezTo>
                <a:cubicBezTo>
                  <a:pt x="847058" y="275082"/>
                  <a:pt x="828675" y="325374"/>
                  <a:pt x="828675" y="389096"/>
                </a:cubicBezTo>
                <a:cubicBezTo>
                  <a:pt x="828675" y="447104"/>
                  <a:pt x="845915" y="493776"/>
                  <a:pt x="880396" y="529019"/>
                </a:cubicBezTo>
                <a:cubicBezTo>
                  <a:pt x="914876" y="564261"/>
                  <a:pt x="962597" y="581882"/>
                  <a:pt x="1023652" y="581882"/>
                </a:cubicBezTo>
                <a:cubicBezTo>
                  <a:pt x="1056608" y="581882"/>
                  <a:pt x="1086612" y="575215"/>
                  <a:pt x="1113473" y="561785"/>
                </a:cubicBezTo>
                <a:cubicBezTo>
                  <a:pt x="1140333" y="548354"/>
                  <a:pt x="1162241" y="527971"/>
                  <a:pt x="1179100" y="500348"/>
                </a:cubicBezTo>
                <a:close/>
                <a:moveTo>
                  <a:pt x="1438656" y="185166"/>
                </a:moveTo>
                <a:cubicBezTo>
                  <a:pt x="1415796" y="185166"/>
                  <a:pt x="1395698" y="191643"/>
                  <a:pt x="1378363" y="204692"/>
                </a:cubicBezTo>
                <a:cubicBezTo>
                  <a:pt x="1361027" y="217742"/>
                  <a:pt x="1347883" y="236411"/>
                  <a:pt x="1338929" y="260699"/>
                </a:cubicBezTo>
                <a:lnTo>
                  <a:pt x="1337405" y="260699"/>
                </a:lnTo>
                <a:lnTo>
                  <a:pt x="1337405" y="191834"/>
                </a:lnTo>
                <a:lnTo>
                  <a:pt x="1248442" y="191834"/>
                </a:lnTo>
                <a:lnTo>
                  <a:pt x="1248442" y="572834"/>
                </a:lnTo>
                <a:lnTo>
                  <a:pt x="1337405" y="572834"/>
                </a:lnTo>
                <a:lnTo>
                  <a:pt x="1337405" y="384524"/>
                </a:lnTo>
                <a:cubicBezTo>
                  <a:pt x="1337405" y="348043"/>
                  <a:pt x="1345311" y="318707"/>
                  <a:pt x="1361027" y="296323"/>
                </a:cubicBezTo>
                <a:cubicBezTo>
                  <a:pt x="1376743" y="274034"/>
                  <a:pt x="1397413" y="262795"/>
                  <a:pt x="1422940" y="262795"/>
                </a:cubicBezTo>
                <a:cubicBezTo>
                  <a:pt x="1431131" y="262795"/>
                  <a:pt x="1438847" y="263557"/>
                  <a:pt x="1446181" y="265176"/>
                </a:cubicBezTo>
                <a:cubicBezTo>
                  <a:pt x="1453515" y="266795"/>
                  <a:pt x="1460754" y="268986"/>
                  <a:pt x="1467993" y="271653"/>
                </a:cubicBezTo>
                <a:lnTo>
                  <a:pt x="1491806" y="195739"/>
                </a:lnTo>
                <a:cubicBezTo>
                  <a:pt x="1482376" y="191548"/>
                  <a:pt x="1473613" y="188690"/>
                  <a:pt x="1465421" y="187166"/>
                </a:cubicBezTo>
                <a:cubicBezTo>
                  <a:pt x="1457230" y="185642"/>
                  <a:pt x="1448276" y="184976"/>
                  <a:pt x="1438656" y="184976"/>
                </a:cubicBezTo>
                <a:close/>
                <a:moveTo>
                  <a:pt x="1855375" y="237649"/>
                </a:moveTo>
                <a:cubicBezTo>
                  <a:pt x="1890236" y="274130"/>
                  <a:pt x="1907667" y="321278"/>
                  <a:pt x="1907667" y="379000"/>
                </a:cubicBezTo>
                <a:cubicBezTo>
                  <a:pt x="1907667" y="436721"/>
                  <a:pt x="1889284" y="486632"/>
                  <a:pt x="1852613" y="524637"/>
                </a:cubicBezTo>
                <a:cubicBezTo>
                  <a:pt x="1815941" y="562737"/>
                  <a:pt x="1767364" y="581787"/>
                  <a:pt x="1707166" y="581787"/>
                </a:cubicBezTo>
                <a:cubicBezTo>
                  <a:pt x="1646968" y="581787"/>
                  <a:pt x="1598581" y="564071"/>
                  <a:pt x="1562957" y="528542"/>
                </a:cubicBezTo>
                <a:cubicBezTo>
                  <a:pt x="1527334" y="493109"/>
                  <a:pt x="1509522" y="445294"/>
                  <a:pt x="1509522" y="385286"/>
                </a:cubicBezTo>
                <a:cubicBezTo>
                  <a:pt x="1509808" y="324517"/>
                  <a:pt x="1528667" y="275558"/>
                  <a:pt x="1566101" y="238506"/>
                </a:cubicBezTo>
                <a:cubicBezTo>
                  <a:pt x="1603534" y="201454"/>
                  <a:pt x="1652302" y="182880"/>
                  <a:pt x="1712309" y="182880"/>
                </a:cubicBezTo>
                <a:cubicBezTo>
                  <a:pt x="1772317" y="182880"/>
                  <a:pt x="1820513" y="201073"/>
                  <a:pt x="1855375" y="237554"/>
                </a:cubicBezTo>
                <a:close/>
                <a:moveTo>
                  <a:pt x="1816513" y="381286"/>
                </a:moveTo>
                <a:cubicBezTo>
                  <a:pt x="1816513" y="343376"/>
                  <a:pt x="1807178" y="312801"/>
                  <a:pt x="1788605" y="289751"/>
                </a:cubicBezTo>
                <a:cubicBezTo>
                  <a:pt x="1770031" y="266700"/>
                  <a:pt x="1743837" y="255175"/>
                  <a:pt x="1710118" y="255175"/>
                </a:cubicBezTo>
                <a:cubicBezTo>
                  <a:pt x="1676400" y="255175"/>
                  <a:pt x="1650302" y="267081"/>
                  <a:pt x="1630299" y="290894"/>
                </a:cubicBezTo>
                <a:cubicBezTo>
                  <a:pt x="1610297" y="314706"/>
                  <a:pt x="1600391" y="345567"/>
                  <a:pt x="1600391" y="383572"/>
                </a:cubicBezTo>
                <a:cubicBezTo>
                  <a:pt x="1600391" y="421577"/>
                  <a:pt x="1610297" y="453676"/>
                  <a:pt x="1630013" y="476250"/>
                </a:cubicBezTo>
                <a:cubicBezTo>
                  <a:pt x="1649730" y="498824"/>
                  <a:pt x="1676591" y="510064"/>
                  <a:pt x="1710595" y="510064"/>
                </a:cubicBezTo>
                <a:cubicBezTo>
                  <a:pt x="1744599" y="510064"/>
                  <a:pt x="1770412" y="498443"/>
                  <a:pt x="1788890" y="475107"/>
                </a:cubicBezTo>
                <a:cubicBezTo>
                  <a:pt x="1807369" y="451771"/>
                  <a:pt x="1816608" y="420529"/>
                  <a:pt x="1816608" y="381381"/>
                </a:cubicBezTo>
                <a:close/>
                <a:moveTo>
                  <a:pt x="2123313" y="339566"/>
                </a:moveTo>
                <a:cubicBezTo>
                  <a:pt x="2096262" y="334328"/>
                  <a:pt x="2077879" y="328327"/>
                  <a:pt x="2068068" y="321374"/>
                </a:cubicBezTo>
                <a:cubicBezTo>
                  <a:pt x="2058257" y="314420"/>
                  <a:pt x="2053400" y="304800"/>
                  <a:pt x="2053400" y="292322"/>
                </a:cubicBezTo>
                <a:cubicBezTo>
                  <a:pt x="2053400" y="279845"/>
                  <a:pt x="2058067" y="269367"/>
                  <a:pt x="2067497" y="261461"/>
                </a:cubicBezTo>
                <a:cubicBezTo>
                  <a:pt x="2076926" y="253556"/>
                  <a:pt x="2090642" y="249555"/>
                  <a:pt x="2108835" y="249555"/>
                </a:cubicBezTo>
                <a:cubicBezTo>
                  <a:pt x="2125694" y="249555"/>
                  <a:pt x="2140268" y="252508"/>
                  <a:pt x="2152555" y="258509"/>
                </a:cubicBezTo>
                <a:cubicBezTo>
                  <a:pt x="2164842" y="264509"/>
                  <a:pt x="2176653" y="273368"/>
                  <a:pt x="2188083" y="285274"/>
                </a:cubicBezTo>
                <a:lnTo>
                  <a:pt x="2239804" y="238411"/>
                </a:lnTo>
                <a:cubicBezTo>
                  <a:pt x="2225421" y="219837"/>
                  <a:pt x="2206943" y="205931"/>
                  <a:pt x="2184368" y="196691"/>
                </a:cubicBezTo>
                <a:cubicBezTo>
                  <a:pt x="2161794" y="187547"/>
                  <a:pt x="2137505" y="182880"/>
                  <a:pt x="2111407" y="182880"/>
                </a:cubicBezTo>
                <a:cubicBezTo>
                  <a:pt x="2070735" y="182880"/>
                  <a:pt x="2037017" y="193453"/>
                  <a:pt x="2010251" y="214694"/>
                </a:cubicBezTo>
                <a:cubicBezTo>
                  <a:pt x="1983486" y="235934"/>
                  <a:pt x="1970056" y="265081"/>
                  <a:pt x="1970056" y="302324"/>
                </a:cubicBezTo>
                <a:cubicBezTo>
                  <a:pt x="1970056" y="331375"/>
                  <a:pt x="1979962" y="355759"/>
                  <a:pt x="1999679" y="375476"/>
                </a:cubicBezTo>
                <a:cubicBezTo>
                  <a:pt x="2019395" y="395192"/>
                  <a:pt x="2054162" y="409385"/>
                  <a:pt x="2104073" y="418052"/>
                </a:cubicBezTo>
                <a:cubicBezTo>
                  <a:pt x="2124361" y="421767"/>
                  <a:pt x="2139696" y="427768"/>
                  <a:pt x="2149983" y="436055"/>
                </a:cubicBezTo>
                <a:cubicBezTo>
                  <a:pt x="2160270" y="444341"/>
                  <a:pt x="2165414" y="454724"/>
                  <a:pt x="2165414" y="467106"/>
                </a:cubicBezTo>
                <a:cubicBezTo>
                  <a:pt x="2165414" y="482251"/>
                  <a:pt x="2159984" y="493967"/>
                  <a:pt x="2149031" y="502253"/>
                </a:cubicBezTo>
                <a:cubicBezTo>
                  <a:pt x="2138077" y="510540"/>
                  <a:pt x="2122837" y="514731"/>
                  <a:pt x="2103311" y="514731"/>
                </a:cubicBezTo>
                <a:cubicBezTo>
                  <a:pt x="2085975" y="514731"/>
                  <a:pt x="2069402" y="510826"/>
                  <a:pt x="2053685" y="503015"/>
                </a:cubicBezTo>
                <a:cubicBezTo>
                  <a:pt x="2037969" y="495205"/>
                  <a:pt x="2023110" y="482156"/>
                  <a:pt x="2009204" y="463772"/>
                </a:cubicBezTo>
                <a:lnTo>
                  <a:pt x="1955673" y="511778"/>
                </a:lnTo>
                <a:cubicBezTo>
                  <a:pt x="1969770" y="534638"/>
                  <a:pt x="1989868" y="551974"/>
                  <a:pt x="2015966" y="563880"/>
                </a:cubicBezTo>
                <a:cubicBezTo>
                  <a:pt x="2042065" y="575786"/>
                  <a:pt x="2070926" y="581787"/>
                  <a:pt x="2102644" y="581787"/>
                </a:cubicBezTo>
                <a:cubicBezTo>
                  <a:pt x="2146268" y="581787"/>
                  <a:pt x="2181606" y="570548"/>
                  <a:pt x="2208657" y="547973"/>
                </a:cubicBezTo>
                <a:cubicBezTo>
                  <a:pt x="2235708" y="525399"/>
                  <a:pt x="2249234" y="495776"/>
                  <a:pt x="2249234" y="459010"/>
                </a:cubicBezTo>
                <a:cubicBezTo>
                  <a:pt x="2249234" y="426244"/>
                  <a:pt x="2238851" y="399955"/>
                  <a:pt x="2217992" y="380143"/>
                </a:cubicBezTo>
                <a:cubicBezTo>
                  <a:pt x="2197132" y="360331"/>
                  <a:pt x="2165604" y="346805"/>
                  <a:pt x="2123504" y="339566"/>
                </a:cubicBezTo>
                <a:close/>
                <a:moveTo>
                  <a:pt x="2658332" y="237649"/>
                </a:moveTo>
                <a:cubicBezTo>
                  <a:pt x="2693194" y="274130"/>
                  <a:pt x="2710624" y="321278"/>
                  <a:pt x="2710624" y="379000"/>
                </a:cubicBezTo>
                <a:cubicBezTo>
                  <a:pt x="2710624" y="436721"/>
                  <a:pt x="2692241" y="486632"/>
                  <a:pt x="2655570" y="524637"/>
                </a:cubicBezTo>
                <a:cubicBezTo>
                  <a:pt x="2618899" y="562737"/>
                  <a:pt x="2570321" y="581787"/>
                  <a:pt x="2510123" y="581787"/>
                </a:cubicBezTo>
                <a:cubicBezTo>
                  <a:pt x="2449925" y="581787"/>
                  <a:pt x="2401538" y="564071"/>
                  <a:pt x="2365915" y="528542"/>
                </a:cubicBezTo>
                <a:cubicBezTo>
                  <a:pt x="2330291" y="493109"/>
                  <a:pt x="2312480" y="445294"/>
                  <a:pt x="2312480" y="385286"/>
                </a:cubicBezTo>
                <a:cubicBezTo>
                  <a:pt x="2312765" y="324517"/>
                  <a:pt x="2331625" y="275558"/>
                  <a:pt x="2369058" y="238506"/>
                </a:cubicBezTo>
                <a:cubicBezTo>
                  <a:pt x="2406491" y="201454"/>
                  <a:pt x="2455259" y="182880"/>
                  <a:pt x="2515267" y="182880"/>
                </a:cubicBezTo>
                <a:cubicBezTo>
                  <a:pt x="2575274" y="182880"/>
                  <a:pt x="2623471" y="201073"/>
                  <a:pt x="2658332" y="237554"/>
                </a:cubicBezTo>
                <a:close/>
                <a:moveTo>
                  <a:pt x="2619375" y="381286"/>
                </a:moveTo>
                <a:cubicBezTo>
                  <a:pt x="2619375" y="343376"/>
                  <a:pt x="2610041" y="312801"/>
                  <a:pt x="2591467" y="289751"/>
                </a:cubicBezTo>
                <a:cubicBezTo>
                  <a:pt x="2572893" y="266700"/>
                  <a:pt x="2546699" y="255175"/>
                  <a:pt x="2512981" y="255175"/>
                </a:cubicBezTo>
                <a:cubicBezTo>
                  <a:pt x="2479262" y="255175"/>
                  <a:pt x="2453164" y="267081"/>
                  <a:pt x="2433161" y="290894"/>
                </a:cubicBezTo>
                <a:cubicBezTo>
                  <a:pt x="2413159" y="314706"/>
                  <a:pt x="2403253" y="345567"/>
                  <a:pt x="2403253" y="383572"/>
                </a:cubicBezTo>
                <a:cubicBezTo>
                  <a:pt x="2403253" y="421577"/>
                  <a:pt x="2413159" y="453676"/>
                  <a:pt x="2432876" y="476250"/>
                </a:cubicBezTo>
                <a:cubicBezTo>
                  <a:pt x="2452592" y="498824"/>
                  <a:pt x="2479453" y="510064"/>
                  <a:pt x="2513457" y="510064"/>
                </a:cubicBezTo>
                <a:cubicBezTo>
                  <a:pt x="2547461" y="510064"/>
                  <a:pt x="2573274" y="498443"/>
                  <a:pt x="2591753" y="475107"/>
                </a:cubicBezTo>
                <a:cubicBezTo>
                  <a:pt x="2610231" y="451771"/>
                  <a:pt x="2619470" y="420529"/>
                  <a:pt x="2619470" y="381381"/>
                </a:cubicBezTo>
                <a:close/>
                <a:moveTo>
                  <a:pt x="3219260" y="494729"/>
                </a:moveTo>
                <a:cubicBezTo>
                  <a:pt x="3210782" y="500634"/>
                  <a:pt x="3203162" y="504920"/>
                  <a:pt x="3196209" y="507397"/>
                </a:cubicBezTo>
                <a:cubicBezTo>
                  <a:pt x="3189256" y="509873"/>
                  <a:pt x="3182303" y="511112"/>
                  <a:pt x="3175349" y="511112"/>
                </a:cubicBezTo>
                <a:cubicBezTo>
                  <a:pt x="3161919" y="511112"/>
                  <a:pt x="3151537" y="506730"/>
                  <a:pt x="3144107" y="497872"/>
                </a:cubicBezTo>
                <a:cubicBezTo>
                  <a:pt x="3136678" y="489109"/>
                  <a:pt x="3132963" y="475393"/>
                  <a:pt x="3132963" y="456724"/>
                </a:cubicBezTo>
                <a:lnTo>
                  <a:pt x="3132963" y="260985"/>
                </a:lnTo>
                <a:lnTo>
                  <a:pt x="3230118" y="260985"/>
                </a:lnTo>
                <a:lnTo>
                  <a:pt x="3230118" y="191738"/>
                </a:lnTo>
                <a:lnTo>
                  <a:pt x="3132963" y="191738"/>
                </a:lnTo>
                <a:lnTo>
                  <a:pt x="3132963" y="82677"/>
                </a:lnTo>
                <a:lnTo>
                  <a:pt x="3043999" y="98298"/>
                </a:lnTo>
                <a:lnTo>
                  <a:pt x="3043999" y="191643"/>
                </a:lnTo>
                <a:lnTo>
                  <a:pt x="2893028" y="191643"/>
                </a:lnTo>
                <a:lnTo>
                  <a:pt x="2893028" y="130969"/>
                </a:lnTo>
                <a:cubicBezTo>
                  <a:pt x="2893028" y="111157"/>
                  <a:pt x="2897315" y="96203"/>
                  <a:pt x="2905887" y="86297"/>
                </a:cubicBezTo>
                <a:cubicBezTo>
                  <a:pt x="2914460" y="76391"/>
                  <a:pt x="2926652" y="71438"/>
                  <a:pt x="2942558" y="71438"/>
                </a:cubicBezTo>
                <a:cubicBezTo>
                  <a:pt x="2950750" y="71438"/>
                  <a:pt x="2958274" y="72581"/>
                  <a:pt x="2965037" y="74962"/>
                </a:cubicBezTo>
                <a:cubicBezTo>
                  <a:pt x="2971895" y="77343"/>
                  <a:pt x="2978468" y="80582"/>
                  <a:pt x="2984945" y="84868"/>
                </a:cubicBezTo>
                <a:lnTo>
                  <a:pt x="3021425" y="20479"/>
                </a:lnTo>
                <a:cubicBezTo>
                  <a:pt x="3008281" y="13526"/>
                  <a:pt x="2994851" y="8382"/>
                  <a:pt x="2981230" y="5048"/>
                </a:cubicBezTo>
                <a:cubicBezTo>
                  <a:pt x="2967609" y="1715"/>
                  <a:pt x="2953417" y="0"/>
                  <a:pt x="2938844" y="0"/>
                </a:cubicBezTo>
                <a:cubicBezTo>
                  <a:pt x="2896172" y="0"/>
                  <a:pt x="2863120" y="11621"/>
                  <a:pt x="2839688" y="34957"/>
                </a:cubicBezTo>
                <a:cubicBezTo>
                  <a:pt x="2816257" y="58293"/>
                  <a:pt x="2804541" y="90011"/>
                  <a:pt x="2804541" y="130207"/>
                </a:cubicBezTo>
                <a:lnTo>
                  <a:pt x="2804541" y="191643"/>
                </a:lnTo>
                <a:lnTo>
                  <a:pt x="2739771" y="191643"/>
                </a:lnTo>
                <a:lnTo>
                  <a:pt x="2739771" y="260890"/>
                </a:lnTo>
                <a:lnTo>
                  <a:pt x="2804541" y="260890"/>
                </a:lnTo>
                <a:lnTo>
                  <a:pt x="2804541" y="572643"/>
                </a:lnTo>
                <a:lnTo>
                  <a:pt x="2893124" y="572643"/>
                </a:lnTo>
                <a:lnTo>
                  <a:pt x="2893124" y="261080"/>
                </a:lnTo>
                <a:lnTo>
                  <a:pt x="3044095" y="261080"/>
                </a:lnTo>
                <a:lnTo>
                  <a:pt x="3044095" y="469487"/>
                </a:lnTo>
                <a:cubicBezTo>
                  <a:pt x="3044095" y="506159"/>
                  <a:pt x="3053524" y="534067"/>
                  <a:pt x="3072384" y="553212"/>
                </a:cubicBezTo>
                <a:cubicBezTo>
                  <a:pt x="3091244" y="572357"/>
                  <a:pt x="3119342" y="581882"/>
                  <a:pt x="3156871" y="581882"/>
                </a:cubicBezTo>
                <a:cubicBezTo>
                  <a:pt x="3175254" y="581882"/>
                  <a:pt x="3192304" y="579501"/>
                  <a:pt x="3208020" y="574643"/>
                </a:cubicBezTo>
                <a:cubicBezTo>
                  <a:pt x="3223736" y="569786"/>
                  <a:pt x="3236690" y="563309"/>
                  <a:pt x="3246882" y="555117"/>
                </a:cubicBezTo>
                <a:lnTo>
                  <a:pt x="3219355" y="494824"/>
                </a:lnTo>
                <a:close/>
                <a:moveTo>
                  <a:pt x="0" y="1449229"/>
                </a:moveTo>
                <a:lnTo>
                  <a:pt x="91154" y="1449229"/>
                </a:lnTo>
                <a:lnTo>
                  <a:pt x="91154" y="915638"/>
                </a:lnTo>
                <a:lnTo>
                  <a:pt x="0" y="915638"/>
                </a:lnTo>
                <a:lnTo>
                  <a:pt x="0" y="1449229"/>
                </a:lnTo>
                <a:close/>
                <a:moveTo>
                  <a:pt x="463391" y="1068229"/>
                </a:moveTo>
                <a:lnTo>
                  <a:pt x="552355" y="1068229"/>
                </a:lnTo>
                <a:lnTo>
                  <a:pt x="552355" y="1426559"/>
                </a:lnTo>
                <a:cubicBezTo>
                  <a:pt x="552355" y="1490758"/>
                  <a:pt x="534829" y="1540574"/>
                  <a:pt x="499682" y="1575721"/>
                </a:cubicBezTo>
                <a:cubicBezTo>
                  <a:pt x="464534" y="1610963"/>
                  <a:pt x="416243" y="1628585"/>
                  <a:pt x="354806" y="1628585"/>
                </a:cubicBezTo>
                <a:cubicBezTo>
                  <a:pt x="318325" y="1628585"/>
                  <a:pt x="284893" y="1621917"/>
                  <a:pt x="254318" y="1608677"/>
                </a:cubicBezTo>
                <a:cubicBezTo>
                  <a:pt x="223838" y="1595438"/>
                  <a:pt x="197739" y="1574959"/>
                  <a:pt x="176213" y="1547431"/>
                </a:cubicBezTo>
                <a:lnTo>
                  <a:pt x="240983" y="1499426"/>
                </a:lnTo>
                <a:cubicBezTo>
                  <a:pt x="255365" y="1519238"/>
                  <a:pt x="271844" y="1534097"/>
                  <a:pt x="290322" y="1543907"/>
                </a:cubicBezTo>
                <a:cubicBezTo>
                  <a:pt x="308800" y="1553718"/>
                  <a:pt x="330803" y="1558576"/>
                  <a:pt x="356330" y="1558576"/>
                </a:cubicBezTo>
                <a:cubicBezTo>
                  <a:pt x="389573" y="1558576"/>
                  <a:pt x="415766" y="1548765"/>
                  <a:pt x="434816" y="1529144"/>
                </a:cubicBezTo>
                <a:cubicBezTo>
                  <a:pt x="453962" y="1509522"/>
                  <a:pt x="463487" y="1480376"/>
                  <a:pt x="463487" y="1441704"/>
                </a:cubicBezTo>
                <a:lnTo>
                  <a:pt x="463487" y="1398175"/>
                </a:lnTo>
                <a:lnTo>
                  <a:pt x="461963" y="1398175"/>
                </a:lnTo>
                <a:cubicBezTo>
                  <a:pt x="448056" y="1417796"/>
                  <a:pt x="431101" y="1432655"/>
                  <a:pt x="411194" y="1442847"/>
                </a:cubicBezTo>
                <a:cubicBezTo>
                  <a:pt x="391287" y="1453039"/>
                  <a:pt x="366522" y="1458087"/>
                  <a:pt x="336995" y="1458087"/>
                </a:cubicBezTo>
                <a:cubicBezTo>
                  <a:pt x="287655" y="1458087"/>
                  <a:pt x="247936" y="1441418"/>
                  <a:pt x="217932" y="1408081"/>
                </a:cubicBezTo>
                <a:cubicBezTo>
                  <a:pt x="187928" y="1374743"/>
                  <a:pt x="172879" y="1328261"/>
                  <a:pt x="172879" y="1268730"/>
                </a:cubicBezTo>
                <a:cubicBezTo>
                  <a:pt x="172879" y="1202722"/>
                  <a:pt x="190214" y="1151382"/>
                  <a:pt x="224790" y="1114520"/>
                </a:cubicBezTo>
                <a:cubicBezTo>
                  <a:pt x="259366" y="1077659"/>
                  <a:pt x="302324" y="1059275"/>
                  <a:pt x="353759" y="1059275"/>
                </a:cubicBezTo>
                <a:cubicBezTo>
                  <a:pt x="376333" y="1059275"/>
                  <a:pt x="397097" y="1063466"/>
                  <a:pt x="416052" y="1071944"/>
                </a:cubicBezTo>
                <a:cubicBezTo>
                  <a:pt x="435007" y="1080421"/>
                  <a:pt x="450342" y="1092422"/>
                  <a:pt x="461963" y="1108043"/>
                </a:cubicBezTo>
                <a:lnTo>
                  <a:pt x="463487" y="1108043"/>
                </a:lnTo>
                <a:lnTo>
                  <a:pt x="463487" y="1068229"/>
                </a:lnTo>
                <a:close/>
                <a:moveTo>
                  <a:pt x="464153" y="1228154"/>
                </a:moveTo>
                <a:cubicBezTo>
                  <a:pt x="464153" y="1201388"/>
                  <a:pt x="455105" y="1178528"/>
                  <a:pt x="437007" y="1159478"/>
                </a:cubicBezTo>
                <a:cubicBezTo>
                  <a:pt x="418910" y="1140428"/>
                  <a:pt x="395573" y="1130999"/>
                  <a:pt x="367094" y="1130999"/>
                </a:cubicBezTo>
                <a:cubicBezTo>
                  <a:pt x="335375" y="1130999"/>
                  <a:pt x="310134" y="1142619"/>
                  <a:pt x="291560" y="1165765"/>
                </a:cubicBezTo>
                <a:cubicBezTo>
                  <a:pt x="272987" y="1189006"/>
                  <a:pt x="263652" y="1221677"/>
                  <a:pt x="263652" y="1263777"/>
                </a:cubicBezTo>
                <a:cubicBezTo>
                  <a:pt x="263652" y="1301687"/>
                  <a:pt x="272225" y="1331595"/>
                  <a:pt x="289465" y="1353407"/>
                </a:cubicBezTo>
                <a:cubicBezTo>
                  <a:pt x="306705" y="1375220"/>
                  <a:pt x="330613" y="1386173"/>
                  <a:pt x="361093" y="1386173"/>
                </a:cubicBezTo>
                <a:cubicBezTo>
                  <a:pt x="391573" y="1386173"/>
                  <a:pt x="416433" y="1375601"/>
                  <a:pt x="435483" y="1354360"/>
                </a:cubicBezTo>
                <a:cubicBezTo>
                  <a:pt x="454533" y="1333119"/>
                  <a:pt x="464153" y="1305592"/>
                  <a:pt x="464153" y="1271588"/>
                </a:cubicBezTo>
                <a:lnTo>
                  <a:pt x="464153" y="1228058"/>
                </a:lnTo>
                <a:close/>
                <a:moveTo>
                  <a:pt x="860965" y="1059275"/>
                </a:moveTo>
                <a:cubicBezTo>
                  <a:pt x="835914" y="1059275"/>
                  <a:pt x="812673" y="1064514"/>
                  <a:pt x="791432" y="1075087"/>
                </a:cubicBezTo>
                <a:cubicBezTo>
                  <a:pt x="770096" y="1085660"/>
                  <a:pt x="752570" y="1100614"/>
                  <a:pt x="738950" y="1119950"/>
                </a:cubicBezTo>
                <a:lnTo>
                  <a:pt x="737426" y="1119950"/>
                </a:lnTo>
                <a:lnTo>
                  <a:pt x="737426" y="1068229"/>
                </a:lnTo>
                <a:lnTo>
                  <a:pt x="648462" y="1068229"/>
                </a:lnTo>
                <a:lnTo>
                  <a:pt x="648462" y="1449229"/>
                </a:lnTo>
                <a:lnTo>
                  <a:pt x="737426" y="1449229"/>
                </a:lnTo>
                <a:lnTo>
                  <a:pt x="737426" y="1231964"/>
                </a:lnTo>
                <a:cubicBezTo>
                  <a:pt x="737426" y="1202912"/>
                  <a:pt x="745808" y="1178909"/>
                  <a:pt x="762572" y="1159764"/>
                </a:cubicBezTo>
                <a:cubicBezTo>
                  <a:pt x="779336" y="1140714"/>
                  <a:pt x="800862" y="1131094"/>
                  <a:pt x="827151" y="1131094"/>
                </a:cubicBezTo>
                <a:cubicBezTo>
                  <a:pt x="851916" y="1131094"/>
                  <a:pt x="870585" y="1139285"/>
                  <a:pt x="882968" y="1155668"/>
                </a:cubicBezTo>
                <a:cubicBezTo>
                  <a:pt x="895350" y="1172051"/>
                  <a:pt x="901541" y="1195769"/>
                  <a:pt x="901541" y="1226725"/>
                </a:cubicBezTo>
                <a:lnTo>
                  <a:pt x="901541" y="1449229"/>
                </a:lnTo>
                <a:lnTo>
                  <a:pt x="990505" y="1449229"/>
                </a:lnTo>
                <a:lnTo>
                  <a:pt x="990505" y="1214819"/>
                </a:lnTo>
                <a:cubicBezTo>
                  <a:pt x="990505" y="1165003"/>
                  <a:pt x="979456" y="1126617"/>
                  <a:pt x="957358" y="1099661"/>
                </a:cubicBezTo>
                <a:cubicBezTo>
                  <a:pt x="935260" y="1072706"/>
                  <a:pt x="903161" y="1059275"/>
                  <a:pt x="860965" y="1059275"/>
                </a:cubicBezTo>
                <a:close/>
                <a:moveTo>
                  <a:pt x="1124236" y="890683"/>
                </a:moveTo>
                <a:cubicBezTo>
                  <a:pt x="1108139" y="890683"/>
                  <a:pt x="1094994" y="895731"/>
                  <a:pt x="1084802" y="905923"/>
                </a:cubicBezTo>
                <a:cubicBezTo>
                  <a:pt x="1074611" y="916115"/>
                  <a:pt x="1069562" y="928592"/>
                  <a:pt x="1069562" y="943547"/>
                </a:cubicBezTo>
                <a:cubicBezTo>
                  <a:pt x="1069562" y="958501"/>
                  <a:pt x="1074611" y="970788"/>
                  <a:pt x="1084802" y="981266"/>
                </a:cubicBezTo>
                <a:cubicBezTo>
                  <a:pt x="1094994" y="991838"/>
                  <a:pt x="1108139" y="997077"/>
                  <a:pt x="1124236" y="997077"/>
                </a:cubicBezTo>
                <a:cubicBezTo>
                  <a:pt x="1140333" y="997077"/>
                  <a:pt x="1154240" y="992029"/>
                  <a:pt x="1164431" y="981837"/>
                </a:cubicBezTo>
                <a:cubicBezTo>
                  <a:pt x="1174623" y="971645"/>
                  <a:pt x="1179671" y="958977"/>
                  <a:pt x="1179671" y="943928"/>
                </a:cubicBezTo>
                <a:cubicBezTo>
                  <a:pt x="1179671" y="928878"/>
                  <a:pt x="1174623" y="916115"/>
                  <a:pt x="1164431" y="906018"/>
                </a:cubicBezTo>
                <a:cubicBezTo>
                  <a:pt x="1154240" y="895826"/>
                  <a:pt x="1140905" y="890778"/>
                  <a:pt x="1124236" y="890778"/>
                </a:cubicBezTo>
                <a:close/>
                <a:moveTo>
                  <a:pt x="1079564" y="1449229"/>
                </a:moveTo>
                <a:lnTo>
                  <a:pt x="1168527" y="1449229"/>
                </a:lnTo>
                <a:lnTo>
                  <a:pt x="1168527" y="1068229"/>
                </a:lnTo>
                <a:lnTo>
                  <a:pt x="1079564" y="1068229"/>
                </a:lnTo>
                <a:lnTo>
                  <a:pt x="1079564" y="1449229"/>
                </a:lnTo>
                <a:close/>
                <a:moveTo>
                  <a:pt x="1440656" y="1383697"/>
                </a:moveTo>
                <a:cubicBezTo>
                  <a:pt x="1433703" y="1386173"/>
                  <a:pt x="1426750" y="1387412"/>
                  <a:pt x="1419797" y="1387412"/>
                </a:cubicBezTo>
                <a:cubicBezTo>
                  <a:pt x="1406366" y="1387412"/>
                  <a:pt x="1395984" y="1383030"/>
                  <a:pt x="1388555" y="1374172"/>
                </a:cubicBezTo>
                <a:cubicBezTo>
                  <a:pt x="1381125" y="1365409"/>
                  <a:pt x="1377410" y="1351693"/>
                  <a:pt x="1377410" y="1333024"/>
                </a:cubicBezTo>
                <a:lnTo>
                  <a:pt x="1377410" y="1137285"/>
                </a:lnTo>
                <a:lnTo>
                  <a:pt x="1474565" y="1137285"/>
                </a:lnTo>
                <a:lnTo>
                  <a:pt x="1474565" y="1068038"/>
                </a:lnTo>
                <a:lnTo>
                  <a:pt x="1377410" y="1068038"/>
                </a:lnTo>
                <a:lnTo>
                  <a:pt x="1377410" y="958977"/>
                </a:lnTo>
                <a:lnTo>
                  <a:pt x="1288447" y="974598"/>
                </a:lnTo>
                <a:lnTo>
                  <a:pt x="1288447" y="1067943"/>
                </a:lnTo>
                <a:lnTo>
                  <a:pt x="1224820" y="1067943"/>
                </a:lnTo>
                <a:lnTo>
                  <a:pt x="1224820" y="1137190"/>
                </a:lnTo>
                <a:lnTo>
                  <a:pt x="1288447" y="1137190"/>
                </a:lnTo>
                <a:lnTo>
                  <a:pt x="1288447" y="1345597"/>
                </a:lnTo>
                <a:cubicBezTo>
                  <a:pt x="1288447" y="1382268"/>
                  <a:pt x="1297877" y="1410176"/>
                  <a:pt x="1316736" y="1429322"/>
                </a:cubicBezTo>
                <a:cubicBezTo>
                  <a:pt x="1335596" y="1448467"/>
                  <a:pt x="1363789" y="1457992"/>
                  <a:pt x="1401223" y="1457992"/>
                </a:cubicBezTo>
                <a:cubicBezTo>
                  <a:pt x="1419606" y="1457992"/>
                  <a:pt x="1436656" y="1455610"/>
                  <a:pt x="1452372" y="1450753"/>
                </a:cubicBezTo>
                <a:cubicBezTo>
                  <a:pt x="1468088" y="1445895"/>
                  <a:pt x="1481042" y="1439418"/>
                  <a:pt x="1491234" y="1431227"/>
                </a:cubicBezTo>
                <a:lnTo>
                  <a:pt x="1463707" y="1370933"/>
                </a:lnTo>
                <a:cubicBezTo>
                  <a:pt x="1455230" y="1376839"/>
                  <a:pt x="1447610" y="1381125"/>
                  <a:pt x="1440656" y="1383602"/>
                </a:cubicBezTo>
                <a:close/>
                <a:moveTo>
                  <a:pt x="1829657" y="1107662"/>
                </a:moveTo>
                <a:cubicBezTo>
                  <a:pt x="1859185" y="1139952"/>
                  <a:pt x="1873949" y="1186434"/>
                  <a:pt x="1873949" y="1247204"/>
                </a:cubicBezTo>
                <a:lnTo>
                  <a:pt x="1873949" y="1280731"/>
                </a:lnTo>
                <a:lnTo>
                  <a:pt x="1612392" y="1280731"/>
                </a:lnTo>
                <a:cubicBezTo>
                  <a:pt x="1613154" y="1316927"/>
                  <a:pt x="1622965" y="1344073"/>
                  <a:pt x="1641824" y="1362075"/>
                </a:cubicBezTo>
                <a:cubicBezTo>
                  <a:pt x="1660684" y="1380077"/>
                  <a:pt x="1684020" y="1389031"/>
                  <a:pt x="1711738" y="1389031"/>
                </a:cubicBezTo>
                <a:cubicBezTo>
                  <a:pt x="1731074" y="1389031"/>
                  <a:pt x="1748314" y="1384459"/>
                  <a:pt x="1763459" y="1375220"/>
                </a:cubicBezTo>
                <a:cubicBezTo>
                  <a:pt x="1778603" y="1366076"/>
                  <a:pt x="1791462" y="1352360"/>
                  <a:pt x="1802130" y="1334262"/>
                </a:cubicBezTo>
                <a:lnTo>
                  <a:pt x="1870234" y="1371505"/>
                </a:lnTo>
                <a:cubicBezTo>
                  <a:pt x="1852613" y="1399318"/>
                  <a:pt x="1830324" y="1420654"/>
                  <a:pt x="1803464" y="1435703"/>
                </a:cubicBezTo>
                <a:cubicBezTo>
                  <a:pt x="1776508" y="1450753"/>
                  <a:pt x="1744980" y="1458182"/>
                  <a:pt x="1708785" y="1458182"/>
                </a:cubicBezTo>
                <a:cubicBezTo>
                  <a:pt x="1652207" y="1458182"/>
                  <a:pt x="1607058" y="1441323"/>
                  <a:pt x="1573149" y="1407605"/>
                </a:cubicBezTo>
                <a:cubicBezTo>
                  <a:pt x="1539335" y="1373886"/>
                  <a:pt x="1522381" y="1325404"/>
                  <a:pt x="1522381" y="1262158"/>
                </a:cubicBezTo>
                <a:cubicBezTo>
                  <a:pt x="1522667" y="1201865"/>
                  <a:pt x="1540097" y="1153001"/>
                  <a:pt x="1574673" y="1115568"/>
                </a:cubicBezTo>
                <a:cubicBezTo>
                  <a:pt x="1609249" y="1078135"/>
                  <a:pt x="1652778" y="1059371"/>
                  <a:pt x="1705070" y="1059371"/>
                </a:cubicBezTo>
                <a:cubicBezTo>
                  <a:pt x="1757363" y="1059371"/>
                  <a:pt x="1800225" y="1075468"/>
                  <a:pt x="1829753" y="1107758"/>
                </a:cubicBezTo>
                <a:close/>
                <a:moveTo>
                  <a:pt x="1788414" y="1218152"/>
                </a:moveTo>
                <a:cubicBezTo>
                  <a:pt x="1788414" y="1188625"/>
                  <a:pt x="1781175" y="1165860"/>
                  <a:pt x="1766602" y="1149858"/>
                </a:cubicBezTo>
                <a:cubicBezTo>
                  <a:pt x="1752029" y="1133856"/>
                  <a:pt x="1732026" y="1125855"/>
                  <a:pt x="1706499" y="1125855"/>
                </a:cubicBezTo>
                <a:cubicBezTo>
                  <a:pt x="1680972" y="1125855"/>
                  <a:pt x="1658398" y="1134618"/>
                  <a:pt x="1641729" y="1152049"/>
                </a:cubicBezTo>
                <a:cubicBezTo>
                  <a:pt x="1625060" y="1169575"/>
                  <a:pt x="1615154" y="1191578"/>
                  <a:pt x="1612011" y="1218057"/>
                </a:cubicBezTo>
                <a:lnTo>
                  <a:pt x="1788414" y="1218057"/>
                </a:lnTo>
                <a:close/>
              </a:path>
            </a:pathLst>
          </a:custGeom>
          <a:gradFill>
            <a:gsLst>
              <a:gs pos="0">
                <a:srgbClr val="0078D4"/>
              </a:gs>
              <a:gs pos="43000">
                <a:srgbClr val="8661C5"/>
              </a:gs>
              <a:gs pos="99000">
                <a:srgbClr val="C03BC4"/>
              </a:gs>
            </a:gsLst>
            <a:lin ang="0" scaled="1"/>
          </a:gra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69638897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Picture 6" descr="A colorful object with a blue and pink design&#10;&#10;AI-generated content may be incorrect.">
            <a:extLst>
              <a:ext uri="{FF2B5EF4-FFF2-40B4-BE49-F238E27FC236}">
                <a16:creationId xmlns:a16="http://schemas.microsoft.com/office/drawing/2014/main" id="{FC91398B-F48C-747C-BA1A-9C49CDE31DD1}"/>
              </a:ext>
            </a:extLst>
          </p:cNvPr>
          <p:cNvPicPr>
            <a:picLocks noChangeAspect="1"/>
          </p:cNvPicPr>
          <p:nvPr/>
        </p:nvPicPr>
        <p:blipFill>
          <a:blip r:embed="rId2"/>
          <a:stretch>
            <a:fillRect/>
          </a:stretch>
        </p:blipFill>
        <p:spPr>
          <a:xfrm>
            <a:off x="3009" y="0"/>
            <a:ext cx="12185982" cy="6858000"/>
          </a:xfrm>
          <a:prstGeom prst="rect">
            <a:avLst/>
          </a:prstGeom>
        </p:spPr>
      </p:pic>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rgbClr val="0577D3"/>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199" y="3962399"/>
            <a:ext cx="557783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10" name="MS logo gray - EMF" descr="Microsoft logo, gray text version">
            <a:extLst>
              <a:ext uri="{FF2B5EF4-FFF2-40B4-BE49-F238E27FC236}">
                <a16:creationId xmlns:a16="http://schemas.microsoft.com/office/drawing/2014/main" id="{0B239259-0303-68D8-B73B-ADBE8E17A70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94015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Slide 2">
    <p:bg>
      <p:bgPr>
        <a:solidFill>
          <a:srgbClr val="D9D9D6"/>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1530807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7334009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15651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515799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53592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702828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259369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580881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38899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2840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580407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7593706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1128172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heme 1 - Dark">
    <p:bg>
      <p:bgPr>
        <a:solidFill>
          <a:srgbClr val="11101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75427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Custom Layout">
    <p:bg>
      <p:bgPr>
        <a:solidFill>
          <a:srgbClr val="FFF8F5"/>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DB25DE7-261B-615E-364A-D14BEBE74240}"/>
              </a:ext>
            </a:extLst>
          </p:cNvPr>
          <p:cNvSpPr>
            <a:spLocks noGrp="1"/>
          </p:cNvSpPr>
          <p:nvPr>
            <p:ph type="title"/>
          </p:nvPr>
        </p:nvSpPr>
        <p:spPr>
          <a:xfrm>
            <a:off x="588263" y="457200"/>
            <a:ext cx="11019600" cy="553998"/>
          </a:xfrm>
        </p:spPr>
        <p:txBody>
          <a:bodyPr lIns="0" tIns="0" rIns="0" bIns="0" anchor="t" anchorCtr="0">
            <a:spAutoFit/>
          </a:bodyPr>
          <a:lstStyle>
            <a:lvl1pPr algn="l">
              <a:defRPr sz="3600" b="0" spc="-50" baseline="0">
                <a:latin typeface="Segoe Sans Display Semibold" pitchFamily="2" charset="0"/>
                <a:cs typeface="Segoe Sans Display Semibold" pitchFamily="2" charset="0"/>
              </a:defRPr>
            </a:lvl1pPr>
          </a:lstStyle>
          <a:p>
            <a:r>
              <a:rPr lang="en-GB"/>
              <a:t>Click to edit Master title style</a:t>
            </a:r>
            <a:endParaRPr lang="en-US"/>
          </a:p>
        </p:txBody>
      </p:sp>
    </p:spTree>
    <p:extLst>
      <p:ext uri="{BB962C8B-B14F-4D97-AF65-F5344CB8AC3E}">
        <p14:creationId xmlns:p14="http://schemas.microsoft.com/office/powerpoint/2010/main" val="146077954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86006-F11B-D222-6AE9-9DEA9E9B638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D5A02E8D-17CA-7E59-492A-C1A4A4E701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B3E70012-66A2-9B3B-DEB0-B8BD8077D6A2}"/>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5" name="Footer Placeholder 4">
            <a:extLst>
              <a:ext uri="{FF2B5EF4-FFF2-40B4-BE49-F238E27FC236}">
                <a16:creationId xmlns:a16="http://schemas.microsoft.com/office/drawing/2014/main" id="{D2FD9A51-A81E-403E-1FD5-6EB90970D4D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EF5711AD-E6A6-7D9A-7A93-B7A314934E7F}"/>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423430397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291A-D3DE-54C8-21BE-1C15CB3F45E6}"/>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91FE6AE3-90CA-A44C-6726-749D96ED86C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D93E1047-2CCE-ADF1-D51B-4EE6B915EC95}"/>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5" name="Footer Placeholder 4">
            <a:extLst>
              <a:ext uri="{FF2B5EF4-FFF2-40B4-BE49-F238E27FC236}">
                <a16:creationId xmlns:a16="http://schemas.microsoft.com/office/drawing/2014/main" id="{BE272758-0716-C928-CA36-1CFF2E82A82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AAF62EE-33C5-2CB7-488B-C3FE621E1A56}"/>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19032204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2A91-FBC7-4CB9-43D9-01C3916C393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621D13AC-11FC-D043-15B0-1328F52F27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EB1DF2-EE03-232F-E752-1DE63527951A}"/>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5" name="Footer Placeholder 4">
            <a:extLst>
              <a:ext uri="{FF2B5EF4-FFF2-40B4-BE49-F238E27FC236}">
                <a16:creationId xmlns:a16="http://schemas.microsoft.com/office/drawing/2014/main" id="{D846799D-4636-6359-08AA-9FFEBC55391F}"/>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A06E05E-C57C-91F6-BD06-6C181388680F}"/>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140644957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9720-ACEA-D069-D516-512F3F93B009}"/>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00089B45-F952-C72E-E900-D9FBBB4C42D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F6589B1B-0747-8C81-496E-5F7EACBBC82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AB666447-9C95-E115-6CF5-D1641E5E21EC}"/>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6" name="Footer Placeholder 5">
            <a:extLst>
              <a:ext uri="{FF2B5EF4-FFF2-40B4-BE49-F238E27FC236}">
                <a16:creationId xmlns:a16="http://schemas.microsoft.com/office/drawing/2014/main" id="{A2B18351-6E15-5163-CFCA-16220A70A815}"/>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5868EDAC-777D-671C-D2E7-24B922FDE57F}"/>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241506667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18E90-0AED-DD76-0E88-C8AC78917265}"/>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8BD80AB7-D109-195F-C5D9-D34DBC6CFF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FD60AA4-C9AA-6B79-1978-4453416DC72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53FB3325-ABCE-7F16-DE59-270CF7E3EC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325AE18-4583-C82D-F15C-9360446E459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BD565B9B-6002-D7AF-FA0C-A79DFD0346A3}"/>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8" name="Footer Placeholder 7">
            <a:extLst>
              <a:ext uri="{FF2B5EF4-FFF2-40B4-BE49-F238E27FC236}">
                <a16:creationId xmlns:a16="http://schemas.microsoft.com/office/drawing/2014/main" id="{4E52772C-B8DA-9317-B7D2-A4F1D06C3E3B}"/>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1B134BC4-4AC2-97B3-7A19-34545F0740D9}"/>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401690763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DF23-5F58-6D4A-4091-DF322B467CA8}"/>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ED95FDAA-9E8D-FA29-5393-521BD56C7F16}"/>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4" name="Footer Placeholder 3">
            <a:extLst>
              <a:ext uri="{FF2B5EF4-FFF2-40B4-BE49-F238E27FC236}">
                <a16:creationId xmlns:a16="http://schemas.microsoft.com/office/drawing/2014/main" id="{451B22B1-97F0-0D6C-B6D0-09EF6B5EFD39}"/>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1CB97577-8C1B-4B82-62F2-6C10DB26BDF4}"/>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1473498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A55631-3F65-E93F-5F62-8FB2468E9FC2}"/>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3" name="Footer Placeholder 2">
            <a:extLst>
              <a:ext uri="{FF2B5EF4-FFF2-40B4-BE49-F238E27FC236}">
                <a16:creationId xmlns:a16="http://schemas.microsoft.com/office/drawing/2014/main" id="{E2A97BAC-DBED-3EA5-B963-69E02A970E34}"/>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3E3B6DD6-B2F7-3B13-FE97-A63C2B343F30}"/>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381937838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DC204-0E6A-62C1-E135-A911486BB84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BA5B4674-3EA2-7567-3583-FCBFF52873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69CA82B4-0E7F-5D1D-7CAD-CCA791577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C0A740E-6AD0-2B53-B1D0-489001155D7A}"/>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6" name="Footer Placeholder 5">
            <a:extLst>
              <a:ext uri="{FF2B5EF4-FFF2-40B4-BE49-F238E27FC236}">
                <a16:creationId xmlns:a16="http://schemas.microsoft.com/office/drawing/2014/main" id="{43CB493F-B87E-07F5-24B8-CC3182854E9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D93F045F-57E8-9A23-FEEC-184644B1D203}"/>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631750690"/>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DCFFC-E66B-7AC9-C023-2038341E09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5F6C768D-D9C4-721F-6E0C-9F4C56ACFA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010269E-8045-539E-6D95-406CC6892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288E1C-321F-E6A3-1B90-5ABAED7F9064}"/>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6" name="Footer Placeholder 5">
            <a:extLst>
              <a:ext uri="{FF2B5EF4-FFF2-40B4-BE49-F238E27FC236}">
                <a16:creationId xmlns:a16="http://schemas.microsoft.com/office/drawing/2014/main" id="{94F963E0-3375-B1CD-A7C9-FD6E7073DA20}"/>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A54337B6-AEEB-3AA9-BFB0-1A38AB9C6F97}"/>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201346697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7E62A-75B0-E9C0-094A-97F18A5032BC}"/>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D00A5F85-46E5-8B6E-5FAD-80DF7AF7B0D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12D91705-8190-7704-88D5-FF18983CEB4B}"/>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5" name="Footer Placeholder 4">
            <a:extLst>
              <a:ext uri="{FF2B5EF4-FFF2-40B4-BE49-F238E27FC236}">
                <a16:creationId xmlns:a16="http://schemas.microsoft.com/office/drawing/2014/main" id="{B582A1B0-6956-F27B-8B7E-D4D68BB40F1B}"/>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DB4D024A-40CC-8728-0804-099757C9ECC7}"/>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36959469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203C8B-683A-B264-46D0-76648E0F6CF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F3B3B9BE-A562-B676-5179-C80D22FA88D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E505645F-1BFE-6B7B-4265-EDD1BBBE3809}"/>
              </a:ext>
            </a:extLst>
          </p:cNvPr>
          <p:cNvSpPr>
            <a:spLocks noGrp="1"/>
          </p:cNvSpPr>
          <p:nvPr>
            <p:ph type="dt" sz="half" idx="10"/>
          </p:nvPr>
        </p:nvSpPr>
        <p:spPr/>
        <p:txBody>
          <a:bodyPr/>
          <a:lstStyle/>
          <a:p>
            <a:fld id="{EAB32F9A-F2E8-4024-BDC9-1DD4A849E549}" type="datetimeFigureOut">
              <a:rPr lang="en-DE" smtClean="0"/>
              <a:t>04/08/2026</a:t>
            </a:fld>
            <a:endParaRPr lang="en-DE"/>
          </a:p>
        </p:txBody>
      </p:sp>
      <p:sp>
        <p:nvSpPr>
          <p:cNvPr id="5" name="Footer Placeholder 4">
            <a:extLst>
              <a:ext uri="{FF2B5EF4-FFF2-40B4-BE49-F238E27FC236}">
                <a16:creationId xmlns:a16="http://schemas.microsoft.com/office/drawing/2014/main" id="{7639DD55-DCDD-9AE4-9E5E-65883876B6C2}"/>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160421A2-8823-8824-E663-42A471B7A449}"/>
              </a:ext>
            </a:extLst>
          </p:cNvPr>
          <p:cNvSpPr>
            <a:spLocks noGrp="1"/>
          </p:cNvSpPr>
          <p:nvPr>
            <p:ph type="sldNum" sz="quarter" idx="12"/>
          </p:nvPr>
        </p:nvSpPr>
        <p:spPr/>
        <p:txBody>
          <a:bodyPr/>
          <a:lstStyle/>
          <a:p>
            <a:fld id="{4C3A12B1-8338-440C-B202-8E5A66EFDFB9}" type="slidenum">
              <a:rPr lang="en-DE" smtClean="0"/>
              <a:t>‹#›</a:t>
            </a:fld>
            <a:endParaRPr lang="en-DE"/>
          </a:p>
        </p:txBody>
      </p:sp>
    </p:spTree>
    <p:extLst>
      <p:ext uri="{BB962C8B-B14F-4D97-AF65-F5344CB8AC3E}">
        <p14:creationId xmlns:p14="http://schemas.microsoft.com/office/powerpoint/2010/main" val="75157941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8B49EA1-3D85-E9B7-D74A-74B3377AB43F}"/>
              </a:ext>
            </a:extLst>
          </p:cNvPr>
          <p:cNvGrpSpPr/>
          <p:nvPr userDrawn="1"/>
        </p:nvGrpSpPr>
        <p:grpSpPr>
          <a:xfrm>
            <a:off x="163831" y="163830"/>
            <a:ext cx="2698750" cy="809355"/>
            <a:chOff x="163831" y="163830"/>
            <a:chExt cx="2698750" cy="809355"/>
          </a:xfrm>
        </p:grpSpPr>
        <p:pic>
          <p:nvPicPr>
            <p:cNvPr id="4" name="Picture 3">
              <a:extLst>
                <a:ext uri="{FF2B5EF4-FFF2-40B4-BE49-F238E27FC236}">
                  <a16:creationId xmlns:a16="http://schemas.microsoft.com/office/drawing/2014/main" id="{D500DD11-69F8-EF65-0A5D-45A89B7445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5" name="Picture 4">
              <a:extLst>
                <a:ext uri="{FF2B5EF4-FFF2-40B4-BE49-F238E27FC236}">
                  <a16:creationId xmlns:a16="http://schemas.microsoft.com/office/drawing/2014/main" id="{9A021477-1286-8413-B678-B8D5401BEA8D}"/>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1272675638"/>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8364FEF6-ECD5-BDE5-90C8-5588CF14D80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945152"/>
            <a:ext cx="12192000" cy="5912849"/>
          </a:xfrm>
          <a:custGeom>
            <a:avLst/>
            <a:gdLst>
              <a:gd name="csX0" fmla="*/ 0 w 12192000"/>
              <a:gd name="csY0" fmla="*/ 0 h 5912849"/>
              <a:gd name="csX1" fmla="*/ 12192000 w 12192000"/>
              <a:gd name="csY1" fmla="*/ 0 h 5912849"/>
              <a:gd name="csX2" fmla="*/ 12192000 w 12192000"/>
              <a:gd name="csY2" fmla="*/ 5912849 h 5912849"/>
              <a:gd name="csX3" fmla="*/ 0 w 12192000"/>
              <a:gd name="csY3" fmla="*/ 5912849 h 5912849"/>
            </a:gdLst>
            <a:ahLst/>
            <a:cxnLst>
              <a:cxn ang="0">
                <a:pos x="csX0" y="csY0"/>
              </a:cxn>
              <a:cxn ang="0">
                <a:pos x="csX1" y="csY1"/>
              </a:cxn>
              <a:cxn ang="0">
                <a:pos x="csX2" y="csY2"/>
              </a:cxn>
              <a:cxn ang="0">
                <a:pos x="csX3" y="csY3"/>
              </a:cxn>
            </a:cxnLst>
            <a:rect l="l" t="t" r="r" b="b"/>
            <a:pathLst>
              <a:path w="12192000" h="5912849">
                <a:moveTo>
                  <a:pt x="0" y="0"/>
                </a:moveTo>
                <a:lnTo>
                  <a:pt x="12192000" y="0"/>
                </a:lnTo>
                <a:lnTo>
                  <a:pt x="12192000" y="5912849"/>
                </a:lnTo>
                <a:lnTo>
                  <a:pt x="0" y="5912849"/>
                </a:lnTo>
                <a:close/>
              </a:path>
            </a:pathLst>
          </a:custGeom>
        </p:spPr>
      </p:pic>
      <p:sp>
        <p:nvSpPr>
          <p:cNvPr id="7" name="Title 6">
            <a:extLst>
              <a:ext uri="{FF2B5EF4-FFF2-40B4-BE49-F238E27FC236}">
                <a16:creationId xmlns:a16="http://schemas.microsoft.com/office/drawing/2014/main" id="{74E0D99F-637F-98B4-3BCC-C0488AAE4B82}"/>
              </a:ext>
            </a:extLst>
          </p:cNvPr>
          <p:cNvSpPr>
            <a:spLocks noGrp="1"/>
          </p:cNvSpPr>
          <p:nvPr>
            <p:ph type="title"/>
          </p:nvPr>
        </p:nvSpPr>
        <p:spPr>
          <a:xfrm>
            <a:off x="419100" y="2513622"/>
            <a:ext cx="5676900" cy="1354217"/>
          </a:xfrm>
        </p:spPr>
        <p:txBody>
          <a:bodyPr>
            <a:spAutoFit/>
          </a:bodyPr>
          <a:lstStyle>
            <a:lvl1pPr>
              <a:defRPr sz="4400">
                <a:solidFill>
                  <a:schemeClr val="tx1"/>
                </a:solidFill>
              </a:defRPr>
            </a:lvl1pPr>
          </a:lstStyle>
          <a:p>
            <a:r>
              <a:rPr lang="en-US"/>
              <a:t>Click to edit Master title style</a:t>
            </a:r>
          </a:p>
        </p:txBody>
      </p:sp>
      <p:sp>
        <p:nvSpPr>
          <p:cNvPr id="9" name="Text Placeholder 8">
            <a:extLst>
              <a:ext uri="{FF2B5EF4-FFF2-40B4-BE49-F238E27FC236}">
                <a16:creationId xmlns:a16="http://schemas.microsoft.com/office/drawing/2014/main" id="{5D38AC6B-CDBF-634D-9580-A87F9573CFFD}"/>
              </a:ext>
            </a:extLst>
          </p:cNvPr>
          <p:cNvSpPr>
            <a:spLocks noGrp="1"/>
          </p:cNvSpPr>
          <p:nvPr>
            <p:ph type="body" sz="quarter" idx="10" hasCustomPrompt="1"/>
          </p:nvPr>
        </p:nvSpPr>
        <p:spPr>
          <a:xfrm>
            <a:off x="419100" y="4088583"/>
            <a:ext cx="5676900" cy="369332"/>
          </a:xfrm>
        </p:spPr>
        <p:txBody>
          <a:bodyPr>
            <a:spAutoFit/>
          </a:bodyPr>
          <a:lstStyle>
            <a:lvl1pPr>
              <a:defRPr sz="2400" spc="0">
                <a:solidFill>
                  <a:schemeClr val="bg2"/>
                </a:solidFill>
              </a:defRPr>
            </a:lvl1pPr>
          </a:lstStyle>
          <a:p>
            <a:pPr lvl="0"/>
            <a:r>
              <a:rPr lang="en-US"/>
              <a:t>Month | Year</a:t>
            </a:r>
          </a:p>
        </p:txBody>
      </p:sp>
      <p:grpSp>
        <p:nvGrpSpPr>
          <p:cNvPr id="26" name="Group 25">
            <a:extLst>
              <a:ext uri="{FF2B5EF4-FFF2-40B4-BE49-F238E27FC236}">
                <a16:creationId xmlns:a16="http://schemas.microsoft.com/office/drawing/2014/main" id="{E82EC0F3-2C62-DCF4-AD7B-44A4F58C06A8}"/>
              </a:ext>
            </a:extLst>
          </p:cNvPr>
          <p:cNvGrpSpPr/>
          <p:nvPr userDrawn="1"/>
        </p:nvGrpSpPr>
        <p:grpSpPr>
          <a:xfrm>
            <a:off x="163831" y="163830"/>
            <a:ext cx="2698750" cy="809355"/>
            <a:chOff x="163831" y="163830"/>
            <a:chExt cx="2698750" cy="809355"/>
          </a:xfrm>
        </p:grpSpPr>
        <p:pic>
          <p:nvPicPr>
            <p:cNvPr id="27" name="Picture 26">
              <a:extLst>
                <a:ext uri="{FF2B5EF4-FFF2-40B4-BE49-F238E27FC236}">
                  <a16:creationId xmlns:a16="http://schemas.microsoft.com/office/drawing/2014/main" id="{95A493E1-71F1-FDFC-2535-C1FE4A8F21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28" name="Picture 27">
              <a:extLst>
                <a:ext uri="{FF2B5EF4-FFF2-40B4-BE49-F238E27FC236}">
                  <a16:creationId xmlns:a16="http://schemas.microsoft.com/office/drawing/2014/main" id="{2ED79EEC-734D-4964-4FFB-F060D69B72EA}"/>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3099781465"/>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E0D99F-637F-98B4-3BCC-C0488AAE4B82}"/>
              </a:ext>
            </a:extLst>
          </p:cNvPr>
          <p:cNvSpPr>
            <a:spLocks noGrp="1"/>
          </p:cNvSpPr>
          <p:nvPr>
            <p:ph type="title"/>
          </p:nvPr>
        </p:nvSpPr>
        <p:spPr>
          <a:xfrm>
            <a:off x="419100" y="2513622"/>
            <a:ext cx="5676900" cy="1354217"/>
          </a:xfrm>
        </p:spPr>
        <p:txBody>
          <a:bodyPr>
            <a:spAutoFit/>
          </a:bodyPr>
          <a:lstStyle>
            <a:lvl1pPr>
              <a:defRPr sz="4400">
                <a:solidFill>
                  <a:schemeClr val="tx1"/>
                </a:solidFill>
              </a:defRPr>
            </a:lvl1pPr>
          </a:lstStyle>
          <a:p>
            <a:r>
              <a:rPr lang="en-US"/>
              <a:t>Click to edit Master title style</a:t>
            </a:r>
          </a:p>
        </p:txBody>
      </p:sp>
      <p:sp>
        <p:nvSpPr>
          <p:cNvPr id="9" name="Text Placeholder 8">
            <a:extLst>
              <a:ext uri="{FF2B5EF4-FFF2-40B4-BE49-F238E27FC236}">
                <a16:creationId xmlns:a16="http://schemas.microsoft.com/office/drawing/2014/main" id="{5D38AC6B-CDBF-634D-9580-A87F9573CFFD}"/>
              </a:ext>
            </a:extLst>
          </p:cNvPr>
          <p:cNvSpPr>
            <a:spLocks noGrp="1"/>
          </p:cNvSpPr>
          <p:nvPr>
            <p:ph type="body" sz="quarter" idx="10" hasCustomPrompt="1"/>
          </p:nvPr>
        </p:nvSpPr>
        <p:spPr>
          <a:xfrm>
            <a:off x="419100" y="4088583"/>
            <a:ext cx="5676900" cy="369332"/>
          </a:xfrm>
        </p:spPr>
        <p:txBody>
          <a:bodyPr>
            <a:spAutoFit/>
          </a:bodyPr>
          <a:lstStyle>
            <a:lvl1pPr>
              <a:defRPr sz="2400" spc="0">
                <a:solidFill>
                  <a:schemeClr val="bg2"/>
                </a:solidFill>
              </a:defRPr>
            </a:lvl1pPr>
          </a:lstStyle>
          <a:p>
            <a:pPr lvl="0"/>
            <a:r>
              <a:rPr lang="en-US"/>
              <a:t>Month | Year</a:t>
            </a:r>
          </a:p>
        </p:txBody>
      </p:sp>
      <p:grpSp>
        <p:nvGrpSpPr>
          <p:cNvPr id="26" name="Group 25">
            <a:extLst>
              <a:ext uri="{FF2B5EF4-FFF2-40B4-BE49-F238E27FC236}">
                <a16:creationId xmlns:a16="http://schemas.microsoft.com/office/drawing/2014/main" id="{E82EC0F3-2C62-DCF4-AD7B-44A4F58C06A8}"/>
              </a:ext>
            </a:extLst>
          </p:cNvPr>
          <p:cNvGrpSpPr/>
          <p:nvPr userDrawn="1"/>
        </p:nvGrpSpPr>
        <p:grpSpPr>
          <a:xfrm>
            <a:off x="163831" y="163830"/>
            <a:ext cx="2698750" cy="809355"/>
            <a:chOff x="163831" y="163830"/>
            <a:chExt cx="2698750" cy="809355"/>
          </a:xfrm>
        </p:grpSpPr>
        <p:pic>
          <p:nvPicPr>
            <p:cNvPr id="27" name="Picture 26">
              <a:extLst>
                <a:ext uri="{FF2B5EF4-FFF2-40B4-BE49-F238E27FC236}">
                  <a16:creationId xmlns:a16="http://schemas.microsoft.com/office/drawing/2014/main" id="{95A493E1-71F1-FDFC-2535-C1FE4A8F21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28" name="Picture 27">
              <a:extLst>
                <a:ext uri="{FF2B5EF4-FFF2-40B4-BE49-F238E27FC236}">
                  <a16:creationId xmlns:a16="http://schemas.microsoft.com/office/drawing/2014/main" id="{2ED79EEC-734D-4964-4FFB-F060D69B72EA}"/>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pic>
        <p:nvPicPr>
          <p:cNvPr id="8" name="Picture 7">
            <a:extLst>
              <a:ext uri="{FF2B5EF4-FFF2-40B4-BE49-F238E27FC236}">
                <a16:creationId xmlns:a16="http://schemas.microsoft.com/office/drawing/2014/main" id="{695D8646-34B6-9A52-0080-E9591F8DFBE6}"/>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rot="20531658">
            <a:off x="4550395" y="1743591"/>
            <a:ext cx="8770427" cy="6009119"/>
          </a:xfrm>
          <a:custGeom>
            <a:avLst/>
            <a:gdLst>
              <a:gd name="csX0" fmla="*/ 8770427 w 8770427"/>
              <a:gd name="csY0" fmla="*/ 0 h 6009119"/>
              <a:gd name="csX1" fmla="*/ 6840450 w 8770427"/>
              <a:gd name="csY1" fmla="*/ 6009119 h 6009119"/>
              <a:gd name="csX2" fmla="*/ 0 w 8770427"/>
              <a:gd name="csY2" fmla="*/ 3812140 h 6009119"/>
              <a:gd name="csX3" fmla="*/ 0 w 8770427"/>
              <a:gd name="csY3" fmla="*/ 0 h 6009119"/>
            </a:gdLst>
            <a:ahLst/>
            <a:cxnLst>
              <a:cxn ang="0">
                <a:pos x="csX0" y="csY0"/>
              </a:cxn>
              <a:cxn ang="0">
                <a:pos x="csX1" y="csY1"/>
              </a:cxn>
              <a:cxn ang="0">
                <a:pos x="csX2" y="csY2"/>
              </a:cxn>
              <a:cxn ang="0">
                <a:pos x="csX3" y="csY3"/>
              </a:cxn>
            </a:cxnLst>
            <a:rect l="l" t="t" r="r" b="b"/>
            <a:pathLst>
              <a:path w="8770427" h="6009119">
                <a:moveTo>
                  <a:pt x="8770427" y="0"/>
                </a:moveTo>
                <a:lnTo>
                  <a:pt x="6840450" y="6009119"/>
                </a:lnTo>
                <a:lnTo>
                  <a:pt x="0" y="3812140"/>
                </a:lnTo>
                <a:lnTo>
                  <a:pt x="0" y="0"/>
                </a:lnTo>
                <a:close/>
              </a:path>
            </a:pathLst>
          </a:custGeom>
        </p:spPr>
      </p:pic>
    </p:spTree>
    <p:extLst>
      <p:ext uri="{BB962C8B-B14F-4D97-AF65-F5344CB8AC3E}">
        <p14:creationId xmlns:p14="http://schemas.microsoft.com/office/powerpoint/2010/main" val="3485785517"/>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10F95D8C-EB85-8D78-E142-1C1FE32EC8A4}"/>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Title 6">
            <a:extLst>
              <a:ext uri="{FF2B5EF4-FFF2-40B4-BE49-F238E27FC236}">
                <a16:creationId xmlns:a16="http://schemas.microsoft.com/office/drawing/2014/main" id="{74E0D99F-637F-98B4-3BCC-C0488AAE4B82}"/>
              </a:ext>
            </a:extLst>
          </p:cNvPr>
          <p:cNvSpPr>
            <a:spLocks noGrp="1"/>
          </p:cNvSpPr>
          <p:nvPr>
            <p:ph type="title"/>
          </p:nvPr>
        </p:nvSpPr>
        <p:spPr>
          <a:xfrm>
            <a:off x="419100" y="3429000"/>
            <a:ext cx="5676900" cy="1354217"/>
          </a:xfrm>
        </p:spPr>
        <p:txBody>
          <a:bodyPr>
            <a:spAutoFit/>
          </a:bodyPr>
          <a:lstStyle>
            <a:lvl1pPr>
              <a:defRPr sz="4400">
                <a:solidFill>
                  <a:schemeClr val="tx1"/>
                </a:solidFill>
              </a:defRPr>
            </a:lvl1pPr>
          </a:lstStyle>
          <a:p>
            <a:r>
              <a:rPr lang="en-US"/>
              <a:t>Click to edit Master title style</a:t>
            </a:r>
          </a:p>
        </p:txBody>
      </p:sp>
      <p:sp>
        <p:nvSpPr>
          <p:cNvPr id="9" name="Text Placeholder 8">
            <a:extLst>
              <a:ext uri="{FF2B5EF4-FFF2-40B4-BE49-F238E27FC236}">
                <a16:creationId xmlns:a16="http://schemas.microsoft.com/office/drawing/2014/main" id="{5D38AC6B-CDBF-634D-9580-A87F9573CFFD}"/>
              </a:ext>
            </a:extLst>
          </p:cNvPr>
          <p:cNvSpPr>
            <a:spLocks noGrp="1"/>
          </p:cNvSpPr>
          <p:nvPr>
            <p:ph type="body" sz="quarter" idx="10" hasCustomPrompt="1"/>
          </p:nvPr>
        </p:nvSpPr>
        <p:spPr>
          <a:xfrm>
            <a:off x="419100" y="6069568"/>
            <a:ext cx="5676900" cy="369332"/>
          </a:xfrm>
        </p:spPr>
        <p:txBody>
          <a:bodyPr>
            <a:spAutoFit/>
          </a:bodyPr>
          <a:lstStyle>
            <a:lvl1pPr>
              <a:defRPr sz="2400" spc="0">
                <a:solidFill>
                  <a:schemeClr val="bg2"/>
                </a:solidFill>
              </a:defRPr>
            </a:lvl1pPr>
          </a:lstStyle>
          <a:p>
            <a:pPr lvl="0"/>
            <a:r>
              <a:rPr lang="en-US"/>
              <a:t>Month | Year</a:t>
            </a:r>
          </a:p>
        </p:txBody>
      </p:sp>
      <p:grpSp>
        <p:nvGrpSpPr>
          <p:cNvPr id="49" name="Group 48">
            <a:extLst>
              <a:ext uri="{FF2B5EF4-FFF2-40B4-BE49-F238E27FC236}">
                <a16:creationId xmlns:a16="http://schemas.microsoft.com/office/drawing/2014/main" id="{326596F1-93C0-D44B-0195-F5C9E8AFA532}"/>
              </a:ext>
            </a:extLst>
          </p:cNvPr>
          <p:cNvGrpSpPr/>
          <p:nvPr userDrawn="1"/>
        </p:nvGrpSpPr>
        <p:grpSpPr>
          <a:xfrm>
            <a:off x="163831" y="163830"/>
            <a:ext cx="2698750" cy="809355"/>
            <a:chOff x="163831" y="163830"/>
            <a:chExt cx="2698750" cy="809355"/>
          </a:xfrm>
        </p:grpSpPr>
        <p:pic>
          <p:nvPicPr>
            <p:cNvPr id="50" name="Picture 49">
              <a:extLst>
                <a:ext uri="{FF2B5EF4-FFF2-40B4-BE49-F238E27FC236}">
                  <a16:creationId xmlns:a16="http://schemas.microsoft.com/office/drawing/2014/main" id="{2DD66075-14E9-47AD-3943-00F850A5EB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51" name="Picture 50">
              <a:extLst>
                <a:ext uri="{FF2B5EF4-FFF2-40B4-BE49-F238E27FC236}">
                  <a16:creationId xmlns:a16="http://schemas.microsoft.com/office/drawing/2014/main" id="{25548D76-8B69-2CC0-5223-553AB941B6A7}"/>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636139330"/>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71FEC29-DBAB-A058-1B0B-9AE4FD76A2FD}"/>
              </a:ext>
            </a:extLst>
          </p:cNvPr>
          <p:cNvPicPr>
            <a:picLocks noChangeAspect="1"/>
          </p:cNvPicPr>
          <p:nvPr userDrawn="1"/>
        </p:nvPicPr>
        <p:blipFill>
          <a:blip r:embed="rId2"/>
          <a:srcRect l="3353" t="2639" r="1972" b="2639"/>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sp>
        <p:nvSpPr>
          <p:cNvPr id="7" name="Title 6">
            <a:extLst>
              <a:ext uri="{FF2B5EF4-FFF2-40B4-BE49-F238E27FC236}">
                <a16:creationId xmlns:a16="http://schemas.microsoft.com/office/drawing/2014/main" id="{74E0D99F-637F-98B4-3BCC-C0488AAE4B82}"/>
              </a:ext>
            </a:extLst>
          </p:cNvPr>
          <p:cNvSpPr>
            <a:spLocks noGrp="1" noChangeAspect="1"/>
          </p:cNvSpPr>
          <p:nvPr>
            <p:ph type="title"/>
          </p:nvPr>
        </p:nvSpPr>
        <p:spPr>
          <a:xfrm>
            <a:off x="419100" y="3597845"/>
            <a:ext cx="5676900" cy="1354217"/>
          </a:xfrm>
        </p:spPr>
        <p:txBody>
          <a:bodyPr>
            <a:spAutoFit/>
          </a:bodyPr>
          <a:lstStyle>
            <a:lvl1pPr>
              <a:defRPr sz="4400">
                <a:solidFill>
                  <a:schemeClr val="tx1"/>
                </a:solidFill>
              </a:defRPr>
            </a:lvl1pPr>
          </a:lstStyle>
          <a:p>
            <a:r>
              <a:rPr lang="en-US"/>
              <a:t>Click to edit Master title style</a:t>
            </a:r>
          </a:p>
        </p:txBody>
      </p:sp>
      <p:sp>
        <p:nvSpPr>
          <p:cNvPr id="9" name="Text Placeholder 8">
            <a:extLst>
              <a:ext uri="{FF2B5EF4-FFF2-40B4-BE49-F238E27FC236}">
                <a16:creationId xmlns:a16="http://schemas.microsoft.com/office/drawing/2014/main" id="{5D38AC6B-CDBF-634D-9580-A87F9573CFFD}"/>
              </a:ext>
            </a:extLst>
          </p:cNvPr>
          <p:cNvSpPr>
            <a:spLocks noGrp="1" noChangeAspect="1"/>
          </p:cNvSpPr>
          <p:nvPr>
            <p:ph type="body" sz="quarter" idx="10" hasCustomPrompt="1"/>
          </p:nvPr>
        </p:nvSpPr>
        <p:spPr>
          <a:xfrm>
            <a:off x="419100" y="6069568"/>
            <a:ext cx="5676900" cy="369332"/>
          </a:xfrm>
        </p:spPr>
        <p:txBody>
          <a:bodyPr>
            <a:spAutoFit/>
          </a:bodyPr>
          <a:lstStyle>
            <a:lvl1pPr>
              <a:defRPr sz="2400" spc="0">
                <a:solidFill>
                  <a:schemeClr val="bg2"/>
                </a:solidFill>
              </a:defRPr>
            </a:lvl1pPr>
          </a:lstStyle>
          <a:p>
            <a:pPr lvl="0"/>
            <a:r>
              <a:rPr lang="en-US"/>
              <a:t>Month | Year</a:t>
            </a:r>
          </a:p>
        </p:txBody>
      </p:sp>
      <p:grpSp>
        <p:nvGrpSpPr>
          <p:cNvPr id="12" name="Group 11">
            <a:extLst>
              <a:ext uri="{FF2B5EF4-FFF2-40B4-BE49-F238E27FC236}">
                <a16:creationId xmlns:a16="http://schemas.microsoft.com/office/drawing/2014/main" id="{673ECAFB-8853-8323-227D-A54EDE6B556A}"/>
              </a:ext>
            </a:extLst>
          </p:cNvPr>
          <p:cNvGrpSpPr/>
          <p:nvPr userDrawn="1"/>
        </p:nvGrpSpPr>
        <p:grpSpPr>
          <a:xfrm>
            <a:off x="163831" y="163830"/>
            <a:ext cx="2698750" cy="809355"/>
            <a:chOff x="163831" y="163830"/>
            <a:chExt cx="2698750" cy="809355"/>
          </a:xfrm>
        </p:grpSpPr>
        <p:pic>
          <p:nvPicPr>
            <p:cNvPr id="13" name="Picture 12">
              <a:extLst>
                <a:ext uri="{FF2B5EF4-FFF2-40B4-BE49-F238E27FC236}">
                  <a16:creationId xmlns:a16="http://schemas.microsoft.com/office/drawing/2014/main" id="{27C2F4D9-1881-0106-42D7-71FE875E55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14" name="Picture 13">
              <a:extLst>
                <a:ext uri="{FF2B5EF4-FFF2-40B4-BE49-F238E27FC236}">
                  <a16:creationId xmlns:a16="http://schemas.microsoft.com/office/drawing/2014/main" id="{294EE1DF-7A7B-A48B-34AE-1FA28DB369EB}"/>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1648447442"/>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slide with speaker 1 ">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83D958D-20C5-5C63-6E07-0D3ACEE56DA4}"/>
              </a:ext>
            </a:extLst>
          </p:cNvPr>
          <p:cNvPicPr>
            <a:picLocks noChangeAspect="1"/>
          </p:cNvPicPr>
          <p:nvPr userDrawn="1"/>
        </p:nvPicPr>
        <p:blipFill>
          <a:blip r:embed="rId2"/>
          <a:stretch>
            <a:fillRect/>
          </a:stretch>
        </p:blipFill>
        <p:spPr>
          <a:xfrm>
            <a:off x="3060775" y="811722"/>
            <a:ext cx="9131225" cy="6046278"/>
          </a:xfrm>
          <a:prstGeom prst="rect">
            <a:avLst/>
          </a:prstGeom>
        </p:spPr>
      </p:pic>
      <p:cxnSp>
        <p:nvCxnSpPr>
          <p:cNvPr id="10" name="Straight Connector 9">
            <a:extLst>
              <a:ext uri="{FF2B5EF4-FFF2-40B4-BE49-F238E27FC236}">
                <a16:creationId xmlns:a16="http://schemas.microsoft.com/office/drawing/2014/main" id="{AC1568F4-3627-A735-87D6-A339E7BCF18E}"/>
              </a:ext>
            </a:extLst>
          </p:cNvPr>
          <p:cNvCxnSpPr>
            <a:cxnSpLocks/>
          </p:cNvCxnSpPr>
          <p:nvPr userDrawn="1"/>
        </p:nvCxnSpPr>
        <p:spPr>
          <a:xfrm>
            <a:off x="0" y="4250239"/>
            <a:ext cx="4532123" cy="0"/>
          </a:xfrm>
          <a:prstGeom prst="line">
            <a:avLst/>
          </a:prstGeom>
          <a:ln w="12700">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15" name="Picture Placeholder 14">
            <a:extLst>
              <a:ext uri="{FF2B5EF4-FFF2-40B4-BE49-F238E27FC236}">
                <a16:creationId xmlns:a16="http://schemas.microsoft.com/office/drawing/2014/main" id="{BB847060-DB1F-FF1C-7B76-6C6B1D59B4C7}"/>
              </a:ext>
            </a:extLst>
          </p:cNvPr>
          <p:cNvSpPr>
            <a:spLocks noGrp="1"/>
          </p:cNvSpPr>
          <p:nvPr>
            <p:ph type="pic" sz="quarter" idx="12"/>
          </p:nvPr>
        </p:nvSpPr>
        <p:spPr>
          <a:xfrm>
            <a:off x="421431" y="3883777"/>
            <a:ext cx="732924" cy="732924"/>
          </a:xfrm>
          <a:prstGeom prst="ellipse">
            <a:avLst/>
          </a:prstGeom>
          <a:blipFill>
            <a:blip r:embed="rId3"/>
            <a:stretch>
              <a:fillRect/>
            </a:stretch>
          </a:blipFill>
          <a:ln w="19050">
            <a:solidFill>
              <a:schemeClr val="bg2"/>
            </a:solidFill>
          </a:ln>
        </p:spPr>
        <p:txBody>
          <a:bodyPr>
            <a:noAutofit/>
          </a:bodyPr>
          <a:lstStyle/>
          <a:p>
            <a:endParaRPr lang="en-US"/>
          </a:p>
        </p:txBody>
      </p:sp>
      <p:sp>
        <p:nvSpPr>
          <p:cNvPr id="7" name="Title 6">
            <a:extLst>
              <a:ext uri="{FF2B5EF4-FFF2-40B4-BE49-F238E27FC236}">
                <a16:creationId xmlns:a16="http://schemas.microsoft.com/office/drawing/2014/main" id="{74E0D99F-637F-98B4-3BCC-C0488AAE4B82}"/>
              </a:ext>
            </a:extLst>
          </p:cNvPr>
          <p:cNvSpPr>
            <a:spLocks noGrp="1" noChangeAspect="1"/>
          </p:cNvSpPr>
          <p:nvPr>
            <p:ph type="title"/>
          </p:nvPr>
        </p:nvSpPr>
        <p:spPr>
          <a:xfrm>
            <a:off x="419100" y="1836513"/>
            <a:ext cx="5676900" cy="1354217"/>
          </a:xfrm>
        </p:spPr>
        <p:txBody>
          <a:bodyPr anchor="b">
            <a:spAutoFit/>
          </a:bodyPr>
          <a:lstStyle>
            <a:lvl1pPr>
              <a:defRPr sz="4400"/>
            </a:lvl1pPr>
          </a:lstStyle>
          <a:p>
            <a:r>
              <a:rPr lang="en-US"/>
              <a:t>Click to edit Master title style</a:t>
            </a:r>
          </a:p>
        </p:txBody>
      </p:sp>
      <p:sp>
        <p:nvSpPr>
          <p:cNvPr id="9" name="Text Placeholder 8">
            <a:extLst>
              <a:ext uri="{FF2B5EF4-FFF2-40B4-BE49-F238E27FC236}">
                <a16:creationId xmlns:a16="http://schemas.microsoft.com/office/drawing/2014/main" id="{5D38AC6B-CDBF-634D-9580-A87F9573CFFD}"/>
              </a:ext>
            </a:extLst>
          </p:cNvPr>
          <p:cNvSpPr>
            <a:spLocks noGrp="1" noChangeAspect="1"/>
          </p:cNvSpPr>
          <p:nvPr>
            <p:ph type="body" sz="quarter" idx="10" hasCustomPrompt="1"/>
          </p:nvPr>
        </p:nvSpPr>
        <p:spPr>
          <a:xfrm>
            <a:off x="1352550" y="3847360"/>
            <a:ext cx="3179573" cy="307777"/>
          </a:xfrm>
        </p:spPr>
        <p:txBody>
          <a:bodyPr wrap="square">
            <a:spAutoFit/>
          </a:bodyPr>
          <a:lstStyle>
            <a:lvl1pPr>
              <a:defRPr sz="2000" spc="0">
                <a:solidFill>
                  <a:schemeClr val="bg2"/>
                </a:solidFill>
              </a:defRPr>
            </a:lvl1pPr>
          </a:lstStyle>
          <a:p>
            <a:pPr lvl="0"/>
            <a:r>
              <a:rPr lang="en-US"/>
              <a:t>Speaker name</a:t>
            </a:r>
          </a:p>
        </p:txBody>
      </p:sp>
      <p:sp>
        <p:nvSpPr>
          <p:cNvPr id="12" name="Text Placeholder 8">
            <a:extLst>
              <a:ext uri="{FF2B5EF4-FFF2-40B4-BE49-F238E27FC236}">
                <a16:creationId xmlns:a16="http://schemas.microsoft.com/office/drawing/2014/main" id="{D263BBF6-CB19-D07D-F9FB-40CAC9104F53}"/>
              </a:ext>
            </a:extLst>
          </p:cNvPr>
          <p:cNvSpPr>
            <a:spLocks noGrp="1" noChangeAspect="1"/>
          </p:cNvSpPr>
          <p:nvPr>
            <p:ph type="body" sz="quarter" idx="11" hasCustomPrompt="1"/>
          </p:nvPr>
        </p:nvSpPr>
        <p:spPr>
          <a:xfrm>
            <a:off x="1352550" y="4344378"/>
            <a:ext cx="3179573" cy="184666"/>
          </a:xfrm>
        </p:spPr>
        <p:txBody>
          <a:bodyPr wrap="square">
            <a:spAutoFit/>
          </a:bodyPr>
          <a:lstStyle>
            <a:lvl1pPr>
              <a:defRPr sz="1200" spc="0">
                <a:solidFill>
                  <a:schemeClr val="tx1"/>
                </a:solidFill>
                <a:latin typeface="+mj-lt"/>
              </a:defRPr>
            </a:lvl1pPr>
          </a:lstStyle>
          <a:p>
            <a:pPr lvl="0"/>
            <a:r>
              <a:rPr lang="en-US"/>
              <a:t>Designation</a:t>
            </a:r>
          </a:p>
        </p:txBody>
      </p:sp>
      <p:grpSp>
        <p:nvGrpSpPr>
          <p:cNvPr id="2" name="Group 1">
            <a:extLst>
              <a:ext uri="{FF2B5EF4-FFF2-40B4-BE49-F238E27FC236}">
                <a16:creationId xmlns:a16="http://schemas.microsoft.com/office/drawing/2014/main" id="{BF46855F-E680-1458-A31D-DD563CCAA1C0}"/>
              </a:ext>
            </a:extLst>
          </p:cNvPr>
          <p:cNvGrpSpPr/>
          <p:nvPr userDrawn="1"/>
        </p:nvGrpSpPr>
        <p:grpSpPr>
          <a:xfrm>
            <a:off x="163831" y="163830"/>
            <a:ext cx="2698750" cy="809355"/>
            <a:chOff x="163831" y="163830"/>
            <a:chExt cx="2698750" cy="809355"/>
          </a:xfrm>
        </p:grpSpPr>
        <p:pic>
          <p:nvPicPr>
            <p:cNvPr id="4" name="Picture 3">
              <a:extLst>
                <a:ext uri="{FF2B5EF4-FFF2-40B4-BE49-F238E27FC236}">
                  <a16:creationId xmlns:a16="http://schemas.microsoft.com/office/drawing/2014/main" id="{F8AC0246-0F3F-0AA9-3503-C6A8DB4625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6" name="Picture 5">
              <a:extLst>
                <a:ext uri="{FF2B5EF4-FFF2-40B4-BE49-F238E27FC236}">
                  <a16:creationId xmlns:a16="http://schemas.microsoft.com/office/drawing/2014/main" id="{F8011B82-AC91-11E3-2F98-1E198501D7E9}"/>
                </a:ext>
              </a:extLst>
            </p:cNvPr>
            <p:cNvPicPr>
              <a:picLocks noChangeAspect="1"/>
            </p:cNvPicPr>
            <p:nvPr/>
          </p:nvPicPr>
          <p:blipFill>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961272951"/>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slide with speaker 2">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CBBECBB-1121-E89F-B5A0-F2057911501B}"/>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Title 6">
            <a:extLst>
              <a:ext uri="{FF2B5EF4-FFF2-40B4-BE49-F238E27FC236}">
                <a16:creationId xmlns:a16="http://schemas.microsoft.com/office/drawing/2014/main" id="{74E0D99F-637F-98B4-3BCC-C0488AAE4B82}"/>
              </a:ext>
            </a:extLst>
          </p:cNvPr>
          <p:cNvSpPr>
            <a:spLocks noGrp="1" noChangeAspect="1"/>
          </p:cNvSpPr>
          <p:nvPr>
            <p:ph type="title"/>
          </p:nvPr>
        </p:nvSpPr>
        <p:spPr>
          <a:xfrm>
            <a:off x="419100" y="1836513"/>
            <a:ext cx="5676900" cy="1354217"/>
          </a:xfrm>
        </p:spPr>
        <p:txBody>
          <a:bodyPr anchor="b">
            <a:spAutoFit/>
          </a:bodyPr>
          <a:lstStyle>
            <a:lvl1pPr>
              <a:defRPr sz="4400"/>
            </a:lvl1pPr>
          </a:lstStyle>
          <a:p>
            <a:r>
              <a:rPr lang="en-US"/>
              <a:t>Click to edit Master title style</a:t>
            </a:r>
          </a:p>
        </p:txBody>
      </p:sp>
      <p:grpSp>
        <p:nvGrpSpPr>
          <p:cNvPr id="3" name="Group 2">
            <a:extLst>
              <a:ext uri="{FF2B5EF4-FFF2-40B4-BE49-F238E27FC236}">
                <a16:creationId xmlns:a16="http://schemas.microsoft.com/office/drawing/2014/main" id="{B7246032-C541-67C2-E7AE-F9285E7093B0}"/>
              </a:ext>
            </a:extLst>
          </p:cNvPr>
          <p:cNvGrpSpPr/>
          <p:nvPr userDrawn="1"/>
        </p:nvGrpSpPr>
        <p:grpSpPr>
          <a:xfrm>
            <a:off x="163831" y="163830"/>
            <a:ext cx="2698750" cy="809355"/>
            <a:chOff x="163831" y="163830"/>
            <a:chExt cx="2698750" cy="809355"/>
          </a:xfrm>
        </p:grpSpPr>
        <p:pic>
          <p:nvPicPr>
            <p:cNvPr id="4" name="Picture 3">
              <a:extLst>
                <a:ext uri="{FF2B5EF4-FFF2-40B4-BE49-F238E27FC236}">
                  <a16:creationId xmlns:a16="http://schemas.microsoft.com/office/drawing/2014/main" id="{0ADF5457-33BA-D1C4-36BC-87AA93CD18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6" name="Picture 5">
              <a:extLst>
                <a:ext uri="{FF2B5EF4-FFF2-40B4-BE49-F238E27FC236}">
                  <a16:creationId xmlns:a16="http://schemas.microsoft.com/office/drawing/2014/main" id="{20DC6424-7A02-961B-9818-FEF3CACEAD02}"/>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cxnSp>
        <p:nvCxnSpPr>
          <p:cNvPr id="8" name="Straight Connector 7">
            <a:extLst>
              <a:ext uri="{FF2B5EF4-FFF2-40B4-BE49-F238E27FC236}">
                <a16:creationId xmlns:a16="http://schemas.microsoft.com/office/drawing/2014/main" id="{C6C667BE-077F-3D87-3019-712AE2BAB1CE}"/>
              </a:ext>
            </a:extLst>
          </p:cNvPr>
          <p:cNvCxnSpPr>
            <a:cxnSpLocks/>
          </p:cNvCxnSpPr>
          <p:nvPr userDrawn="1"/>
        </p:nvCxnSpPr>
        <p:spPr>
          <a:xfrm>
            <a:off x="0" y="4250239"/>
            <a:ext cx="4532123" cy="0"/>
          </a:xfrm>
          <a:prstGeom prst="line">
            <a:avLst/>
          </a:prstGeom>
          <a:ln w="12700">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11" name="Picture Placeholder 14">
            <a:extLst>
              <a:ext uri="{FF2B5EF4-FFF2-40B4-BE49-F238E27FC236}">
                <a16:creationId xmlns:a16="http://schemas.microsoft.com/office/drawing/2014/main" id="{981BEF38-DE6B-5A8C-6C49-1A3E8C3EBB7A}"/>
              </a:ext>
            </a:extLst>
          </p:cNvPr>
          <p:cNvSpPr>
            <a:spLocks noGrp="1"/>
          </p:cNvSpPr>
          <p:nvPr>
            <p:ph type="pic" sz="quarter" idx="12"/>
          </p:nvPr>
        </p:nvSpPr>
        <p:spPr>
          <a:xfrm>
            <a:off x="421431" y="3883777"/>
            <a:ext cx="732924" cy="732924"/>
          </a:xfrm>
          <a:prstGeom prst="ellipse">
            <a:avLst/>
          </a:prstGeom>
          <a:blipFill>
            <a:blip r:embed="rId6"/>
            <a:stretch>
              <a:fillRect/>
            </a:stretch>
          </a:blipFill>
          <a:ln w="19050">
            <a:solidFill>
              <a:schemeClr val="bg2"/>
            </a:solidFill>
          </a:ln>
        </p:spPr>
        <p:txBody>
          <a:bodyPr>
            <a:noAutofit/>
          </a:bodyPr>
          <a:lstStyle/>
          <a:p>
            <a:endParaRPr lang="en-US"/>
          </a:p>
        </p:txBody>
      </p:sp>
      <p:sp>
        <p:nvSpPr>
          <p:cNvPr id="13" name="Text Placeholder 8">
            <a:extLst>
              <a:ext uri="{FF2B5EF4-FFF2-40B4-BE49-F238E27FC236}">
                <a16:creationId xmlns:a16="http://schemas.microsoft.com/office/drawing/2014/main" id="{D2769B2A-90E0-3463-2508-2EEA01A996AE}"/>
              </a:ext>
            </a:extLst>
          </p:cNvPr>
          <p:cNvSpPr>
            <a:spLocks noGrp="1" noChangeAspect="1"/>
          </p:cNvSpPr>
          <p:nvPr>
            <p:ph type="body" sz="quarter" idx="10" hasCustomPrompt="1"/>
          </p:nvPr>
        </p:nvSpPr>
        <p:spPr>
          <a:xfrm>
            <a:off x="1352550" y="3847360"/>
            <a:ext cx="3179573" cy="307777"/>
          </a:xfrm>
        </p:spPr>
        <p:txBody>
          <a:bodyPr wrap="square">
            <a:spAutoFit/>
          </a:bodyPr>
          <a:lstStyle>
            <a:lvl1pPr>
              <a:defRPr sz="2000" spc="0">
                <a:solidFill>
                  <a:schemeClr val="bg2"/>
                </a:solidFill>
              </a:defRPr>
            </a:lvl1pPr>
          </a:lstStyle>
          <a:p>
            <a:pPr lvl="0"/>
            <a:r>
              <a:rPr lang="en-US"/>
              <a:t>Speaker name</a:t>
            </a:r>
          </a:p>
        </p:txBody>
      </p:sp>
      <p:sp>
        <p:nvSpPr>
          <p:cNvPr id="14" name="Text Placeholder 8">
            <a:extLst>
              <a:ext uri="{FF2B5EF4-FFF2-40B4-BE49-F238E27FC236}">
                <a16:creationId xmlns:a16="http://schemas.microsoft.com/office/drawing/2014/main" id="{0E436F03-9E65-6F20-A2D3-7785D2CCFCFD}"/>
              </a:ext>
            </a:extLst>
          </p:cNvPr>
          <p:cNvSpPr>
            <a:spLocks noGrp="1" noChangeAspect="1"/>
          </p:cNvSpPr>
          <p:nvPr>
            <p:ph type="body" sz="quarter" idx="11" hasCustomPrompt="1"/>
          </p:nvPr>
        </p:nvSpPr>
        <p:spPr>
          <a:xfrm>
            <a:off x="1352550" y="4344378"/>
            <a:ext cx="3179573" cy="184666"/>
          </a:xfrm>
        </p:spPr>
        <p:txBody>
          <a:bodyPr wrap="square">
            <a:spAutoFit/>
          </a:bodyPr>
          <a:lstStyle>
            <a:lvl1pPr>
              <a:defRPr sz="1200" spc="0">
                <a:solidFill>
                  <a:schemeClr val="tx1"/>
                </a:solidFill>
                <a:latin typeface="+mj-lt"/>
              </a:defRPr>
            </a:lvl1pPr>
          </a:lstStyle>
          <a:p>
            <a:pPr lvl="0"/>
            <a:r>
              <a:rPr lang="en-US"/>
              <a:t>Designation</a:t>
            </a:r>
          </a:p>
        </p:txBody>
      </p:sp>
    </p:spTree>
    <p:extLst>
      <p:ext uri="{BB962C8B-B14F-4D97-AF65-F5344CB8AC3E}">
        <p14:creationId xmlns:p14="http://schemas.microsoft.com/office/powerpoint/2010/main" val="2160649920"/>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slide with speaker 3">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8F38B3EF-115D-DDE0-9D92-72AF60AC6D85}"/>
              </a:ext>
            </a:extLst>
          </p:cNvPr>
          <p:cNvPicPr>
            <a:picLocks noChangeAspect="1"/>
          </p:cNvPicPr>
          <p:nvPr userDrawn="1"/>
        </p:nvPicPr>
        <p:blipFill>
          <a:blip r:embed="rId2"/>
          <a:srcRect b="2112"/>
          <a:stretch>
            <a:fillRect/>
          </a:stretch>
        </p:blipFill>
        <p:spPr>
          <a:xfrm>
            <a:off x="731518" y="547651"/>
            <a:ext cx="11460482" cy="6310350"/>
          </a:xfrm>
          <a:custGeom>
            <a:avLst/>
            <a:gdLst>
              <a:gd name="csX0" fmla="*/ 0 w 10697028"/>
              <a:gd name="csY0" fmla="*/ 0 h 5889978"/>
              <a:gd name="csX1" fmla="*/ 10697028 w 10697028"/>
              <a:gd name="csY1" fmla="*/ 0 h 5889978"/>
              <a:gd name="csX2" fmla="*/ 10697028 w 10697028"/>
              <a:gd name="csY2" fmla="*/ 5889978 h 5889978"/>
              <a:gd name="csX3" fmla="*/ 0 w 10697028"/>
              <a:gd name="csY3" fmla="*/ 5889978 h 5889978"/>
            </a:gdLst>
            <a:ahLst/>
            <a:cxnLst>
              <a:cxn ang="0">
                <a:pos x="csX0" y="csY0"/>
              </a:cxn>
              <a:cxn ang="0">
                <a:pos x="csX1" y="csY1"/>
              </a:cxn>
              <a:cxn ang="0">
                <a:pos x="csX2" y="csY2"/>
              </a:cxn>
              <a:cxn ang="0">
                <a:pos x="csX3" y="csY3"/>
              </a:cxn>
            </a:cxnLst>
            <a:rect l="l" t="t" r="r" b="b"/>
            <a:pathLst>
              <a:path w="10697028" h="5889978">
                <a:moveTo>
                  <a:pt x="0" y="0"/>
                </a:moveTo>
                <a:lnTo>
                  <a:pt x="10697028" y="0"/>
                </a:lnTo>
                <a:lnTo>
                  <a:pt x="10697028" y="5889978"/>
                </a:lnTo>
                <a:lnTo>
                  <a:pt x="0" y="5889978"/>
                </a:lnTo>
                <a:close/>
              </a:path>
            </a:pathLst>
          </a:custGeom>
        </p:spPr>
      </p:pic>
      <p:sp>
        <p:nvSpPr>
          <p:cNvPr id="4" name="Rectangle: Rounded Corners 3">
            <a:extLst>
              <a:ext uri="{FF2B5EF4-FFF2-40B4-BE49-F238E27FC236}">
                <a16:creationId xmlns:a16="http://schemas.microsoft.com/office/drawing/2014/main" id="{B6314DA5-FD73-031C-E06F-599E0DA480FD}"/>
              </a:ext>
            </a:extLst>
          </p:cNvPr>
          <p:cNvSpPr/>
          <p:nvPr userDrawn="1"/>
        </p:nvSpPr>
        <p:spPr>
          <a:xfrm>
            <a:off x="-145143" y="4023072"/>
            <a:ext cx="5326743" cy="1354217"/>
          </a:xfrm>
          <a:prstGeom prst="roundRect">
            <a:avLst>
              <a:gd name="adj" fmla="val 10899"/>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09"/>
            <a:endParaRPr lang="en-US" sz="900">
              <a:solidFill>
                <a:srgbClr val="FEFFFE"/>
              </a:solidFill>
              <a:latin typeface="Aptos" panose="02110004020202020204"/>
            </a:endParaRPr>
          </a:p>
        </p:txBody>
      </p:sp>
      <p:sp>
        <p:nvSpPr>
          <p:cNvPr id="15" name="Picture Placeholder 14">
            <a:extLst>
              <a:ext uri="{FF2B5EF4-FFF2-40B4-BE49-F238E27FC236}">
                <a16:creationId xmlns:a16="http://schemas.microsoft.com/office/drawing/2014/main" id="{BB847060-DB1F-FF1C-7B76-6C6B1D59B4C7}"/>
              </a:ext>
            </a:extLst>
          </p:cNvPr>
          <p:cNvSpPr>
            <a:spLocks noGrp="1"/>
          </p:cNvSpPr>
          <p:nvPr>
            <p:ph type="pic" sz="quarter" idx="12"/>
          </p:nvPr>
        </p:nvSpPr>
        <p:spPr>
          <a:xfrm>
            <a:off x="421431" y="4333719"/>
            <a:ext cx="732924" cy="732924"/>
          </a:xfrm>
          <a:prstGeom prst="ellipse">
            <a:avLst/>
          </a:prstGeom>
          <a:blipFill>
            <a:blip r:embed="rId3"/>
            <a:stretch>
              <a:fillRect/>
            </a:stretch>
          </a:blipFill>
          <a:ln w="19050">
            <a:solidFill>
              <a:schemeClr val="bg2"/>
            </a:solidFill>
          </a:ln>
        </p:spPr>
        <p:txBody>
          <a:bodyPr>
            <a:noAutofit/>
          </a:bodyPr>
          <a:lstStyle/>
          <a:p>
            <a:endParaRPr lang="en-US"/>
          </a:p>
        </p:txBody>
      </p:sp>
      <p:sp>
        <p:nvSpPr>
          <p:cNvPr id="7" name="Title 6">
            <a:extLst>
              <a:ext uri="{FF2B5EF4-FFF2-40B4-BE49-F238E27FC236}">
                <a16:creationId xmlns:a16="http://schemas.microsoft.com/office/drawing/2014/main" id="{74E0D99F-637F-98B4-3BCC-C0488AAE4B82}"/>
              </a:ext>
            </a:extLst>
          </p:cNvPr>
          <p:cNvSpPr>
            <a:spLocks noGrp="1" noChangeAspect="1"/>
          </p:cNvSpPr>
          <p:nvPr>
            <p:ph type="title"/>
          </p:nvPr>
        </p:nvSpPr>
        <p:spPr>
          <a:xfrm>
            <a:off x="419100" y="2286455"/>
            <a:ext cx="5676900" cy="1354217"/>
          </a:xfrm>
        </p:spPr>
        <p:txBody>
          <a:bodyPr anchor="b">
            <a:spAutoFit/>
          </a:bodyPr>
          <a:lstStyle>
            <a:lvl1pPr>
              <a:defRPr sz="4400"/>
            </a:lvl1pPr>
          </a:lstStyle>
          <a:p>
            <a:r>
              <a:rPr lang="en-US"/>
              <a:t>Click to edit Master title style</a:t>
            </a:r>
          </a:p>
        </p:txBody>
      </p:sp>
      <p:sp>
        <p:nvSpPr>
          <p:cNvPr id="9" name="Text Placeholder 8">
            <a:extLst>
              <a:ext uri="{FF2B5EF4-FFF2-40B4-BE49-F238E27FC236}">
                <a16:creationId xmlns:a16="http://schemas.microsoft.com/office/drawing/2014/main" id="{5D38AC6B-CDBF-634D-9580-A87F9573CFFD}"/>
              </a:ext>
            </a:extLst>
          </p:cNvPr>
          <p:cNvSpPr>
            <a:spLocks noGrp="1" noChangeAspect="1"/>
          </p:cNvSpPr>
          <p:nvPr>
            <p:ph type="body" sz="quarter" idx="10" hasCustomPrompt="1"/>
          </p:nvPr>
        </p:nvSpPr>
        <p:spPr>
          <a:xfrm>
            <a:off x="1352550" y="4384959"/>
            <a:ext cx="3646170" cy="307777"/>
          </a:xfrm>
        </p:spPr>
        <p:txBody>
          <a:bodyPr wrap="square">
            <a:spAutoFit/>
          </a:bodyPr>
          <a:lstStyle>
            <a:lvl1pPr>
              <a:defRPr sz="2000" spc="0">
                <a:solidFill>
                  <a:schemeClr val="bg2"/>
                </a:solidFill>
              </a:defRPr>
            </a:lvl1pPr>
          </a:lstStyle>
          <a:p>
            <a:pPr lvl="0"/>
            <a:r>
              <a:rPr lang="en-US"/>
              <a:t>Speaker name</a:t>
            </a:r>
          </a:p>
        </p:txBody>
      </p:sp>
      <p:sp>
        <p:nvSpPr>
          <p:cNvPr id="12" name="Text Placeholder 8">
            <a:extLst>
              <a:ext uri="{FF2B5EF4-FFF2-40B4-BE49-F238E27FC236}">
                <a16:creationId xmlns:a16="http://schemas.microsoft.com/office/drawing/2014/main" id="{D263BBF6-CB19-D07D-F9FB-40CAC9104F53}"/>
              </a:ext>
            </a:extLst>
          </p:cNvPr>
          <p:cNvSpPr>
            <a:spLocks noGrp="1" noChangeAspect="1"/>
          </p:cNvSpPr>
          <p:nvPr>
            <p:ph type="body" sz="quarter" idx="11" hasCustomPrompt="1"/>
          </p:nvPr>
        </p:nvSpPr>
        <p:spPr>
          <a:xfrm>
            <a:off x="1352550" y="4881977"/>
            <a:ext cx="3646170" cy="184666"/>
          </a:xfrm>
        </p:spPr>
        <p:txBody>
          <a:bodyPr wrap="square">
            <a:spAutoFit/>
          </a:bodyPr>
          <a:lstStyle>
            <a:lvl1pPr>
              <a:defRPr sz="1200" spc="0">
                <a:solidFill>
                  <a:schemeClr val="tx1"/>
                </a:solidFill>
                <a:latin typeface="+mj-lt"/>
              </a:defRPr>
            </a:lvl1pPr>
          </a:lstStyle>
          <a:p>
            <a:pPr lvl="0"/>
            <a:r>
              <a:rPr lang="en-US"/>
              <a:t>Designation</a:t>
            </a:r>
          </a:p>
        </p:txBody>
      </p:sp>
      <p:grpSp>
        <p:nvGrpSpPr>
          <p:cNvPr id="2" name="Group 1">
            <a:extLst>
              <a:ext uri="{FF2B5EF4-FFF2-40B4-BE49-F238E27FC236}">
                <a16:creationId xmlns:a16="http://schemas.microsoft.com/office/drawing/2014/main" id="{809096A4-3161-CA24-E60B-5AC0F921CC75}"/>
              </a:ext>
            </a:extLst>
          </p:cNvPr>
          <p:cNvGrpSpPr/>
          <p:nvPr userDrawn="1"/>
        </p:nvGrpSpPr>
        <p:grpSpPr>
          <a:xfrm>
            <a:off x="163831" y="163830"/>
            <a:ext cx="2698750" cy="809355"/>
            <a:chOff x="163831" y="163830"/>
            <a:chExt cx="2698750" cy="809355"/>
          </a:xfrm>
        </p:grpSpPr>
        <p:pic>
          <p:nvPicPr>
            <p:cNvPr id="6" name="Picture 5">
              <a:extLst>
                <a:ext uri="{FF2B5EF4-FFF2-40B4-BE49-F238E27FC236}">
                  <a16:creationId xmlns:a16="http://schemas.microsoft.com/office/drawing/2014/main" id="{28DA381E-3920-2429-97B7-CD86DBE883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8" name="Picture 7">
              <a:extLst>
                <a:ext uri="{FF2B5EF4-FFF2-40B4-BE49-F238E27FC236}">
                  <a16:creationId xmlns:a16="http://schemas.microsoft.com/office/drawing/2014/main" id="{5EC21258-F1DC-602C-1C5F-38E9C4F93C2E}"/>
                </a:ext>
              </a:extLst>
            </p:cNvPr>
            <p:cNvPicPr>
              <a:picLocks noChangeAspect="1"/>
            </p:cNvPicPr>
            <p:nvPr/>
          </p:nvPicPr>
          <p:blipFill>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2887177062"/>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05B787-7EAF-C332-CD33-E3248C2849CA}"/>
              </a:ext>
            </a:extLst>
          </p:cNvPr>
          <p:cNvPicPr>
            <a:picLocks noChangeAspect="1"/>
          </p:cNvPicPr>
          <p:nvPr userDrawn="1"/>
        </p:nvPicPr>
        <p:blipFill>
          <a:blip r:embed="rId2"/>
          <a:stretch>
            <a:fillRect/>
          </a:stretch>
        </p:blipFill>
        <p:spPr>
          <a:xfrm>
            <a:off x="0" y="0"/>
            <a:ext cx="12192000" cy="6857999"/>
          </a:xfrm>
          <a:prstGeom prst="rect">
            <a:avLst/>
          </a:prstGeom>
        </p:spPr>
      </p:pic>
      <p:cxnSp>
        <p:nvCxnSpPr>
          <p:cNvPr id="6" name="Straight Connector 5">
            <a:extLst>
              <a:ext uri="{FF2B5EF4-FFF2-40B4-BE49-F238E27FC236}">
                <a16:creationId xmlns:a16="http://schemas.microsoft.com/office/drawing/2014/main" id="{B520136F-D149-90B4-A451-F2FB47614CCB}"/>
              </a:ext>
            </a:extLst>
          </p:cNvPr>
          <p:cNvCxnSpPr>
            <a:cxnSpLocks/>
          </p:cNvCxnSpPr>
          <p:nvPr userDrawn="1"/>
        </p:nvCxnSpPr>
        <p:spPr>
          <a:xfrm>
            <a:off x="0" y="3082370"/>
            <a:ext cx="7097486" cy="0"/>
          </a:xfrm>
          <a:prstGeom prst="line">
            <a:avLst/>
          </a:prstGeom>
          <a:ln w="12700">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1" y="3278606"/>
            <a:ext cx="6678386" cy="1346200"/>
          </a:xfrm>
        </p:spPr>
        <p:txBody>
          <a:bodyPr anchor="t"/>
          <a:lstStyle>
            <a:lvl1pPr>
              <a:defRPr sz="4400" spc="-90" baseline="0"/>
            </a:lvl1pPr>
          </a:lstStyle>
          <a:p>
            <a:r>
              <a:rPr lang="en-US"/>
              <a:t>Click to edit Master title style</a:t>
            </a:r>
          </a:p>
        </p:txBody>
      </p:sp>
      <p:sp>
        <p:nvSpPr>
          <p:cNvPr id="8" name="Text Placeholder 7">
            <a:extLst>
              <a:ext uri="{FF2B5EF4-FFF2-40B4-BE49-F238E27FC236}">
                <a16:creationId xmlns:a16="http://schemas.microsoft.com/office/drawing/2014/main" id="{738AAD77-8176-FE10-C0DE-2F5C26AE1792}"/>
              </a:ext>
            </a:extLst>
          </p:cNvPr>
          <p:cNvSpPr>
            <a:spLocks noGrp="1"/>
          </p:cNvSpPr>
          <p:nvPr>
            <p:ph type="body" sz="quarter" idx="10" hasCustomPrompt="1"/>
          </p:nvPr>
        </p:nvSpPr>
        <p:spPr>
          <a:xfrm>
            <a:off x="419101" y="2085914"/>
            <a:ext cx="914400" cy="677108"/>
          </a:xfrm>
        </p:spPr>
        <p:txBody>
          <a:bodyPr>
            <a:spAutoFit/>
          </a:bodyPr>
          <a:lstStyle>
            <a:lvl1pPr>
              <a:defRPr sz="4400">
                <a:gradFill>
                  <a:gsLst>
                    <a:gs pos="0">
                      <a:schemeClr val="bg2"/>
                    </a:gs>
                    <a:gs pos="100000">
                      <a:schemeClr val="accent1"/>
                    </a:gs>
                  </a:gsLst>
                  <a:lin ang="4800000" scaled="0"/>
                </a:gradFill>
              </a:defRPr>
            </a:lvl1pPr>
          </a:lstStyle>
          <a:p>
            <a:pPr lvl="0"/>
            <a:r>
              <a:rPr lang="en-US"/>
              <a:t>XX</a:t>
            </a:r>
          </a:p>
        </p:txBody>
      </p:sp>
    </p:spTree>
    <p:extLst>
      <p:ext uri="{BB962C8B-B14F-4D97-AF65-F5344CB8AC3E}">
        <p14:creationId xmlns:p14="http://schemas.microsoft.com/office/powerpoint/2010/main" val="3069825269"/>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6B074409-0E32-7878-4657-6816C3C7507B}"/>
              </a:ext>
            </a:extLst>
          </p:cNvPr>
          <p:cNvPicPr>
            <a:picLocks noChangeAspect="1"/>
          </p:cNvPicPr>
          <p:nvPr userDrawn="1"/>
        </p:nvPicPr>
        <p:blipFill>
          <a:blip r:embed="rId2"/>
          <a:stretch>
            <a:fillRect/>
          </a:stretch>
        </p:blipFill>
        <p:spPr>
          <a:xfrm>
            <a:off x="981455" y="0"/>
            <a:ext cx="11210545" cy="6858000"/>
          </a:xfrm>
          <a:prstGeom prst="rect">
            <a:avLst/>
          </a:prstGeom>
        </p:spPr>
      </p:pic>
      <p:cxnSp>
        <p:nvCxnSpPr>
          <p:cNvPr id="9" name="Straight Connector 8">
            <a:extLst>
              <a:ext uri="{FF2B5EF4-FFF2-40B4-BE49-F238E27FC236}">
                <a16:creationId xmlns:a16="http://schemas.microsoft.com/office/drawing/2014/main" id="{4E7AC5AF-3402-8DB7-E64B-2A0198BA8D84}"/>
              </a:ext>
            </a:extLst>
          </p:cNvPr>
          <p:cNvCxnSpPr>
            <a:cxnSpLocks/>
          </p:cNvCxnSpPr>
          <p:nvPr userDrawn="1"/>
        </p:nvCxnSpPr>
        <p:spPr>
          <a:xfrm>
            <a:off x="0" y="4925684"/>
            <a:ext cx="7097486" cy="0"/>
          </a:xfrm>
          <a:prstGeom prst="line">
            <a:avLst/>
          </a:prstGeom>
          <a:ln w="12700">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1" y="5121920"/>
            <a:ext cx="6678386" cy="677108"/>
          </a:xfrm>
        </p:spPr>
        <p:txBody>
          <a:bodyPr anchor="t">
            <a:spAutoFit/>
          </a:bodyPr>
          <a:lstStyle>
            <a:lvl1pPr>
              <a:defRPr sz="4400" spc="-90" baseline="0"/>
            </a:lvl1pPr>
          </a:lstStyle>
          <a:p>
            <a:r>
              <a:rPr lang="en-US"/>
              <a:t>Click to edit Master title style</a:t>
            </a:r>
          </a:p>
        </p:txBody>
      </p:sp>
      <p:sp>
        <p:nvSpPr>
          <p:cNvPr id="8" name="Text Placeholder 7">
            <a:extLst>
              <a:ext uri="{FF2B5EF4-FFF2-40B4-BE49-F238E27FC236}">
                <a16:creationId xmlns:a16="http://schemas.microsoft.com/office/drawing/2014/main" id="{738AAD77-8176-FE10-C0DE-2F5C26AE1792}"/>
              </a:ext>
            </a:extLst>
          </p:cNvPr>
          <p:cNvSpPr>
            <a:spLocks noGrp="1"/>
          </p:cNvSpPr>
          <p:nvPr>
            <p:ph type="body" sz="quarter" idx="10" hasCustomPrompt="1"/>
          </p:nvPr>
        </p:nvSpPr>
        <p:spPr>
          <a:xfrm>
            <a:off x="419101" y="4083117"/>
            <a:ext cx="914400" cy="677108"/>
          </a:xfrm>
        </p:spPr>
        <p:txBody>
          <a:bodyPr>
            <a:spAutoFit/>
          </a:bodyPr>
          <a:lstStyle>
            <a:lvl1pPr>
              <a:defRPr sz="4400">
                <a:gradFill>
                  <a:gsLst>
                    <a:gs pos="0">
                      <a:schemeClr val="bg2"/>
                    </a:gs>
                    <a:gs pos="100000">
                      <a:schemeClr val="accent1"/>
                    </a:gs>
                  </a:gsLst>
                  <a:lin ang="4800000" scaled="0"/>
                </a:gradFill>
              </a:defRPr>
            </a:lvl1pPr>
          </a:lstStyle>
          <a:p>
            <a:pPr lvl="0"/>
            <a:r>
              <a:rPr lang="en-US"/>
              <a:t>XX</a:t>
            </a:r>
          </a:p>
        </p:txBody>
      </p:sp>
    </p:spTree>
    <p:extLst>
      <p:ext uri="{BB962C8B-B14F-4D97-AF65-F5344CB8AC3E}">
        <p14:creationId xmlns:p14="http://schemas.microsoft.com/office/powerpoint/2010/main" val="1531766379"/>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able of content 1">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904E673-4010-001C-8DC7-63890B9714F1}"/>
              </a:ext>
            </a:extLst>
          </p:cNvPr>
          <p:cNvPicPr>
            <a:picLocks noChangeAspect="1"/>
          </p:cNvPicPr>
          <p:nvPr userDrawn="1"/>
        </p:nvPicPr>
        <p:blipFill>
          <a:blip r:embed="rId2"/>
          <a:stretch>
            <a:fillRect/>
          </a:stretch>
        </p:blipFill>
        <p:spPr>
          <a:xfrm>
            <a:off x="0" y="2675782"/>
            <a:ext cx="5450296" cy="4182218"/>
          </a:xfrm>
          <a:prstGeom prst="rect">
            <a:avLst/>
          </a:prstGeom>
        </p:spPr>
      </p:pic>
      <p:sp>
        <p:nvSpPr>
          <p:cNvPr id="4" name="Rectangle: Rounded Corners 3">
            <a:extLst>
              <a:ext uri="{FF2B5EF4-FFF2-40B4-BE49-F238E27FC236}">
                <a16:creationId xmlns:a16="http://schemas.microsoft.com/office/drawing/2014/main" id="{80DA45FD-6198-8F9C-B227-338751A25D27}"/>
              </a:ext>
            </a:extLst>
          </p:cNvPr>
          <p:cNvSpPr/>
          <p:nvPr userDrawn="1"/>
        </p:nvSpPr>
        <p:spPr>
          <a:xfrm>
            <a:off x="3835759" y="419100"/>
            <a:ext cx="7937141" cy="6019800"/>
          </a:xfrm>
          <a:prstGeom prst="roundRect">
            <a:avLst>
              <a:gd name="adj" fmla="val 4147"/>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457109"/>
            <a:endParaRPr lang="en-US" sz="900">
              <a:solidFill>
                <a:srgbClr val="FEFFFE"/>
              </a:solidFill>
              <a:latin typeface="Aptos" panose="02110004020202020204"/>
            </a:endParaRPr>
          </a:p>
        </p:txBody>
      </p:sp>
      <p:sp>
        <p:nvSpPr>
          <p:cNvPr id="33" name="Text Placeholder 31">
            <a:extLst>
              <a:ext uri="{FF2B5EF4-FFF2-40B4-BE49-F238E27FC236}">
                <a16:creationId xmlns:a16="http://schemas.microsoft.com/office/drawing/2014/main" id="{B1425864-B6D8-C041-BD40-3EC38B7DFDAB}"/>
              </a:ext>
            </a:extLst>
          </p:cNvPr>
          <p:cNvSpPr>
            <a:spLocks noGrp="1" noChangeAspect="1"/>
          </p:cNvSpPr>
          <p:nvPr>
            <p:ph type="body" sz="quarter" idx="11" hasCustomPrompt="1"/>
          </p:nvPr>
        </p:nvSpPr>
        <p:spPr>
          <a:xfrm>
            <a:off x="4744344" y="797884"/>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cxnSp>
        <p:nvCxnSpPr>
          <p:cNvPr id="23" name="Straight Connector 22">
            <a:extLst>
              <a:ext uri="{FF2B5EF4-FFF2-40B4-BE49-F238E27FC236}">
                <a16:creationId xmlns:a16="http://schemas.microsoft.com/office/drawing/2014/main" id="{2D18E9F2-7BC3-B7E1-E43E-52423069EA5A}"/>
              </a:ext>
            </a:extLst>
          </p:cNvPr>
          <p:cNvCxnSpPr>
            <a:cxnSpLocks/>
          </p:cNvCxnSpPr>
          <p:nvPr userDrawn="1"/>
        </p:nvCxnSpPr>
        <p:spPr>
          <a:xfrm>
            <a:off x="4744344" y="1234495"/>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3208556-5124-E307-1EB6-55F5888BC8BA}"/>
              </a:ext>
            </a:extLst>
          </p:cNvPr>
          <p:cNvCxnSpPr>
            <a:cxnSpLocks/>
          </p:cNvCxnSpPr>
          <p:nvPr userDrawn="1"/>
        </p:nvCxnSpPr>
        <p:spPr>
          <a:xfrm>
            <a:off x="4744344" y="1861496"/>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56ABC26-792A-4D2F-29F9-3AF1DE9EA7E5}"/>
              </a:ext>
            </a:extLst>
          </p:cNvPr>
          <p:cNvCxnSpPr>
            <a:cxnSpLocks/>
          </p:cNvCxnSpPr>
          <p:nvPr userDrawn="1"/>
        </p:nvCxnSpPr>
        <p:spPr>
          <a:xfrm>
            <a:off x="4744344" y="2488497"/>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18385D-191C-64B7-029F-B9798BB3E00B}"/>
              </a:ext>
            </a:extLst>
          </p:cNvPr>
          <p:cNvCxnSpPr>
            <a:cxnSpLocks/>
          </p:cNvCxnSpPr>
          <p:nvPr userDrawn="1"/>
        </p:nvCxnSpPr>
        <p:spPr>
          <a:xfrm>
            <a:off x="4744344" y="3115498"/>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4D5AC9-D46B-AB84-3B56-923CE79BE5AE}"/>
              </a:ext>
            </a:extLst>
          </p:cNvPr>
          <p:cNvCxnSpPr>
            <a:cxnSpLocks/>
          </p:cNvCxnSpPr>
          <p:nvPr userDrawn="1"/>
        </p:nvCxnSpPr>
        <p:spPr>
          <a:xfrm>
            <a:off x="4744344" y="3742499"/>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34CF513-04C4-92DD-0901-7350034C6378}"/>
              </a:ext>
            </a:extLst>
          </p:cNvPr>
          <p:cNvCxnSpPr>
            <a:cxnSpLocks/>
          </p:cNvCxnSpPr>
          <p:nvPr userDrawn="1"/>
        </p:nvCxnSpPr>
        <p:spPr>
          <a:xfrm>
            <a:off x="4744344" y="4369500"/>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BF0BF36-7151-4E34-5F0F-FB92A8E9FEC8}"/>
              </a:ext>
            </a:extLst>
          </p:cNvPr>
          <p:cNvCxnSpPr>
            <a:cxnSpLocks/>
          </p:cNvCxnSpPr>
          <p:nvPr userDrawn="1"/>
        </p:nvCxnSpPr>
        <p:spPr>
          <a:xfrm>
            <a:off x="4744344" y="4996501"/>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EC3C6B2-4F05-B538-2CDC-D2A266CD8419}"/>
              </a:ext>
            </a:extLst>
          </p:cNvPr>
          <p:cNvCxnSpPr>
            <a:cxnSpLocks/>
          </p:cNvCxnSpPr>
          <p:nvPr userDrawn="1"/>
        </p:nvCxnSpPr>
        <p:spPr>
          <a:xfrm>
            <a:off x="4744344" y="5623502"/>
            <a:ext cx="67809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1" y="2755900"/>
            <a:ext cx="3151414" cy="1346200"/>
          </a:xfrm>
        </p:spPr>
        <p:txBody>
          <a:bodyPr anchor="ctr"/>
          <a:lstStyle>
            <a:lvl1pPr>
              <a:defRPr spc="-90" baseline="0"/>
            </a:lvl1pPr>
          </a:lstStyle>
          <a:p>
            <a:r>
              <a:rPr lang="en-US"/>
              <a:t>Click to edit Master title style</a:t>
            </a:r>
          </a:p>
        </p:txBody>
      </p:sp>
      <p:sp>
        <p:nvSpPr>
          <p:cNvPr id="32" name="Text Placeholder 31">
            <a:extLst>
              <a:ext uri="{FF2B5EF4-FFF2-40B4-BE49-F238E27FC236}">
                <a16:creationId xmlns:a16="http://schemas.microsoft.com/office/drawing/2014/main" id="{23E6AE2D-BAE9-7E68-9729-CE08E170DC8F}"/>
              </a:ext>
            </a:extLst>
          </p:cNvPr>
          <p:cNvSpPr>
            <a:spLocks noGrp="1" noChangeAspect="1"/>
          </p:cNvSpPr>
          <p:nvPr>
            <p:ph type="body" sz="quarter" idx="10" hasCustomPrompt="1"/>
          </p:nvPr>
        </p:nvSpPr>
        <p:spPr>
          <a:xfrm>
            <a:off x="4125823" y="705551"/>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34" name="Text Placeholder 31">
            <a:extLst>
              <a:ext uri="{FF2B5EF4-FFF2-40B4-BE49-F238E27FC236}">
                <a16:creationId xmlns:a16="http://schemas.microsoft.com/office/drawing/2014/main" id="{6D2D2EB1-483C-B556-EA39-9E8640517400}"/>
              </a:ext>
            </a:extLst>
          </p:cNvPr>
          <p:cNvSpPr>
            <a:spLocks noGrp="1" noChangeAspect="1"/>
          </p:cNvSpPr>
          <p:nvPr>
            <p:ph type="body" sz="quarter" idx="12" hasCustomPrompt="1"/>
          </p:nvPr>
        </p:nvSpPr>
        <p:spPr>
          <a:xfrm>
            <a:off x="4744344" y="1424885"/>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35" name="Text Placeholder 31">
            <a:extLst>
              <a:ext uri="{FF2B5EF4-FFF2-40B4-BE49-F238E27FC236}">
                <a16:creationId xmlns:a16="http://schemas.microsoft.com/office/drawing/2014/main" id="{7299A490-6D79-167F-8919-307779D17614}"/>
              </a:ext>
            </a:extLst>
          </p:cNvPr>
          <p:cNvSpPr>
            <a:spLocks noGrp="1" noChangeAspect="1"/>
          </p:cNvSpPr>
          <p:nvPr>
            <p:ph type="body" sz="quarter" idx="13" hasCustomPrompt="1"/>
          </p:nvPr>
        </p:nvSpPr>
        <p:spPr>
          <a:xfrm>
            <a:off x="4125823" y="1332552"/>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36" name="Text Placeholder 31">
            <a:extLst>
              <a:ext uri="{FF2B5EF4-FFF2-40B4-BE49-F238E27FC236}">
                <a16:creationId xmlns:a16="http://schemas.microsoft.com/office/drawing/2014/main" id="{A1596709-7A2C-A83D-CBE6-40275EBD261B}"/>
              </a:ext>
            </a:extLst>
          </p:cNvPr>
          <p:cNvSpPr>
            <a:spLocks noGrp="1" noChangeAspect="1"/>
          </p:cNvSpPr>
          <p:nvPr>
            <p:ph type="body" sz="quarter" idx="14" hasCustomPrompt="1"/>
          </p:nvPr>
        </p:nvSpPr>
        <p:spPr>
          <a:xfrm>
            <a:off x="4744344" y="2051886"/>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37" name="Text Placeholder 31">
            <a:extLst>
              <a:ext uri="{FF2B5EF4-FFF2-40B4-BE49-F238E27FC236}">
                <a16:creationId xmlns:a16="http://schemas.microsoft.com/office/drawing/2014/main" id="{3D0DF21B-D8CA-1010-BF41-C839F797A16D}"/>
              </a:ext>
            </a:extLst>
          </p:cNvPr>
          <p:cNvSpPr>
            <a:spLocks noGrp="1" noChangeAspect="1"/>
          </p:cNvSpPr>
          <p:nvPr>
            <p:ph type="body" sz="quarter" idx="15" hasCustomPrompt="1"/>
          </p:nvPr>
        </p:nvSpPr>
        <p:spPr>
          <a:xfrm>
            <a:off x="4125823" y="1959553"/>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38" name="Text Placeholder 31">
            <a:extLst>
              <a:ext uri="{FF2B5EF4-FFF2-40B4-BE49-F238E27FC236}">
                <a16:creationId xmlns:a16="http://schemas.microsoft.com/office/drawing/2014/main" id="{5BF25AC8-C511-F511-441D-320F146E2866}"/>
              </a:ext>
            </a:extLst>
          </p:cNvPr>
          <p:cNvSpPr>
            <a:spLocks noGrp="1" noChangeAspect="1"/>
          </p:cNvSpPr>
          <p:nvPr>
            <p:ph type="body" sz="quarter" idx="16" hasCustomPrompt="1"/>
          </p:nvPr>
        </p:nvSpPr>
        <p:spPr>
          <a:xfrm>
            <a:off x="4744344" y="2678887"/>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39" name="Text Placeholder 31">
            <a:extLst>
              <a:ext uri="{FF2B5EF4-FFF2-40B4-BE49-F238E27FC236}">
                <a16:creationId xmlns:a16="http://schemas.microsoft.com/office/drawing/2014/main" id="{1A751888-241D-D8E7-6F72-63D2346A6F8D}"/>
              </a:ext>
            </a:extLst>
          </p:cNvPr>
          <p:cNvSpPr>
            <a:spLocks noGrp="1" noChangeAspect="1"/>
          </p:cNvSpPr>
          <p:nvPr>
            <p:ph type="body" sz="quarter" idx="17" hasCustomPrompt="1"/>
          </p:nvPr>
        </p:nvSpPr>
        <p:spPr>
          <a:xfrm>
            <a:off x="4125823" y="2586554"/>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40" name="Text Placeholder 31">
            <a:extLst>
              <a:ext uri="{FF2B5EF4-FFF2-40B4-BE49-F238E27FC236}">
                <a16:creationId xmlns:a16="http://schemas.microsoft.com/office/drawing/2014/main" id="{31E1DB68-FC02-421E-39DB-37D46D5324CF}"/>
              </a:ext>
            </a:extLst>
          </p:cNvPr>
          <p:cNvSpPr>
            <a:spLocks noGrp="1" noChangeAspect="1"/>
          </p:cNvSpPr>
          <p:nvPr>
            <p:ph type="body" sz="quarter" idx="18" hasCustomPrompt="1"/>
          </p:nvPr>
        </p:nvSpPr>
        <p:spPr>
          <a:xfrm>
            <a:off x="4744344" y="3305888"/>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41" name="Text Placeholder 31">
            <a:extLst>
              <a:ext uri="{FF2B5EF4-FFF2-40B4-BE49-F238E27FC236}">
                <a16:creationId xmlns:a16="http://schemas.microsoft.com/office/drawing/2014/main" id="{6633B120-E2FF-FDE9-65BB-104C2C3BAD02}"/>
              </a:ext>
            </a:extLst>
          </p:cNvPr>
          <p:cNvSpPr>
            <a:spLocks noGrp="1" noChangeAspect="1"/>
          </p:cNvSpPr>
          <p:nvPr>
            <p:ph type="body" sz="quarter" idx="19" hasCustomPrompt="1"/>
          </p:nvPr>
        </p:nvSpPr>
        <p:spPr>
          <a:xfrm>
            <a:off x="4125823" y="3213555"/>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42" name="Text Placeholder 31">
            <a:extLst>
              <a:ext uri="{FF2B5EF4-FFF2-40B4-BE49-F238E27FC236}">
                <a16:creationId xmlns:a16="http://schemas.microsoft.com/office/drawing/2014/main" id="{2AE0CE55-A9BC-D327-2FAF-3B01458A687D}"/>
              </a:ext>
            </a:extLst>
          </p:cNvPr>
          <p:cNvSpPr>
            <a:spLocks noGrp="1" noChangeAspect="1"/>
          </p:cNvSpPr>
          <p:nvPr>
            <p:ph type="body" sz="quarter" idx="20" hasCustomPrompt="1"/>
          </p:nvPr>
        </p:nvSpPr>
        <p:spPr>
          <a:xfrm>
            <a:off x="4744344" y="3932889"/>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43" name="Text Placeholder 31">
            <a:extLst>
              <a:ext uri="{FF2B5EF4-FFF2-40B4-BE49-F238E27FC236}">
                <a16:creationId xmlns:a16="http://schemas.microsoft.com/office/drawing/2014/main" id="{CE1AD533-DF98-5482-0C6E-F22BA0F1B8CC}"/>
              </a:ext>
            </a:extLst>
          </p:cNvPr>
          <p:cNvSpPr>
            <a:spLocks noGrp="1" noChangeAspect="1"/>
          </p:cNvSpPr>
          <p:nvPr>
            <p:ph type="body" sz="quarter" idx="21" hasCustomPrompt="1"/>
          </p:nvPr>
        </p:nvSpPr>
        <p:spPr>
          <a:xfrm>
            <a:off x="4125823" y="3840556"/>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44" name="Text Placeholder 31">
            <a:extLst>
              <a:ext uri="{FF2B5EF4-FFF2-40B4-BE49-F238E27FC236}">
                <a16:creationId xmlns:a16="http://schemas.microsoft.com/office/drawing/2014/main" id="{0528898B-28A6-A07E-C4FA-7DC4E9C650CB}"/>
              </a:ext>
            </a:extLst>
          </p:cNvPr>
          <p:cNvSpPr>
            <a:spLocks noGrp="1" noChangeAspect="1"/>
          </p:cNvSpPr>
          <p:nvPr>
            <p:ph type="body" sz="quarter" idx="22" hasCustomPrompt="1"/>
          </p:nvPr>
        </p:nvSpPr>
        <p:spPr>
          <a:xfrm>
            <a:off x="4744344" y="4559890"/>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45" name="Text Placeholder 31">
            <a:extLst>
              <a:ext uri="{FF2B5EF4-FFF2-40B4-BE49-F238E27FC236}">
                <a16:creationId xmlns:a16="http://schemas.microsoft.com/office/drawing/2014/main" id="{81B26C74-E685-ACE8-3F97-5603D0964279}"/>
              </a:ext>
            </a:extLst>
          </p:cNvPr>
          <p:cNvSpPr>
            <a:spLocks noGrp="1" noChangeAspect="1"/>
          </p:cNvSpPr>
          <p:nvPr>
            <p:ph type="body" sz="quarter" idx="23" hasCustomPrompt="1"/>
          </p:nvPr>
        </p:nvSpPr>
        <p:spPr>
          <a:xfrm>
            <a:off x="4125823" y="4467557"/>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46" name="Text Placeholder 31">
            <a:extLst>
              <a:ext uri="{FF2B5EF4-FFF2-40B4-BE49-F238E27FC236}">
                <a16:creationId xmlns:a16="http://schemas.microsoft.com/office/drawing/2014/main" id="{502B60DE-6A80-7C08-C685-FB41CCC2BF27}"/>
              </a:ext>
            </a:extLst>
          </p:cNvPr>
          <p:cNvSpPr>
            <a:spLocks noGrp="1" noChangeAspect="1"/>
          </p:cNvSpPr>
          <p:nvPr>
            <p:ph type="body" sz="quarter" idx="24" hasCustomPrompt="1"/>
          </p:nvPr>
        </p:nvSpPr>
        <p:spPr>
          <a:xfrm>
            <a:off x="4744344" y="5186891"/>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47" name="Text Placeholder 31">
            <a:extLst>
              <a:ext uri="{FF2B5EF4-FFF2-40B4-BE49-F238E27FC236}">
                <a16:creationId xmlns:a16="http://schemas.microsoft.com/office/drawing/2014/main" id="{0685763A-C250-2F15-DDC9-A29B5A98FBC1}"/>
              </a:ext>
            </a:extLst>
          </p:cNvPr>
          <p:cNvSpPr>
            <a:spLocks noGrp="1" noChangeAspect="1"/>
          </p:cNvSpPr>
          <p:nvPr>
            <p:ph type="body" sz="quarter" idx="25" hasCustomPrompt="1"/>
          </p:nvPr>
        </p:nvSpPr>
        <p:spPr>
          <a:xfrm>
            <a:off x="4125823" y="50945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48" name="Text Placeholder 31">
            <a:extLst>
              <a:ext uri="{FF2B5EF4-FFF2-40B4-BE49-F238E27FC236}">
                <a16:creationId xmlns:a16="http://schemas.microsoft.com/office/drawing/2014/main" id="{F93BE447-EC2B-C780-1A38-FF6E185A82F8}"/>
              </a:ext>
            </a:extLst>
          </p:cNvPr>
          <p:cNvSpPr>
            <a:spLocks noGrp="1" noChangeAspect="1"/>
          </p:cNvSpPr>
          <p:nvPr>
            <p:ph type="body" sz="quarter" idx="26" hasCustomPrompt="1"/>
          </p:nvPr>
        </p:nvSpPr>
        <p:spPr>
          <a:xfrm>
            <a:off x="4744344" y="5813895"/>
            <a:ext cx="6780906" cy="246221"/>
          </a:xfrm>
        </p:spPr>
        <p:txBody>
          <a:bodyPr anchor="ctr">
            <a:noAutofit/>
          </a:bodyPr>
          <a:lstStyle>
            <a:lvl1pPr algn="l">
              <a:defRPr sz="1600" spc="0">
                <a:solidFill>
                  <a:schemeClr val="tx1"/>
                </a:solidFill>
                <a:latin typeface="+mn-lt"/>
              </a:defRPr>
            </a:lvl1pPr>
          </a:lstStyle>
          <a:p>
            <a:pPr lvl="0"/>
            <a:r>
              <a:rPr lang="en-US"/>
              <a:t>Add text here</a:t>
            </a:r>
          </a:p>
        </p:txBody>
      </p:sp>
      <p:sp>
        <p:nvSpPr>
          <p:cNvPr id="49" name="Text Placeholder 31">
            <a:extLst>
              <a:ext uri="{FF2B5EF4-FFF2-40B4-BE49-F238E27FC236}">
                <a16:creationId xmlns:a16="http://schemas.microsoft.com/office/drawing/2014/main" id="{24451C83-957F-4884-5B04-4F5B913CCD8A}"/>
              </a:ext>
            </a:extLst>
          </p:cNvPr>
          <p:cNvSpPr>
            <a:spLocks noGrp="1" noChangeAspect="1"/>
          </p:cNvSpPr>
          <p:nvPr>
            <p:ph type="body" sz="quarter" idx="27" hasCustomPrompt="1"/>
          </p:nvPr>
        </p:nvSpPr>
        <p:spPr>
          <a:xfrm>
            <a:off x="4125823" y="5721562"/>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Tree>
    <p:extLst>
      <p:ext uri="{BB962C8B-B14F-4D97-AF65-F5344CB8AC3E}">
        <p14:creationId xmlns:p14="http://schemas.microsoft.com/office/powerpoint/2010/main" val="1617267489"/>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able of conten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1DC1F2-5759-F3F0-940C-9BACD1D677EA}"/>
              </a:ext>
            </a:extLst>
          </p:cNvPr>
          <p:cNvSpPr/>
          <p:nvPr userDrawn="1"/>
        </p:nvSpPr>
        <p:spPr>
          <a:xfrm>
            <a:off x="-12700" y="5476754"/>
            <a:ext cx="12217400" cy="1409700"/>
          </a:xfrm>
          <a:prstGeom prst="rect">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457109"/>
            <a:endParaRPr lang="en-US" sz="900">
              <a:solidFill>
                <a:srgbClr val="FEFFFE"/>
              </a:solidFill>
              <a:latin typeface="Aptos" panose="02110004020202020204"/>
            </a:endParaRPr>
          </a:p>
        </p:txBody>
      </p:sp>
      <p:pic>
        <p:nvPicPr>
          <p:cNvPr id="37" name="Picture 36">
            <a:extLst>
              <a:ext uri="{FF2B5EF4-FFF2-40B4-BE49-F238E27FC236}">
                <a16:creationId xmlns:a16="http://schemas.microsoft.com/office/drawing/2014/main" id="{2F1A73B9-0B0B-0FEC-9257-B39DCAD5B926}"/>
              </a:ext>
            </a:extLst>
          </p:cNvPr>
          <p:cNvPicPr>
            <a:picLocks noChangeAspect="1"/>
          </p:cNvPicPr>
          <p:nvPr userDrawn="1"/>
        </p:nvPicPr>
        <p:blipFill>
          <a:blip r:embed="rId2"/>
          <a:stretch>
            <a:fillRect/>
          </a:stretch>
        </p:blipFill>
        <p:spPr>
          <a:xfrm>
            <a:off x="8308511" y="2279507"/>
            <a:ext cx="3883489" cy="4578493"/>
          </a:xfrm>
          <a:prstGeom prst="rect">
            <a:avLst/>
          </a:prstGeom>
        </p:spPr>
      </p:pic>
      <p:cxnSp>
        <p:nvCxnSpPr>
          <p:cNvPr id="8" name="Straight Connector 7">
            <a:extLst>
              <a:ext uri="{FF2B5EF4-FFF2-40B4-BE49-F238E27FC236}">
                <a16:creationId xmlns:a16="http://schemas.microsoft.com/office/drawing/2014/main" id="{6C08F712-B8D6-72D2-1583-6D6BC3AD2BA2}"/>
              </a:ext>
            </a:extLst>
          </p:cNvPr>
          <p:cNvCxnSpPr>
            <a:cxnSpLocks/>
          </p:cNvCxnSpPr>
          <p:nvPr userDrawn="1"/>
        </p:nvCxnSpPr>
        <p:spPr>
          <a:xfrm>
            <a:off x="948973" y="630331"/>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383D09E-336D-E719-6689-7564CB5A883C}"/>
              </a:ext>
            </a:extLst>
          </p:cNvPr>
          <p:cNvCxnSpPr>
            <a:cxnSpLocks/>
          </p:cNvCxnSpPr>
          <p:nvPr userDrawn="1"/>
        </p:nvCxnSpPr>
        <p:spPr>
          <a:xfrm>
            <a:off x="6953532" y="630331"/>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DBC2B9D-A1C7-7BD2-6EC7-26E8F462D569}"/>
              </a:ext>
            </a:extLst>
          </p:cNvPr>
          <p:cNvCxnSpPr>
            <a:cxnSpLocks/>
          </p:cNvCxnSpPr>
          <p:nvPr userDrawn="1"/>
        </p:nvCxnSpPr>
        <p:spPr>
          <a:xfrm>
            <a:off x="948973" y="1619117"/>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66D37CA-0774-090B-AE76-AC2BC326BBB3}"/>
              </a:ext>
            </a:extLst>
          </p:cNvPr>
          <p:cNvCxnSpPr>
            <a:cxnSpLocks/>
          </p:cNvCxnSpPr>
          <p:nvPr userDrawn="1"/>
        </p:nvCxnSpPr>
        <p:spPr>
          <a:xfrm>
            <a:off x="6953532" y="1619117"/>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F50ED79-8E1B-8989-E44D-CCD6C0CCF5A1}"/>
              </a:ext>
            </a:extLst>
          </p:cNvPr>
          <p:cNvCxnSpPr>
            <a:cxnSpLocks/>
          </p:cNvCxnSpPr>
          <p:nvPr userDrawn="1"/>
        </p:nvCxnSpPr>
        <p:spPr>
          <a:xfrm>
            <a:off x="948973" y="2607903"/>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5DC528-189E-8E9C-E64B-2F6558AE4046}"/>
              </a:ext>
            </a:extLst>
          </p:cNvPr>
          <p:cNvCxnSpPr>
            <a:cxnSpLocks/>
          </p:cNvCxnSpPr>
          <p:nvPr userDrawn="1"/>
        </p:nvCxnSpPr>
        <p:spPr>
          <a:xfrm>
            <a:off x="6953532" y="2607903"/>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CAE0F82-F72D-067A-0BAC-4092CA94D6BB}"/>
              </a:ext>
            </a:extLst>
          </p:cNvPr>
          <p:cNvCxnSpPr>
            <a:cxnSpLocks/>
          </p:cNvCxnSpPr>
          <p:nvPr userDrawn="1"/>
        </p:nvCxnSpPr>
        <p:spPr>
          <a:xfrm>
            <a:off x="948973" y="3596689"/>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35F5384-2948-2F89-93CE-623735858C34}"/>
              </a:ext>
            </a:extLst>
          </p:cNvPr>
          <p:cNvCxnSpPr>
            <a:cxnSpLocks/>
          </p:cNvCxnSpPr>
          <p:nvPr userDrawn="1"/>
        </p:nvCxnSpPr>
        <p:spPr>
          <a:xfrm>
            <a:off x="6953532" y="3596689"/>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2EB1F-9E5D-70C4-A3F7-F7E410C70759}"/>
              </a:ext>
            </a:extLst>
          </p:cNvPr>
          <p:cNvCxnSpPr>
            <a:cxnSpLocks/>
          </p:cNvCxnSpPr>
          <p:nvPr userDrawn="1"/>
        </p:nvCxnSpPr>
        <p:spPr>
          <a:xfrm>
            <a:off x="948973" y="4585475"/>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F10059B-0EF5-9DDA-13A6-5BE0A1F1B145}"/>
              </a:ext>
            </a:extLst>
          </p:cNvPr>
          <p:cNvCxnSpPr>
            <a:cxnSpLocks/>
          </p:cNvCxnSpPr>
          <p:nvPr userDrawn="1"/>
        </p:nvCxnSpPr>
        <p:spPr>
          <a:xfrm>
            <a:off x="6953532" y="4585475"/>
            <a:ext cx="0" cy="388723"/>
          </a:xfrm>
          <a:prstGeom prst="line">
            <a:avLst/>
          </a:prstGeom>
          <a:ln w="25400" cap="rnd">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6C5C2B3F-15DE-2C64-2714-C3BA30B514F5}"/>
              </a:ext>
            </a:extLst>
          </p:cNvPr>
          <p:cNvSpPr>
            <a:spLocks noGrp="1"/>
          </p:cNvSpPr>
          <p:nvPr>
            <p:ph type="title"/>
          </p:nvPr>
        </p:nvSpPr>
        <p:spPr>
          <a:xfrm>
            <a:off x="419100" y="5700236"/>
            <a:ext cx="11353799" cy="830997"/>
          </a:xfrm>
        </p:spPr>
        <p:txBody>
          <a:bodyPr>
            <a:spAutoFit/>
          </a:bodyPr>
          <a:lstStyle>
            <a:lvl1pPr>
              <a:defRPr sz="5400"/>
            </a:lvl1pPr>
          </a:lstStyle>
          <a:p>
            <a:r>
              <a:rPr lang="en-US"/>
              <a:t>Click to edit Master title style</a:t>
            </a:r>
          </a:p>
        </p:txBody>
      </p:sp>
      <p:sp>
        <p:nvSpPr>
          <p:cNvPr id="32" name="Text Placeholder 31">
            <a:extLst>
              <a:ext uri="{FF2B5EF4-FFF2-40B4-BE49-F238E27FC236}">
                <a16:creationId xmlns:a16="http://schemas.microsoft.com/office/drawing/2014/main" id="{23E6AE2D-BAE9-7E68-9729-CE08E170DC8F}"/>
              </a:ext>
            </a:extLst>
          </p:cNvPr>
          <p:cNvSpPr>
            <a:spLocks noGrp="1" noChangeAspect="1"/>
          </p:cNvSpPr>
          <p:nvPr>
            <p:ph type="body" sz="quarter" idx="10" hasCustomPrompt="1"/>
          </p:nvPr>
        </p:nvSpPr>
        <p:spPr>
          <a:xfrm>
            <a:off x="419100" y="609249"/>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59" name="Text Placeholder 31">
            <a:extLst>
              <a:ext uri="{FF2B5EF4-FFF2-40B4-BE49-F238E27FC236}">
                <a16:creationId xmlns:a16="http://schemas.microsoft.com/office/drawing/2014/main" id="{CA14B289-E8EE-A176-DAF6-511C8D4AA604}"/>
              </a:ext>
            </a:extLst>
          </p:cNvPr>
          <p:cNvSpPr>
            <a:spLocks noGrp="1" noChangeAspect="1"/>
          </p:cNvSpPr>
          <p:nvPr>
            <p:ph type="body" sz="quarter" idx="28" hasCustomPrompt="1"/>
          </p:nvPr>
        </p:nvSpPr>
        <p:spPr>
          <a:xfrm>
            <a:off x="1064419" y="701582"/>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44" name="Text Placeholder 31">
            <a:extLst>
              <a:ext uri="{FF2B5EF4-FFF2-40B4-BE49-F238E27FC236}">
                <a16:creationId xmlns:a16="http://schemas.microsoft.com/office/drawing/2014/main" id="{C02C93BF-5099-7D2C-B7A5-D27B8DD41B48}"/>
              </a:ext>
            </a:extLst>
          </p:cNvPr>
          <p:cNvSpPr>
            <a:spLocks noGrp="1" noChangeAspect="1"/>
          </p:cNvSpPr>
          <p:nvPr>
            <p:ph type="body" sz="quarter" idx="54" hasCustomPrompt="1"/>
          </p:nvPr>
        </p:nvSpPr>
        <p:spPr>
          <a:xfrm>
            <a:off x="419100" y="1598035"/>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43" name="Text Placeholder 31">
            <a:extLst>
              <a:ext uri="{FF2B5EF4-FFF2-40B4-BE49-F238E27FC236}">
                <a16:creationId xmlns:a16="http://schemas.microsoft.com/office/drawing/2014/main" id="{3105861A-20FC-CE39-EF1C-0C89E8C2AA99}"/>
              </a:ext>
            </a:extLst>
          </p:cNvPr>
          <p:cNvSpPr>
            <a:spLocks noGrp="1" noChangeAspect="1"/>
          </p:cNvSpPr>
          <p:nvPr>
            <p:ph type="body" sz="quarter" idx="53" hasCustomPrompt="1"/>
          </p:nvPr>
        </p:nvSpPr>
        <p:spPr>
          <a:xfrm>
            <a:off x="1064419" y="1690368"/>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0" name="Text Placeholder 31">
            <a:extLst>
              <a:ext uri="{FF2B5EF4-FFF2-40B4-BE49-F238E27FC236}">
                <a16:creationId xmlns:a16="http://schemas.microsoft.com/office/drawing/2014/main" id="{F3994E01-940A-298B-8574-ED35F361AD75}"/>
              </a:ext>
            </a:extLst>
          </p:cNvPr>
          <p:cNvSpPr>
            <a:spLocks noGrp="1" noChangeAspect="1"/>
          </p:cNvSpPr>
          <p:nvPr>
            <p:ph type="body" sz="quarter" idx="58" hasCustomPrompt="1"/>
          </p:nvPr>
        </p:nvSpPr>
        <p:spPr>
          <a:xfrm>
            <a:off x="419100" y="2586821"/>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49" name="Text Placeholder 31">
            <a:extLst>
              <a:ext uri="{FF2B5EF4-FFF2-40B4-BE49-F238E27FC236}">
                <a16:creationId xmlns:a16="http://schemas.microsoft.com/office/drawing/2014/main" id="{84BC817E-3C20-E2D8-A759-06392821B703}"/>
              </a:ext>
            </a:extLst>
          </p:cNvPr>
          <p:cNvSpPr>
            <a:spLocks noGrp="1" noChangeAspect="1"/>
          </p:cNvSpPr>
          <p:nvPr>
            <p:ph type="body" sz="quarter" idx="57" hasCustomPrompt="1"/>
          </p:nvPr>
        </p:nvSpPr>
        <p:spPr>
          <a:xfrm>
            <a:off x="1064419" y="2679154"/>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6" name="Text Placeholder 31">
            <a:extLst>
              <a:ext uri="{FF2B5EF4-FFF2-40B4-BE49-F238E27FC236}">
                <a16:creationId xmlns:a16="http://schemas.microsoft.com/office/drawing/2014/main" id="{1F498868-7EC1-6ECE-8E81-03012307AEDC}"/>
              </a:ext>
            </a:extLst>
          </p:cNvPr>
          <p:cNvSpPr>
            <a:spLocks noGrp="1" noChangeAspect="1"/>
          </p:cNvSpPr>
          <p:nvPr>
            <p:ph type="body" sz="quarter" idx="62" hasCustomPrompt="1"/>
          </p:nvPr>
        </p:nvSpPr>
        <p:spPr>
          <a:xfrm>
            <a:off x="419100" y="3575607"/>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55" name="Text Placeholder 31">
            <a:extLst>
              <a:ext uri="{FF2B5EF4-FFF2-40B4-BE49-F238E27FC236}">
                <a16:creationId xmlns:a16="http://schemas.microsoft.com/office/drawing/2014/main" id="{366851E1-6525-C578-933A-3D63B2380E26}"/>
              </a:ext>
            </a:extLst>
          </p:cNvPr>
          <p:cNvSpPr>
            <a:spLocks noGrp="1" noChangeAspect="1"/>
          </p:cNvSpPr>
          <p:nvPr>
            <p:ph type="body" sz="quarter" idx="61" hasCustomPrompt="1"/>
          </p:nvPr>
        </p:nvSpPr>
        <p:spPr>
          <a:xfrm>
            <a:off x="1064419" y="3667940"/>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7" name="Text Placeholder 31">
            <a:extLst>
              <a:ext uri="{FF2B5EF4-FFF2-40B4-BE49-F238E27FC236}">
                <a16:creationId xmlns:a16="http://schemas.microsoft.com/office/drawing/2014/main" id="{8B449313-AC10-229B-CDD6-D1B793B79B07}"/>
              </a:ext>
            </a:extLst>
          </p:cNvPr>
          <p:cNvSpPr>
            <a:spLocks noGrp="1" noChangeAspect="1"/>
          </p:cNvSpPr>
          <p:nvPr>
            <p:ph type="body" sz="quarter" idx="66" hasCustomPrompt="1"/>
          </p:nvPr>
        </p:nvSpPr>
        <p:spPr>
          <a:xfrm>
            <a:off x="419100" y="4564393"/>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66" name="Text Placeholder 31">
            <a:extLst>
              <a:ext uri="{FF2B5EF4-FFF2-40B4-BE49-F238E27FC236}">
                <a16:creationId xmlns:a16="http://schemas.microsoft.com/office/drawing/2014/main" id="{44055EBC-7507-6F0E-0A52-5D051C3A27F1}"/>
              </a:ext>
            </a:extLst>
          </p:cNvPr>
          <p:cNvSpPr>
            <a:spLocks noGrp="1" noChangeAspect="1"/>
          </p:cNvSpPr>
          <p:nvPr>
            <p:ph type="body" sz="quarter" idx="65" hasCustomPrompt="1"/>
          </p:nvPr>
        </p:nvSpPr>
        <p:spPr>
          <a:xfrm>
            <a:off x="1064419" y="4656726"/>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41" name="Text Placeholder 31">
            <a:extLst>
              <a:ext uri="{FF2B5EF4-FFF2-40B4-BE49-F238E27FC236}">
                <a16:creationId xmlns:a16="http://schemas.microsoft.com/office/drawing/2014/main" id="{1479F104-FDD5-EAE7-4546-2A3563F802B1}"/>
              </a:ext>
            </a:extLst>
          </p:cNvPr>
          <p:cNvSpPr>
            <a:spLocks noGrp="1" noChangeAspect="1"/>
          </p:cNvSpPr>
          <p:nvPr>
            <p:ph type="body" sz="quarter" idx="52" hasCustomPrompt="1"/>
          </p:nvPr>
        </p:nvSpPr>
        <p:spPr>
          <a:xfrm>
            <a:off x="6423659" y="609249"/>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40" name="Text Placeholder 31">
            <a:extLst>
              <a:ext uri="{FF2B5EF4-FFF2-40B4-BE49-F238E27FC236}">
                <a16:creationId xmlns:a16="http://schemas.microsoft.com/office/drawing/2014/main" id="{9EF80ECA-1646-5B9B-A763-7AE1D9A292EB}"/>
              </a:ext>
            </a:extLst>
          </p:cNvPr>
          <p:cNvSpPr>
            <a:spLocks noGrp="1" noChangeAspect="1"/>
          </p:cNvSpPr>
          <p:nvPr>
            <p:ph type="body" sz="quarter" idx="51" hasCustomPrompt="1"/>
          </p:nvPr>
        </p:nvSpPr>
        <p:spPr>
          <a:xfrm>
            <a:off x="7068978" y="701582"/>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47" name="Text Placeholder 31">
            <a:extLst>
              <a:ext uri="{FF2B5EF4-FFF2-40B4-BE49-F238E27FC236}">
                <a16:creationId xmlns:a16="http://schemas.microsoft.com/office/drawing/2014/main" id="{406646BB-9F80-43C0-ED11-56DA51A15568}"/>
              </a:ext>
            </a:extLst>
          </p:cNvPr>
          <p:cNvSpPr>
            <a:spLocks noGrp="1" noChangeAspect="1"/>
          </p:cNvSpPr>
          <p:nvPr>
            <p:ph type="body" sz="quarter" idx="56" hasCustomPrompt="1"/>
          </p:nvPr>
        </p:nvSpPr>
        <p:spPr>
          <a:xfrm>
            <a:off x="6423659" y="1598035"/>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46" name="Text Placeholder 31">
            <a:extLst>
              <a:ext uri="{FF2B5EF4-FFF2-40B4-BE49-F238E27FC236}">
                <a16:creationId xmlns:a16="http://schemas.microsoft.com/office/drawing/2014/main" id="{C96AD79C-8E6F-31EA-79C2-67D3D02C7058}"/>
              </a:ext>
            </a:extLst>
          </p:cNvPr>
          <p:cNvSpPr>
            <a:spLocks noGrp="1" noChangeAspect="1"/>
          </p:cNvSpPr>
          <p:nvPr>
            <p:ph type="body" sz="quarter" idx="55" hasCustomPrompt="1"/>
          </p:nvPr>
        </p:nvSpPr>
        <p:spPr>
          <a:xfrm>
            <a:off x="7068978" y="1690368"/>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3" name="Text Placeholder 31">
            <a:extLst>
              <a:ext uri="{FF2B5EF4-FFF2-40B4-BE49-F238E27FC236}">
                <a16:creationId xmlns:a16="http://schemas.microsoft.com/office/drawing/2014/main" id="{E4AC8FD5-4CB2-87AD-9692-A495D66EFD40}"/>
              </a:ext>
            </a:extLst>
          </p:cNvPr>
          <p:cNvSpPr>
            <a:spLocks noGrp="1" noChangeAspect="1"/>
          </p:cNvSpPr>
          <p:nvPr>
            <p:ph type="body" sz="quarter" idx="60" hasCustomPrompt="1"/>
          </p:nvPr>
        </p:nvSpPr>
        <p:spPr>
          <a:xfrm>
            <a:off x="6423659" y="2586821"/>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52" name="Text Placeholder 31">
            <a:extLst>
              <a:ext uri="{FF2B5EF4-FFF2-40B4-BE49-F238E27FC236}">
                <a16:creationId xmlns:a16="http://schemas.microsoft.com/office/drawing/2014/main" id="{223FCA11-EE16-5DD5-DFF7-087AB5D9D838}"/>
              </a:ext>
            </a:extLst>
          </p:cNvPr>
          <p:cNvSpPr>
            <a:spLocks noGrp="1" noChangeAspect="1"/>
          </p:cNvSpPr>
          <p:nvPr>
            <p:ph type="body" sz="quarter" idx="59" hasCustomPrompt="1"/>
          </p:nvPr>
        </p:nvSpPr>
        <p:spPr>
          <a:xfrm>
            <a:off x="7068978" y="2679154"/>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4" name="Text Placeholder 31">
            <a:extLst>
              <a:ext uri="{FF2B5EF4-FFF2-40B4-BE49-F238E27FC236}">
                <a16:creationId xmlns:a16="http://schemas.microsoft.com/office/drawing/2014/main" id="{ADB640E3-2B72-67AE-BC76-1BC883A45D22}"/>
              </a:ext>
            </a:extLst>
          </p:cNvPr>
          <p:cNvSpPr>
            <a:spLocks noGrp="1" noChangeAspect="1"/>
          </p:cNvSpPr>
          <p:nvPr>
            <p:ph type="body" sz="quarter" idx="64" hasCustomPrompt="1"/>
          </p:nvPr>
        </p:nvSpPr>
        <p:spPr>
          <a:xfrm>
            <a:off x="6423659" y="3575607"/>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58" name="Text Placeholder 31">
            <a:extLst>
              <a:ext uri="{FF2B5EF4-FFF2-40B4-BE49-F238E27FC236}">
                <a16:creationId xmlns:a16="http://schemas.microsoft.com/office/drawing/2014/main" id="{0593B246-D0A0-0C4A-1E86-D785AB9B3D2B}"/>
              </a:ext>
            </a:extLst>
          </p:cNvPr>
          <p:cNvSpPr>
            <a:spLocks noGrp="1" noChangeAspect="1"/>
          </p:cNvSpPr>
          <p:nvPr>
            <p:ph type="body" sz="quarter" idx="63" hasCustomPrompt="1"/>
          </p:nvPr>
        </p:nvSpPr>
        <p:spPr>
          <a:xfrm>
            <a:off x="7068978" y="3667940"/>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70" name="Text Placeholder 31">
            <a:extLst>
              <a:ext uri="{FF2B5EF4-FFF2-40B4-BE49-F238E27FC236}">
                <a16:creationId xmlns:a16="http://schemas.microsoft.com/office/drawing/2014/main" id="{57AC683D-06E7-8C64-C81F-6EDE334B82C4}"/>
              </a:ext>
            </a:extLst>
          </p:cNvPr>
          <p:cNvSpPr>
            <a:spLocks noGrp="1" noChangeAspect="1"/>
          </p:cNvSpPr>
          <p:nvPr>
            <p:ph type="body" sz="quarter" idx="68" hasCustomPrompt="1"/>
          </p:nvPr>
        </p:nvSpPr>
        <p:spPr>
          <a:xfrm>
            <a:off x="6423659" y="4564393"/>
            <a:ext cx="414427" cy="430887"/>
          </a:xfrm>
        </p:spPr>
        <p:txBody>
          <a:bodyPr anchor="ctr">
            <a:noAutofit/>
          </a:bodyPr>
          <a:lstStyle>
            <a:lvl1pPr algn="l">
              <a:defRPr sz="2800" spc="0">
                <a:gradFill>
                  <a:gsLst>
                    <a:gs pos="0">
                      <a:schemeClr val="bg2"/>
                    </a:gs>
                    <a:gs pos="100000">
                      <a:schemeClr val="accent1"/>
                    </a:gs>
                  </a:gsLst>
                  <a:lin ang="4800000" scaled="0"/>
                </a:gradFill>
                <a:latin typeface="+mj-lt"/>
              </a:defRPr>
            </a:lvl1pPr>
          </a:lstStyle>
          <a:p>
            <a:pPr lvl="0"/>
            <a:r>
              <a:rPr lang="en-US"/>
              <a:t>XX</a:t>
            </a:r>
          </a:p>
        </p:txBody>
      </p:sp>
      <p:sp>
        <p:nvSpPr>
          <p:cNvPr id="69" name="Text Placeholder 31">
            <a:extLst>
              <a:ext uri="{FF2B5EF4-FFF2-40B4-BE49-F238E27FC236}">
                <a16:creationId xmlns:a16="http://schemas.microsoft.com/office/drawing/2014/main" id="{3D0E71F2-AAC8-2AD8-9E16-50CB0B894B4B}"/>
              </a:ext>
            </a:extLst>
          </p:cNvPr>
          <p:cNvSpPr>
            <a:spLocks noGrp="1" noChangeAspect="1"/>
          </p:cNvSpPr>
          <p:nvPr>
            <p:ph type="body" sz="quarter" idx="67" hasCustomPrompt="1"/>
          </p:nvPr>
        </p:nvSpPr>
        <p:spPr>
          <a:xfrm>
            <a:off x="7068978" y="4656726"/>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Tree>
    <p:extLst>
      <p:ext uri="{BB962C8B-B14F-4D97-AF65-F5344CB8AC3E}">
        <p14:creationId xmlns:p14="http://schemas.microsoft.com/office/powerpoint/2010/main" val="1784537970"/>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able of content 3">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B949647-E2C8-0BB4-78B6-1D079BCA8DB0}"/>
              </a:ext>
            </a:extLst>
          </p:cNvPr>
          <p:cNvPicPr>
            <a:picLocks noChangeAspect="1"/>
          </p:cNvPicPr>
          <p:nvPr userDrawn="1"/>
        </p:nvPicPr>
        <p:blipFill>
          <a:blip r:embed="rId2"/>
          <a:stretch>
            <a:fillRect/>
          </a:stretch>
        </p:blipFill>
        <p:spPr>
          <a:xfrm>
            <a:off x="7150171" y="0"/>
            <a:ext cx="5041829" cy="3968840"/>
          </a:xfrm>
          <a:prstGeom prst="rect">
            <a:avLst/>
          </a:prstGeom>
        </p:spPr>
      </p:pic>
      <p:sp>
        <p:nvSpPr>
          <p:cNvPr id="3" name="Rectangle: Rounded Corners 2">
            <a:extLst>
              <a:ext uri="{FF2B5EF4-FFF2-40B4-BE49-F238E27FC236}">
                <a16:creationId xmlns:a16="http://schemas.microsoft.com/office/drawing/2014/main" id="{8474ECA2-083A-C3A6-E836-3A057CE52E18}"/>
              </a:ext>
            </a:extLst>
          </p:cNvPr>
          <p:cNvSpPr/>
          <p:nvPr userDrawn="1"/>
        </p:nvSpPr>
        <p:spPr>
          <a:xfrm>
            <a:off x="6104344" y="1223158"/>
            <a:ext cx="672816" cy="5215741"/>
          </a:xfrm>
          <a:prstGeom prst="roundRect">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457109"/>
            <a:endParaRPr lang="en-US" sz="900">
              <a:solidFill>
                <a:srgbClr val="FEFFFE"/>
              </a:solidFill>
              <a:latin typeface="Aptos" panose="02110004020202020204"/>
            </a:endParaRPr>
          </a:p>
        </p:txBody>
      </p:sp>
      <p:sp>
        <p:nvSpPr>
          <p:cNvPr id="4" name="Rectangle: Rounded Corners 3">
            <a:extLst>
              <a:ext uri="{FF2B5EF4-FFF2-40B4-BE49-F238E27FC236}">
                <a16:creationId xmlns:a16="http://schemas.microsoft.com/office/drawing/2014/main" id="{98026DE6-7448-6E5E-3AE0-B6D3D209A80B}"/>
              </a:ext>
            </a:extLst>
          </p:cNvPr>
          <p:cNvSpPr/>
          <p:nvPr userDrawn="1"/>
        </p:nvSpPr>
        <p:spPr>
          <a:xfrm>
            <a:off x="419102" y="1223158"/>
            <a:ext cx="672816" cy="5215741"/>
          </a:xfrm>
          <a:prstGeom prst="roundRect">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457109"/>
            <a:endParaRPr lang="en-US" sz="900">
              <a:solidFill>
                <a:srgbClr val="FEFFFE"/>
              </a:solidFill>
              <a:latin typeface="Aptos" panose="02110004020202020204"/>
            </a:endParaRPr>
          </a:p>
        </p:txBody>
      </p:sp>
      <p:cxnSp>
        <p:nvCxnSpPr>
          <p:cNvPr id="34" name="Straight Connector 33">
            <a:extLst>
              <a:ext uri="{FF2B5EF4-FFF2-40B4-BE49-F238E27FC236}">
                <a16:creationId xmlns:a16="http://schemas.microsoft.com/office/drawing/2014/main" id="{AD8C8F45-9904-8072-533D-397BEA85C47E}"/>
              </a:ext>
            </a:extLst>
          </p:cNvPr>
          <p:cNvCxnSpPr/>
          <p:nvPr userDrawn="1"/>
        </p:nvCxnSpPr>
        <p:spPr>
          <a:xfrm>
            <a:off x="1224078" y="230382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EC8FDB-9012-EBCC-D402-0214C702B299}"/>
              </a:ext>
            </a:extLst>
          </p:cNvPr>
          <p:cNvCxnSpPr>
            <a:cxnSpLocks/>
          </p:cNvCxnSpPr>
          <p:nvPr userDrawn="1"/>
        </p:nvCxnSpPr>
        <p:spPr>
          <a:xfrm>
            <a:off x="6909320" y="230382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712127C-9211-5751-A0CB-C490D24C3A68}"/>
              </a:ext>
            </a:extLst>
          </p:cNvPr>
          <p:cNvCxnSpPr/>
          <p:nvPr userDrawn="1"/>
        </p:nvCxnSpPr>
        <p:spPr>
          <a:xfrm>
            <a:off x="1224078" y="3321962"/>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E63B8AA-C7DE-AC31-FA34-482090B42854}"/>
              </a:ext>
            </a:extLst>
          </p:cNvPr>
          <p:cNvCxnSpPr>
            <a:cxnSpLocks/>
          </p:cNvCxnSpPr>
          <p:nvPr userDrawn="1"/>
        </p:nvCxnSpPr>
        <p:spPr>
          <a:xfrm>
            <a:off x="6909320" y="3321962"/>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83A7F80-5715-DE45-FAB6-79BA3F8A029C}"/>
              </a:ext>
            </a:extLst>
          </p:cNvPr>
          <p:cNvCxnSpPr/>
          <p:nvPr userDrawn="1"/>
        </p:nvCxnSpPr>
        <p:spPr>
          <a:xfrm>
            <a:off x="1224078" y="434009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119733A-6C45-6DF3-290A-1E57DB53DFC9}"/>
              </a:ext>
            </a:extLst>
          </p:cNvPr>
          <p:cNvCxnSpPr>
            <a:cxnSpLocks/>
          </p:cNvCxnSpPr>
          <p:nvPr userDrawn="1"/>
        </p:nvCxnSpPr>
        <p:spPr>
          <a:xfrm>
            <a:off x="6909320" y="434009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0CBB1E7-774A-0BF0-1CE8-C391C84410FB}"/>
              </a:ext>
            </a:extLst>
          </p:cNvPr>
          <p:cNvCxnSpPr/>
          <p:nvPr userDrawn="1"/>
        </p:nvCxnSpPr>
        <p:spPr>
          <a:xfrm>
            <a:off x="1224078" y="5358232"/>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EBA480F-339F-7AD6-9693-88962431235A}"/>
              </a:ext>
            </a:extLst>
          </p:cNvPr>
          <p:cNvCxnSpPr>
            <a:cxnSpLocks/>
          </p:cNvCxnSpPr>
          <p:nvPr userDrawn="1"/>
        </p:nvCxnSpPr>
        <p:spPr>
          <a:xfrm>
            <a:off x="6909320" y="5358232"/>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08DA329-DC69-F8E1-5CEE-E1DC52EE1FDF}"/>
              </a:ext>
            </a:extLst>
          </p:cNvPr>
          <p:cNvCxnSpPr/>
          <p:nvPr userDrawn="1"/>
        </p:nvCxnSpPr>
        <p:spPr>
          <a:xfrm>
            <a:off x="565010" y="230382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7760ABE-BF46-1669-FB38-FFBE461274F6}"/>
              </a:ext>
            </a:extLst>
          </p:cNvPr>
          <p:cNvCxnSpPr/>
          <p:nvPr userDrawn="1"/>
        </p:nvCxnSpPr>
        <p:spPr>
          <a:xfrm>
            <a:off x="565010" y="3321962"/>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D6BF6E1-6C37-2115-73E1-B4E7FBB444AC}"/>
              </a:ext>
            </a:extLst>
          </p:cNvPr>
          <p:cNvCxnSpPr/>
          <p:nvPr userDrawn="1"/>
        </p:nvCxnSpPr>
        <p:spPr>
          <a:xfrm>
            <a:off x="565010" y="434009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047A467-E10F-E2DF-5130-63744A4E243F}"/>
              </a:ext>
            </a:extLst>
          </p:cNvPr>
          <p:cNvCxnSpPr/>
          <p:nvPr userDrawn="1"/>
        </p:nvCxnSpPr>
        <p:spPr>
          <a:xfrm>
            <a:off x="565010" y="5358232"/>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CC43D2-A365-943F-B8CB-F183E593C408}"/>
              </a:ext>
            </a:extLst>
          </p:cNvPr>
          <p:cNvCxnSpPr>
            <a:cxnSpLocks/>
          </p:cNvCxnSpPr>
          <p:nvPr userDrawn="1"/>
        </p:nvCxnSpPr>
        <p:spPr>
          <a:xfrm>
            <a:off x="6250253" y="230382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607BAB2-125E-C8AB-6FF9-AD026A803C60}"/>
              </a:ext>
            </a:extLst>
          </p:cNvPr>
          <p:cNvCxnSpPr>
            <a:cxnSpLocks/>
          </p:cNvCxnSpPr>
          <p:nvPr userDrawn="1"/>
        </p:nvCxnSpPr>
        <p:spPr>
          <a:xfrm>
            <a:off x="6250253" y="3321962"/>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3DEB1B7-F3F3-F131-4919-99972635CF14}"/>
              </a:ext>
            </a:extLst>
          </p:cNvPr>
          <p:cNvCxnSpPr>
            <a:cxnSpLocks/>
          </p:cNvCxnSpPr>
          <p:nvPr userDrawn="1"/>
        </p:nvCxnSpPr>
        <p:spPr>
          <a:xfrm>
            <a:off x="6250253" y="434009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59392FF-E013-3D64-EAE2-37B0ABE6E8D7}"/>
              </a:ext>
            </a:extLst>
          </p:cNvPr>
          <p:cNvCxnSpPr>
            <a:cxnSpLocks/>
          </p:cNvCxnSpPr>
          <p:nvPr userDrawn="1"/>
        </p:nvCxnSpPr>
        <p:spPr>
          <a:xfrm>
            <a:off x="6250253" y="5358232"/>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CA14B289-E8EE-A176-DAF6-511C8D4AA604}"/>
              </a:ext>
            </a:extLst>
          </p:cNvPr>
          <p:cNvSpPr>
            <a:spLocks noGrp="1" noChangeAspect="1"/>
          </p:cNvSpPr>
          <p:nvPr userDrawn="1">
            <p:ph type="body" sz="quarter" idx="28" hasCustomPrompt="1"/>
          </p:nvPr>
        </p:nvSpPr>
        <p:spPr>
          <a:xfrm>
            <a:off x="1224078" y="1671649"/>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32" name="Text Placeholder 31">
            <a:extLst>
              <a:ext uri="{FF2B5EF4-FFF2-40B4-BE49-F238E27FC236}">
                <a16:creationId xmlns:a16="http://schemas.microsoft.com/office/drawing/2014/main" id="{23E6AE2D-BAE9-7E68-9729-CE08E170DC8F}"/>
              </a:ext>
            </a:extLst>
          </p:cNvPr>
          <p:cNvSpPr>
            <a:spLocks noGrp="1" noChangeAspect="1"/>
          </p:cNvSpPr>
          <p:nvPr userDrawn="1">
            <p:ph type="body" sz="quarter" idx="10" hasCustomPrompt="1"/>
          </p:nvPr>
        </p:nvSpPr>
        <p:spPr>
          <a:xfrm>
            <a:off x="548296" y="1579316"/>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5" name="Title 4">
            <a:extLst>
              <a:ext uri="{FF2B5EF4-FFF2-40B4-BE49-F238E27FC236}">
                <a16:creationId xmlns:a16="http://schemas.microsoft.com/office/drawing/2014/main" id="{6C5C2B3F-15DE-2C64-2714-C3BA30B514F5}"/>
              </a:ext>
            </a:extLst>
          </p:cNvPr>
          <p:cNvSpPr>
            <a:spLocks noGrp="1"/>
          </p:cNvSpPr>
          <p:nvPr userDrawn="1">
            <p:ph type="title"/>
          </p:nvPr>
        </p:nvSpPr>
        <p:spPr/>
        <p:txBody>
          <a:bodyPr/>
          <a:lstStyle/>
          <a:p>
            <a:r>
              <a:rPr lang="en-US"/>
              <a:t>Click to edit Master title style</a:t>
            </a:r>
          </a:p>
        </p:txBody>
      </p:sp>
      <p:sp>
        <p:nvSpPr>
          <p:cNvPr id="51" name="Text Placeholder 31">
            <a:extLst>
              <a:ext uri="{FF2B5EF4-FFF2-40B4-BE49-F238E27FC236}">
                <a16:creationId xmlns:a16="http://schemas.microsoft.com/office/drawing/2014/main" id="{B88A3A69-D5D5-71D6-F4D5-9B5304828D2A}"/>
              </a:ext>
            </a:extLst>
          </p:cNvPr>
          <p:cNvSpPr>
            <a:spLocks noGrp="1" noChangeAspect="1"/>
          </p:cNvSpPr>
          <p:nvPr>
            <p:ph type="body" sz="quarter" idx="51" hasCustomPrompt="1"/>
          </p:nvPr>
        </p:nvSpPr>
        <p:spPr>
          <a:xfrm>
            <a:off x="1224078" y="2689784"/>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2" name="Text Placeholder 31">
            <a:extLst>
              <a:ext uri="{FF2B5EF4-FFF2-40B4-BE49-F238E27FC236}">
                <a16:creationId xmlns:a16="http://schemas.microsoft.com/office/drawing/2014/main" id="{AFFAE622-F619-F14B-C895-0D570CCC4295}"/>
              </a:ext>
            </a:extLst>
          </p:cNvPr>
          <p:cNvSpPr>
            <a:spLocks noGrp="1" noChangeAspect="1"/>
          </p:cNvSpPr>
          <p:nvPr>
            <p:ph type="body" sz="quarter" idx="52" hasCustomPrompt="1"/>
          </p:nvPr>
        </p:nvSpPr>
        <p:spPr>
          <a:xfrm>
            <a:off x="548296" y="2597451"/>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53" name="Text Placeholder 31">
            <a:extLst>
              <a:ext uri="{FF2B5EF4-FFF2-40B4-BE49-F238E27FC236}">
                <a16:creationId xmlns:a16="http://schemas.microsoft.com/office/drawing/2014/main" id="{2B55A839-71BF-C97C-5222-D5289552E387}"/>
              </a:ext>
            </a:extLst>
          </p:cNvPr>
          <p:cNvSpPr>
            <a:spLocks noGrp="1" noChangeAspect="1"/>
          </p:cNvSpPr>
          <p:nvPr>
            <p:ph type="body" sz="quarter" idx="53" hasCustomPrompt="1"/>
          </p:nvPr>
        </p:nvSpPr>
        <p:spPr>
          <a:xfrm>
            <a:off x="1224078" y="3707919"/>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4" name="Text Placeholder 31">
            <a:extLst>
              <a:ext uri="{FF2B5EF4-FFF2-40B4-BE49-F238E27FC236}">
                <a16:creationId xmlns:a16="http://schemas.microsoft.com/office/drawing/2014/main" id="{CC99F8AF-FE38-F3A0-8DB9-BA9B88FCA6F5}"/>
              </a:ext>
            </a:extLst>
          </p:cNvPr>
          <p:cNvSpPr>
            <a:spLocks noGrp="1" noChangeAspect="1"/>
          </p:cNvSpPr>
          <p:nvPr>
            <p:ph type="body" sz="quarter" idx="54" hasCustomPrompt="1"/>
          </p:nvPr>
        </p:nvSpPr>
        <p:spPr>
          <a:xfrm>
            <a:off x="548296" y="3615586"/>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55" name="Text Placeholder 31">
            <a:extLst>
              <a:ext uri="{FF2B5EF4-FFF2-40B4-BE49-F238E27FC236}">
                <a16:creationId xmlns:a16="http://schemas.microsoft.com/office/drawing/2014/main" id="{49EC68DC-4CF6-2847-0F3C-2F9DB10A2638}"/>
              </a:ext>
            </a:extLst>
          </p:cNvPr>
          <p:cNvSpPr>
            <a:spLocks noGrp="1" noChangeAspect="1"/>
          </p:cNvSpPr>
          <p:nvPr>
            <p:ph type="body" sz="quarter" idx="55" hasCustomPrompt="1"/>
          </p:nvPr>
        </p:nvSpPr>
        <p:spPr>
          <a:xfrm>
            <a:off x="1224078" y="4726054"/>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6" name="Text Placeholder 31">
            <a:extLst>
              <a:ext uri="{FF2B5EF4-FFF2-40B4-BE49-F238E27FC236}">
                <a16:creationId xmlns:a16="http://schemas.microsoft.com/office/drawing/2014/main" id="{7C3ED148-709D-F69F-D49E-CAF1D00EE92D}"/>
              </a:ext>
            </a:extLst>
          </p:cNvPr>
          <p:cNvSpPr>
            <a:spLocks noGrp="1" noChangeAspect="1"/>
          </p:cNvSpPr>
          <p:nvPr>
            <p:ph type="body" sz="quarter" idx="56" hasCustomPrompt="1"/>
          </p:nvPr>
        </p:nvSpPr>
        <p:spPr>
          <a:xfrm>
            <a:off x="548296" y="4633721"/>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57" name="Text Placeholder 31">
            <a:extLst>
              <a:ext uri="{FF2B5EF4-FFF2-40B4-BE49-F238E27FC236}">
                <a16:creationId xmlns:a16="http://schemas.microsoft.com/office/drawing/2014/main" id="{927F01B4-3F7E-3C58-AF3B-98C349D00808}"/>
              </a:ext>
            </a:extLst>
          </p:cNvPr>
          <p:cNvSpPr>
            <a:spLocks noGrp="1" noChangeAspect="1"/>
          </p:cNvSpPr>
          <p:nvPr>
            <p:ph type="body" sz="quarter" idx="57" hasCustomPrompt="1"/>
          </p:nvPr>
        </p:nvSpPr>
        <p:spPr>
          <a:xfrm>
            <a:off x="1224078" y="5744187"/>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8" name="Text Placeholder 31">
            <a:extLst>
              <a:ext uri="{FF2B5EF4-FFF2-40B4-BE49-F238E27FC236}">
                <a16:creationId xmlns:a16="http://schemas.microsoft.com/office/drawing/2014/main" id="{8D348495-6039-1DE5-F45F-B7A025678412}"/>
              </a:ext>
            </a:extLst>
          </p:cNvPr>
          <p:cNvSpPr>
            <a:spLocks noGrp="1" noChangeAspect="1"/>
          </p:cNvSpPr>
          <p:nvPr>
            <p:ph type="body" sz="quarter" idx="58" hasCustomPrompt="1"/>
          </p:nvPr>
        </p:nvSpPr>
        <p:spPr>
          <a:xfrm>
            <a:off x="548296" y="5651854"/>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64" name="Text Placeholder 31">
            <a:extLst>
              <a:ext uri="{FF2B5EF4-FFF2-40B4-BE49-F238E27FC236}">
                <a16:creationId xmlns:a16="http://schemas.microsoft.com/office/drawing/2014/main" id="{43B74DE9-6AB9-843A-7157-2A18EAFA52E0}"/>
              </a:ext>
            </a:extLst>
          </p:cNvPr>
          <p:cNvSpPr>
            <a:spLocks noGrp="1" noChangeAspect="1"/>
          </p:cNvSpPr>
          <p:nvPr>
            <p:ph type="body" sz="quarter" idx="59" hasCustomPrompt="1"/>
          </p:nvPr>
        </p:nvSpPr>
        <p:spPr>
          <a:xfrm>
            <a:off x="6909320" y="1671649"/>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5" name="Text Placeholder 31">
            <a:extLst>
              <a:ext uri="{FF2B5EF4-FFF2-40B4-BE49-F238E27FC236}">
                <a16:creationId xmlns:a16="http://schemas.microsoft.com/office/drawing/2014/main" id="{D9FA7448-5DBF-EEF6-82B9-C68EDB201E70}"/>
              </a:ext>
            </a:extLst>
          </p:cNvPr>
          <p:cNvSpPr>
            <a:spLocks noGrp="1" noChangeAspect="1"/>
          </p:cNvSpPr>
          <p:nvPr>
            <p:ph type="body" sz="quarter" idx="60" hasCustomPrompt="1"/>
          </p:nvPr>
        </p:nvSpPr>
        <p:spPr>
          <a:xfrm>
            <a:off x="6233539" y="1579316"/>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66" name="Text Placeholder 31">
            <a:extLst>
              <a:ext uri="{FF2B5EF4-FFF2-40B4-BE49-F238E27FC236}">
                <a16:creationId xmlns:a16="http://schemas.microsoft.com/office/drawing/2014/main" id="{A8E42CA1-4A76-2DE3-979C-D6513404A78A}"/>
              </a:ext>
            </a:extLst>
          </p:cNvPr>
          <p:cNvSpPr>
            <a:spLocks noGrp="1" noChangeAspect="1"/>
          </p:cNvSpPr>
          <p:nvPr>
            <p:ph type="body" sz="quarter" idx="61" hasCustomPrompt="1"/>
          </p:nvPr>
        </p:nvSpPr>
        <p:spPr>
          <a:xfrm>
            <a:off x="6909320" y="2689784"/>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7" name="Text Placeholder 31">
            <a:extLst>
              <a:ext uri="{FF2B5EF4-FFF2-40B4-BE49-F238E27FC236}">
                <a16:creationId xmlns:a16="http://schemas.microsoft.com/office/drawing/2014/main" id="{23D87B65-DB13-CD76-C7E2-062F7C470C25}"/>
              </a:ext>
            </a:extLst>
          </p:cNvPr>
          <p:cNvSpPr>
            <a:spLocks noGrp="1" noChangeAspect="1"/>
          </p:cNvSpPr>
          <p:nvPr>
            <p:ph type="body" sz="quarter" idx="62" hasCustomPrompt="1"/>
          </p:nvPr>
        </p:nvSpPr>
        <p:spPr>
          <a:xfrm>
            <a:off x="6233539" y="2597451"/>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68" name="Text Placeholder 31">
            <a:extLst>
              <a:ext uri="{FF2B5EF4-FFF2-40B4-BE49-F238E27FC236}">
                <a16:creationId xmlns:a16="http://schemas.microsoft.com/office/drawing/2014/main" id="{B1218993-2F09-B49F-5D01-9E285B5282D2}"/>
              </a:ext>
            </a:extLst>
          </p:cNvPr>
          <p:cNvSpPr>
            <a:spLocks noGrp="1" noChangeAspect="1"/>
          </p:cNvSpPr>
          <p:nvPr>
            <p:ph type="body" sz="quarter" idx="63" hasCustomPrompt="1"/>
          </p:nvPr>
        </p:nvSpPr>
        <p:spPr>
          <a:xfrm>
            <a:off x="6909320" y="3707919"/>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9" name="Text Placeholder 31">
            <a:extLst>
              <a:ext uri="{FF2B5EF4-FFF2-40B4-BE49-F238E27FC236}">
                <a16:creationId xmlns:a16="http://schemas.microsoft.com/office/drawing/2014/main" id="{900741C9-2955-638F-DA9C-23744552B27B}"/>
              </a:ext>
            </a:extLst>
          </p:cNvPr>
          <p:cNvSpPr>
            <a:spLocks noGrp="1" noChangeAspect="1"/>
          </p:cNvSpPr>
          <p:nvPr>
            <p:ph type="body" sz="quarter" idx="64" hasCustomPrompt="1"/>
          </p:nvPr>
        </p:nvSpPr>
        <p:spPr>
          <a:xfrm>
            <a:off x="6233539" y="3615586"/>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70" name="Text Placeholder 31">
            <a:extLst>
              <a:ext uri="{FF2B5EF4-FFF2-40B4-BE49-F238E27FC236}">
                <a16:creationId xmlns:a16="http://schemas.microsoft.com/office/drawing/2014/main" id="{7142DB03-F016-BEF0-8528-C54DEE37716D}"/>
              </a:ext>
            </a:extLst>
          </p:cNvPr>
          <p:cNvSpPr>
            <a:spLocks noGrp="1" noChangeAspect="1"/>
          </p:cNvSpPr>
          <p:nvPr>
            <p:ph type="body" sz="quarter" idx="65" hasCustomPrompt="1"/>
          </p:nvPr>
        </p:nvSpPr>
        <p:spPr>
          <a:xfrm>
            <a:off x="6909320" y="4726054"/>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71" name="Text Placeholder 31">
            <a:extLst>
              <a:ext uri="{FF2B5EF4-FFF2-40B4-BE49-F238E27FC236}">
                <a16:creationId xmlns:a16="http://schemas.microsoft.com/office/drawing/2014/main" id="{71E7DD24-E8FB-CA04-3D6F-3A29E13F79A3}"/>
              </a:ext>
            </a:extLst>
          </p:cNvPr>
          <p:cNvSpPr>
            <a:spLocks noGrp="1" noChangeAspect="1"/>
          </p:cNvSpPr>
          <p:nvPr>
            <p:ph type="body" sz="quarter" idx="66" hasCustomPrompt="1"/>
          </p:nvPr>
        </p:nvSpPr>
        <p:spPr>
          <a:xfrm>
            <a:off x="6233539" y="4633721"/>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72" name="Text Placeholder 31">
            <a:extLst>
              <a:ext uri="{FF2B5EF4-FFF2-40B4-BE49-F238E27FC236}">
                <a16:creationId xmlns:a16="http://schemas.microsoft.com/office/drawing/2014/main" id="{47885C88-6F0B-334C-1254-2BC1FBED7532}"/>
              </a:ext>
            </a:extLst>
          </p:cNvPr>
          <p:cNvSpPr>
            <a:spLocks noGrp="1" noChangeAspect="1"/>
          </p:cNvSpPr>
          <p:nvPr>
            <p:ph type="body" sz="quarter" idx="67" hasCustomPrompt="1"/>
          </p:nvPr>
        </p:nvSpPr>
        <p:spPr>
          <a:xfrm>
            <a:off x="6233539" y="5651854"/>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73" name="Text Placeholder 31">
            <a:extLst>
              <a:ext uri="{FF2B5EF4-FFF2-40B4-BE49-F238E27FC236}">
                <a16:creationId xmlns:a16="http://schemas.microsoft.com/office/drawing/2014/main" id="{E3D3D363-3134-462D-DAE4-0B661BE4FFEF}"/>
              </a:ext>
            </a:extLst>
          </p:cNvPr>
          <p:cNvSpPr>
            <a:spLocks noGrp="1" noChangeAspect="1"/>
          </p:cNvSpPr>
          <p:nvPr>
            <p:ph type="body" sz="quarter" idx="68" hasCustomPrompt="1"/>
          </p:nvPr>
        </p:nvSpPr>
        <p:spPr>
          <a:xfrm>
            <a:off x="6909320" y="5744187"/>
            <a:ext cx="4703921" cy="246221"/>
          </a:xfrm>
        </p:spPr>
        <p:txBody>
          <a:bodyPr anchor="t">
            <a:noAutofit/>
          </a:bodyPr>
          <a:lstStyle>
            <a:lvl1pPr algn="l">
              <a:defRPr sz="1600" spc="0">
                <a:solidFill>
                  <a:schemeClr val="tx1"/>
                </a:solidFill>
                <a:latin typeface="+mn-lt"/>
              </a:defRPr>
            </a:lvl1pPr>
          </a:lstStyle>
          <a:p>
            <a:pPr lvl="0"/>
            <a:r>
              <a:rPr lang="en-US"/>
              <a:t>Add text here</a:t>
            </a:r>
          </a:p>
        </p:txBody>
      </p:sp>
    </p:spTree>
    <p:extLst>
      <p:ext uri="{BB962C8B-B14F-4D97-AF65-F5344CB8AC3E}">
        <p14:creationId xmlns:p14="http://schemas.microsoft.com/office/powerpoint/2010/main" val="1625371132"/>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able of 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868A44-0D3A-0439-0A0A-E9675E725CE1}"/>
              </a:ext>
            </a:extLst>
          </p:cNvPr>
          <p:cNvPicPr>
            <a:picLocks noChangeAspect="1"/>
          </p:cNvPicPr>
          <p:nvPr userDrawn="1"/>
        </p:nvPicPr>
        <p:blipFill>
          <a:blip r:embed="rId2"/>
          <a:stretch>
            <a:fillRect/>
          </a:stretch>
        </p:blipFill>
        <p:spPr>
          <a:xfrm>
            <a:off x="7150171" y="0"/>
            <a:ext cx="5041829" cy="3968840"/>
          </a:xfrm>
          <a:prstGeom prst="rect">
            <a:avLst/>
          </a:prstGeom>
        </p:spPr>
      </p:pic>
      <p:sp>
        <p:nvSpPr>
          <p:cNvPr id="59" name="Text Placeholder 31">
            <a:extLst>
              <a:ext uri="{FF2B5EF4-FFF2-40B4-BE49-F238E27FC236}">
                <a16:creationId xmlns:a16="http://schemas.microsoft.com/office/drawing/2014/main" id="{CA14B289-E8EE-A176-DAF6-511C8D4AA604}"/>
              </a:ext>
            </a:extLst>
          </p:cNvPr>
          <p:cNvSpPr>
            <a:spLocks noGrp="1" noChangeAspect="1"/>
          </p:cNvSpPr>
          <p:nvPr userDrawn="1">
            <p:ph type="body" sz="quarter" idx="28" hasCustomPrompt="1"/>
          </p:nvPr>
        </p:nvSpPr>
        <p:spPr>
          <a:xfrm>
            <a:off x="419100" y="17826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32" name="Text Placeholder 31">
            <a:extLst>
              <a:ext uri="{FF2B5EF4-FFF2-40B4-BE49-F238E27FC236}">
                <a16:creationId xmlns:a16="http://schemas.microsoft.com/office/drawing/2014/main" id="{23E6AE2D-BAE9-7E68-9729-CE08E170DC8F}"/>
              </a:ext>
            </a:extLst>
          </p:cNvPr>
          <p:cNvSpPr>
            <a:spLocks noGrp="1" noChangeAspect="1"/>
          </p:cNvSpPr>
          <p:nvPr userDrawn="1">
            <p:ph type="body" sz="quarter" idx="10" hasCustomPrompt="1"/>
          </p:nvPr>
        </p:nvSpPr>
        <p:spPr>
          <a:xfrm>
            <a:off x="419100" y="12772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5" name="Title 4">
            <a:extLst>
              <a:ext uri="{FF2B5EF4-FFF2-40B4-BE49-F238E27FC236}">
                <a16:creationId xmlns:a16="http://schemas.microsoft.com/office/drawing/2014/main" id="{6C5C2B3F-15DE-2C64-2714-C3BA30B514F5}"/>
              </a:ext>
            </a:extLst>
          </p:cNvPr>
          <p:cNvSpPr>
            <a:spLocks noGrp="1"/>
          </p:cNvSpPr>
          <p:nvPr userDrawn="1">
            <p:ph type="title"/>
          </p:nvPr>
        </p:nvSpPr>
        <p:spPr/>
        <p:txBody>
          <a:bodyPr/>
          <a:lstStyle/>
          <a:p>
            <a:r>
              <a:rPr lang="en-US"/>
              <a:t>Click to edit Master title style</a:t>
            </a:r>
          </a:p>
        </p:txBody>
      </p:sp>
      <p:cxnSp>
        <p:nvCxnSpPr>
          <p:cNvPr id="10" name="Straight Connector 9">
            <a:extLst>
              <a:ext uri="{FF2B5EF4-FFF2-40B4-BE49-F238E27FC236}">
                <a16:creationId xmlns:a16="http://schemas.microsoft.com/office/drawing/2014/main" id="{5BD41529-5D5F-2BC1-5210-8EF751620910}"/>
              </a:ext>
              <a:ext uri="{C183D7F6-B498-43B3-948B-1728B52AA6E4}">
                <adec:decorative xmlns:adec="http://schemas.microsoft.com/office/drawing/2017/decorative" val="1"/>
              </a:ext>
            </a:extLst>
          </p:cNvPr>
          <p:cNvCxnSpPr>
            <a:cxnSpLocks/>
          </p:cNvCxnSpPr>
          <p:nvPr userDrawn="1"/>
        </p:nvCxnSpPr>
        <p:spPr>
          <a:xfrm>
            <a:off x="4118217" y="1277258"/>
            <a:ext cx="0" cy="516164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A0D236-07E7-A361-A8D9-690F670AF97C}"/>
              </a:ext>
              <a:ext uri="{C183D7F6-B498-43B3-948B-1728B52AA6E4}">
                <adec:decorative xmlns:adec="http://schemas.microsoft.com/office/drawing/2017/decorative" val="1"/>
              </a:ext>
            </a:extLst>
          </p:cNvPr>
          <p:cNvCxnSpPr>
            <a:cxnSpLocks/>
          </p:cNvCxnSpPr>
          <p:nvPr userDrawn="1"/>
        </p:nvCxnSpPr>
        <p:spPr>
          <a:xfrm>
            <a:off x="8073782" y="1277258"/>
            <a:ext cx="0" cy="516164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 Placeholder 31">
            <a:extLst>
              <a:ext uri="{FF2B5EF4-FFF2-40B4-BE49-F238E27FC236}">
                <a16:creationId xmlns:a16="http://schemas.microsoft.com/office/drawing/2014/main" id="{CD54E886-AD89-4E1B-6999-366588AFF737}"/>
              </a:ext>
            </a:extLst>
          </p:cNvPr>
          <p:cNvSpPr>
            <a:spLocks noGrp="1" noChangeAspect="1"/>
          </p:cNvSpPr>
          <p:nvPr>
            <p:ph type="body" sz="quarter" idx="29" hasCustomPrompt="1"/>
          </p:nvPr>
        </p:nvSpPr>
        <p:spPr>
          <a:xfrm>
            <a:off x="419100" y="30653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21" name="Text Placeholder 31">
            <a:extLst>
              <a:ext uri="{FF2B5EF4-FFF2-40B4-BE49-F238E27FC236}">
                <a16:creationId xmlns:a16="http://schemas.microsoft.com/office/drawing/2014/main" id="{9FA427AD-C416-3533-246B-15ADF68E9EA5}"/>
              </a:ext>
            </a:extLst>
          </p:cNvPr>
          <p:cNvSpPr>
            <a:spLocks noGrp="1" noChangeAspect="1"/>
          </p:cNvSpPr>
          <p:nvPr>
            <p:ph type="body" sz="quarter" idx="30" hasCustomPrompt="1"/>
          </p:nvPr>
        </p:nvSpPr>
        <p:spPr>
          <a:xfrm>
            <a:off x="419100" y="25599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22" name="Text Placeholder 31">
            <a:extLst>
              <a:ext uri="{FF2B5EF4-FFF2-40B4-BE49-F238E27FC236}">
                <a16:creationId xmlns:a16="http://schemas.microsoft.com/office/drawing/2014/main" id="{D642D160-9496-0061-2204-56818F271591}"/>
              </a:ext>
            </a:extLst>
          </p:cNvPr>
          <p:cNvSpPr>
            <a:spLocks noGrp="1" noChangeAspect="1"/>
          </p:cNvSpPr>
          <p:nvPr>
            <p:ph type="body" sz="quarter" idx="31" hasCustomPrompt="1"/>
          </p:nvPr>
        </p:nvSpPr>
        <p:spPr>
          <a:xfrm>
            <a:off x="419100" y="43480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23" name="Text Placeholder 31">
            <a:extLst>
              <a:ext uri="{FF2B5EF4-FFF2-40B4-BE49-F238E27FC236}">
                <a16:creationId xmlns:a16="http://schemas.microsoft.com/office/drawing/2014/main" id="{BC38BD68-2707-D4FC-A895-78B5A57C6536}"/>
              </a:ext>
            </a:extLst>
          </p:cNvPr>
          <p:cNvSpPr>
            <a:spLocks noGrp="1" noChangeAspect="1"/>
          </p:cNvSpPr>
          <p:nvPr>
            <p:ph type="body" sz="quarter" idx="32" hasCustomPrompt="1"/>
          </p:nvPr>
        </p:nvSpPr>
        <p:spPr>
          <a:xfrm>
            <a:off x="419100" y="38426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24" name="Text Placeholder 31">
            <a:extLst>
              <a:ext uri="{FF2B5EF4-FFF2-40B4-BE49-F238E27FC236}">
                <a16:creationId xmlns:a16="http://schemas.microsoft.com/office/drawing/2014/main" id="{93C79E73-2983-FF60-E7CB-D2B2E2924676}"/>
              </a:ext>
            </a:extLst>
          </p:cNvPr>
          <p:cNvSpPr>
            <a:spLocks noGrp="1" noChangeAspect="1"/>
          </p:cNvSpPr>
          <p:nvPr>
            <p:ph type="body" sz="quarter" idx="33" hasCustomPrompt="1"/>
          </p:nvPr>
        </p:nvSpPr>
        <p:spPr>
          <a:xfrm>
            <a:off x="419100" y="56307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25" name="Text Placeholder 31">
            <a:extLst>
              <a:ext uri="{FF2B5EF4-FFF2-40B4-BE49-F238E27FC236}">
                <a16:creationId xmlns:a16="http://schemas.microsoft.com/office/drawing/2014/main" id="{47FEC59C-D49D-D64A-8953-1EA996E96B09}"/>
              </a:ext>
            </a:extLst>
          </p:cNvPr>
          <p:cNvSpPr>
            <a:spLocks noGrp="1" noChangeAspect="1"/>
          </p:cNvSpPr>
          <p:nvPr>
            <p:ph type="body" sz="quarter" idx="34" hasCustomPrompt="1"/>
          </p:nvPr>
        </p:nvSpPr>
        <p:spPr>
          <a:xfrm>
            <a:off x="419100" y="51253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26" name="Text Placeholder 31">
            <a:extLst>
              <a:ext uri="{FF2B5EF4-FFF2-40B4-BE49-F238E27FC236}">
                <a16:creationId xmlns:a16="http://schemas.microsoft.com/office/drawing/2014/main" id="{4B103176-E6C2-4F70-F603-525BEEDDC57D}"/>
              </a:ext>
            </a:extLst>
          </p:cNvPr>
          <p:cNvSpPr>
            <a:spLocks noGrp="1" noChangeAspect="1"/>
          </p:cNvSpPr>
          <p:nvPr>
            <p:ph type="body" sz="quarter" idx="35" hasCustomPrompt="1"/>
          </p:nvPr>
        </p:nvSpPr>
        <p:spPr>
          <a:xfrm>
            <a:off x="4374665" y="17826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27" name="Text Placeholder 31">
            <a:extLst>
              <a:ext uri="{FF2B5EF4-FFF2-40B4-BE49-F238E27FC236}">
                <a16:creationId xmlns:a16="http://schemas.microsoft.com/office/drawing/2014/main" id="{19C9EBAE-8F79-9C6A-1A29-6BD7DEE4E5EC}"/>
              </a:ext>
            </a:extLst>
          </p:cNvPr>
          <p:cNvSpPr>
            <a:spLocks noGrp="1" noChangeAspect="1"/>
          </p:cNvSpPr>
          <p:nvPr>
            <p:ph type="body" sz="quarter" idx="36" hasCustomPrompt="1"/>
          </p:nvPr>
        </p:nvSpPr>
        <p:spPr>
          <a:xfrm>
            <a:off x="4374665" y="12772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28" name="Text Placeholder 31">
            <a:extLst>
              <a:ext uri="{FF2B5EF4-FFF2-40B4-BE49-F238E27FC236}">
                <a16:creationId xmlns:a16="http://schemas.microsoft.com/office/drawing/2014/main" id="{0EA3D99F-114B-89F3-D6AE-80396C8B8D9A}"/>
              </a:ext>
            </a:extLst>
          </p:cNvPr>
          <p:cNvSpPr>
            <a:spLocks noGrp="1" noChangeAspect="1"/>
          </p:cNvSpPr>
          <p:nvPr>
            <p:ph type="body" sz="quarter" idx="37" hasCustomPrompt="1"/>
          </p:nvPr>
        </p:nvSpPr>
        <p:spPr>
          <a:xfrm>
            <a:off x="4374665" y="30653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29" name="Text Placeholder 31">
            <a:extLst>
              <a:ext uri="{FF2B5EF4-FFF2-40B4-BE49-F238E27FC236}">
                <a16:creationId xmlns:a16="http://schemas.microsoft.com/office/drawing/2014/main" id="{0712775F-F423-3819-2A39-56C44A72644F}"/>
              </a:ext>
            </a:extLst>
          </p:cNvPr>
          <p:cNvSpPr>
            <a:spLocks noGrp="1" noChangeAspect="1"/>
          </p:cNvSpPr>
          <p:nvPr>
            <p:ph type="body" sz="quarter" idx="38" hasCustomPrompt="1"/>
          </p:nvPr>
        </p:nvSpPr>
        <p:spPr>
          <a:xfrm>
            <a:off x="4374665" y="25599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30" name="Text Placeholder 31">
            <a:extLst>
              <a:ext uri="{FF2B5EF4-FFF2-40B4-BE49-F238E27FC236}">
                <a16:creationId xmlns:a16="http://schemas.microsoft.com/office/drawing/2014/main" id="{4A6B3AF2-8726-96B8-E50E-EC22BFC052EE}"/>
              </a:ext>
            </a:extLst>
          </p:cNvPr>
          <p:cNvSpPr>
            <a:spLocks noGrp="1" noChangeAspect="1"/>
          </p:cNvSpPr>
          <p:nvPr>
            <p:ph type="body" sz="quarter" idx="39" hasCustomPrompt="1"/>
          </p:nvPr>
        </p:nvSpPr>
        <p:spPr>
          <a:xfrm>
            <a:off x="4374665" y="43480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31" name="Text Placeholder 31">
            <a:extLst>
              <a:ext uri="{FF2B5EF4-FFF2-40B4-BE49-F238E27FC236}">
                <a16:creationId xmlns:a16="http://schemas.microsoft.com/office/drawing/2014/main" id="{3A903A6A-BA33-00E1-BFCF-81A03E2805C3}"/>
              </a:ext>
            </a:extLst>
          </p:cNvPr>
          <p:cNvSpPr>
            <a:spLocks noGrp="1" noChangeAspect="1"/>
          </p:cNvSpPr>
          <p:nvPr>
            <p:ph type="body" sz="quarter" idx="40" hasCustomPrompt="1"/>
          </p:nvPr>
        </p:nvSpPr>
        <p:spPr>
          <a:xfrm>
            <a:off x="4374665" y="38426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33" name="Text Placeholder 31">
            <a:extLst>
              <a:ext uri="{FF2B5EF4-FFF2-40B4-BE49-F238E27FC236}">
                <a16:creationId xmlns:a16="http://schemas.microsoft.com/office/drawing/2014/main" id="{E51D5055-6882-3D5C-6E80-F9F6C5D0C43E}"/>
              </a:ext>
            </a:extLst>
          </p:cNvPr>
          <p:cNvSpPr>
            <a:spLocks noGrp="1" noChangeAspect="1"/>
          </p:cNvSpPr>
          <p:nvPr>
            <p:ph type="body" sz="quarter" idx="41" hasCustomPrompt="1"/>
          </p:nvPr>
        </p:nvSpPr>
        <p:spPr>
          <a:xfrm>
            <a:off x="4374665" y="56307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50" name="Text Placeholder 31">
            <a:extLst>
              <a:ext uri="{FF2B5EF4-FFF2-40B4-BE49-F238E27FC236}">
                <a16:creationId xmlns:a16="http://schemas.microsoft.com/office/drawing/2014/main" id="{656C2CC8-4E92-E9CD-EF0B-1A582B6827BF}"/>
              </a:ext>
            </a:extLst>
          </p:cNvPr>
          <p:cNvSpPr>
            <a:spLocks noGrp="1" noChangeAspect="1"/>
          </p:cNvSpPr>
          <p:nvPr>
            <p:ph type="body" sz="quarter" idx="42" hasCustomPrompt="1"/>
          </p:nvPr>
        </p:nvSpPr>
        <p:spPr>
          <a:xfrm>
            <a:off x="4374665" y="51253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60" name="Text Placeholder 31">
            <a:extLst>
              <a:ext uri="{FF2B5EF4-FFF2-40B4-BE49-F238E27FC236}">
                <a16:creationId xmlns:a16="http://schemas.microsoft.com/office/drawing/2014/main" id="{7249A5BF-764E-FDC3-8D67-68718C299B4C}"/>
              </a:ext>
            </a:extLst>
          </p:cNvPr>
          <p:cNvSpPr>
            <a:spLocks noGrp="1" noChangeAspect="1"/>
          </p:cNvSpPr>
          <p:nvPr>
            <p:ph type="body" sz="quarter" idx="43" hasCustomPrompt="1"/>
          </p:nvPr>
        </p:nvSpPr>
        <p:spPr>
          <a:xfrm>
            <a:off x="8330230" y="17826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1" name="Text Placeholder 31">
            <a:extLst>
              <a:ext uri="{FF2B5EF4-FFF2-40B4-BE49-F238E27FC236}">
                <a16:creationId xmlns:a16="http://schemas.microsoft.com/office/drawing/2014/main" id="{1D02DA0B-904E-8CEB-0D60-8EB5919E71BE}"/>
              </a:ext>
            </a:extLst>
          </p:cNvPr>
          <p:cNvSpPr>
            <a:spLocks noGrp="1" noChangeAspect="1"/>
          </p:cNvSpPr>
          <p:nvPr>
            <p:ph type="body" sz="quarter" idx="44" hasCustomPrompt="1"/>
          </p:nvPr>
        </p:nvSpPr>
        <p:spPr>
          <a:xfrm>
            <a:off x="8330230" y="12772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62" name="Text Placeholder 31">
            <a:extLst>
              <a:ext uri="{FF2B5EF4-FFF2-40B4-BE49-F238E27FC236}">
                <a16:creationId xmlns:a16="http://schemas.microsoft.com/office/drawing/2014/main" id="{D5F22176-3207-BDFE-E88F-FA4BD65D933E}"/>
              </a:ext>
            </a:extLst>
          </p:cNvPr>
          <p:cNvSpPr>
            <a:spLocks noGrp="1" noChangeAspect="1"/>
          </p:cNvSpPr>
          <p:nvPr>
            <p:ph type="body" sz="quarter" idx="45" hasCustomPrompt="1"/>
          </p:nvPr>
        </p:nvSpPr>
        <p:spPr>
          <a:xfrm>
            <a:off x="8330230" y="30653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63" name="Text Placeholder 31">
            <a:extLst>
              <a:ext uri="{FF2B5EF4-FFF2-40B4-BE49-F238E27FC236}">
                <a16:creationId xmlns:a16="http://schemas.microsoft.com/office/drawing/2014/main" id="{C9DD8A09-EBC1-9256-6FA1-7D826C11A210}"/>
              </a:ext>
            </a:extLst>
          </p:cNvPr>
          <p:cNvSpPr>
            <a:spLocks noGrp="1" noChangeAspect="1"/>
          </p:cNvSpPr>
          <p:nvPr>
            <p:ph type="body" sz="quarter" idx="46" hasCustomPrompt="1"/>
          </p:nvPr>
        </p:nvSpPr>
        <p:spPr>
          <a:xfrm>
            <a:off x="8330230" y="25599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74" name="Text Placeholder 31">
            <a:extLst>
              <a:ext uri="{FF2B5EF4-FFF2-40B4-BE49-F238E27FC236}">
                <a16:creationId xmlns:a16="http://schemas.microsoft.com/office/drawing/2014/main" id="{0C411789-DD4D-B9CA-CDE8-C4D28B667BC3}"/>
              </a:ext>
            </a:extLst>
          </p:cNvPr>
          <p:cNvSpPr>
            <a:spLocks noGrp="1" noChangeAspect="1"/>
          </p:cNvSpPr>
          <p:nvPr>
            <p:ph type="body" sz="quarter" idx="47" hasCustomPrompt="1"/>
          </p:nvPr>
        </p:nvSpPr>
        <p:spPr>
          <a:xfrm>
            <a:off x="8330230" y="43480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75" name="Text Placeholder 31">
            <a:extLst>
              <a:ext uri="{FF2B5EF4-FFF2-40B4-BE49-F238E27FC236}">
                <a16:creationId xmlns:a16="http://schemas.microsoft.com/office/drawing/2014/main" id="{E49BE991-7049-414C-8F8B-ED1998BE33E1}"/>
              </a:ext>
            </a:extLst>
          </p:cNvPr>
          <p:cNvSpPr>
            <a:spLocks noGrp="1" noChangeAspect="1"/>
          </p:cNvSpPr>
          <p:nvPr>
            <p:ph type="body" sz="quarter" idx="48" hasCustomPrompt="1"/>
          </p:nvPr>
        </p:nvSpPr>
        <p:spPr>
          <a:xfrm>
            <a:off x="8330230" y="38426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
        <p:nvSpPr>
          <p:cNvPr id="76" name="Text Placeholder 31">
            <a:extLst>
              <a:ext uri="{FF2B5EF4-FFF2-40B4-BE49-F238E27FC236}">
                <a16:creationId xmlns:a16="http://schemas.microsoft.com/office/drawing/2014/main" id="{12F689C7-3FED-D623-47EB-4BC2181DFD1E}"/>
              </a:ext>
            </a:extLst>
          </p:cNvPr>
          <p:cNvSpPr>
            <a:spLocks noGrp="1" noChangeAspect="1"/>
          </p:cNvSpPr>
          <p:nvPr>
            <p:ph type="body" sz="quarter" idx="49" hasCustomPrompt="1"/>
          </p:nvPr>
        </p:nvSpPr>
        <p:spPr>
          <a:xfrm>
            <a:off x="8330230" y="5630784"/>
            <a:ext cx="3442670" cy="246221"/>
          </a:xfrm>
        </p:spPr>
        <p:txBody>
          <a:bodyPr anchor="t">
            <a:noAutofit/>
          </a:bodyPr>
          <a:lstStyle>
            <a:lvl1pPr algn="l">
              <a:defRPr sz="1600" spc="0">
                <a:solidFill>
                  <a:schemeClr val="tx1"/>
                </a:solidFill>
                <a:latin typeface="+mn-lt"/>
              </a:defRPr>
            </a:lvl1pPr>
          </a:lstStyle>
          <a:p>
            <a:pPr lvl="0"/>
            <a:r>
              <a:rPr lang="en-US"/>
              <a:t>Add text here</a:t>
            </a:r>
          </a:p>
        </p:txBody>
      </p:sp>
      <p:sp>
        <p:nvSpPr>
          <p:cNvPr id="77" name="Text Placeholder 31">
            <a:extLst>
              <a:ext uri="{FF2B5EF4-FFF2-40B4-BE49-F238E27FC236}">
                <a16:creationId xmlns:a16="http://schemas.microsoft.com/office/drawing/2014/main" id="{6D58870D-BD93-4A9E-F6A1-BEE162670F1D}"/>
              </a:ext>
            </a:extLst>
          </p:cNvPr>
          <p:cNvSpPr>
            <a:spLocks noGrp="1" noChangeAspect="1"/>
          </p:cNvSpPr>
          <p:nvPr>
            <p:ph type="body" sz="quarter" idx="50" hasCustomPrompt="1"/>
          </p:nvPr>
        </p:nvSpPr>
        <p:spPr>
          <a:xfrm>
            <a:off x="8330230" y="5125358"/>
            <a:ext cx="414427" cy="430887"/>
          </a:xfrm>
        </p:spPr>
        <p:txBody>
          <a:bodyPr anchor="ctr">
            <a:noAutofit/>
          </a:bodyPr>
          <a:lstStyle>
            <a:lvl1pPr algn="ctr">
              <a:defRPr sz="2800" spc="0">
                <a:gradFill>
                  <a:gsLst>
                    <a:gs pos="0">
                      <a:schemeClr val="bg2"/>
                    </a:gs>
                    <a:gs pos="100000">
                      <a:schemeClr val="accent1"/>
                    </a:gs>
                  </a:gsLst>
                  <a:lin ang="4800000" scaled="0"/>
                </a:gradFill>
                <a:latin typeface="+mj-lt"/>
              </a:defRPr>
            </a:lvl1pPr>
          </a:lstStyle>
          <a:p>
            <a:pPr lvl="0"/>
            <a:r>
              <a:rPr lang="en-US"/>
              <a:t>XX</a:t>
            </a:r>
          </a:p>
        </p:txBody>
      </p:sp>
    </p:spTree>
    <p:extLst>
      <p:ext uri="{BB962C8B-B14F-4D97-AF65-F5344CB8AC3E}">
        <p14:creationId xmlns:p14="http://schemas.microsoft.com/office/powerpoint/2010/main" val="3365164323"/>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17054"/>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defRPr b="0" spc="-90" baseline="0"/>
            </a:lvl1pPr>
          </a:lstStyle>
          <a:p>
            <a:r>
              <a:rPr lang="en-US"/>
              <a:t>Click to edit Master title style</a:t>
            </a:r>
          </a:p>
        </p:txBody>
      </p:sp>
    </p:spTree>
    <p:extLst>
      <p:ext uri="{BB962C8B-B14F-4D97-AF65-F5344CB8AC3E}">
        <p14:creationId xmlns:p14="http://schemas.microsoft.com/office/powerpoint/2010/main" val="1923453263"/>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Only 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lgn="ctr">
              <a:defRPr b="0" spc="-90" baseline="0"/>
            </a:lvl1pPr>
          </a:lstStyle>
          <a:p>
            <a:r>
              <a:rPr lang="en-US"/>
              <a:t>Click to edit Master title style</a:t>
            </a:r>
          </a:p>
        </p:txBody>
      </p:sp>
    </p:spTree>
    <p:extLst>
      <p:ext uri="{BB962C8B-B14F-4D97-AF65-F5344CB8AC3E}">
        <p14:creationId xmlns:p14="http://schemas.microsoft.com/office/powerpoint/2010/main" val="4068566702"/>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ustomer quotes">
    <p:spTree>
      <p:nvGrpSpPr>
        <p:cNvPr id="1" name=""/>
        <p:cNvGrpSpPr/>
        <p:nvPr/>
      </p:nvGrpSpPr>
      <p:grpSpPr>
        <a:xfrm>
          <a:off x="0" y="0"/>
          <a:ext cx="0" cy="0"/>
          <a:chOff x="0" y="0"/>
          <a:chExt cx="0" cy="0"/>
        </a:xfrm>
      </p:grpSpPr>
      <p:sp>
        <p:nvSpPr>
          <p:cNvPr id="43" name="Text Placeholder 12">
            <a:extLst>
              <a:ext uri="{FF2B5EF4-FFF2-40B4-BE49-F238E27FC236}">
                <a16:creationId xmlns:a16="http://schemas.microsoft.com/office/drawing/2014/main" id="{2CA815C1-F5CD-79A9-7D19-A31C5BBE95FF}"/>
              </a:ext>
            </a:extLst>
          </p:cNvPr>
          <p:cNvSpPr>
            <a:spLocks noGrp="1"/>
          </p:cNvSpPr>
          <p:nvPr>
            <p:ph type="body" sz="quarter" idx="10" hasCustomPrompt="1"/>
          </p:nvPr>
        </p:nvSpPr>
        <p:spPr>
          <a:xfrm>
            <a:off x="419100" y="635000"/>
            <a:ext cx="3657600" cy="5803900"/>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spcBef>
                <a:spcPts val="600"/>
              </a:spcBef>
              <a:defRPr lang="en-US" sz="900" kern="1200">
                <a:solidFill>
                  <a:srgbClr val="FEFFFE"/>
                </a:solidFill>
                <a:latin typeface="Aptos" panose="02110004020202020204"/>
                <a:cs typeface="+mn-cs"/>
              </a:defRPr>
            </a:lvl1pPr>
          </a:lstStyle>
          <a:p>
            <a:pPr lvl="0" algn="ctr"/>
            <a:r>
              <a:rPr lang="en-US"/>
              <a:t> </a:t>
            </a:r>
          </a:p>
        </p:txBody>
      </p:sp>
      <p:sp>
        <p:nvSpPr>
          <p:cNvPr id="44" name="Text Placeholder 12 - 1">
            <a:extLst>
              <a:ext uri="{FF2B5EF4-FFF2-40B4-BE49-F238E27FC236}">
                <a16:creationId xmlns:a16="http://schemas.microsoft.com/office/drawing/2014/main" id="{1B25E183-AD66-0F58-AD5D-556ACAD5165C}"/>
              </a:ext>
            </a:extLst>
          </p:cNvPr>
          <p:cNvSpPr>
            <a:spLocks noGrp="1"/>
          </p:cNvSpPr>
          <p:nvPr>
            <p:ph type="body" sz="quarter" idx="11" hasCustomPrompt="1"/>
          </p:nvPr>
        </p:nvSpPr>
        <p:spPr>
          <a:xfrm>
            <a:off x="553085" y="1516479"/>
            <a:ext cx="3389630" cy="4046121"/>
          </a:xfrm>
          <a:prstGeom prst="roundRect">
            <a:avLst>
              <a:gd name="adj" fmla="val 5581"/>
            </a:avLst>
          </a:prstGeom>
          <a:solidFill>
            <a:schemeClr val="bg1">
              <a:alpha val="49000"/>
            </a:schemeClr>
          </a:solidFill>
        </p:spPr>
        <p:txBody>
          <a:bodyPr lIns="91440" tIns="91440" rIns="91440" bIns="91440" anchor="t">
            <a:noAutofit/>
          </a:bodyPr>
          <a:lstStyle>
            <a:lvl1pPr algn="l">
              <a:spcBef>
                <a:spcPts val="300"/>
              </a:spcBef>
              <a:spcAft>
                <a:spcPts val="200"/>
              </a:spcAft>
              <a:defRPr sz="1800" spc="0">
                <a:solidFill>
                  <a:schemeClr val="tx1"/>
                </a:solidFill>
                <a:latin typeface="+mn-lt"/>
              </a:defRPr>
            </a:lvl1pPr>
            <a:lvl2pPr marL="0" indent="0">
              <a:spcBef>
                <a:spcPts val="1200"/>
              </a:spcBef>
              <a:spcAft>
                <a:spcPts val="200"/>
              </a:spcAft>
              <a:defRPr sz="1400" spc="0">
                <a:solidFill>
                  <a:schemeClr val="bg2"/>
                </a:solidFill>
                <a:latin typeface="Segoe Sans Display Semibold" pitchFamily="2" charset="0"/>
                <a:cs typeface="Segoe Sans Display Semibold" pitchFamily="2" charset="0"/>
              </a:defRPr>
            </a:lvl2pPr>
            <a:lvl3pPr marL="0" indent="0">
              <a:spcBef>
                <a:spcPts val="300"/>
              </a:spcBef>
              <a:defRPr sz="1200" spc="0">
                <a:solidFill>
                  <a:schemeClr val="tx1"/>
                </a:solidFill>
                <a:latin typeface="+mn-lt"/>
              </a:defRPr>
            </a:lvl3pPr>
          </a:lstStyle>
          <a:p>
            <a:pPr lvl="0"/>
            <a:r>
              <a:rPr lang="en-US"/>
              <a:t>Add text here</a:t>
            </a:r>
          </a:p>
          <a:p>
            <a:pPr lvl="1"/>
            <a:r>
              <a:rPr lang="en-US"/>
              <a:t>Name</a:t>
            </a:r>
          </a:p>
          <a:p>
            <a:pPr lvl="2"/>
            <a:r>
              <a:rPr lang="en-US"/>
              <a:t>Designation</a:t>
            </a:r>
          </a:p>
        </p:txBody>
      </p:sp>
      <p:sp>
        <p:nvSpPr>
          <p:cNvPr id="46" name="Text Placeholder 22">
            <a:extLst>
              <a:ext uri="{FF2B5EF4-FFF2-40B4-BE49-F238E27FC236}">
                <a16:creationId xmlns:a16="http://schemas.microsoft.com/office/drawing/2014/main" id="{6630723D-F454-9652-96CE-3BFB0859E48E}"/>
              </a:ext>
            </a:extLst>
          </p:cNvPr>
          <p:cNvSpPr>
            <a:spLocks noGrp="1"/>
          </p:cNvSpPr>
          <p:nvPr>
            <p:ph type="body" sz="quarter" idx="21" hasCustomPrompt="1"/>
          </p:nvPr>
        </p:nvSpPr>
        <p:spPr>
          <a:xfrm>
            <a:off x="553085" y="368463"/>
            <a:ext cx="519430" cy="519429"/>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400" spc="0">
                <a:latin typeface="+mj-lt"/>
              </a:defRPr>
            </a:lvl1pPr>
          </a:lstStyle>
          <a:p>
            <a:pPr lvl="0"/>
            <a:r>
              <a:rPr lang="en-US"/>
              <a:t> </a:t>
            </a:r>
          </a:p>
        </p:txBody>
      </p:sp>
      <p:sp>
        <p:nvSpPr>
          <p:cNvPr id="47" name="Text Placeholder 12">
            <a:extLst>
              <a:ext uri="{FF2B5EF4-FFF2-40B4-BE49-F238E27FC236}">
                <a16:creationId xmlns:a16="http://schemas.microsoft.com/office/drawing/2014/main" id="{12DF8D70-F89A-323A-933C-766AC78D146A}"/>
              </a:ext>
            </a:extLst>
          </p:cNvPr>
          <p:cNvSpPr>
            <a:spLocks noGrp="1"/>
          </p:cNvSpPr>
          <p:nvPr>
            <p:ph type="body" sz="quarter" idx="22" hasCustomPrompt="1"/>
          </p:nvPr>
        </p:nvSpPr>
        <p:spPr>
          <a:xfrm>
            <a:off x="4267200" y="635000"/>
            <a:ext cx="3657600" cy="5803900"/>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spcBef>
                <a:spcPts val="600"/>
              </a:spcBef>
              <a:defRPr lang="en-US" sz="900" kern="1200">
                <a:solidFill>
                  <a:srgbClr val="FEFFFE"/>
                </a:solidFill>
                <a:latin typeface="Aptos" panose="02110004020202020204"/>
                <a:cs typeface="+mn-cs"/>
              </a:defRPr>
            </a:lvl1pPr>
          </a:lstStyle>
          <a:p>
            <a:pPr lvl="0" algn="ctr"/>
            <a:r>
              <a:rPr lang="en-US"/>
              <a:t> </a:t>
            </a:r>
          </a:p>
        </p:txBody>
      </p:sp>
      <p:sp>
        <p:nvSpPr>
          <p:cNvPr id="50" name="Text Placeholder 22">
            <a:extLst>
              <a:ext uri="{FF2B5EF4-FFF2-40B4-BE49-F238E27FC236}">
                <a16:creationId xmlns:a16="http://schemas.microsoft.com/office/drawing/2014/main" id="{6585204A-06E3-E24B-A3EE-7ABFAC917B14}"/>
              </a:ext>
            </a:extLst>
          </p:cNvPr>
          <p:cNvSpPr>
            <a:spLocks noGrp="1"/>
          </p:cNvSpPr>
          <p:nvPr>
            <p:ph type="body" sz="quarter" idx="25" hasCustomPrompt="1"/>
          </p:nvPr>
        </p:nvSpPr>
        <p:spPr>
          <a:xfrm>
            <a:off x="4401185" y="368463"/>
            <a:ext cx="519430" cy="519429"/>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400" spc="0">
                <a:latin typeface="+mj-lt"/>
              </a:defRPr>
            </a:lvl1pPr>
          </a:lstStyle>
          <a:p>
            <a:pPr lvl="0"/>
            <a:r>
              <a:rPr lang="en-US"/>
              <a:t> </a:t>
            </a:r>
          </a:p>
        </p:txBody>
      </p:sp>
      <p:sp>
        <p:nvSpPr>
          <p:cNvPr id="51" name="Text Placeholder 12">
            <a:extLst>
              <a:ext uri="{FF2B5EF4-FFF2-40B4-BE49-F238E27FC236}">
                <a16:creationId xmlns:a16="http://schemas.microsoft.com/office/drawing/2014/main" id="{76B701C1-F9A4-2992-D02A-680343EB11F9}"/>
              </a:ext>
            </a:extLst>
          </p:cNvPr>
          <p:cNvSpPr>
            <a:spLocks noGrp="1"/>
          </p:cNvSpPr>
          <p:nvPr>
            <p:ph type="body" sz="quarter" idx="26" hasCustomPrompt="1"/>
          </p:nvPr>
        </p:nvSpPr>
        <p:spPr>
          <a:xfrm>
            <a:off x="8115300" y="635000"/>
            <a:ext cx="3657600" cy="5803900"/>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spcBef>
                <a:spcPts val="600"/>
              </a:spcBef>
              <a:defRPr lang="en-US" sz="900" kern="1200">
                <a:solidFill>
                  <a:srgbClr val="FEFFFE"/>
                </a:solidFill>
                <a:latin typeface="Aptos" panose="02110004020202020204"/>
                <a:cs typeface="+mn-cs"/>
              </a:defRPr>
            </a:lvl1pPr>
          </a:lstStyle>
          <a:p>
            <a:pPr lvl="0" algn="ctr"/>
            <a:r>
              <a:rPr lang="en-US"/>
              <a:t> </a:t>
            </a:r>
          </a:p>
        </p:txBody>
      </p:sp>
      <p:sp>
        <p:nvSpPr>
          <p:cNvPr id="54" name="Text Placeholder 22">
            <a:extLst>
              <a:ext uri="{FF2B5EF4-FFF2-40B4-BE49-F238E27FC236}">
                <a16:creationId xmlns:a16="http://schemas.microsoft.com/office/drawing/2014/main" id="{8B4E2AB5-097B-90F0-F8ED-2E1DC290FBBB}"/>
              </a:ext>
            </a:extLst>
          </p:cNvPr>
          <p:cNvSpPr>
            <a:spLocks noGrp="1"/>
          </p:cNvSpPr>
          <p:nvPr>
            <p:ph type="body" sz="quarter" idx="29" hasCustomPrompt="1"/>
          </p:nvPr>
        </p:nvSpPr>
        <p:spPr>
          <a:xfrm>
            <a:off x="8249285" y="368463"/>
            <a:ext cx="519430" cy="519429"/>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400" spc="0">
                <a:latin typeface="+mj-lt"/>
              </a:defRPr>
            </a:lvl1pPr>
          </a:lstStyle>
          <a:p>
            <a:pPr lvl="0"/>
            <a:r>
              <a:rPr lang="en-US"/>
              <a:t> </a:t>
            </a:r>
          </a:p>
        </p:txBody>
      </p:sp>
      <p:sp>
        <p:nvSpPr>
          <p:cNvPr id="56" name="Picture Placeholder 55">
            <a:extLst>
              <a:ext uri="{FF2B5EF4-FFF2-40B4-BE49-F238E27FC236}">
                <a16:creationId xmlns:a16="http://schemas.microsoft.com/office/drawing/2014/main" id="{201F0D9D-AAA1-C8BE-ED84-B245F8DE539F}"/>
              </a:ext>
            </a:extLst>
          </p:cNvPr>
          <p:cNvSpPr>
            <a:spLocks noGrp="1"/>
          </p:cNvSpPr>
          <p:nvPr>
            <p:ph type="pic" sz="quarter" idx="30" hasCustomPrompt="1"/>
          </p:nvPr>
        </p:nvSpPr>
        <p:spPr>
          <a:xfrm>
            <a:off x="553085" y="987708"/>
            <a:ext cx="1590675" cy="411163"/>
          </a:xfrm>
        </p:spPr>
        <p:txBody>
          <a:bodyPr anchor="ctr">
            <a:noAutofit/>
          </a:bodyPr>
          <a:lstStyle>
            <a:lvl1pPr>
              <a:defRPr sz="1600"/>
            </a:lvl1pPr>
          </a:lstStyle>
          <a:p>
            <a:r>
              <a:rPr lang="en-IN"/>
              <a:t>Add logo here</a:t>
            </a:r>
            <a:endParaRPr lang="en-US"/>
          </a:p>
        </p:txBody>
      </p:sp>
      <p:sp>
        <p:nvSpPr>
          <p:cNvPr id="57" name="Picture Placeholder 55">
            <a:extLst>
              <a:ext uri="{FF2B5EF4-FFF2-40B4-BE49-F238E27FC236}">
                <a16:creationId xmlns:a16="http://schemas.microsoft.com/office/drawing/2014/main" id="{EAAF82A0-4D66-4EBD-8EEB-F106D538E3C8}"/>
              </a:ext>
            </a:extLst>
          </p:cNvPr>
          <p:cNvSpPr>
            <a:spLocks noGrp="1"/>
          </p:cNvSpPr>
          <p:nvPr>
            <p:ph type="pic" sz="quarter" idx="31" hasCustomPrompt="1"/>
          </p:nvPr>
        </p:nvSpPr>
        <p:spPr>
          <a:xfrm>
            <a:off x="4401185" y="987708"/>
            <a:ext cx="1590675" cy="411163"/>
          </a:xfrm>
        </p:spPr>
        <p:txBody>
          <a:bodyPr anchor="ctr">
            <a:noAutofit/>
          </a:bodyPr>
          <a:lstStyle>
            <a:lvl1pPr>
              <a:defRPr sz="1600"/>
            </a:lvl1pPr>
          </a:lstStyle>
          <a:p>
            <a:r>
              <a:rPr lang="en-IN"/>
              <a:t>Add logo here</a:t>
            </a:r>
            <a:endParaRPr lang="en-US"/>
          </a:p>
        </p:txBody>
      </p:sp>
      <p:sp>
        <p:nvSpPr>
          <p:cNvPr id="58" name="Picture Placeholder 55">
            <a:extLst>
              <a:ext uri="{FF2B5EF4-FFF2-40B4-BE49-F238E27FC236}">
                <a16:creationId xmlns:a16="http://schemas.microsoft.com/office/drawing/2014/main" id="{E93F589D-7B0C-383F-22FF-4B5E0C4C9F90}"/>
              </a:ext>
            </a:extLst>
          </p:cNvPr>
          <p:cNvSpPr>
            <a:spLocks noGrp="1"/>
          </p:cNvSpPr>
          <p:nvPr>
            <p:ph type="pic" sz="quarter" idx="32" hasCustomPrompt="1"/>
          </p:nvPr>
        </p:nvSpPr>
        <p:spPr>
          <a:xfrm>
            <a:off x="8249285" y="987708"/>
            <a:ext cx="1590675" cy="411163"/>
          </a:xfrm>
        </p:spPr>
        <p:txBody>
          <a:bodyPr anchor="ctr">
            <a:noAutofit/>
          </a:bodyPr>
          <a:lstStyle>
            <a:lvl1pPr>
              <a:defRPr sz="1600"/>
            </a:lvl1pPr>
          </a:lstStyle>
          <a:p>
            <a:r>
              <a:rPr lang="en-IN"/>
              <a:t>Add logo here</a:t>
            </a:r>
            <a:endParaRPr lang="en-US"/>
          </a:p>
        </p:txBody>
      </p:sp>
      <p:sp>
        <p:nvSpPr>
          <p:cNvPr id="59" name="Text Placeholder 12 - 1">
            <a:extLst>
              <a:ext uri="{FF2B5EF4-FFF2-40B4-BE49-F238E27FC236}">
                <a16:creationId xmlns:a16="http://schemas.microsoft.com/office/drawing/2014/main" id="{5F0E629F-69D5-01C8-836F-90F3A4FBBD89}"/>
              </a:ext>
            </a:extLst>
          </p:cNvPr>
          <p:cNvSpPr>
            <a:spLocks noGrp="1"/>
          </p:cNvSpPr>
          <p:nvPr>
            <p:ph type="body" sz="quarter" idx="33" hasCustomPrompt="1"/>
          </p:nvPr>
        </p:nvSpPr>
        <p:spPr>
          <a:xfrm>
            <a:off x="4401185" y="1516479"/>
            <a:ext cx="3389630" cy="4046121"/>
          </a:xfrm>
          <a:prstGeom prst="roundRect">
            <a:avLst>
              <a:gd name="adj" fmla="val 5581"/>
            </a:avLst>
          </a:prstGeom>
          <a:solidFill>
            <a:schemeClr val="bg1">
              <a:alpha val="49000"/>
            </a:schemeClr>
          </a:solidFill>
        </p:spPr>
        <p:txBody>
          <a:bodyPr lIns="91440" tIns="91440" rIns="91440" bIns="91440" anchor="t">
            <a:noAutofit/>
          </a:bodyPr>
          <a:lstStyle>
            <a:lvl1pPr algn="l">
              <a:spcBef>
                <a:spcPts val="300"/>
              </a:spcBef>
              <a:spcAft>
                <a:spcPts val="200"/>
              </a:spcAft>
              <a:defRPr sz="1800" spc="0">
                <a:solidFill>
                  <a:schemeClr val="tx1"/>
                </a:solidFill>
                <a:latin typeface="+mn-lt"/>
              </a:defRPr>
            </a:lvl1pPr>
            <a:lvl2pPr marL="0" indent="0">
              <a:spcBef>
                <a:spcPts val="1200"/>
              </a:spcBef>
              <a:spcAft>
                <a:spcPts val="200"/>
              </a:spcAft>
              <a:defRPr sz="1400" spc="0">
                <a:solidFill>
                  <a:schemeClr val="bg2"/>
                </a:solidFill>
                <a:latin typeface="Segoe Sans Display Semibold" pitchFamily="2" charset="0"/>
                <a:cs typeface="Segoe Sans Display Semibold" pitchFamily="2" charset="0"/>
              </a:defRPr>
            </a:lvl2pPr>
            <a:lvl3pPr marL="0" indent="0">
              <a:spcBef>
                <a:spcPts val="300"/>
              </a:spcBef>
              <a:defRPr sz="1200" spc="0">
                <a:solidFill>
                  <a:schemeClr val="tx1"/>
                </a:solidFill>
                <a:latin typeface="+mn-lt"/>
              </a:defRPr>
            </a:lvl3pPr>
          </a:lstStyle>
          <a:p>
            <a:pPr lvl="0"/>
            <a:r>
              <a:rPr lang="en-US"/>
              <a:t>Add text here</a:t>
            </a:r>
          </a:p>
          <a:p>
            <a:pPr lvl="1"/>
            <a:r>
              <a:rPr lang="en-US"/>
              <a:t>Name</a:t>
            </a:r>
          </a:p>
          <a:p>
            <a:pPr lvl="2"/>
            <a:r>
              <a:rPr lang="en-US"/>
              <a:t>Designation</a:t>
            </a:r>
          </a:p>
        </p:txBody>
      </p:sp>
      <p:sp>
        <p:nvSpPr>
          <p:cNvPr id="60" name="Text Placeholder 12 - 1">
            <a:extLst>
              <a:ext uri="{FF2B5EF4-FFF2-40B4-BE49-F238E27FC236}">
                <a16:creationId xmlns:a16="http://schemas.microsoft.com/office/drawing/2014/main" id="{E2C3EAA8-68CC-D605-6A12-15F13C3D1687}"/>
              </a:ext>
            </a:extLst>
          </p:cNvPr>
          <p:cNvSpPr>
            <a:spLocks noGrp="1"/>
          </p:cNvSpPr>
          <p:nvPr>
            <p:ph type="body" sz="quarter" idx="34" hasCustomPrompt="1"/>
          </p:nvPr>
        </p:nvSpPr>
        <p:spPr>
          <a:xfrm>
            <a:off x="8249285" y="1516479"/>
            <a:ext cx="3389630" cy="4046121"/>
          </a:xfrm>
          <a:prstGeom prst="roundRect">
            <a:avLst>
              <a:gd name="adj" fmla="val 5581"/>
            </a:avLst>
          </a:prstGeom>
          <a:solidFill>
            <a:schemeClr val="bg1">
              <a:alpha val="49000"/>
            </a:schemeClr>
          </a:solidFill>
        </p:spPr>
        <p:txBody>
          <a:bodyPr lIns="91440" tIns="91440" rIns="91440" bIns="91440" anchor="t">
            <a:noAutofit/>
          </a:bodyPr>
          <a:lstStyle>
            <a:lvl1pPr algn="l">
              <a:spcBef>
                <a:spcPts val="300"/>
              </a:spcBef>
              <a:spcAft>
                <a:spcPts val="200"/>
              </a:spcAft>
              <a:defRPr sz="1800" spc="0">
                <a:solidFill>
                  <a:schemeClr val="tx1"/>
                </a:solidFill>
                <a:latin typeface="+mn-lt"/>
              </a:defRPr>
            </a:lvl1pPr>
            <a:lvl2pPr marL="0" indent="0">
              <a:spcBef>
                <a:spcPts val="1200"/>
              </a:spcBef>
              <a:spcAft>
                <a:spcPts val="200"/>
              </a:spcAft>
              <a:defRPr sz="1400" spc="0">
                <a:solidFill>
                  <a:schemeClr val="bg2"/>
                </a:solidFill>
                <a:latin typeface="Segoe Sans Display Semibold" pitchFamily="2" charset="0"/>
                <a:cs typeface="Segoe Sans Display Semibold" pitchFamily="2" charset="0"/>
              </a:defRPr>
            </a:lvl2pPr>
            <a:lvl3pPr marL="0" indent="0">
              <a:spcBef>
                <a:spcPts val="300"/>
              </a:spcBef>
              <a:defRPr sz="1200" spc="0">
                <a:solidFill>
                  <a:schemeClr val="tx1"/>
                </a:solidFill>
                <a:latin typeface="+mn-lt"/>
              </a:defRPr>
            </a:lvl3pPr>
          </a:lstStyle>
          <a:p>
            <a:pPr lvl="0"/>
            <a:r>
              <a:rPr lang="en-US"/>
              <a:t>Add text here</a:t>
            </a:r>
          </a:p>
          <a:p>
            <a:pPr lvl="1"/>
            <a:r>
              <a:rPr lang="en-US"/>
              <a:t>Name</a:t>
            </a:r>
          </a:p>
          <a:p>
            <a:pPr lvl="2"/>
            <a:r>
              <a:rPr lang="en-US"/>
              <a:t>Designation</a:t>
            </a:r>
          </a:p>
        </p:txBody>
      </p:sp>
    </p:spTree>
    <p:extLst>
      <p:ext uri="{BB962C8B-B14F-4D97-AF65-F5344CB8AC3E}">
        <p14:creationId xmlns:p14="http://schemas.microsoft.com/office/powerpoint/2010/main" val="3096639495"/>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Customer quotes">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E5591AF-7A69-FEA1-BF5F-BA6A53C51F06}"/>
              </a:ext>
            </a:extLst>
          </p:cNvPr>
          <p:cNvPicPr>
            <a:picLocks noChangeAspect="1"/>
          </p:cNvPicPr>
          <p:nvPr userDrawn="1"/>
        </p:nvPicPr>
        <p:blipFill>
          <a:blip r:embed="rId2"/>
          <a:stretch>
            <a:fillRect/>
          </a:stretch>
        </p:blipFill>
        <p:spPr>
          <a:xfrm>
            <a:off x="0" y="3425655"/>
            <a:ext cx="6669602" cy="3432345"/>
          </a:xfrm>
          <a:prstGeom prst="rect">
            <a:avLst/>
          </a:prstGeom>
        </p:spPr>
      </p:pic>
      <p:sp>
        <p:nvSpPr>
          <p:cNvPr id="43" name="Text Placeholder 12">
            <a:extLst>
              <a:ext uri="{FF2B5EF4-FFF2-40B4-BE49-F238E27FC236}">
                <a16:creationId xmlns:a16="http://schemas.microsoft.com/office/drawing/2014/main" id="{2CA815C1-F5CD-79A9-7D19-A31C5BBE95FF}"/>
              </a:ext>
            </a:extLst>
          </p:cNvPr>
          <p:cNvSpPr>
            <a:spLocks noGrp="1" noChangeAspect="1"/>
          </p:cNvSpPr>
          <p:nvPr>
            <p:ph type="body" sz="quarter" idx="10" hasCustomPrompt="1"/>
          </p:nvPr>
        </p:nvSpPr>
        <p:spPr>
          <a:xfrm>
            <a:off x="419100" y="1949278"/>
            <a:ext cx="11353800" cy="4489621"/>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spcBef>
                <a:spcPts val="600"/>
              </a:spcBef>
              <a:defRPr lang="en-US" sz="900" kern="1200">
                <a:solidFill>
                  <a:srgbClr val="FEFFFE"/>
                </a:solidFill>
                <a:latin typeface="Aptos" panose="02110004020202020204"/>
                <a:cs typeface="+mn-cs"/>
              </a:defRPr>
            </a:lvl1pPr>
          </a:lstStyle>
          <a:p>
            <a:pPr lvl="0" algn="ctr"/>
            <a:r>
              <a:rPr lang="en-US"/>
              <a:t> </a:t>
            </a:r>
          </a:p>
        </p:txBody>
      </p:sp>
      <p:sp>
        <p:nvSpPr>
          <p:cNvPr id="46" name="Text Placeholder 22">
            <a:extLst>
              <a:ext uri="{FF2B5EF4-FFF2-40B4-BE49-F238E27FC236}">
                <a16:creationId xmlns:a16="http://schemas.microsoft.com/office/drawing/2014/main" id="{6630723D-F454-9652-96CE-3BFB0859E48E}"/>
              </a:ext>
            </a:extLst>
          </p:cNvPr>
          <p:cNvSpPr>
            <a:spLocks noGrp="1"/>
          </p:cNvSpPr>
          <p:nvPr>
            <p:ph type="body" sz="quarter" idx="21" hasCustomPrompt="1"/>
          </p:nvPr>
        </p:nvSpPr>
        <p:spPr>
          <a:xfrm>
            <a:off x="733559" y="1572214"/>
            <a:ext cx="754128" cy="754127"/>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400" spc="0">
                <a:latin typeface="+mj-lt"/>
              </a:defRPr>
            </a:lvl1pPr>
          </a:lstStyle>
          <a:p>
            <a:pPr lvl="0"/>
            <a:r>
              <a:rPr lang="en-US"/>
              <a:t> </a:t>
            </a:r>
          </a:p>
        </p:txBody>
      </p:sp>
      <p:sp>
        <p:nvSpPr>
          <p:cNvPr id="2" name="Title 1">
            <a:extLst>
              <a:ext uri="{FF2B5EF4-FFF2-40B4-BE49-F238E27FC236}">
                <a16:creationId xmlns:a16="http://schemas.microsoft.com/office/drawing/2014/main" id="{54183C4F-C788-39BA-3E8C-824462B6DCA2}"/>
              </a:ext>
            </a:extLst>
          </p:cNvPr>
          <p:cNvSpPr>
            <a:spLocks noGrp="1"/>
          </p:cNvSpPr>
          <p:nvPr>
            <p:ph type="title" hasCustomPrompt="1"/>
          </p:nvPr>
        </p:nvSpPr>
        <p:spPr>
          <a:xfrm>
            <a:off x="419101" y="736238"/>
            <a:ext cx="6819900" cy="560426"/>
          </a:xfrm>
        </p:spPr>
        <p:txBody>
          <a:bodyPr/>
          <a:lstStyle>
            <a:lvl1pPr>
              <a:defRPr/>
            </a:lvl1pPr>
          </a:lstStyle>
          <a:p>
            <a:r>
              <a:rPr lang="en-US"/>
              <a:t>Customer quote</a:t>
            </a:r>
          </a:p>
        </p:txBody>
      </p:sp>
      <p:sp>
        <p:nvSpPr>
          <p:cNvPr id="5" name="Picture Placeholder 55">
            <a:extLst>
              <a:ext uri="{FF2B5EF4-FFF2-40B4-BE49-F238E27FC236}">
                <a16:creationId xmlns:a16="http://schemas.microsoft.com/office/drawing/2014/main" id="{74453466-E489-EEB9-F2F4-E5DCDA41D683}"/>
              </a:ext>
            </a:extLst>
          </p:cNvPr>
          <p:cNvSpPr>
            <a:spLocks noGrp="1"/>
          </p:cNvSpPr>
          <p:nvPr>
            <p:ph type="pic" sz="quarter" idx="35" hasCustomPrompt="1"/>
          </p:nvPr>
        </p:nvSpPr>
        <p:spPr>
          <a:xfrm>
            <a:off x="7678056" y="436330"/>
            <a:ext cx="4094843" cy="1160241"/>
          </a:xfrm>
        </p:spPr>
        <p:txBody>
          <a:bodyPr anchor="ctr">
            <a:noAutofit/>
          </a:bodyPr>
          <a:lstStyle>
            <a:lvl1pPr algn="ctr">
              <a:defRPr sz="1600"/>
            </a:lvl1pPr>
          </a:lstStyle>
          <a:p>
            <a:r>
              <a:rPr lang="en-IN"/>
              <a:t>Add logo here</a:t>
            </a:r>
            <a:endParaRPr lang="en-US"/>
          </a:p>
        </p:txBody>
      </p:sp>
      <p:sp>
        <p:nvSpPr>
          <p:cNvPr id="6" name="Text Placeholder 12 - 1">
            <a:extLst>
              <a:ext uri="{FF2B5EF4-FFF2-40B4-BE49-F238E27FC236}">
                <a16:creationId xmlns:a16="http://schemas.microsoft.com/office/drawing/2014/main" id="{5DD0CEF5-171B-714E-D866-C8AE42A5F6BB}"/>
              </a:ext>
            </a:extLst>
          </p:cNvPr>
          <p:cNvSpPr>
            <a:spLocks noGrp="1"/>
          </p:cNvSpPr>
          <p:nvPr>
            <p:ph type="body" sz="quarter" idx="36" hasCustomPrompt="1"/>
          </p:nvPr>
        </p:nvSpPr>
        <p:spPr>
          <a:xfrm>
            <a:off x="733559" y="2593714"/>
            <a:ext cx="10724882" cy="2666174"/>
          </a:xfrm>
          <a:prstGeom prst="rect">
            <a:avLst/>
          </a:prstGeom>
          <a:noFill/>
        </p:spPr>
        <p:txBody>
          <a:bodyPr lIns="0" tIns="0" rIns="0" bIns="0" anchor="t">
            <a:noAutofit/>
          </a:bodyPr>
          <a:lstStyle>
            <a:lvl1pPr algn="l">
              <a:spcBef>
                <a:spcPts val="300"/>
              </a:spcBef>
              <a:spcAft>
                <a:spcPts val="200"/>
              </a:spcAft>
              <a:defRPr sz="1800" spc="0">
                <a:solidFill>
                  <a:schemeClr val="tx1"/>
                </a:solidFill>
                <a:latin typeface="+mn-lt"/>
              </a:defRPr>
            </a:lvl1pPr>
            <a:lvl2pPr marL="0" indent="0">
              <a:spcBef>
                <a:spcPts val="1200"/>
              </a:spcBef>
              <a:spcAft>
                <a:spcPts val="200"/>
              </a:spcAft>
              <a:defRPr sz="1400" spc="0">
                <a:solidFill>
                  <a:schemeClr val="accent5"/>
                </a:solidFill>
                <a:latin typeface="Segoe Sans Display Semibold" pitchFamily="2" charset="0"/>
                <a:cs typeface="Segoe Sans Display Semibold" pitchFamily="2" charset="0"/>
              </a:defRPr>
            </a:lvl2pPr>
            <a:lvl3pPr marL="0" indent="0">
              <a:spcBef>
                <a:spcPts val="300"/>
              </a:spcBef>
              <a:defRPr sz="1200" spc="0">
                <a:solidFill>
                  <a:schemeClr val="bg1"/>
                </a:solidFill>
                <a:latin typeface="+mn-lt"/>
              </a:defRPr>
            </a:lvl3pPr>
          </a:lstStyle>
          <a:p>
            <a:pPr lvl="0"/>
            <a:r>
              <a:rPr lang="en-US"/>
              <a:t>Add text here</a:t>
            </a:r>
          </a:p>
        </p:txBody>
      </p:sp>
      <p:sp>
        <p:nvSpPr>
          <p:cNvPr id="8" name="Text Placeholder 12 - 1">
            <a:extLst>
              <a:ext uri="{FF2B5EF4-FFF2-40B4-BE49-F238E27FC236}">
                <a16:creationId xmlns:a16="http://schemas.microsoft.com/office/drawing/2014/main" id="{B49A12BC-0485-45EE-12DF-E7787D766DBE}"/>
              </a:ext>
            </a:extLst>
          </p:cNvPr>
          <p:cNvSpPr>
            <a:spLocks noGrp="1"/>
          </p:cNvSpPr>
          <p:nvPr>
            <p:ph type="body" sz="quarter" idx="37" hasCustomPrompt="1"/>
          </p:nvPr>
        </p:nvSpPr>
        <p:spPr>
          <a:xfrm>
            <a:off x="7924799" y="5434190"/>
            <a:ext cx="3533641" cy="707178"/>
          </a:xfrm>
          <a:prstGeom prst="roundRect">
            <a:avLst>
              <a:gd name="adj" fmla="val 50000"/>
            </a:avLst>
          </a:prstGeom>
          <a:solidFill>
            <a:schemeClr val="bg1">
              <a:alpha val="49000"/>
            </a:schemeClr>
          </a:solidFill>
        </p:spPr>
        <p:txBody>
          <a:bodyPr vert="horz" lIns="91440" tIns="91440" rIns="91440" bIns="91440" rtlCol="0" anchor="t">
            <a:noAutofit/>
          </a:bodyPr>
          <a:lstStyle>
            <a:lvl1pPr algn="r">
              <a:spcBef>
                <a:spcPts val="300"/>
              </a:spcBef>
              <a:spcAft>
                <a:spcPts val="200"/>
              </a:spcAft>
              <a:defRPr lang="en-US" sz="2000" spc="0">
                <a:solidFill>
                  <a:schemeClr val="bg2"/>
                </a:solidFill>
                <a:latin typeface="+mn-lt"/>
              </a:defRPr>
            </a:lvl1pPr>
            <a:lvl2pPr marL="0" indent="0">
              <a:spcBef>
                <a:spcPts val="1200"/>
              </a:spcBef>
              <a:spcAft>
                <a:spcPts val="200"/>
              </a:spcAft>
              <a:defRPr sz="1400" spc="0">
                <a:solidFill>
                  <a:schemeClr val="bg1"/>
                </a:solidFill>
                <a:latin typeface="+mn-lt"/>
                <a:cs typeface="Segoe Sans Display Semibold" pitchFamily="2" charset="0"/>
              </a:defRPr>
            </a:lvl2pPr>
            <a:lvl3pPr marL="0" indent="0">
              <a:spcBef>
                <a:spcPts val="300"/>
              </a:spcBef>
              <a:defRPr sz="1200" spc="0">
                <a:solidFill>
                  <a:schemeClr val="bg1"/>
                </a:solidFill>
                <a:latin typeface="+mn-lt"/>
              </a:defRPr>
            </a:lvl3pPr>
          </a:lstStyle>
          <a:p>
            <a:pPr lvl="0">
              <a:spcBef>
                <a:spcPts val="300"/>
              </a:spcBef>
              <a:spcAft>
                <a:spcPts val="200"/>
              </a:spcAft>
            </a:pPr>
            <a:r>
              <a:rPr lang="en-US"/>
              <a:t>Name</a:t>
            </a:r>
          </a:p>
        </p:txBody>
      </p:sp>
    </p:spTree>
    <p:extLst>
      <p:ext uri="{BB962C8B-B14F-4D97-AF65-F5344CB8AC3E}">
        <p14:creationId xmlns:p14="http://schemas.microsoft.com/office/powerpoint/2010/main" val="2193772389"/>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3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1544402"/>
            <a:ext cx="11353799" cy="1107996"/>
          </a:xfrm>
        </p:spPr>
        <p:txBody>
          <a:bodyPr anchor="t">
            <a:spAutoFit/>
          </a:bodyPr>
          <a:lstStyle>
            <a:lvl1pPr algn="ctr">
              <a:defRPr sz="7200" b="0" spc="-90" baseline="0"/>
            </a:lvl1pPr>
          </a:lstStyle>
          <a:p>
            <a:r>
              <a:rPr lang="en-US"/>
              <a:t>Click to edit Master title style</a:t>
            </a:r>
          </a:p>
        </p:txBody>
      </p:sp>
      <p:sp>
        <p:nvSpPr>
          <p:cNvPr id="13" name="Text Placeholder 12">
            <a:extLst>
              <a:ext uri="{FF2B5EF4-FFF2-40B4-BE49-F238E27FC236}">
                <a16:creationId xmlns:a16="http://schemas.microsoft.com/office/drawing/2014/main" id="{072F4381-C624-6774-B93A-C38728FFE480}"/>
              </a:ext>
            </a:extLst>
          </p:cNvPr>
          <p:cNvSpPr>
            <a:spLocks noGrp="1"/>
          </p:cNvSpPr>
          <p:nvPr>
            <p:ph type="body" sz="quarter" idx="10" hasCustomPrompt="1"/>
          </p:nvPr>
        </p:nvSpPr>
        <p:spPr>
          <a:xfrm>
            <a:off x="419100" y="2805761"/>
            <a:ext cx="11353799" cy="914400"/>
          </a:xfrm>
        </p:spPr>
        <p:txBody>
          <a:bodyPr>
            <a:normAutofit/>
          </a:bodyPr>
          <a:lstStyle>
            <a:lvl1pPr algn="ctr">
              <a:defRPr lang="en-US" sz="2400" dirty="0">
                <a:solidFill>
                  <a:schemeClr val="bg2"/>
                </a:solidFill>
              </a:defRPr>
            </a:lvl1pPr>
          </a:lstStyle>
          <a:p>
            <a:pPr lvl="0"/>
            <a:r>
              <a:rPr lang="en-US"/>
              <a:t>Add text here</a:t>
            </a:r>
          </a:p>
        </p:txBody>
      </p:sp>
      <p:sp>
        <p:nvSpPr>
          <p:cNvPr id="14" name="Text Placeholder 22">
            <a:extLst>
              <a:ext uri="{FF2B5EF4-FFF2-40B4-BE49-F238E27FC236}">
                <a16:creationId xmlns:a16="http://schemas.microsoft.com/office/drawing/2014/main" id="{A4AE0298-41F6-FC3D-0DC7-48E67B16480A}"/>
              </a:ext>
            </a:extLst>
          </p:cNvPr>
          <p:cNvSpPr>
            <a:spLocks noGrp="1"/>
          </p:cNvSpPr>
          <p:nvPr>
            <p:ph type="body" sz="quarter" idx="11" hasCustomPrompt="1"/>
          </p:nvPr>
        </p:nvSpPr>
        <p:spPr>
          <a:xfrm>
            <a:off x="4823127" y="609602"/>
            <a:ext cx="2545746" cy="584934"/>
          </a:xfrm>
          <a:prstGeom prst="roundRect">
            <a:avLst>
              <a:gd name="adj" fmla="val 50000"/>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Add text here</a:t>
            </a:r>
          </a:p>
        </p:txBody>
      </p:sp>
      <p:sp>
        <p:nvSpPr>
          <p:cNvPr id="15" name="Text Placeholder 12">
            <a:extLst>
              <a:ext uri="{FF2B5EF4-FFF2-40B4-BE49-F238E27FC236}">
                <a16:creationId xmlns:a16="http://schemas.microsoft.com/office/drawing/2014/main" id="{9010F91C-DA06-58B9-4E51-32F3C27CE143}"/>
              </a:ext>
            </a:extLst>
          </p:cNvPr>
          <p:cNvSpPr>
            <a:spLocks noGrp="1"/>
          </p:cNvSpPr>
          <p:nvPr>
            <p:ph type="body" sz="quarter" idx="12" hasCustomPrompt="1"/>
          </p:nvPr>
        </p:nvSpPr>
        <p:spPr>
          <a:xfrm>
            <a:off x="419100" y="3859993"/>
            <a:ext cx="11353802" cy="2388405"/>
          </a:xfrm>
          <a:prstGeom prst="roundRect">
            <a:avLst>
              <a:gd name="adj" fmla="val 8883"/>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normAutofit/>
          </a:bodyPr>
          <a:lstStyle>
            <a:lvl1pPr algn="ctr">
              <a:spcBef>
                <a:spcPts val="600"/>
              </a:spcBef>
              <a:defRPr lang="en-US" sz="900" kern="1200">
                <a:solidFill>
                  <a:srgbClr val="FEFFFE"/>
                </a:solidFill>
                <a:latin typeface="Aptos" panose="02110004020202020204"/>
                <a:cs typeface="+mn-cs"/>
              </a:defRPr>
            </a:lvl1pPr>
          </a:lstStyle>
          <a:p>
            <a:pPr lvl="0" algn="ctr">
              <a:spcBef>
                <a:spcPts val="600"/>
              </a:spcBef>
            </a:pPr>
            <a:r>
              <a:rPr lang="en-US"/>
              <a:t> </a:t>
            </a:r>
          </a:p>
        </p:txBody>
      </p:sp>
      <p:sp>
        <p:nvSpPr>
          <p:cNvPr id="16" name="Text Placeholder 62">
            <a:extLst>
              <a:ext uri="{FF2B5EF4-FFF2-40B4-BE49-F238E27FC236}">
                <a16:creationId xmlns:a16="http://schemas.microsoft.com/office/drawing/2014/main" id="{2693DFAC-7752-1ECC-2E5F-F9B941D65415}"/>
              </a:ext>
            </a:extLst>
          </p:cNvPr>
          <p:cNvSpPr>
            <a:spLocks noGrp="1" noChangeAspect="1"/>
          </p:cNvSpPr>
          <p:nvPr>
            <p:ph type="body" sz="quarter" idx="21" hasCustomPrompt="1"/>
          </p:nvPr>
        </p:nvSpPr>
        <p:spPr>
          <a:xfrm>
            <a:off x="560070" y="4010256"/>
            <a:ext cx="3440433" cy="2087879"/>
          </a:xfrm>
          <a:prstGeom prst="rect">
            <a:avLst/>
          </a:prstGeom>
          <a:noFill/>
        </p:spPr>
        <p:txBody>
          <a:bodyPr lIns="91440" tIns="91440" rIns="91440" bIns="91440" anchor="ctr">
            <a:noAutofit/>
          </a:bodyPr>
          <a:lstStyle>
            <a:lvl1pPr algn="ctr">
              <a:spcBef>
                <a:spcPts val="600"/>
              </a:spcBef>
              <a:defRPr sz="1800" spc="0">
                <a:solidFill>
                  <a:schemeClr val="tx1"/>
                </a:solidFill>
              </a:defRPr>
            </a:lvl1pPr>
          </a:lstStyle>
          <a:p>
            <a:pPr lvl="0"/>
            <a:r>
              <a:rPr lang="en-US"/>
              <a:t>Add text here</a:t>
            </a:r>
          </a:p>
        </p:txBody>
      </p:sp>
      <p:sp>
        <p:nvSpPr>
          <p:cNvPr id="17" name="Text Placeholder 62">
            <a:extLst>
              <a:ext uri="{FF2B5EF4-FFF2-40B4-BE49-F238E27FC236}">
                <a16:creationId xmlns:a16="http://schemas.microsoft.com/office/drawing/2014/main" id="{764629BE-27F6-6700-7BB3-B1C2169A438B}"/>
              </a:ext>
            </a:extLst>
          </p:cNvPr>
          <p:cNvSpPr>
            <a:spLocks noGrp="1" noChangeAspect="1"/>
          </p:cNvSpPr>
          <p:nvPr>
            <p:ph type="body" sz="quarter" idx="22" hasCustomPrompt="1"/>
          </p:nvPr>
        </p:nvSpPr>
        <p:spPr>
          <a:xfrm>
            <a:off x="4375785" y="4010256"/>
            <a:ext cx="3440433" cy="2087879"/>
          </a:xfrm>
          <a:prstGeom prst="rect">
            <a:avLst/>
          </a:prstGeom>
          <a:noFill/>
        </p:spPr>
        <p:txBody>
          <a:bodyPr lIns="91440" tIns="91440" rIns="91440" bIns="91440" anchor="ctr">
            <a:noAutofit/>
          </a:bodyPr>
          <a:lstStyle>
            <a:lvl1pPr algn="ctr">
              <a:spcBef>
                <a:spcPts val="600"/>
              </a:spcBef>
              <a:defRPr sz="1800" spc="0">
                <a:solidFill>
                  <a:schemeClr val="tx1"/>
                </a:solidFill>
              </a:defRPr>
            </a:lvl1pPr>
          </a:lstStyle>
          <a:p>
            <a:pPr lvl="0"/>
            <a:r>
              <a:rPr lang="en-US"/>
              <a:t>Add text here</a:t>
            </a:r>
          </a:p>
        </p:txBody>
      </p:sp>
      <p:sp>
        <p:nvSpPr>
          <p:cNvPr id="18" name="Text Placeholder 62">
            <a:extLst>
              <a:ext uri="{FF2B5EF4-FFF2-40B4-BE49-F238E27FC236}">
                <a16:creationId xmlns:a16="http://schemas.microsoft.com/office/drawing/2014/main" id="{359CD0A0-C239-E49C-E0EE-348B00812081}"/>
              </a:ext>
            </a:extLst>
          </p:cNvPr>
          <p:cNvSpPr>
            <a:spLocks noGrp="1" noChangeAspect="1"/>
          </p:cNvSpPr>
          <p:nvPr>
            <p:ph type="body" sz="quarter" idx="23" hasCustomPrompt="1"/>
          </p:nvPr>
        </p:nvSpPr>
        <p:spPr>
          <a:xfrm>
            <a:off x="8191500" y="4010256"/>
            <a:ext cx="3440433" cy="2087879"/>
          </a:xfrm>
          <a:prstGeom prst="rect">
            <a:avLst/>
          </a:prstGeom>
          <a:noFill/>
        </p:spPr>
        <p:txBody>
          <a:bodyPr lIns="91440" tIns="91440" rIns="91440" bIns="91440" anchor="ctr">
            <a:noAutofit/>
          </a:bodyPr>
          <a:lstStyle>
            <a:lvl1pPr algn="ctr">
              <a:spcBef>
                <a:spcPts val="600"/>
              </a:spcBef>
              <a:defRPr sz="1800" spc="0">
                <a:solidFill>
                  <a:schemeClr val="tx1"/>
                </a:solidFill>
              </a:defRPr>
            </a:lvl1pPr>
          </a:lstStyle>
          <a:p>
            <a:pPr lvl="0"/>
            <a:r>
              <a:rPr lang="en-US"/>
              <a:t>Add text here</a:t>
            </a:r>
          </a:p>
        </p:txBody>
      </p:sp>
      <p:sp>
        <p:nvSpPr>
          <p:cNvPr id="22" name="Text Placeholder 27 - 1">
            <a:extLst>
              <a:ext uri="{FF2B5EF4-FFF2-40B4-BE49-F238E27FC236}">
                <a16:creationId xmlns:a16="http://schemas.microsoft.com/office/drawing/2014/main" id="{EFB6DEB8-E34C-95CD-050A-52C621D603BF}"/>
              </a:ext>
            </a:extLst>
          </p:cNvPr>
          <p:cNvSpPr>
            <a:spLocks noGrp="1" noChangeAspect="1"/>
          </p:cNvSpPr>
          <p:nvPr>
            <p:ph type="body" sz="quarter" idx="44" hasCustomPrompt="1"/>
          </p:nvPr>
        </p:nvSpPr>
        <p:spPr>
          <a:xfrm>
            <a:off x="4188144" y="4010256"/>
            <a:ext cx="0" cy="2087879"/>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ln w="6350">
            <a:solidFill>
              <a:schemeClr val="bg1"/>
            </a:solidFill>
          </a:ln>
        </p:spPr>
        <p:style>
          <a:lnRef idx="1">
            <a:schemeClr val="accent1"/>
          </a:lnRef>
          <a:fillRef idx="0">
            <a:schemeClr val="accent1"/>
          </a:fillRef>
          <a:effectRef idx="0">
            <a:schemeClr val="accent1"/>
          </a:effectRef>
          <a:fontRef idx="minor">
            <a:schemeClr val="tx1"/>
          </a:fontRef>
        </p:style>
        <p:txBody>
          <a:bodyPr lIns="91440" tIns="777240" rIns="91440" bIns="45720">
            <a:noAutofit/>
          </a:bodyPr>
          <a:lstStyle>
            <a:lvl1pPr algn="ctr">
              <a:defRPr sz="1400" spc="0">
                <a:solidFill>
                  <a:schemeClr val="tx1"/>
                </a:solidFill>
                <a:latin typeface="+mn-lt"/>
              </a:defRPr>
            </a:lvl1pPr>
          </a:lstStyle>
          <a:p>
            <a:pPr lvl="0"/>
            <a:r>
              <a:rPr lang="en-US"/>
              <a:t> </a:t>
            </a:r>
          </a:p>
        </p:txBody>
      </p:sp>
      <p:sp>
        <p:nvSpPr>
          <p:cNvPr id="24" name="Text Placeholder 27 - 1">
            <a:extLst>
              <a:ext uri="{FF2B5EF4-FFF2-40B4-BE49-F238E27FC236}">
                <a16:creationId xmlns:a16="http://schemas.microsoft.com/office/drawing/2014/main" id="{8A26B3EE-7E91-2F88-CCA2-E74D8071F6F4}"/>
              </a:ext>
            </a:extLst>
          </p:cNvPr>
          <p:cNvSpPr>
            <a:spLocks noGrp="1" noChangeAspect="1"/>
          </p:cNvSpPr>
          <p:nvPr>
            <p:ph type="body" sz="quarter" idx="45" hasCustomPrompt="1"/>
          </p:nvPr>
        </p:nvSpPr>
        <p:spPr>
          <a:xfrm>
            <a:off x="8003859" y="4010256"/>
            <a:ext cx="0" cy="2087879"/>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ln w="6350">
            <a:solidFill>
              <a:schemeClr val="bg1"/>
            </a:solidFill>
          </a:ln>
        </p:spPr>
        <p:style>
          <a:lnRef idx="1">
            <a:schemeClr val="accent1"/>
          </a:lnRef>
          <a:fillRef idx="0">
            <a:schemeClr val="accent1"/>
          </a:fillRef>
          <a:effectRef idx="0">
            <a:schemeClr val="accent1"/>
          </a:effectRef>
          <a:fontRef idx="minor">
            <a:schemeClr val="tx1"/>
          </a:fontRef>
        </p:style>
        <p:txBody>
          <a:bodyPr lIns="91440" tIns="777240" rIns="91440" bIns="45720">
            <a:noAutofit/>
          </a:bodyPr>
          <a:lstStyle>
            <a:lvl1pPr algn="ctr">
              <a:defRPr sz="1400" spc="0">
                <a:solidFill>
                  <a:schemeClr val="tx1"/>
                </a:solidFill>
                <a:latin typeface="+mn-lt"/>
              </a:defRPr>
            </a:lvl1pPr>
          </a:lstStyle>
          <a:p>
            <a:pPr lvl="0"/>
            <a:r>
              <a:rPr lang="en-US"/>
              <a:t> </a:t>
            </a:r>
          </a:p>
        </p:txBody>
      </p:sp>
    </p:spTree>
    <p:extLst>
      <p:ext uri="{BB962C8B-B14F-4D97-AF65-F5344CB8AC3E}">
        <p14:creationId xmlns:p14="http://schemas.microsoft.com/office/powerpoint/2010/main" val="18357273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2">
                                            <p:bg/>
                                          </p:spTgt>
                                        </p:tgtEl>
                                        <p:attrNameLst>
                                          <p:attrName>style.visibility</p:attrName>
                                        </p:attrNameLst>
                                      </p:cBhvr>
                                      <p:to>
                                        <p:strVal val="visible"/>
                                      </p:to>
                                    </p:set>
                                    <p:animEffect transition="in" filter="wipe(down)">
                                      <p:cBhvr>
                                        <p:cTn id="7" dur="500"/>
                                        <p:tgtEl>
                                          <p:spTgt spid="22">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2">
                                            <p:txEl>
                                              <p:pRg st="0" end="0"/>
                                            </p:txEl>
                                          </p:spTgt>
                                        </p:tgtEl>
                                        <p:attrNameLst>
                                          <p:attrName>style.visibility</p:attrName>
                                        </p:attrNameLst>
                                      </p:cBhvr>
                                      <p:to>
                                        <p:strVal val="visible"/>
                                      </p:to>
                                    </p:set>
                                    <p:animEffect transition="in" filter="wipe(down)">
                                      <p:cBhvr>
                                        <p:cTn id="10" dur="500"/>
                                        <p:tgtEl>
                                          <p:spTgt spid="22">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4">
                                            <p:bg/>
                                          </p:spTgt>
                                        </p:tgtEl>
                                        <p:attrNameLst>
                                          <p:attrName>style.visibility</p:attrName>
                                        </p:attrNameLst>
                                      </p:cBhvr>
                                      <p:to>
                                        <p:strVal val="visible"/>
                                      </p:to>
                                    </p:set>
                                    <p:animEffect transition="in" filter="wipe(down)">
                                      <p:cBhvr>
                                        <p:cTn id="13" dur="500"/>
                                        <p:tgtEl>
                                          <p:spTgt spid="24">
                                            <p:bg/>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wipe(down)">
                                      <p:cBhvr>
                                        <p:cTn id="16"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nimBg="1">
        <p:tmplLst>
          <p:tmpl>
            <p:tnLst>
              <p:par>
                <p:cTn presetID="22" presetClass="entr" presetSubtype="4"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 lvl="1">
            <p:tnLst>
              <p:par>
                <p:cTn presetID="22" presetClass="entr" presetSubtype="4"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4" grpId="0" build="p" animBg="1">
        <p:tmplLst>
          <p:tmpl>
            <p:tnLst>
              <p:par>
                <p:cTn presetID="22" presetClass="entr" presetSubtype="4"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down)">
                      <p:cBhvr>
                        <p:cTn dur="500"/>
                        <p:tgtEl>
                          <p:spTgt spid="24"/>
                        </p:tgtEl>
                      </p:cBhvr>
                    </p:animEffect>
                  </p:childTnLst>
                </p:cTn>
              </p:par>
            </p:tnLst>
          </p:tmpl>
          <p:tmpl lvl="1">
            <p:tnLst>
              <p:par>
                <p:cTn presetID="22" presetClass="entr" presetSubtype="4"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down)">
                      <p:cBhvr>
                        <p:cTn dur="500"/>
                        <p:tgtEl>
                          <p:spTgt spid="24"/>
                        </p:tgtEl>
                      </p:cBhvr>
                    </p:animEffect>
                  </p:childTnLst>
                </p:cTn>
              </p:par>
            </p:tnLst>
          </p:tmpl>
        </p:tmplLst>
      </p:bldP>
    </p:bld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8FF25C18-7352-0B1A-0634-EF4765389D40}"/>
              </a:ext>
            </a:extLst>
          </p:cNvPr>
          <p:cNvPicPr>
            <a:picLocks noChangeAspect="1"/>
          </p:cNvPicPr>
          <p:nvPr userDrawn="1"/>
        </p:nvPicPr>
        <p:blipFill>
          <a:blip r:embed="rId2"/>
          <a:stretch>
            <a:fillRect/>
          </a:stretch>
        </p:blipFill>
        <p:spPr>
          <a:xfrm>
            <a:off x="8753987" y="4124879"/>
            <a:ext cx="3438014" cy="2733121"/>
          </a:xfrm>
          <a:prstGeom prst="rect">
            <a:avLst/>
          </a:prstGeom>
        </p:spPr>
      </p:pic>
      <p:sp>
        <p:nvSpPr>
          <p:cNvPr id="13" name="Text Placeholder 12">
            <a:extLst>
              <a:ext uri="{FF2B5EF4-FFF2-40B4-BE49-F238E27FC236}">
                <a16:creationId xmlns:a16="http://schemas.microsoft.com/office/drawing/2014/main" id="{931A0E3B-F8C6-7688-454A-8BAD46902180}"/>
              </a:ext>
            </a:extLst>
          </p:cNvPr>
          <p:cNvSpPr>
            <a:spLocks noGrp="1"/>
          </p:cNvSpPr>
          <p:nvPr userDrawn="1">
            <p:ph type="body" sz="quarter" idx="10" hasCustomPrompt="1"/>
          </p:nvPr>
        </p:nvSpPr>
        <p:spPr>
          <a:xfrm>
            <a:off x="419100" y="1817649"/>
            <a:ext cx="5551170" cy="4621251"/>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vert="horz" lIns="91440" tIns="137160" rIns="91440" bIns="91440" rtlCol="0" anchor="t">
            <a:normAutofit/>
          </a:bodyPr>
          <a:lstStyle>
            <a:lvl1pPr algn="ctr">
              <a:spcBef>
                <a:spcPts val="600"/>
              </a:spcBef>
              <a:defRPr lang="en-US" sz="2400" kern="1200">
                <a:solidFill>
                  <a:schemeClr val="bg2"/>
                </a:solidFill>
                <a:latin typeface="+mn-lt"/>
                <a:cs typeface="+mn-cs"/>
              </a:defRPr>
            </a:lvl1pPr>
          </a:lstStyle>
          <a:p>
            <a:pPr lvl="0" algn="ctr">
              <a:spcBef>
                <a:spcPts val="600"/>
              </a:spcBef>
            </a:pPr>
            <a:r>
              <a:rPr lang="en-US"/>
              <a:t>Add heading here</a:t>
            </a:r>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lgn="ctr">
              <a:defRPr b="0" spc="-90" baseline="0"/>
            </a:lvl1pPr>
          </a:lstStyle>
          <a:p>
            <a:r>
              <a:rPr lang="en-US"/>
              <a:t>Click to edit Master title style</a:t>
            </a:r>
          </a:p>
        </p:txBody>
      </p:sp>
      <p:sp>
        <p:nvSpPr>
          <p:cNvPr id="15" name="Text Placeholder 12">
            <a:extLst>
              <a:ext uri="{FF2B5EF4-FFF2-40B4-BE49-F238E27FC236}">
                <a16:creationId xmlns:a16="http://schemas.microsoft.com/office/drawing/2014/main" id="{A433B7CA-A591-7936-9020-357D1F02D755}"/>
              </a:ext>
            </a:extLst>
          </p:cNvPr>
          <p:cNvSpPr>
            <a:spLocks noGrp="1"/>
          </p:cNvSpPr>
          <p:nvPr>
            <p:ph type="body" sz="quarter" idx="11" hasCustomPrompt="1"/>
          </p:nvPr>
        </p:nvSpPr>
        <p:spPr>
          <a:xfrm>
            <a:off x="560070" y="2670629"/>
            <a:ext cx="5269230" cy="1118288"/>
          </a:xfrm>
          <a:prstGeom prst="roundRect">
            <a:avLst>
              <a:gd name="adj" fmla="val 10826"/>
            </a:avLst>
          </a:prstGeom>
          <a:solidFill>
            <a:schemeClr val="bg1">
              <a:alpha val="49000"/>
            </a:schemeClr>
          </a:solidFill>
        </p:spPr>
        <p:txBody>
          <a:bodyPr lIns="91440" tIns="45720" rIns="91440" bIns="45720" anchor="ctr">
            <a:noAutofit/>
          </a:bodyPr>
          <a:lstStyle>
            <a:lvl1pPr algn="ctr">
              <a:spcBef>
                <a:spcPts val="600"/>
              </a:spcBef>
              <a:defRPr sz="1600" spc="0">
                <a:solidFill>
                  <a:schemeClr val="tx1"/>
                </a:solidFill>
              </a:defRPr>
            </a:lvl1pPr>
          </a:lstStyle>
          <a:p>
            <a:pPr lvl="0"/>
            <a:r>
              <a:rPr lang="en-US"/>
              <a:t>Add text here</a:t>
            </a:r>
          </a:p>
        </p:txBody>
      </p:sp>
      <p:sp>
        <p:nvSpPr>
          <p:cNvPr id="17" name="Text Placeholder 12">
            <a:extLst>
              <a:ext uri="{FF2B5EF4-FFF2-40B4-BE49-F238E27FC236}">
                <a16:creationId xmlns:a16="http://schemas.microsoft.com/office/drawing/2014/main" id="{D3D170C6-2DA5-4968-904A-C3E798454059}"/>
              </a:ext>
            </a:extLst>
          </p:cNvPr>
          <p:cNvSpPr>
            <a:spLocks noGrp="1"/>
          </p:cNvSpPr>
          <p:nvPr>
            <p:ph type="body" sz="quarter" idx="12" hasCustomPrompt="1"/>
          </p:nvPr>
        </p:nvSpPr>
        <p:spPr>
          <a:xfrm>
            <a:off x="560070" y="3926077"/>
            <a:ext cx="5269230" cy="1118288"/>
          </a:xfrm>
          <a:prstGeom prst="roundRect">
            <a:avLst>
              <a:gd name="adj" fmla="val 10826"/>
            </a:avLst>
          </a:prstGeom>
          <a:solidFill>
            <a:schemeClr val="bg1">
              <a:alpha val="49000"/>
            </a:schemeClr>
          </a:solidFill>
        </p:spPr>
        <p:txBody>
          <a:bodyPr lIns="91440" tIns="45720" rIns="91440" bIns="45720" anchor="ctr">
            <a:noAutofit/>
          </a:bodyPr>
          <a:lstStyle>
            <a:lvl1pPr algn="ctr">
              <a:spcBef>
                <a:spcPts val="600"/>
              </a:spcBef>
              <a:defRPr sz="1600" spc="0">
                <a:solidFill>
                  <a:schemeClr val="tx1"/>
                </a:solidFill>
              </a:defRPr>
            </a:lvl1pPr>
          </a:lstStyle>
          <a:p>
            <a:pPr lvl="0"/>
            <a:r>
              <a:rPr lang="en-US"/>
              <a:t>Add text here</a:t>
            </a:r>
          </a:p>
        </p:txBody>
      </p:sp>
      <p:sp>
        <p:nvSpPr>
          <p:cNvPr id="18" name="Text Placeholder 12">
            <a:extLst>
              <a:ext uri="{FF2B5EF4-FFF2-40B4-BE49-F238E27FC236}">
                <a16:creationId xmlns:a16="http://schemas.microsoft.com/office/drawing/2014/main" id="{CBE2B993-2F32-656E-4A48-2598956F6EF9}"/>
              </a:ext>
            </a:extLst>
          </p:cNvPr>
          <p:cNvSpPr>
            <a:spLocks noGrp="1"/>
          </p:cNvSpPr>
          <p:nvPr>
            <p:ph type="body" sz="quarter" idx="13" hasCustomPrompt="1"/>
          </p:nvPr>
        </p:nvSpPr>
        <p:spPr>
          <a:xfrm>
            <a:off x="560070" y="5181525"/>
            <a:ext cx="5269230" cy="1118288"/>
          </a:xfrm>
          <a:prstGeom prst="roundRect">
            <a:avLst>
              <a:gd name="adj" fmla="val 10826"/>
            </a:avLst>
          </a:prstGeom>
          <a:solidFill>
            <a:schemeClr val="bg1">
              <a:alpha val="49000"/>
            </a:schemeClr>
          </a:solidFill>
        </p:spPr>
        <p:txBody>
          <a:bodyPr lIns="91440" tIns="45720" rIns="91440" bIns="45720" anchor="ctr">
            <a:noAutofit/>
          </a:bodyPr>
          <a:lstStyle>
            <a:lvl1pPr algn="ctr">
              <a:spcBef>
                <a:spcPts val="600"/>
              </a:spcBef>
              <a:defRPr sz="1600" spc="0">
                <a:solidFill>
                  <a:schemeClr val="tx1"/>
                </a:solidFill>
              </a:defRPr>
            </a:lvl1pPr>
          </a:lstStyle>
          <a:p>
            <a:pPr lvl="0"/>
            <a:r>
              <a:rPr lang="en-US"/>
              <a:t>Add text here</a:t>
            </a:r>
          </a:p>
        </p:txBody>
      </p:sp>
      <p:sp>
        <p:nvSpPr>
          <p:cNvPr id="23" name="Text Placeholder 12">
            <a:extLst>
              <a:ext uri="{FF2B5EF4-FFF2-40B4-BE49-F238E27FC236}">
                <a16:creationId xmlns:a16="http://schemas.microsoft.com/office/drawing/2014/main" id="{A09B7905-5A69-CFB4-24E8-9EECD7C13700}"/>
              </a:ext>
            </a:extLst>
          </p:cNvPr>
          <p:cNvSpPr>
            <a:spLocks noGrp="1"/>
          </p:cNvSpPr>
          <p:nvPr>
            <p:ph type="body" sz="quarter" idx="14" hasCustomPrompt="1"/>
          </p:nvPr>
        </p:nvSpPr>
        <p:spPr>
          <a:xfrm>
            <a:off x="6221732" y="1817649"/>
            <a:ext cx="5551170" cy="4621251"/>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vert="horz" lIns="91440" tIns="137160" rIns="91440" bIns="91440" rtlCol="0" anchor="t">
            <a:normAutofit/>
          </a:bodyPr>
          <a:lstStyle>
            <a:lvl1pPr algn="ctr">
              <a:spcBef>
                <a:spcPts val="600"/>
              </a:spcBef>
              <a:defRPr lang="en-US" sz="2400" kern="1200">
                <a:solidFill>
                  <a:schemeClr val="bg2"/>
                </a:solidFill>
                <a:latin typeface="+mn-lt"/>
                <a:cs typeface="+mn-cs"/>
              </a:defRPr>
            </a:lvl1pPr>
          </a:lstStyle>
          <a:p>
            <a:pPr lvl="0" algn="ctr">
              <a:spcBef>
                <a:spcPts val="600"/>
              </a:spcBef>
            </a:pPr>
            <a:r>
              <a:rPr lang="en-US"/>
              <a:t>Add heading here</a:t>
            </a:r>
          </a:p>
        </p:txBody>
      </p:sp>
      <p:sp>
        <p:nvSpPr>
          <p:cNvPr id="24" name="Text Placeholder 12">
            <a:extLst>
              <a:ext uri="{FF2B5EF4-FFF2-40B4-BE49-F238E27FC236}">
                <a16:creationId xmlns:a16="http://schemas.microsoft.com/office/drawing/2014/main" id="{51EB22FB-9361-4B24-AEEA-B170DEFAF11E}"/>
              </a:ext>
            </a:extLst>
          </p:cNvPr>
          <p:cNvSpPr>
            <a:spLocks noGrp="1"/>
          </p:cNvSpPr>
          <p:nvPr>
            <p:ph type="body" sz="quarter" idx="15" hasCustomPrompt="1"/>
          </p:nvPr>
        </p:nvSpPr>
        <p:spPr>
          <a:xfrm>
            <a:off x="6362702" y="2670629"/>
            <a:ext cx="5269230" cy="1118288"/>
          </a:xfrm>
          <a:prstGeom prst="roundRect">
            <a:avLst>
              <a:gd name="adj" fmla="val 10826"/>
            </a:avLst>
          </a:prstGeom>
          <a:solidFill>
            <a:schemeClr val="bg1">
              <a:alpha val="49000"/>
            </a:schemeClr>
          </a:solidFill>
        </p:spPr>
        <p:txBody>
          <a:bodyPr lIns="91440" tIns="45720" rIns="91440" bIns="45720" anchor="ctr">
            <a:noAutofit/>
          </a:bodyPr>
          <a:lstStyle>
            <a:lvl1pPr algn="ctr">
              <a:spcBef>
                <a:spcPts val="600"/>
              </a:spcBef>
              <a:defRPr sz="1600" spc="0">
                <a:solidFill>
                  <a:schemeClr val="tx1"/>
                </a:solidFill>
              </a:defRPr>
            </a:lvl1pPr>
          </a:lstStyle>
          <a:p>
            <a:pPr lvl="0"/>
            <a:r>
              <a:rPr lang="en-US"/>
              <a:t>Add text here</a:t>
            </a:r>
          </a:p>
        </p:txBody>
      </p:sp>
      <p:sp>
        <p:nvSpPr>
          <p:cNvPr id="25" name="Text Placeholder 12">
            <a:extLst>
              <a:ext uri="{FF2B5EF4-FFF2-40B4-BE49-F238E27FC236}">
                <a16:creationId xmlns:a16="http://schemas.microsoft.com/office/drawing/2014/main" id="{EDCA2068-1A72-991A-C93C-FCE00DA2048E}"/>
              </a:ext>
            </a:extLst>
          </p:cNvPr>
          <p:cNvSpPr>
            <a:spLocks noGrp="1"/>
          </p:cNvSpPr>
          <p:nvPr>
            <p:ph type="body" sz="quarter" idx="16" hasCustomPrompt="1"/>
          </p:nvPr>
        </p:nvSpPr>
        <p:spPr>
          <a:xfrm>
            <a:off x="6362702" y="3926077"/>
            <a:ext cx="5269230" cy="1118288"/>
          </a:xfrm>
          <a:prstGeom prst="roundRect">
            <a:avLst>
              <a:gd name="adj" fmla="val 10826"/>
            </a:avLst>
          </a:prstGeom>
          <a:solidFill>
            <a:schemeClr val="bg1">
              <a:alpha val="49000"/>
            </a:schemeClr>
          </a:solidFill>
        </p:spPr>
        <p:txBody>
          <a:bodyPr lIns="91440" tIns="45720" rIns="91440" bIns="45720" anchor="ctr">
            <a:noAutofit/>
          </a:bodyPr>
          <a:lstStyle>
            <a:lvl1pPr algn="ctr">
              <a:spcBef>
                <a:spcPts val="600"/>
              </a:spcBef>
              <a:defRPr sz="1600" spc="0">
                <a:solidFill>
                  <a:schemeClr val="tx1"/>
                </a:solidFill>
              </a:defRPr>
            </a:lvl1pPr>
          </a:lstStyle>
          <a:p>
            <a:pPr lvl="0"/>
            <a:r>
              <a:rPr lang="en-US"/>
              <a:t>Add text here</a:t>
            </a:r>
          </a:p>
        </p:txBody>
      </p:sp>
      <p:sp>
        <p:nvSpPr>
          <p:cNvPr id="26" name="Text Placeholder 12">
            <a:extLst>
              <a:ext uri="{FF2B5EF4-FFF2-40B4-BE49-F238E27FC236}">
                <a16:creationId xmlns:a16="http://schemas.microsoft.com/office/drawing/2014/main" id="{186176A2-668B-42B6-4D1F-770CE4B32825}"/>
              </a:ext>
            </a:extLst>
          </p:cNvPr>
          <p:cNvSpPr>
            <a:spLocks noGrp="1"/>
          </p:cNvSpPr>
          <p:nvPr>
            <p:ph type="body" sz="quarter" idx="17" hasCustomPrompt="1"/>
          </p:nvPr>
        </p:nvSpPr>
        <p:spPr>
          <a:xfrm>
            <a:off x="6362702" y="5181525"/>
            <a:ext cx="5269230" cy="1118288"/>
          </a:xfrm>
          <a:prstGeom prst="roundRect">
            <a:avLst>
              <a:gd name="adj" fmla="val 10826"/>
            </a:avLst>
          </a:prstGeom>
          <a:solidFill>
            <a:schemeClr val="bg1">
              <a:alpha val="49000"/>
            </a:schemeClr>
          </a:solidFill>
        </p:spPr>
        <p:txBody>
          <a:bodyPr lIns="91440" tIns="45720" rIns="91440" bIns="45720" anchor="ctr">
            <a:noAutofit/>
          </a:bodyPr>
          <a:lstStyle>
            <a:lvl1pPr algn="ctr">
              <a:spcBef>
                <a:spcPts val="600"/>
              </a:spcBef>
              <a:defRPr sz="1600" spc="0">
                <a:solidFill>
                  <a:schemeClr val="tx1"/>
                </a:solidFill>
              </a:defRPr>
            </a:lvl1pPr>
          </a:lstStyle>
          <a:p>
            <a:pPr lvl="0"/>
            <a:r>
              <a:rPr lang="en-US"/>
              <a:t>Add text here</a:t>
            </a:r>
          </a:p>
        </p:txBody>
      </p:sp>
    </p:spTree>
    <p:extLst>
      <p:ext uri="{BB962C8B-B14F-4D97-AF65-F5344CB8AC3E}">
        <p14:creationId xmlns:p14="http://schemas.microsoft.com/office/powerpoint/2010/main" val="2202394123"/>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31A0E3B-F8C6-7688-454A-8BAD46902180}"/>
              </a:ext>
            </a:extLst>
          </p:cNvPr>
          <p:cNvSpPr>
            <a:spLocks noGrp="1"/>
          </p:cNvSpPr>
          <p:nvPr userDrawn="1">
            <p:ph type="body" sz="quarter" idx="10" hasCustomPrompt="1"/>
          </p:nvPr>
        </p:nvSpPr>
        <p:spPr>
          <a:xfrm>
            <a:off x="419100" y="1817649"/>
            <a:ext cx="3657600" cy="4621251"/>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normAutofit/>
          </a:bodyPr>
          <a:lstStyle>
            <a:lvl1pPr algn="ctr">
              <a:spcBef>
                <a:spcPts val="600"/>
              </a:spcBef>
              <a:defRPr lang="en-US" sz="900" kern="1200">
                <a:solidFill>
                  <a:srgbClr val="FEFFFE"/>
                </a:solidFill>
                <a:latin typeface="Aptos" panose="02110004020202020204"/>
                <a:cs typeface="+mn-cs"/>
              </a:defRPr>
            </a:lvl1pPr>
          </a:lstStyle>
          <a:p>
            <a:pPr lvl="0" algn="ctr">
              <a:spcBef>
                <a:spcPts val="600"/>
              </a:spcBef>
            </a:pPr>
            <a:r>
              <a:rPr lang="en-US"/>
              <a:t> </a:t>
            </a:r>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436330"/>
            <a:ext cx="11353799" cy="560426"/>
          </a:xfrm>
          <a:prstGeom prst="rect">
            <a:avLst/>
          </a:prstGeom>
        </p:spPr>
        <p:txBody>
          <a:bodyPr anchor="t"/>
          <a:lstStyle>
            <a:lvl1pPr algn="ctr">
              <a:defRPr b="0" spc="-90" baseline="0"/>
            </a:lvl1pPr>
          </a:lstStyle>
          <a:p>
            <a:r>
              <a:rPr lang="en-US"/>
              <a:t>Click to edit Master title style</a:t>
            </a:r>
          </a:p>
        </p:txBody>
      </p:sp>
      <p:sp>
        <p:nvSpPr>
          <p:cNvPr id="15" name="Text Placeholder 12 - 1">
            <a:extLst>
              <a:ext uri="{FF2B5EF4-FFF2-40B4-BE49-F238E27FC236}">
                <a16:creationId xmlns:a16="http://schemas.microsoft.com/office/drawing/2014/main" id="{A433B7CA-A591-7936-9020-357D1F02D755}"/>
              </a:ext>
            </a:extLst>
          </p:cNvPr>
          <p:cNvSpPr>
            <a:spLocks noGrp="1"/>
          </p:cNvSpPr>
          <p:nvPr>
            <p:ph type="body" sz="quarter" idx="11" hasCustomPrompt="1"/>
          </p:nvPr>
        </p:nvSpPr>
        <p:spPr>
          <a:xfrm>
            <a:off x="553085" y="1967844"/>
            <a:ext cx="3389630" cy="1118288"/>
          </a:xfrm>
          <a:prstGeom prst="roundRect">
            <a:avLst>
              <a:gd name="adj" fmla="val 10826"/>
            </a:avLst>
          </a:prstGeom>
          <a:solidFill>
            <a:schemeClr val="bg1">
              <a:alpha val="49000"/>
            </a:schemeClr>
          </a:solidFill>
        </p:spPr>
        <p:txBody>
          <a:bodyPr lIns="1005840" tIns="45720" rIns="91440" bIns="45720" anchor="ctr">
            <a:noAutofit/>
          </a:bodyPr>
          <a:lstStyle>
            <a:lvl1pPr algn="l">
              <a:spcBef>
                <a:spcPts val="600"/>
              </a:spcBef>
              <a:defRPr sz="2400" spc="0">
                <a:solidFill>
                  <a:schemeClr val="bg2"/>
                </a:solidFill>
                <a:latin typeface="+mj-lt"/>
              </a:defRPr>
            </a:lvl1pPr>
          </a:lstStyle>
          <a:p>
            <a:pPr lvl="0"/>
            <a:r>
              <a:rPr lang="en-US"/>
              <a:t>Add text here</a:t>
            </a:r>
          </a:p>
        </p:txBody>
      </p:sp>
      <p:sp>
        <p:nvSpPr>
          <p:cNvPr id="17" name="Text Placeholder 12">
            <a:extLst>
              <a:ext uri="{FF2B5EF4-FFF2-40B4-BE49-F238E27FC236}">
                <a16:creationId xmlns:a16="http://schemas.microsoft.com/office/drawing/2014/main" id="{D3D170C6-2DA5-4968-904A-C3E798454059}"/>
              </a:ext>
            </a:extLst>
          </p:cNvPr>
          <p:cNvSpPr>
            <a:spLocks noGrp="1"/>
          </p:cNvSpPr>
          <p:nvPr>
            <p:ph type="body" sz="quarter" idx="12" hasCustomPrompt="1"/>
          </p:nvPr>
        </p:nvSpPr>
        <p:spPr>
          <a:xfrm>
            <a:off x="560070" y="3334129"/>
            <a:ext cx="3389630" cy="1118288"/>
          </a:xfrm>
          <a:prstGeom prst="rect">
            <a:avLst/>
          </a:prstGeom>
          <a:noFill/>
        </p:spPr>
        <p:txBody>
          <a:bodyPr lIns="0" tIns="0" rIns="0" bIns="0" anchor="t">
            <a:noAutofit/>
          </a:bodyPr>
          <a:lstStyle>
            <a:lvl1pPr algn="ctr">
              <a:spcBef>
                <a:spcPts val="600"/>
              </a:spcBef>
              <a:defRPr sz="2000" spc="0">
                <a:solidFill>
                  <a:schemeClr val="tx1"/>
                </a:solidFill>
              </a:defRPr>
            </a:lvl1pPr>
          </a:lstStyle>
          <a:p>
            <a:pPr lvl="0"/>
            <a:r>
              <a:rPr lang="en-US"/>
              <a:t>Add text here</a:t>
            </a:r>
          </a:p>
        </p:txBody>
      </p:sp>
      <p:sp>
        <p:nvSpPr>
          <p:cNvPr id="38" name="Text Placeholder 12">
            <a:extLst>
              <a:ext uri="{FF2B5EF4-FFF2-40B4-BE49-F238E27FC236}">
                <a16:creationId xmlns:a16="http://schemas.microsoft.com/office/drawing/2014/main" id="{FA58268A-EA2A-CBC7-E08A-812504AFA759}"/>
              </a:ext>
            </a:extLst>
          </p:cNvPr>
          <p:cNvSpPr>
            <a:spLocks noGrp="1"/>
          </p:cNvSpPr>
          <p:nvPr>
            <p:ph type="body" sz="quarter" idx="18" hasCustomPrompt="1"/>
          </p:nvPr>
        </p:nvSpPr>
        <p:spPr>
          <a:xfrm>
            <a:off x="419097" y="1161188"/>
            <a:ext cx="11353799" cy="307777"/>
          </a:xfrm>
          <a:prstGeom prst="rect">
            <a:avLst/>
          </a:prstGeom>
          <a:noFill/>
        </p:spPr>
        <p:txBody>
          <a:bodyPr lIns="0" tIns="0" rIns="0" bIns="0" anchor="t">
            <a:spAutoFit/>
          </a:bodyPr>
          <a:lstStyle>
            <a:lvl1pPr algn="ctr">
              <a:spcBef>
                <a:spcPts val="600"/>
              </a:spcBef>
              <a:defRPr sz="2000" spc="0">
                <a:solidFill>
                  <a:schemeClr val="bg2"/>
                </a:solidFill>
              </a:defRPr>
            </a:lvl1pPr>
          </a:lstStyle>
          <a:p>
            <a:pPr lvl="0"/>
            <a:r>
              <a:rPr lang="en-US"/>
              <a:t>Add text here</a:t>
            </a:r>
          </a:p>
        </p:txBody>
      </p:sp>
      <p:sp>
        <p:nvSpPr>
          <p:cNvPr id="43" name="Text Placeholder 22">
            <a:extLst>
              <a:ext uri="{FF2B5EF4-FFF2-40B4-BE49-F238E27FC236}">
                <a16:creationId xmlns:a16="http://schemas.microsoft.com/office/drawing/2014/main" id="{E057B06E-1DDE-E1FB-BB9E-64BC7FB377CB}"/>
              </a:ext>
            </a:extLst>
          </p:cNvPr>
          <p:cNvSpPr>
            <a:spLocks noGrp="1"/>
          </p:cNvSpPr>
          <p:nvPr>
            <p:ph type="body" sz="quarter" idx="21" hasCustomPrompt="1"/>
          </p:nvPr>
        </p:nvSpPr>
        <p:spPr>
          <a:xfrm>
            <a:off x="723900" y="2196789"/>
            <a:ext cx="660400" cy="660398"/>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 </a:t>
            </a:r>
          </a:p>
        </p:txBody>
      </p:sp>
      <p:sp>
        <p:nvSpPr>
          <p:cNvPr id="44" name="Text Placeholder 12">
            <a:extLst>
              <a:ext uri="{FF2B5EF4-FFF2-40B4-BE49-F238E27FC236}">
                <a16:creationId xmlns:a16="http://schemas.microsoft.com/office/drawing/2014/main" id="{875D2ADE-9659-BA83-1B6D-005426006E5C}"/>
              </a:ext>
            </a:extLst>
          </p:cNvPr>
          <p:cNvSpPr>
            <a:spLocks noGrp="1"/>
          </p:cNvSpPr>
          <p:nvPr>
            <p:ph type="body" sz="quarter" idx="22" hasCustomPrompt="1"/>
          </p:nvPr>
        </p:nvSpPr>
        <p:spPr>
          <a:xfrm>
            <a:off x="4267200" y="1817649"/>
            <a:ext cx="3657600" cy="4621251"/>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normAutofit/>
          </a:bodyPr>
          <a:lstStyle>
            <a:lvl1pPr algn="ctr">
              <a:spcBef>
                <a:spcPts val="600"/>
              </a:spcBef>
              <a:defRPr lang="en-US" sz="900" kern="1200">
                <a:solidFill>
                  <a:srgbClr val="FEFFFE"/>
                </a:solidFill>
                <a:latin typeface="Aptos" panose="02110004020202020204"/>
                <a:cs typeface="+mn-cs"/>
              </a:defRPr>
            </a:lvl1pPr>
          </a:lstStyle>
          <a:p>
            <a:pPr lvl="0" algn="ctr">
              <a:spcBef>
                <a:spcPts val="600"/>
              </a:spcBef>
            </a:pPr>
            <a:r>
              <a:rPr lang="en-US"/>
              <a:t> </a:t>
            </a:r>
          </a:p>
        </p:txBody>
      </p:sp>
      <p:sp>
        <p:nvSpPr>
          <p:cNvPr id="45" name="Text Placeholder 12 - 1">
            <a:extLst>
              <a:ext uri="{FF2B5EF4-FFF2-40B4-BE49-F238E27FC236}">
                <a16:creationId xmlns:a16="http://schemas.microsoft.com/office/drawing/2014/main" id="{8299085C-D752-D978-8504-E0F2B220C8AE}"/>
              </a:ext>
            </a:extLst>
          </p:cNvPr>
          <p:cNvSpPr>
            <a:spLocks noGrp="1"/>
          </p:cNvSpPr>
          <p:nvPr>
            <p:ph type="body" sz="quarter" idx="23" hasCustomPrompt="1"/>
          </p:nvPr>
        </p:nvSpPr>
        <p:spPr>
          <a:xfrm>
            <a:off x="4401185" y="1967844"/>
            <a:ext cx="3389630" cy="1118288"/>
          </a:xfrm>
          <a:prstGeom prst="roundRect">
            <a:avLst>
              <a:gd name="adj" fmla="val 10826"/>
            </a:avLst>
          </a:prstGeom>
          <a:solidFill>
            <a:schemeClr val="bg1">
              <a:alpha val="49000"/>
            </a:schemeClr>
          </a:solidFill>
        </p:spPr>
        <p:txBody>
          <a:bodyPr lIns="1005840" tIns="45720" rIns="91440" bIns="45720" anchor="ctr">
            <a:noAutofit/>
          </a:bodyPr>
          <a:lstStyle>
            <a:lvl1pPr algn="l">
              <a:spcBef>
                <a:spcPts val="600"/>
              </a:spcBef>
              <a:defRPr sz="2400" spc="0">
                <a:solidFill>
                  <a:schemeClr val="bg2"/>
                </a:solidFill>
                <a:latin typeface="+mj-lt"/>
              </a:defRPr>
            </a:lvl1pPr>
          </a:lstStyle>
          <a:p>
            <a:pPr lvl="0"/>
            <a:r>
              <a:rPr lang="en-US"/>
              <a:t>Add text here</a:t>
            </a:r>
          </a:p>
        </p:txBody>
      </p:sp>
      <p:sp>
        <p:nvSpPr>
          <p:cNvPr id="46" name="Text Placeholder 12">
            <a:extLst>
              <a:ext uri="{FF2B5EF4-FFF2-40B4-BE49-F238E27FC236}">
                <a16:creationId xmlns:a16="http://schemas.microsoft.com/office/drawing/2014/main" id="{3DBC9010-9C8A-1D05-8019-643291E33612}"/>
              </a:ext>
            </a:extLst>
          </p:cNvPr>
          <p:cNvSpPr>
            <a:spLocks noGrp="1"/>
          </p:cNvSpPr>
          <p:nvPr>
            <p:ph type="body" sz="quarter" idx="24" hasCustomPrompt="1"/>
          </p:nvPr>
        </p:nvSpPr>
        <p:spPr>
          <a:xfrm>
            <a:off x="4408170" y="3334129"/>
            <a:ext cx="3389630" cy="1118288"/>
          </a:xfrm>
          <a:prstGeom prst="rect">
            <a:avLst/>
          </a:prstGeom>
          <a:noFill/>
        </p:spPr>
        <p:txBody>
          <a:bodyPr lIns="0" tIns="0" rIns="0" bIns="0" anchor="t">
            <a:noAutofit/>
          </a:bodyPr>
          <a:lstStyle>
            <a:lvl1pPr algn="ctr">
              <a:spcBef>
                <a:spcPts val="600"/>
              </a:spcBef>
              <a:defRPr sz="2000" spc="0">
                <a:solidFill>
                  <a:schemeClr val="tx1"/>
                </a:solidFill>
              </a:defRPr>
            </a:lvl1pPr>
          </a:lstStyle>
          <a:p>
            <a:pPr lvl="0"/>
            <a:r>
              <a:rPr lang="en-US"/>
              <a:t>Add text here</a:t>
            </a:r>
          </a:p>
        </p:txBody>
      </p:sp>
      <p:sp>
        <p:nvSpPr>
          <p:cNvPr id="47" name="Text Placeholder 22">
            <a:extLst>
              <a:ext uri="{FF2B5EF4-FFF2-40B4-BE49-F238E27FC236}">
                <a16:creationId xmlns:a16="http://schemas.microsoft.com/office/drawing/2014/main" id="{6359A2A6-F7DF-E8B0-59FD-D8A621190DD0}"/>
              </a:ext>
            </a:extLst>
          </p:cNvPr>
          <p:cNvSpPr>
            <a:spLocks noGrp="1"/>
          </p:cNvSpPr>
          <p:nvPr>
            <p:ph type="body" sz="quarter" idx="25" hasCustomPrompt="1"/>
          </p:nvPr>
        </p:nvSpPr>
        <p:spPr>
          <a:xfrm>
            <a:off x="4572000" y="2196789"/>
            <a:ext cx="660400" cy="660398"/>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 </a:t>
            </a:r>
          </a:p>
        </p:txBody>
      </p:sp>
      <p:sp>
        <p:nvSpPr>
          <p:cNvPr id="48" name="Text Placeholder 12">
            <a:extLst>
              <a:ext uri="{FF2B5EF4-FFF2-40B4-BE49-F238E27FC236}">
                <a16:creationId xmlns:a16="http://schemas.microsoft.com/office/drawing/2014/main" id="{CA459454-D585-7FD9-D47A-A1EE2F1C3DB3}"/>
              </a:ext>
            </a:extLst>
          </p:cNvPr>
          <p:cNvSpPr>
            <a:spLocks noGrp="1"/>
          </p:cNvSpPr>
          <p:nvPr>
            <p:ph type="body" sz="quarter" idx="26" hasCustomPrompt="1"/>
          </p:nvPr>
        </p:nvSpPr>
        <p:spPr>
          <a:xfrm>
            <a:off x="8115300" y="1817649"/>
            <a:ext cx="3657600" cy="4621251"/>
          </a:xfrm>
          <a:prstGeom prst="roundRect">
            <a:avLst>
              <a:gd name="adj" fmla="val 4895"/>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ctr">
            <a:normAutofit/>
          </a:bodyPr>
          <a:lstStyle>
            <a:lvl1pPr algn="ctr">
              <a:spcBef>
                <a:spcPts val="600"/>
              </a:spcBef>
              <a:defRPr lang="en-US" sz="900" kern="1200">
                <a:solidFill>
                  <a:srgbClr val="FEFFFE"/>
                </a:solidFill>
                <a:latin typeface="Aptos" panose="02110004020202020204"/>
                <a:cs typeface="+mn-cs"/>
              </a:defRPr>
            </a:lvl1pPr>
          </a:lstStyle>
          <a:p>
            <a:pPr lvl="0" algn="ctr">
              <a:spcBef>
                <a:spcPts val="600"/>
              </a:spcBef>
            </a:pPr>
            <a:r>
              <a:rPr lang="en-US"/>
              <a:t> </a:t>
            </a:r>
          </a:p>
        </p:txBody>
      </p:sp>
      <p:sp>
        <p:nvSpPr>
          <p:cNvPr id="49" name="Text Placeholder 12 - 1">
            <a:extLst>
              <a:ext uri="{FF2B5EF4-FFF2-40B4-BE49-F238E27FC236}">
                <a16:creationId xmlns:a16="http://schemas.microsoft.com/office/drawing/2014/main" id="{5589B28F-9781-C652-276E-CD972171E816}"/>
              </a:ext>
            </a:extLst>
          </p:cNvPr>
          <p:cNvSpPr>
            <a:spLocks noGrp="1"/>
          </p:cNvSpPr>
          <p:nvPr>
            <p:ph type="body" sz="quarter" idx="27" hasCustomPrompt="1"/>
          </p:nvPr>
        </p:nvSpPr>
        <p:spPr>
          <a:xfrm>
            <a:off x="8249285" y="1967844"/>
            <a:ext cx="3389630" cy="1118288"/>
          </a:xfrm>
          <a:prstGeom prst="roundRect">
            <a:avLst>
              <a:gd name="adj" fmla="val 10826"/>
            </a:avLst>
          </a:prstGeom>
          <a:solidFill>
            <a:schemeClr val="bg1">
              <a:alpha val="49000"/>
            </a:schemeClr>
          </a:solidFill>
        </p:spPr>
        <p:txBody>
          <a:bodyPr lIns="1005840" tIns="45720" rIns="91440" bIns="45720" anchor="ctr">
            <a:noAutofit/>
          </a:bodyPr>
          <a:lstStyle>
            <a:lvl1pPr algn="l">
              <a:spcBef>
                <a:spcPts val="600"/>
              </a:spcBef>
              <a:defRPr sz="2400" spc="0">
                <a:solidFill>
                  <a:schemeClr val="bg2"/>
                </a:solidFill>
                <a:latin typeface="+mj-lt"/>
              </a:defRPr>
            </a:lvl1pPr>
          </a:lstStyle>
          <a:p>
            <a:pPr lvl="0"/>
            <a:r>
              <a:rPr lang="en-US"/>
              <a:t>Add text here</a:t>
            </a:r>
          </a:p>
        </p:txBody>
      </p:sp>
      <p:sp>
        <p:nvSpPr>
          <p:cNvPr id="50" name="Text Placeholder 12">
            <a:extLst>
              <a:ext uri="{FF2B5EF4-FFF2-40B4-BE49-F238E27FC236}">
                <a16:creationId xmlns:a16="http://schemas.microsoft.com/office/drawing/2014/main" id="{327A604B-0209-A1D6-70D8-86419D1984A6}"/>
              </a:ext>
            </a:extLst>
          </p:cNvPr>
          <p:cNvSpPr>
            <a:spLocks noGrp="1"/>
          </p:cNvSpPr>
          <p:nvPr>
            <p:ph type="body" sz="quarter" idx="28" hasCustomPrompt="1"/>
          </p:nvPr>
        </p:nvSpPr>
        <p:spPr>
          <a:xfrm>
            <a:off x="8256270" y="3334129"/>
            <a:ext cx="3389630" cy="1118288"/>
          </a:xfrm>
          <a:prstGeom prst="rect">
            <a:avLst/>
          </a:prstGeom>
          <a:noFill/>
        </p:spPr>
        <p:txBody>
          <a:bodyPr lIns="0" tIns="0" rIns="0" bIns="0" anchor="t">
            <a:noAutofit/>
          </a:bodyPr>
          <a:lstStyle>
            <a:lvl1pPr algn="ctr">
              <a:spcBef>
                <a:spcPts val="600"/>
              </a:spcBef>
              <a:defRPr sz="2000" spc="0">
                <a:solidFill>
                  <a:schemeClr val="tx1"/>
                </a:solidFill>
              </a:defRPr>
            </a:lvl1pPr>
          </a:lstStyle>
          <a:p>
            <a:pPr lvl="0"/>
            <a:r>
              <a:rPr lang="en-US"/>
              <a:t>Add text here</a:t>
            </a:r>
          </a:p>
        </p:txBody>
      </p:sp>
      <p:sp>
        <p:nvSpPr>
          <p:cNvPr id="51" name="Text Placeholder 22">
            <a:extLst>
              <a:ext uri="{FF2B5EF4-FFF2-40B4-BE49-F238E27FC236}">
                <a16:creationId xmlns:a16="http://schemas.microsoft.com/office/drawing/2014/main" id="{CE4F93DB-3282-37E3-CFB4-4142A141A157}"/>
              </a:ext>
            </a:extLst>
          </p:cNvPr>
          <p:cNvSpPr>
            <a:spLocks noGrp="1"/>
          </p:cNvSpPr>
          <p:nvPr>
            <p:ph type="body" sz="quarter" idx="29" hasCustomPrompt="1"/>
          </p:nvPr>
        </p:nvSpPr>
        <p:spPr>
          <a:xfrm>
            <a:off x="8420100" y="2196789"/>
            <a:ext cx="660400" cy="660398"/>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 </a:t>
            </a:r>
          </a:p>
        </p:txBody>
      </p:sp>
    </p:spTree>
    <p:extLst>
      <p:ext uri="{BB962C8B-B14F-4D97-AF65-F5344CB8AC3E}">
        <p14:creationId xmlns:p14="http://schemas.microsoft.com/office/powerpoint/2010/main" val="3334375686"/>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3 rows">
    <p:spTree>
      <p:nvGrpSpPr>
        <p:cNvPr id="1" name=""/>
        <p:cNvGrpSpPr/>
        <p:nvPr/>
      </p:nvGrpSpPr>
      <p:grpSpPr>
        <a:xfrm>
          <a:off x="0" y="0"/>
          <a:ext cx="0" cy="0"/>
          <a:chOff x="0" y="0"/>
          <a:chExt cx="0" cy="0"/>
        </a:xfrm>
      </p:grpSpPr>
      <p:sp>
        <p:nvSpPr>
          <p:cNvPr id="37" name="Text Placeholder 12">
            <a:extLst>
              <a:ext uri="{FF2B5EF4-FFF2-40B4-BE49-F238E27FC236}">
                <a16:creationId xmlns:a16="http://schemas.microsoft.com/office/drawing/2014/main" id="{01D8BDC1-DAEA-14E1-88A4-AD56FCDF9B10}"/>
              </a:ext>
            </a:extLst>
          </p:cNvPr>
          <p:cNvSpPr>
            <a:spLocks noGrp="1"/>
          </p:cNvSpPr>
          <p:nvPr>
            <p:ph type="body" sz="quarter" idx="18" hasCustomPrompt="1"/>
          </p:nvPr>
        </p:nvSpPr>
        <p:spPr>
          <a:xfrm>
            <a:off x="5531556" y="419102"/>
            <a:ext cx="6241346" cy="1816099"/>
          </a:xfrm>
          <a:prstGeom prst="roundRect">
            <a:avLst>
              <a:gd name="adj" fmla="val 13894"/>
            </a:avLst>
          </a:prstGeom>
          <a:solidFill>
            <a:schemeClr val="bg1">
              <a:lumMod val="85000"/>
              <a:alpha val="40000"/>
            </a:schemeClr>
          </a:solidFill>
          <a:ln w="25400">
            <a:solidFill>
              <a:schemeClr val="bg1"/>
            </a:solidFill>
          </a:ln>
        </p:spPr>
        <p:txBody>
          <a:bodyPr lIns="548640" tIns="91440" rIns="137160" bIns="91440" anchor="ctr">
            <a:noAutofit/>
          </a:bodyPr>
          <a:lstStyle>
            <a:lvl1pPr algn="l">
              <a:spcBef>
                <a:spcPts val="600"/>
              </a:spcBef>
              <a:defRPr sz="2400" spc="0">
                <a:solidFill>
                  <a:schemeClr val="tx1"/>
                </a:solidFill>
              </a:defRPr>
            </a:lvl1pPr>
          </a:lstStyle>
          <a:p>
            <a:pPr lvl="0"/>
            <a:r>
              <a:rPr lang="en-US"/>
              <a:t>Add heading here</a:t>
            </a:r>
          </a:p>
        </p:txBody>
      </p:sp>
      <p:sp>
        <p:nvSpPr>
          <p:cNvPr id="38" name="Text Placeholder 12">
            <a:extLst>
              <a:ext uri="{FF2B5EF4-FFF2-40B4-BE49-F238E27FC236}">
                <a16:creationId xmlns:a16="http://schemas.microsoft.com/office/drawing/2014/main" id="{CEE6ADE4-D431-C58F-7850-746E4DE05E28}"/>
              </a:ext>
            </a:extLst>
          </p:cNvPr>
          <p:cNvSpPr>
            <a:spLocks noGrp="1"/>
          </p:cNvSpPr>
          <p:nvPr>
            <p:ph type="body" sz="quarter" idx="19" hasCustomPrompt="1"/>
          </p:nvPr>
        </p:nvSpPr>
        <p:spPr>
          <a:xfrm>
            <a:off x="5531556" y="2520952"/>
            <a:ext cx="6241346" cy="1816099"/>
          </a:xfrm>
          <a:prstGeom prst="roundRect">
            <a:avLst>
              <a:gd name="adj" fmla="val 13894"/>
            </a:avLst>
          </a:prstGeom>
          <a:solidFill>
            <a:schemeClr val="bg1">
              <a:lumMod val="85000"/>
              <a:alpha val="40000"/>
            </a:schemeClr>
          </a:solidFill>
          <a:ln w="25400">
            <a:solidFill>
              <a:schemeClr val="bg1"/>
            </a:solidFill>
          </a:ln>
        </p:spPr>
        <p:txBody>
          <a:bodyPr lIns="548640" tIns="91440" rIns="137160" bIns="91440" anchor="ctr">
            <a:noAutofit/>
          </a:bodyPr>
          <a:lstStyle>
            <a:lvl1pPr algn="l">
              <a:spcBef>
                <a:spcPts val="600"/>
              </a:spcBef>
              <a:defRPr sz="2400" spc="0">
                <a:solidFill>
                  <a:schemeClr val="tx1"/>
                </a:solidFill>
              </a:defRPr>
            </a:lvl1pPr>
          </a:lstStyle>
          <a:p>
            <a:pPr lvl="0"/>
            <a:r>
              <a:rPr lang="en-US"/>
              <a:t>Add heading here</a:t>
            </a:r>
          </a:p>
        </p:txBody>
      </p:sp>
      <p:sp>
        <p:nvSpPr>
          <p:cNvPr id="39" name="Text Placeholder 12">
            <a:extLst>
              <a:ext uri="{FF2B5EF4-FFF2-40B4-BE49-F238E27FC236}">
                <a16:creationId xmlns:a16="http://schemas.microsoft.com/office/drawing/2014/main" id="{DACDE00E-18D0-56CC-1D13-693A645A05C4}"/>
              </a:ext>
            </a:extLst>
          </p:cNvPr>
          <p:cNvSpPr>
            <a:spLocks noGrp="1"/>
          </p:cNvSpPr>
          <p:nvPr>
            <p:ph type="body" sz="quarter" idx="20" hasCustomPrompt="1"/>
          </p:nvPr>
        </p:nvSpPr>
        <p:spPr>
          <a:xfrm>
            <a:off x="5531556" y="4622801"/>
            <a:ext cx="6241346" cy="1816099"/>
          </a:xfrm>
          <a:prstGeom prst="roundRect">
            <a:avLst>
              <a:gd name="adj" fmla="val 13894"/>
            </a:avLst>
          </a:prstGeom>
          <a:solidFill>
            <a:schemeClr val="bg1">
              <a:lumMod val="85000"/>
              <a:alpha val="40000"/>
            </a:schemeClr>
          </a:solidFill>
          <a:ln w="25400">
            <a:solidFill>
              <a:schemeClr val="bg1"/>
            </a:solidFill>
          </a:ln>
        </p:spPr>
        <p:txBody>
          <a:bodyPr lIns="548640" tIns="91440" rIns="137160" bIns="91440" anchor="ctr">
            <a:noAutofit/>
          </a:bodyPr>
          <a:lstStyle>
            <a:lvl1pPr algn="l">
              <a:spcBef>
                <a:spcPts val="600"/>
              </a:spcBef>
              <a:defRPr sz="2400" spc="0">
                <a:solidFill>
                  <a:schemeClr val="tx1"/>
                </a:solidFill>
              </a:defRPr>
            </a:lvl1pPr>
          </a:lstStyle>
          <a:p>
            <a:pPr lvl="0"/>
            <a:r>
              <a:rPr lang="en-US"/>
              <a:t>Add heading here</a:t>
            </a:r>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1" y="2844800"/>
            <a:ext cx="3862614" cy="1168400"/>
          </a:xfrm>
        </p:spPr>
        <p:txBody>
          <a:bodyPr anchor="ctr"/>
          <a:lstStyle>
            <a:lvl1pPr algn="l">
              <a:defRPr b="0" spc="-90" baseline="0"/>
            </a:lvl1pPr>
          </a:lstStyle>
          <a:p>
            <a:r>
              <a:rPr lang="en-US"/>
              <a:t>Click to edit Master title style</a:t>
            </a:r>
          </a:p>
        </p:txBody>
      </p:sp>
      <p:sp>
        <p:nvSpPr>
          <p:cNvPr id="6" name="Text Placeholder 22">
            <a:extLst>
              <a:ext uri="{FF2B5EF4-FFF2-40B4-BE49-F238E27FC236}">
                <a16:creationId xmlns:a16="http://schemas.microsoft.com/office/drawing/2014/main" id="{02A6C8FA-86D1-BA11-5E8B-698FDA272DFB}"/>
              </a:ext>
            </a:extLst>
          </p:cNvPr>
          <p:cNvSpPr>
            <a:spLocks noGrp="1"/>
          </p:cNvSpPr>
          <p:nvPr>
            <p:ph type="body" sz="quarter" idx="13" hasCustomPrompt="1"/>
          </p:nvPr>
        </p:nvSpPr>
        <p:spPr>
          <a:xfrm>
            <a:off x="5133946" y="929543"/>
            <a:ext cx="795220" cy="795218"/>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 </a:t>
            </a:r>
          </a:p>
        </p:txBody>
      </p:sp>
      <p:sp>
        <p:nvSpPr>
          <p:cNvPr id="7" name="Text Placeholder 22">
            <a:extLst>
              <a:ext uri="{FF2B5EF4-FFF2-40B4-BE49-F238E27FC236}">
                <a16:creationId xmlns:a16="http://schemas.microsoft.com/office/drawing/2014/main" id="{D6A198D5-0C6C-8F1D-AA30-8C32F278A88E}"/>
              </a:ext>
            </a:extLst>
          </p:cNvPr>
          <p:cNvSpPr>
            <a:spLocks noGrp="1"/>
          </p:cNvSpPr>
          <p:nvPr>
            <p:ph type="body" sz="quarter" idx="21" hasCustomPrompt="1"/>
          </p:nvPr>
        </p:nvSpPr>
        <p:spPr>
          <a:xfrm>
            <a:off x="5133946" y="3031392"/>
            <a:ext cx="795220" cy="795218"/>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 </a:t>
            </a:r>
          </a:p>
        </p:txBody>
      </p:sp>
      <p:sp>
        <p:nvSpPr>
          <p:cNvPr id="8" name="Text Placeholder 22">
            <a:extLst>
              <a:ext uri="{FF2B5EF4-FFF2-40B4-BE49-F238E27FC236}">
                <a16:creationId xmlns:a16="http://schemas.microsoft.com/office/drawing/2014/main" id="{53394D24-91F1-5117-5C64-FB9F1EDCD6FE}"/>
              </a:ext>
            </a:extLst>
          </p:cNvPr>
          <p:cNvSpPr>
            <a:spLocks noGrp="1"/>
          </p:cNvSpPr>
          <p:nvPr>
            <p:ph type="body" sz="quarter" idx="22" hasCustomPrompt="1"/>
          </p:nvPr>
        </p:nvSpPr>
        <p:spPr>
          <a:xfrm>
            <a:off x="5133946" y="5133242"/>
            <a:ext cx="795220" cy="795218"/>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 </a:t>
            </a:r>
          </a:p>
        </p:txBody>
      </p:sp>
      <p:pic>
        <p:nvPicPr>
          <p:cNvPr id="33" name="Picture 32">
            <a:extLst>
              <a:ext uri="{FF2B5EF4-FFF2-40B4-BE49-F238E27FC236}">
                <a16:creationId xmlns:a16="http://schemas.microsoft.com/office/drawing/2014/main" id="{BA83C1A1-CE15-B521-360B-DED3E29E62C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b="21826"/>
          <a:stretch>
            <a:fillRect/>
          </a:stretch>
        </p:blipFill>
        <p:spPr>
          <a:xfrm rot="1474642">
            <a:off x="-561766" y="4626876"/>
            <a:ext cx="6199538" cy="3230956"/>
          </a:xfrm>
          <a:custGeom>
            <a:avLst/>
            <a:gdLst>
              <a:gd name="csX0" fmla="*/ 0 w 6199538"/>
              <a:gd name="csY0" fmla="*/ 0 h 3230956"/>
              <a:gd name="csX1" fmla="*/ 6199538 w 6199538"/>
              <a:gd name="csY1" fmla="*/ 0 h 3230956"/>
              <a:gd name="csX2" fmla="*/ 6199538 w 6199538"/>
              <a:gd name="csY2" fmla="*/ 874753 h 3230956"/>
              <a:gd name="csX3" fmla="*/ 1047769 w 6199538"/>
              <a:gd name="csY3" fmla="*/ 3230956 h 3230956"/>
              <a:gd name="csX4" fmla="*/ 0 w 6199538"/>
              <a:gd name="csY4" fmla="*/ 940042 h 3230956"/>
            </a:gdLst>
            <a:ahLst/>
            <a:cxnLst>
              <a:cxn ang="0">
                <a:pos x="csX0" y="csY0"/>
              </a:cxn>
              <a:cxn ang="0">
                <a:pos x="csX1" y="csY1"/>
              </a:cxn>
              <a:cxn ang="0">
                <a:pos x="csX2" y="csY2"/>
              </a:cxn>
              <a:cxn ang="0">
                <a:pos x="csX3" y="csY3"/>
              </a:cxn>
              <a:cxn ang="0">
                <a:pos x="csX4" y="csY4"/>
              </a:cxn>
            </a:cxnLst>
            <a:rect l="l" t="t" r="r" b="b"/>
            <a:pathLst>
              <a:path w="6199538" h="3230956">
                <a:moveTo>
                  <a:pt x="0" y="0"/>
                </a:moveTo>
                <a:lnTo>
                  <a:pt x="6199538" y="0"/>
                </a:lnTo>
                <a:lnTo>
                  <a:pt x="6199538" y="874753"/>
                </a:lnTo>
                <a:lnTo>
                  <a:pt x="1047769" y="3230956"/>
                </a:lnTo>
                <a:lnTo>
                  <a:pt x="0" y="940042"/>
                </a:lnTo>
                <a:close/>
              </a:path>
            </a:pathLst>
          </a:custGeom>
        </p:spPr>
      </p:pic>
    </p:spTree>
    <p:extLst>
      <p:ext uri="{BB962C8B-B14F-4D97-AF65-F5344CB8AC3E}">
        <p14:creationId xmlns:p14="http://schemas.microsoft.com/office/powerpoint/2010/main" val="1614075238"/>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3:2 gri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31A0E3B-F8C6-7688-454A-8BAD46902180}"/>
              </a:ext>
            </a:extLst>
          </p:cNvPr>
          <p:cNvSpPr>
            <a:spLocks noGrp="1"/>
          </p:cNvSpPr>
          <p:nvPr userDrawn="1">
            <p:ph type="body" sz="quarter" idx="10" hasCustomPrompt="1"/>
          </p:nvPr>
        </p:nvSpPr>
        <p:spPr>
          <a:xfrm>
            <a:off x="419100" y="1817649"/>
            <a:ext cx="11353802" cy="4621251"/>
          </a:xfrm>
          <a:prstGeom prst="roundRect">
            <a:avLst>
              <a:gd name="adj" fmla="val 4895"/>
            </a:avLst>
          </a:prstGeom>
          <a:solidFill>
            <a:schemeClr val="bg1">
              <a:lumMod val="85000"/>
              <a:alpha val="40000"/>
            </a:schemeClr>
          </a:solidFill>
          <a:ln w="25400">
            <a:solidFill>
              <a:schemeClr val="bg1"/>
            </a:solidFill>
          </a:ln>
        </p:spPr>
        <p:txBody>
          <a:bodyPr vert="horz" lIns="548640" tIns="91440" rIns="137160" bIns="91440" rtlCol="0" anchor="ctr">
            <a:noAutofit/>
          </a:bodyPr>
          <a:lstStyle>
            <a:lvl1pPr algn="ctr">
              <a:spcBef>
                <a:spcPts val="600"/>
              </a:spcBef>
              <a:defRPr lang="en-US" sz="2400" spc="0"/>
            </a:lvl1pPr>
          </a:lstStyle>
          <a:p>
            <a:pPr lvl="0">
              <a:spcBef>
                <a:spcPts val="600"/>
              </a:spcBef>
            </a:pPr>
            <a:r>
              <a:rPr lang="en-US"/>
              <a:t> </a:t>
            </a:r>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lgn="ctr">
              <a:defRPr b="0" spc="-90" baseline="0"/>
            </a:lvl1pPr>
          </a:lstStyle>
          <a:p>
            <a:r>
              <a:rPr lang="en-US"/>
              <a:t>Click to edit Master title style</a:t>
            </a:r>
          </a:p>
        </p:txBody>
      </p:sp>
      <p:sp>
        <p:nvSpPr>
          <p:cNvPr id="63" name="Text Placeholder 62">
            <a:extLst>
              <a:ext uri="{FF2B5EF4-FFF2-40B4-BE49-F238E27FC236}">
                <a16:creationId xmlns:a16="http://schemas.microsoft.com/office/drawing/2014/main" id="{B1BC3883-F256-2DAB-DA95-2E464855D0B7}"/>
              </a:ext>
            </a:extLst>
          </p:cNvPr>
          <p:cNvSpPr>
            <a:spLocks noGrp="1" noChangeAspect="1"/>
          </p:cNvSpPr>
          <p:nvPr>
            <p:ph type="body" sz="quarter" idx="21" hasCustomPrompt="1"/>
          </p:nvPr>
        </p:nvSpPr>
        <p:spPr>
          <a:xfrm>
            <a:off x="560070" y="1971816"/>
            <a:ext cx="3599181" cy="2087879"/>
          </a:xfrm>
          <a:prstGeom prst="roundRect">
            <a:avLst>
              <a:gd name="adj" fmla="val 5544"/>
            </a:avLst>
          </a:prstGeom>
          <a:solidFill>
            <a:schemeClr val="bg1">
              <a:alpha val="49000"/>
            </a:schemeClr>
          </a:solidFill>
        </p:spPr>
        <p:txBody>
          <a:bodyPr lIns="91440" tIns="1005840" rIns="91440" bIns="91440">
            <a:noAutofit/>
          </a:bodyPr>
          <a:lstStyle>
            <a:lvl1pPr algn="ctr">
              <a:spcBef>
                <a:spcPts val="600"/>
              </a:spcBef>
              <a:defRPr sz="1800" spc="0">
                <a:solidFill>
                  <a:schemeClr val="tx1"/>
                </a:solidFill>
              </a:defRPr>
            </a:lvl1pPr>
          </a:lstStyle>
          <a:p>
            <a:pPr lvl="0"/>
            <a:r>
              <a:rPr lang="en-US"/>
              <a:t>Add text here</a:t>
            </a:r>
          </a:p>
        </p:txBody>
      </p:sp>
      <p:sp>
        <p:nvSpPr>
          <p:cNvPr id="64" name="Text Placeholder 62">
            <a:extLst>
              <a:ext uri="{FF2B5EF4-FFF2-40B4-BE49-F238E27FC236}">
                <a16:creationId xmlns:a16="http://schemas.microsoft.com/office/drawing/2014/main" id="{52025983-C8CD-9243-5124-34993B0E69E2}"/>
              </a:ext>
            </a:extLst>
          </p:cNvPr>
          <p:cNvSpPr>
            <a:spLocks noGrp="1" noChangeAspect="1"/>
          </p:cNvSpPr>
          <p:nvPr>
            <p:ph type="body" sz="quarter" idx="22" hasCustomPrompt="1"/>
          </p:nvPr>
        </p:nvSpPr>
        <p:spPr>
          <a:xfrm>
            <a:off x="4296411" y="1971816"/>
            <a:ext cx="3599181" cy="2087879"/>
          </a:xfrm>
          <a:prstGeom prst="roundRect">
            <a:avLst>
              <a:gd name="adj" fmla="val 5544"/>
            </a:avLst>
          </a:prstGeom>
          <a:solidFill>
            <a:schemeClr val="bg1">
              <a:alpha val="49000"/>
            </a:schemeClr>
          </a:solidFill>
        </p:spPr>
        <p:txBody>
          <a:bodyPr lIns="91440" tIns="1005840" rIns="91440" bIns="91440">
            <a:noAutofit/>
          </a:bodyPr>
          <a:lstStyle>
            <a:lvl1pPr algn="ctr">
              <a:spcBef>
                <a:spcPts val="600"/>
              </a:spcBef>
              <a:defRPr sz="1800" spc="0">
                <a:solidFill>
                  <a:schemeClr val="tx1"/>
                </a:solidFill>
              </a:defRPr>
            </a:lvl1pPr>
          </a:lstStyle>
          <a:p>
            <a:pPr lvl="0"/>
            <a:r>
              <a:rPr lang="en-US"/>
              <a:t>Add text here</a:t>
            </a:r>
          </a:p>
        </p:txBody>
      </p:sp>
      <p:sp>
        <p:nvSpPr>
          <p:cNvPr id="65" name="Text Placeholder 62">
            <a:extLst>
              <a:ext uri="{FF2B5EF4-FFF2-40B4-BE49-F238E27FC236}">
                <a16:creationId xmlns:a16="http://schemas.microsoft.com/office/drawing/2014/main" id="{A134A250-4788-6351-B2B7-296285F8DAD8}"/>
              </a:ext>
            </a:extLst>
          </p:cNvPr>
          <p:cNvSpPr>
            <a:spLocks noGrp="1" noChangeAspect="1"/>
          </p:cNvSpPr>
          <p:nvPr>
            <p:ph type="body" sz="quarter" idx="23" hasCustomPrompt="1"/>
          </p:nvPr>
        </p:nvSpPr>
        <p:spPr>
          <a:xfrm>
            <a:off x="8032752" y="1971816"/>
            <a:ext cx="3599181" cy="2087879"/>
          </a:xfrm>
          <a:prstGeom prst="roundRect">
            <a:avLst>
              <a:gd name="adj" fmla="val 5544"/>
            </a:avLst>
          </a:prstGeom>
          <a:solidFill>
            <a:schemeClr val="bg1">
              <a:alpha val="49000"/>
            </a:schemeClr>
          </a:solidFill>
        </p:spPr>
        <p:txBody>
          <a:bodyPr lIns="91440" tIns="1005840" rIns="91440" bIns="91440">
            <a:noAutofit/>
          </a:bodyPr>
          <a:lstStyle>
            <a:lvl1pPr algn="ctr">
              <a:spcBef>
                <a:spcPts val="600"/>
              </a:spcBef>
              <a:defRPr sz="1800" spc="0">
                <a:solidFill>
                  <a:schemeClr val="tx1"/>
                </a:solidFill>
              </a:defRPr>
            </a:lvl1pPr>
          </a:lstStyle>
          <a:p>
            <a:pPr lvl="0"/>
            <a:r>
              <a:rPr lang="en-US"/>
              <a:t>Add text here</a:t>
            </a:r>
          </a:p>
        </p:txBody>
      </p:sp>
      <p:sp>
        <p:nvSpPr>
          <p:cNvPr id="66" name="Text Placeholder 62">
            <a:extLst>
              <a:ext uri="{FF2B5EF4-FFF2-40B4-BE49-F238E27FC236}">
                <a16:creationId xmlns:a16="http://schemas.microsoft.com/office/drawing/2014/main" id="{C5F9A01A-26DC-3FD0-CE51-3BAD8951D835}"/>
              </a:ext>
            </a:extLst>
          </p:cNvPr>
          <p:cNvSpPr>
            <a:spLocks noGrp="1" noChangeAspect="1"/>
          </p:cNvSpPr>
          <p:nvPr>
            <p:ph type="body" sz="quarter" idx="24" hasCustomPrompt="1"/>
          </p:nvPr>
        </p:nvSpPr>
        <p:spPr>
          <a:xfrm>
            <a:off x="560070" y="4196855"/>
            <a:ext cx="3599181" cy="2087879"/>
          </a:xfrm>
          <a:prstGeom prst="roundRect">
            <a:avLst>
              <a:gd name="adj" fmla="val 5544"/>
            </a:avLst>
          </a:prstGeom>
          <a:solidFill>
            <a:schemeClr val="bg1">
              <a:alpha val="49000"/>
            </a:schemeClr>
          </a:solidFill>
        </p:spPr>
        <p:txBody>
          <a:bodyPr lIns="91440" tIns="1005840" rIns="91440" bIns="91440">
            <a:noAutofit/>
          </a:bodyPr>
          <a:lstStyle>
            <a:lvl1pPr algn="ctr">
              <a:spcBef>
                <a:spcPts val="600"/>
              </a:spcBef>
              <a:defRPr sz="1800" spc="0">
                <a:solidFill>
                  <a:schemeClr val="tx1"/>
                </a:solidFill>
              </a:defRPr>
            </a:lvl1pPr>
          </a:lstStyle>
          <a:p>
            <a:pPr lvl="0"/>
            <a:r>
              <a:rPr lang="en-US"/>
              <a:t>Add text here</a:t>
            </a:r>
          </a:p>
        </p:txBody>
      </p:sp>
      <p:sp>
        <p:nvSpPr>
          <p:cNvPr id="67" name="Text Placeholder 62">
            <a:extLst>
              <a:ext uri="{FF2B5EF4-FFF2-40B4-BE49-F238E27FC236}">
                <a16:creationId xmlns:a16="http://schemas.microsoft.com/office/drawing/2014/main" id="{A99EE077-1EEE-5934-7C72-CADAA6EC7144}"/>
              </a:ext>
            </a:extLst>
          </p:cNvPr>
          <p:cNvSpPr>
            <a:spLocks noGrp="1" noChangeAspect="1"/>
          </p:cNvSpPr>
          <p:nvPr>
            <p:ph type="body" sz="quarter" idx="25" hasCustomPrompt="1"/>
          </p:nvPr>
        </p:nvSpPr>
        <p:spPr>
          <a:xfrm>
            <a:off x="4296411" y="4196855"/>
            <a:ext cx="3599181" cy="2087879"/>
          </a:xfrm>
          <a:prstGeom prst="roundRect">
            <a:avLst>
              <a:gd name="adj" fmla="val 5544"/>
            </a:avLst>
          </a:prstGeom>
          <a:solidFill>
            <a:schemeClr val="bg1">
              <a:alpha val="49000"/>
            </a:schemeClr>
          </a:solidFill>
        </p:spPr>
        <p:txBody>
          <a:bodyPr lIns="91440" tIns="1005840" rIns="91440" bIns="91440">
            <a:noAutofit/>
          </a:bodyPr>
          <a:lstStyle>
            <a:lvl1pPr algn="ctr">
              <a:spcBef>
                <a:spcPts val="600"/>
              </a:spcBef>
              <a:defRPr sz="1800" spc="0">
                <a:solidFill>
                  <a:schemeClr val="tx1"/>
                </a:solidFill>
              </a:defRPr>
            </a:lvl1pPr>
          </a:lstStyle>
          <a:p>
            <a:pPr lvl="0"/>
            <a:r>
              <a:rPr lang="en-US"/>
              <a:t>Add text here</a:t>
            </a:r>
          </a:p>
        </p:txBody>
      </p:sp>
      <p:sp>
        <p:nvSpPr>
          <p:cNvPr id="68" name="Text Placeholder 62">
            <a:extLst>
              <a:ext uri="{FF2B5EF4-FFF2-40B4-BE49-F238E27FC236}">
                <a16:creationId xmlns:a16="http://schemas.microsoft.com/office/drawing/2014/main" id="{1018FCF1-8ED6-EDDA-F911-D67C47F57802}"/>
              </a:ext>
            </a:extLst>
          </p:cNvPr>
          <p:cNvSpPr>
            <a:spLocks noGrp="1" noChangeAspect="1"/>
          </p:cNvSpPr>
          <p:nvPr>
            <p:ph type="body" sz="quarter" idx="26" hasCustomPrompt="1"/>
          </p:nvPr>
        </p:nvSpPr>
        <p:spPr>
          <a:xfrm>
            <a:off x="8032752" y="4196855"/>
            <a:ext cx="3599181" cy="2087879"/>
          </a:xfrm>
          <a:prstGeom prst="roundRect">
            <a:avLst>
              <a:gd name="adj" fmla="val 5544"/>
            </a:avLst>
          </a:prstGeom>
          <a:solidFill>
            <a:schemeClr val="bg1">
              <a:alpha val="49000"/>
            </a:schemeClr>
          </a:solidFill>
        </p:spPr>
        <p:txBody>
          <a:bodyPr lIns="91440" tIns="1005840" rIns="91440" bIns="91440">
            <a:noAutofit/>
          </a:bodyPr>
          <a:lstStyle>
            <a:lvl1pPr algn="ctr">
              <a:spcBef>
                <a:spcPts val="600"/>
              </a:spcBef>
              <a:defRPr sz="1800" spc="0">
                <a:solidFill>
                  <a:schemeClr val="tx1"/>
                </a:solidFill>
              </a:defRPr>
            </a:lvl1pPr>
          </a:lstStyle>
          <a:p>
            <a:pPr lvl="0"/>
            <a:r>
              <a:rPr lang="en-US"/>
              <a:t>Add text here</a:t>
            </a:r>
          </a:p>
        </p:txBody>
      </p:sp>
    </p:spTree>
    <p:extLst>
      <p:ext uri="{BB962C8B-B14F-4D97-AF65-F5344CB8AC3E}">
        <p14:creationId xmlns:p14="http://schemas.microsoft.com/office/powerpoint/2010/main" val="2822344346"/>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4 columns with pictures">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1DA7F802-4702-C4B1-6790-360BCDCAE6F9}"/>
              </a:ext>
            </a:extLst>
          </p:cNvPr>
          <p:cNvPicPr>
            <a:picLocks noChangeAspect="1"/>
          </p:cNvPicPr>
          <p:nvPr userDrawn="1"/>
        </p:nvPicPr>
        <p:blipFill>
          <a:blip r:embed="rId2"/>
          <a:stretch>
            <a:fillRect/>
          </a:stretch>
        </p:blipFill>
        <p:spPr>
          <a:xfrm>
            <a:off x="9137639" y="0"/>
            <a:ext cx="3054361" cy="2091109"/>
          </a:xfrm>
          <a:prstGeom prst="rect">
            <a:avLst/>
          </a:prstGeom>
        </p:spPr>
      </p:pic>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436330"/>
            <a:ext cx="11353799" cy="560426"/>
          </a:xfrm>
        </p:spPr>
        <p:txBody>
          <a:bodyPr anchor="t"/>
          <a:lstStyle>
            <a:lvl1pPr algn="ctr">
              <a:defRPr b="0" spc="-90" baseline="0"/>
            </a:lvl1pPr>
          </a:lstStyle>
          <a:p>
            <a:r>
              <a:rPr lang="en-US"/>
              <a:t>Click to edit Master title style</a:t>
            </a:r>
          </a:p>
        </p:txBody>
      </p:sp>
      <p:sp>
        <p:nvSpPr>
          <p:cNvPr id="4" name="Oval 3">
            <a:extLst>
              <a:ext uri="{FF2B5EF4-FFF2-40B4-BE49-F238E27FC236}">
                <a16:creationId xmlns:a16="http://schemas.microsoft.com/office/drawing/2014/main" id="{2237E5F9-7A9B-08EA-1944-A9E31DDFB219}"/>
              </a:ext>
              <a:ext uri="{C183D7F6-B498-43B3-948B-1728B52AA6E4}">
                <adec:decorative xmlns:adec="http://schemas.microsoft.com/office/drawing/2017/decorative" val="1"/>
              </a:ext>
            </a:extLst>
          </p:cNvPr>
          <p:cNvSpPr/>
          <p:nvPr userDrawn="1"/>
        </p:nvSpPr>
        <p:spPr bwMode="auto">
          <a:xfrm>
            <a:off x="419100" y="1647537"/>
            <a:ext cx="2610158" cy="2610158"/>
          </a:xfrm>
          <a:prstGeom prst="ellipse">
            <a:avLst/>
          </a:prstGeom>
          <a:solidFill>
            <a:schemeClr val="bg1">
              <a:lumMod val="85000"/>
              <a:alpha val="40000"/>
            </a:schemeClr>
          </a:solidFill>
          <a:ln w="12700" cap="flat" cmpd="sng" algn="ctr">
            <a:solidFill>
              <a:schemeClr val="bg2"/>
            </a:solidFill>
            <a:prstDash val="solid"/>
            <a:headEnd type="none" w="med" len="med"/>
            <a:tailEnd type="none" w="med" len="med"/>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err="1">
              <a:ln>
                <a:noFill/>
              </a:ln>
              <a:solidFill>
                <a:srgbClr val="FFFFFF"/>
              </a:solidFill>
              <a:effectLst/>
              <a:uLnTx/>
              <a:uFillTx/>
              <a:latin typeface="Segoe Sans Text Semibold" pitchFamily="2" charset="0"/>
              <a:ea typeface="+mn-ea"/>
              <a:cs typeface="Segoe Sans Text Semibold" pitchFamily="2" charset="0"/>
            </a:endParaRPr>
          </a:p>
        </p:txBody>
      </p:sp>
      <p:sp>
        <p:nvSpPr>
          <p:cNvPr id="8" name="Picture Placeholder 7">
            <a:extLst>
              <a:ext uri="{FF2B5EF4-FFF2-40B4-BE49-F238E27FC236}">
                <a16:creationId xmlns:a16="http://schemas.microsoft.com/office/drawing/2014/main" id="{870DD3E4-8A6C-A8D0-4C9B-81338869723E}"/>
              </a:ext>
            </a:extLst>
          </p:cNvPr>
          <p:cNvSpPr>
            <a:spLocks noGrp="1"/>
          </p:cNvSpPr>
          <p:nvPr>
            <p:ph type="pic" sz="quarter" idx="10"/>
          </p:nvPr>
        </p:nvSpPr>
        <p:spPr>
          <a:xfrm>
            <a:off x="557032" y="1785469"/>
            <a:ext cx="2334294" cy="2334294"/>
          </a:xfrm>
          <a:prstGeom prst="ellipse">
            <a:avLst/>
          </a:prstGeom>
          <a:blipFill>
            <a:blip r:embed="rId3"/>
            <a:stretch>
              <a:fillRect/>
            </a:stretch>
          </a:blipFill>
          <a:ln w="88900">
            <a:noFill/>
          </a:ln>
        </p:spPr>
        <p:txBody>
          <a:bodyPr/>
          <a:lstStyle/>
          <a:p>
            <a:endParaRPr lang="en-US"/>
          </a:p>
        </p:txBody>
      </p:sp>
      <p:sp>
        <p:nvSpPr>
          <p:cNvPr id="10" name="Text Placeholder 9">
            <a:extLst>
              <a:ext uri="{FF2B5EF4-FFF2-40B4-BE49-F238E27FC236}">
                <a16:creationId xmlns:a16="http://schemas.microsoft.com/office/drawing/2014/main" id="{580BE850-0B86-333F-23AF-325712053F99}"/>
              </a:ext>
            </a:extLst>
          </p:cNvPr>
          <p:cNvSpPr>
            <a:spLocks noGrp="1"/>
          </p:cNvSpPr>
          <p:nvPr>
            <p:ph type="body" sz="quarter" idx="11" hasCustomPrompt="1"/>
          </p:nvPr>
        </p:nvSpPr>
        <p:spPr>
          <a:xfrm>
            <a:off x="419100" y="4495726"/>
            <a:ext cx="2610158" cy="276999"/>
          </a:xfrm>
        </p:spPr>
        <p:txBody>
          <a:bodyPr>
            <a:spAutoFit/>
          </a:bodyPr>
          <a:lstStyle>
            <a:lvl1pPr algn="ctr">
              <a:spcBef>
                <a:spcPts val="600"/>
              </a:spcBef>
              <a:defRPr sz="1800" spc="0">
                <a:solidFill>
                  <a:schemeClr val="tx1"/>
                </a:solidFill>
              </a:defRPr>
            </a:lvl1pPr>
          </a:lstStyle>
          <a:p>
            <a:pPr lvl="0"/>
            <a:r>
              <a:rPr lang="en-US"/>
              <a:t>Add text here</a:t>
            </a:r>
          </a:p>
        </p:txBody>
      </p:sp>
      <p:sp>
        <p:nvSpPr>
          <p:cNvPr id="11" name="Text Placeholder 9">
            <a:extLst>
              <a:ext uri="{FF2B5EF4-FFF2-40B4-BE49-F238E27FC236}">
                <a16:creationId xmlns:a16="http://schemas.microsoft.com/office/drawing/2014/main" id="{D36203D3-21BC-5A47-20F3-65EF771872BA}"/>
              </a:ext>
            </a:extLst>
          </p:cNvPr>
          <p:cNvSpPr>
            <a:spLocks noGrp="1"/>
          </p:cNvSpPr>
          <p:nvPr>
            <p:ph type="body" sz="quarter" idx="12" hasCustomPrompt="1"/>
          </p:nvPr>
        </p:nvSpPr>
        <p:spPr>
          <a:xfrm>
            <a:off x="419100" y="5753100"/>
            <a:ext cx="2610158" cy="668569"/>
          </a:xfrm>
          <a:prstGeom prst="roundRect">
            <a:avLst>
              <a:gd name="adj" fmla="val 14386"/>
            </a:avLst>
          </a:prstGeom>
          <a:solidFill>
            <a:schemeClr val="bg2"/>
          </a:solidFill>
        </p:spPr>
        <p:txBody>
          <a:bodyPr lIns="91440" tIns="45720" rIns="91440" bIns="45720" anchor="ctr">
            <a:noAutofit/>
          </a:bodyPr>
          <a:lstStyle>
            <a:lvl1pPr algn="ctr">
              <a:spcBef>
                <a:spcPts val="600"/>
              </a:spcBef>
              <a:defRPr sz="1600" spc="0">
                <a:solidFill>
                  <a:schemeClr val="bg1"/>
                </a:solidFill>
              </a:defRPr>
            </a:lvl1pPr>
          </a:lstStyle>
          <a:p>
            <a:pPr lvl="0"/>
            <a:r>
              <a:rPr lang="en-US"/>
              <a:t>Add link here</a:t>
            </a:r>
          </a:p>
        </p:txBody>
      </p:sp>
      <p:sp>
        <p:nvSpPr>
          <p:cNvPr id="12" name="Oval 11">
            <a:extLst>
              <a:ext uri="{FF2B5EF4-FFF2-40B4-BE49-F238E27FC236}">
                <a16:creationId xmlns:a16="http://schemas.microsoft.com/office/drawing/2014/main" id="{6AE1B8E7-7B85-0ED7-09C8-02B6552CDC2D}"/>
              </a:ext>
              <a:ext uri="{C183D7F6-B498-43B3-948B-1728B52AA6E4}">
                <adec:decorative xmlns:adec="http://schemas.microsoft.com/office/drawing/2017/decorative" val="1"/>
              </a:ext>
            </a:extLst>
          </p:cNvPr>
          <p:cNvSpPr/>
          <p:nvPr userDrawn="1"/>
        </p:nvSpPr>
        <p:spPr bwMode="auto">
          <a:xfrm>
            <a:off x="3333647" y="1647537"/>
            <a:ext cx="2610158" cy="2610158"/>
          </a:xfrm>
          <a:prstGeom prst="ellipse">
            <a:avLst/>
          </a:prstGeom>
          <a:solidFill>
            <a:schemeClr val="bg1">
              <a:lumMod val="85000"/>
              <a:alpha val="40000"/>
            </a:schemeClr>
          </a:solidFill>
          <a:ln w="12700" cap="flat" cmpd="sng" algn="ctr">
            <a:solidFill>
              <a:schemeClr val="bg2"/>
            </a:solidFill>
            <a:prstDash val="solid"/>
            <a:headEnd type="none" w="med" len="med"/>
            <a:tailEnd type="none" w="med" len="med"/>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err="1">
              <a:ln>
                <a:noFill/>
              </a:ln>
              <a:solidFill>
                <a:srgbClr val="FFFFFF"/>
              </a:solidFill>
              <a:effectLst/>
              <a:uLnTx/>
              <a:uFillTx/>
              <a:latin typeface="Segoe Sans Text Semibold" pitchFamily="2" charset="0"/>
              <a:ea typeface="+mn-ea"/>
              <a:cs typeface="Segoe Sans Text Semibold" pitchFamily="2" charset="0"/>
            </a:endParaRPr>
          </a:p>
        </p:txBody>
      </p:sp>
      <p:sp>
        <p:nvSpPr>
          <p:cNvPr id="13" name="Picture Placeholder 7">
            <a:extLst>
              <a:ext uri="{FF2B5EF4-FFF2-40B4-BE49-F238E27FC236}">
                <a16:creationId xmlns:a16="http://schemas.microsoft.com/office/drawing/2014/main" id="{C10A57F7-D099-F8C0-E7A5-2CF345255498}"/>
              </a:ext>
            </a:extLst>
          </p:cNvPr>
          <p:cNvSpPr>
            <a:spLocks noGrp="1"/>
          </p:cNvSpPr>
          <p:nvPr>
            <p:ph type="pic" sz="quarter" idx="13"/>
          </p:nvPr>
        </p:nvSpPr>
        <p:spPr>
          <a:xfrm>
            <a:off x="3471579" y="1785469"/>
            <a:ext cx="2334294" cy="2334294"/>
          </a:xfrm>
          <a:prstGeom prst="ellipse">
            <a:avLst/>
          </a:prstGeom>
          <a:blipFill>
            <a:blip r:embed="rId3"/>
            <a:stretch>
              <a:fillRect/>
            </a:stretch>
          </a:blipFill>
          <a:ln w="88900">
            <a:noFill/>
          </a:ln>
        </p:spPr>
        <p:txBody>
          <a:bodyPr/>
          <a:lstStyle/>
          <a:p>
            <a:endParaRPr lang="en-US"/>
          </a:p>
        </p:txBody>
      </p:sp>
      <p:sp>
        <p:nvSpPr>
          <p:cNvPr id="14" name="Text Placeholder 9">
            <a:extLst>
              <a:ext uri="{FF2B5EF4-FFF2-40B4-BE49-F238E27FC236}">
                <a16:creationId xmlns:a16="http://schemas.microsoft.com/office/drawing/2014/main" id="{B3330136-190E-36B9-3762-820CFD79BF78}"/>
              </a:ext>
            </a:extLst>
          </p:cNvPr>
          <p:cNvSpPr>
            <a:spLocks noGrp="1"/>
          </p:cNvSpPr>
          <p:nvPr>
            <p:ph type="body" sz="quarter" idx="14" hasCustomPrompt="1"/>
          </p:nvPr>
        </p:nvSpPr>
        <p:spPr>
          <a:xfrm>
            <a:off x="3333647" y="4495726"/>
            <a:ext cx="2610158" cy="276999"/>
          </a:xfrm>
        </p:spPr>
        <p:txBody>
          <a:bodyPr>
            <a:spAutoFit/>
          </a:bodyPr>
          <a:lstStyle>
            <a:lvl1pPr algn="ctr">
              <a:spcBef>
                <a:spcPts val="600"/>
              </a:spcBef>
              <a:defRPr sz="1800" spc="0">
                <a:solidFill>
                  <a:schemeClr val="tx1"/>
                </a:solidFill>
              </a:defRPr>
            </a:lvl1pPr>
          </a:lstStyle>
          <a:p>
            <a:pPr lvl="0"/>
            <a:r>
              <a:rPr lang="en-US"/>
              <a:t>Add text here</a:t>
            </a:r>
          </a:p>
        </p:txBody>
      </p:sp>
      <p:sp>
        <p:nvSpPr>
          <p:cNvPr id="15" name="Text Placeholder 9">
            <a:extLst>
              <a:ext uri="{FF2B5EF4-FFF2-40B4-BE49-F238E27FC236}">
                <a16:creationId xmlns:a16="http://schemas.microsoft.com/office/drawing/2014/main" id="{1E5AF9FC-69F3-3FF7-BE11-980031A81022}"/>
              </a:ext>
            </a:extLst>
          </p:cNvPr>
          <p:cNvSpPr>
            <a:spLocks noGrp="1"/>
          </p:cNvSpPr>
          <p:nvPr>
            <p:ph type="body" sz="quarter" idx="15" hasCustomPrompt="1"/>
          </p:nvPr>
        </p:nvSpPr>
        <p:spPr>
          <a:xfrm>
            <a:off x="3333647" y="5753100"/>
            <a:ext cx="2610158" cy="668569"/>
          </a:xfrm>
          <a:prstGeom prst="roundRect">
            <a:avLst>
              <a:gd name="adj" fmla="val 14386"/>
            </a:avLst>
          </a:prstGeom>
          <a:solidFill>
            <a:schemeClr val="bg2"/>
          </a:solidFill>
        </p:spPr>
        <p:txBody>
          <a:bodyPr lIns="91440" tIns="45720" rIns="91440" bIns="45720" anchor="ctr">
            <a:noAutofit/>
          </a:bodyPr>
          <a:lstStyle>
            <a:lvl1pPr algn="ctr">
              <a:spcBef>
                <a:spcPts val="600"/>
              </a:spcBef>
              <a:defRPr sz="1600" spc="0">
                <a:solidFill>
                  <a:schemeClr val="bg1"/>
                </a:solidFill>
              </a:defRPr>
            </a:lvl1pPr>
          </a:lstStyle>
          <a:p>
            <a:pPr lvl="0"/>
            <a:r>
              <a:rPr lang="en-US"/>
              <a:t>Add link here</a:t>
            </a:r>
          </a:p>
        </p:txBody>
      </p:sp>
      <p:sp>
        <p:nvSpPr>
          <p:cNvPr id="16" name="Oval 15">
            <a:extLst>
              <a:ext uri="{FF2B5EF4-FFF2-40B4-BE49-F238E27FC236}">
                <a16:creationId xmlns:a16="http://schemas.microsoft.com/office/drawing/2014/main" id="{162EA346-737B-322B-DAD2-88D616AFCAFE}"/>
              </a:ext>
              <a:ext uri="{C183D7F6-B498-43B3-948B-1728B52AA6E4}">
                <adec:decorative xmlns:adec="http://schemas.microsoft.com/office/drawing/2017/decorative" val="1"/>
              </a:ext>
            </a:extLst>
          </p:cNvPr>
          <p:cNvSpPr/>
          <p:nvPr userDrawn="1"/>
        </p:nvSpPr>
        <p:spPr bwMode="auto">
          <a:xfrm>
            <a:off x="6248194" y="1647537"/>
            <a:ext cx="2610158" cy="2610158"/>
          </a:xfrm>
          <a:prstGeom prst="ellipse">
            <a:avLst/>
          </a:prstGeom>
          <a:solidFill>
            <a:schemeClr val="bg1">
              <a:lumMod val="85000"/>
              <a:alpha val="40000"/>
            </a:schemeClr>
          </a:solidFill>
          <a:ln w="12700" cap="flat" cmpd="sng" algn="ctr">
            <a:solidFill>
              <a:schemeClr val="bg2"/>
            </a:solidFill>
            <a:prstDash val="solid"/>
            <a:headEnd type="none" w="med" len="med"/>
            <a:tailEnd type="none" w="med" len="med"/>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err="1">
              <a:ln>
                <a:noFill/>
              </a:ln>
              <a:solidFill>
                <a:srgbClr val="FFFFFF"/>
              </a:solidFill>
              <a:effectLst/>
              <a:uLnTx/>
              <a:uFillTx/>
              <a:latin typeface="Segoe Sans Text Semibold" pitchFamily="2" charset="0"/>
              <a:ea typeface="+mn-ea"/>
              <a:cs typeface="Segoe Sans Text Semibold" pitchFamily="2" charset="0"/>
            </a:endParaRPr>
          </a:p>
        </p:txBody>
      </p:sp>
      <p:sp>
        <p:nvSpPr>
          <p:cNvPr id="17" name="Picture Placeholder 7">
            <a:extLst>
              <a:ext uri="{FF2B5EF4-FFF2-40B4-BE49-F238E27FC236}">
                <a16:creationId xmlns:a16="http://schemas.microsoft.com/office/drawing/2014/main" id="{059C5FD5-2334-3C6E-B4E4-AC8FA53B8891}"/>
              </a:ext>
            </a:extLst>
          </p:cNvPr>
          <p:cNvSpPr>
            <a:spLocks noGrp="1"/>
          </p:cNvSpPr>
          <p:nvPr>
            <p:ph type="pic" sz="quarter" idx="16"/>
          </p:nvPr>
        </p:nvSpPr>
        <p:spPr>
          <a:xfrm>
            <a:off x="6386126" y="1785469"/>
            <a:ext cx="2334294" cy="2334294"/>
          </a:xfrm>
          <a:prstGeom prst="ellipse">
            <a:avLst/>
          </a:prstGeom>
          <a:blipFill>
            <a:blip r:embed="rId3"/>
            <a:stretch>
              <a:fillRect/>
            </a:stretch>
          </a:blipFill>
          <a:ln w="88900">
            <a:noFill/>
          </a:ln>
        </p:spPr>
        <p:txBody>
          <a:bodyPr/>
          <a:lstStyle/>
          <a:p>
            <a:endParaRPr lang="en-US"/>
          </a:p>
        </p:txBody>
      </p:sp>
      <p:sp>
        <p:nvSpPr>
          <p:cNvPr id="18" name="Text Placeholder 9">
            <a:extLst>
              <a:ext uri="{FF2B5EF4-FFF2-40B4-BE49-F238E27FC236}">
                <a16:creationId xmlns:a16="http://schemas.microsoft.com/office/drawing/2014/main" id="{E5E55343-9FAC-0D29-ABDC-FF731F93600F}"/>
              </a:ext>
            </a:extLst>
          </p:cNvPr>
          <p:cNvSpPr>
            <a:spLocks noGrp="1"/>
          </p:cNvSpPr>
          <p:nvPr>
            <p:ph type="body" sz="quarter" idx="17" hasCustomPrompt="1"/>
          </p:nvPr>
        </p:nvSpPr>
        <p:spPr>
          <a:xfrm>
            <a:off x="6248194" y="4495726"/>
            <a:ext cx="2610158" cy="276999"/>
          </a:xfrm>
        </p:spPr>
        <p:txBody>
          <a:bodyPr>
            <a:spAutoFit/>
          </a:bodyPr>
          <a:lstStyle>
            <a:lvl1pPr algn="ctr">
              <a:spcBef>
                <a:spcPts val="600"/>
              </a:spcBef>
              <a:defRPr sz="1800" spc="0">
                <a:solidFill>
                  <a:schemeClr val="tx1"/>
                </a:solidFill>
              </a:defRPr>
            </a:lvl1pPr>
          </a:lstStyle>
          <a:p>
            <a:pPr lvl="0"/>
            <a:r>
              <a:rPr lang="en-US"/>
              <a:t>Add text here</a:t>
            </a:r>
          </a:p>
        </p:txBody>
      </p:sp>
      <p:sp>
        <p:nvSpPr>
          <p:cNvPr id="19" name="Text Placeholder 9">
            <a:extLst>
              <a:ext uri="{FF2B5EF4-FFF2-40B4-BE49-F238E27FC236}">
                <a16:creationId xmlns:a16="http://schemas.microsoft.com/office/drawing/2014/main" id="{CDFE64F4-8451-7D9C-C4D1-D4B04ED138DD}"/>
              </a:ext>
            </a:extLst>
          </p:cNvPr>
          <p:cNvSpPr>
            <a:spLocks noGrp="1"/>
          </p:cNvSpPr>
          <p:nvPr>
            <p:ph type="body" sz="quarter" idx="18" hasCustomPrompt="1"/>
          </p:nvPr>
        </p:nvSpPr>
        <p:spPr>
          <a:xfrm>
            <a:off x="6248194" y="5753100"/>
            <a:ext cx="2610158" cy="668569"/>
          </a:xfrm>
          <a:prstGeom prst="roundRect">
            <a:avLst>
              <a:gd name="adj" fmla="val 14386"/>
            </a:avLst>
          </a:prstGeom>
          <a:solidFill>
            <a:schemeClr val="bg2"/>
          </a:solidFill>
        </p:spPr>
        <p:txBody>
          <a:bodyPr lIns="91440" tIns="45720" rIns="91440" bIns="45720" anchor="ctr">
            <a:noAutofit/>
          </a:bodyPr>
          <a:lstStyle>
            <a:lvl1pPr algn="ctr">
              <a:spcBef>
                <a:spcPts val="600"/>
              </a:spcBef>
              <a:defRPr sz="1600" spc="0">
                <a:solidFill>
                  <a:schemeClr val="bg1"/>
                </a:solidFill>
              </a:defRPr>
            </a:lvl1pPr>
          </a:lstStyle>
          <a:p>
            <a:pPr lvl="0"/>
            <a:r>
              <a:rPr lang="en-US"/>
              <a:t>Add link here</a:t>
            </a:r>
          </a:p>
        </p:txBody>
      </p:sp>
      <p:sp>
        <p:nvSpPr>
          <p:cNvPr id="20" name="Oval 19">
            <a:extLst>
              <a:ext uri="{FF2B5EF4-FFF2-40B4-BE49-F238E27FC236}">
                <a16:creationId xmlns:a16="http://schemas.microsoft.com/office/drawing/2014/main" id="{F83AB1DB-9F94-9449-AF47-32FF47B5B659}"/>
              </a:ext>
              <a:ext uri="{C183D7F6-B498-43B3-948B-1728B52AA6E4}">
                <adec:decorative xmlns:adec="http://schemas.microsoft.com/office/drawing/2017/decorative" val="1"/>
              </a:ext>
            </a:extLst>
          </p:cNvPr>
          <p:cNvSpPr/>
          <p:nvPr userDrawn="1"/>
        </p:nvSpPr>
        <p:spPr bwMode="auto">
          <a:xfrm>
            <a:off x="9162742" y="1647537"/>
            <a:ext cx="2610158" cy="2610158"/>
          </a:xfrm>
          <a:prstGeom prst="ellipse">
            <a:avLst/>
          </a:prstGeom>
          <a:solidFill>
            <a:schemeClr val="bg1">
              <a:lumMod val="85000"/>
              <a:alpha val="40000"/>
            </a:schemeClr>
          </a:solidFill>
          <a:ln w="12700" cap="flat" cmpd="sng" algn="ctr">
            <a:solidFill>
              <a:schemeClr val="bg2"/>
            </a:solidFill>
            <a:prstDash val="solid"/>
            <a:headEnd type="none" w="med" len="med"/>
            <a:tailEnd type="none" w="med" len="med"/>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err="1">
              <a:ln>
                <a:noFill/>
              </a:ln>
              <a:solidFill>
                <a:srgbClr val="FFFFFF"/>
              </a:solidFill>
              <a:effectLst/>
              <a:uLnTx/>
              <a:uFillTx/>
              <a:latin typeface="Segoe Sans Text Semibold" pitchFamily="2" charset="0"/>
              <a:ea typeface="+mn-ea"/>
              <a:cs typeface="Segoe Sans Text Semibold" pitchFamily="2" charset="0"/>
            </a:endParaRPr>
          </a:p>
        </p:txBody>
      </p:sp>
      <p:sp>
        <p:nvSpPr>
          <p:cNvPr id="21" name="Picture Placeholder 7">
            <a:extLst>
              <a:ext uri="{FF2B5EF4-FFF2-40B4-BE49-F238E27FC236}">
                <a16:creationId xmlns:a16="http://schemas.microsoft.com/office/drawing/2014/main" id="{D290905C-5A06-AFFA-275C-D0019F80F2FE}"/>
              </a:ext>
            </a:extLst>
          </p:cNvPr>
          <p:cNvSpPr>
            <a:spLocks noGrp="1"/>
          </p:cNvSpPr>
          <p:nvPr>
            <p:ph type="pic" sz="quarter" idx="19"/>
          </p:nvPr>
        </p:nvSpPr>
        <p:spPr>
          <a:xfrm>
            <a:off x="9300674" y="1785469"/>
            <a:ext cx="2334294" cy="2334294"/>
          </a:xfrm>
          <a:prstGeom prst="ellipse">
            <a:avLst/>
          </a:prstGeom>
          <a:blipFill>
            <a:blip r:embed="rId3"/>
            <a:stretch>
              <a:fillRect/>
            </a:stretch>
          </a:blipFill>
          <a:ln w="88900">
            <a:noFill/>
          </a:ln>
        </p:spPr>
        <p:txBody>
          <a:bodyPr/>
          <a:lstStyle/>
          <a:p>
            <a:endParaRPr lang="en-US"/>
          </a:p>
        </p:txBody>
      </p:sp>
      <p:sp>
        <p:nvSpPr>
          <p:cNvPr id="22" name="Text Placeholder 9">
            <a:extLst>
              <a:ext uri="{FF2B5EF4-FFF2-40B4-BE49-F238E27FC236}">
                <a16:creationId xmlns:a16="http://schemas.microsoft.com/office/drawing/2014/main" id="{E146A8A8-7EB3-DAC6-C41F-EE9CF744F69C}"/>
              </a:ext>
            </a:extLst>
          </p:cNvPr>
          <p:cNvSpPr>
            <a:spLocks noGrp="1"/>
          </p:cNvSpPr>
          <p:nvPr>
            <p:ph type="body" sz="quarter" idx="20" hasCustomPrompt="1"/>
          </p:nvPr>
        </p:nvSpPr>
        <p:spPr>
          <a:xfrm>
            <a:off x="9162742" y="4495726"/>
            <a:ext cx="2610158" cy="276999"/>
          </a:xfrm>
        </p:spPr>
        <p:txBody>
          <a:bodyPr>
            <a:spAutoFit/>
          </a:bodyPr>
          <a:lstStyle>
            <a:lvl1pPr algn="ctr">
              <a:spcBef>
                <a:spcPts val="600"/>
              </a:spcBef>
              <a:defRPr sz="1800" spc="0">
                <a:solidFill>
                  <a:schemeClr val="tx1"/>
                </a:solidFill>
              </a:defRPr>
            </a:lvl1pPr>
          </a:lstStyle>
          <a:p>
            <a:pPr lvl="0"/>
            <a:r>
              <a:rPr lang="en-US"/>
              <a:t>Add text here</a:t>
            </a:r>
          </a:p>
        </p:txBody>
      </p:sp>
      <p:sp>
        <p:nvSpPr>
          <p:cNvPr id="23" name="Text Placeholder 9">
            <a:extLst>
              <a:ext uri="{FF2B5EF4-FFF2-40B4-BE49-F238E27FC236}">
                <a16:creationId xmlns:a16="http://schemas.microsoft.com/office/drawing/2014/main" id="{EACB39FC-EEE1-126C-A20D-92CCAF07C98B}"/>
              </a:ext>
            </a:extLst>
          </p:cNvPr>
          <p:cNvSpPr>
            <a:spLocks noGrp="1"/>
          </p:cNvSpPr>
          <p:nvPr>
            <p:ph type="body" sz="quarter" idx="21" hasCustomPrompt="1"/>
          </p:nvPr>
        </p:nvSpPr>
        <p:spPr>
          <a:xfrm>
            <a:off x="9162742" y="5753100"/>
            <a:ext cx="2610158" cy="668569"/>
          </a:xfrm>
          <a:prstGeom prst="roundRect">
            <a:avLst>
              <a:gd name="adj" fmla="val 14386"/>
            </a:avLst>
          </a:prstGeom>
          <a:solidFill>
            <a:schemeClr val="bg2"/>
          </a:solidFill>
        </p:spPr>
        <p:txBody>
          <a:bodyPr lIns="91440" tIns="45720" rIns="91440" bIns="45720" anchor="ctr">
            <a:noAutofit/>
          </a:bodyPr>
          <a:lstStyle>
            <a:lvl1pPr algn="ctr">
              <a:spcBef>
                <a:spcPts val="600"/>
              </a:spcBef>
              <a:defRPr sz="1600" spc="0">
                <a:solidFill>
                  <a:schemeClr val="bg1"/>
                </a:solidFill>
              </a:defRPr>
            </a:lvl1pPr>
          </a:lstStyle>
          <a:p>
            <a:pPr lvl="0"/>
            <a:r>
              <a:rPr lang="en-US"/>
              <a:t>Add link here</a:t>
            </a:r>
          </a:p>
        </p:txBody>
      </p:sp>
    </p:spTree>
    <p:extLst>
      <p:ext uri="{BB962C8B-B14F-4D97-AF65-F5344CB8AC3E}">
        <p14:creationId xmlns:p14="http://schemas.microsoft.com/office/powerpoint/2010/main" val="62819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3" grpId="0" animBg="1"/>
      <p:bldP spid="16" grpId="0" animBg="1"/>
      <p:bldP spid="17" grpId="0" animBg="1"/>
      <p:bldP spid="20" grpId="0" animBg="1"/>
      <p:bldP spid="21" grpId="0" animBg="1"/>
    </p:bld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6 row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2600443"/>
            <a:ext cx="3804557" cy="1107996"/>
          </a:xfrm>
        </p:spPr>
        <p:txBody>
          <a:bodyPr anchor="b">
            <a:spAutoFit/>
          </a:bodyPr>
          <a:lstStyle>
            <a:lvl1pPr>
              <a:defRPr b="0" spc="-90" baseline="0"/>
            </a:lvl1pPr>
          </a:lstStyle>
          <a:p>
            <a:r>
              <a:rPr lang="en-US"/>
              <a:t>Click to edit Master title style</a:t>
            </a:r>
          </a:p>
        </p:txBody>
      </p:sp>
      <p:sp>
        <p:nvSpPr>
          <p:cNvPr id="23" name="Text Placeholder 22">
            <a:extLst>
              <a:ext uri="{FF2B5EF4-FFF2-40B4-BE49-F238E27FC236}">
                <a16:creationId xmlns:a16="http://schemas.microsoft.com/office/drawing/2014/main" id="{D7ECBD4B-8CA3-ACA0-F4D4-E3263F7B074E}"/>
              </a:ext>
            </a:extLst>
          </p:cNvPr>
          <p:cNvSpPr>
            <a:spLocks noGrp="1"/>
          </p:cNvSpPr>
          <p:nvPr>
            <p:ph type="body" sz="quarter" idx="10" hasCustomPrompt="1"/>
          </p:nvPr>
        </p:nvSpPr>
        <p:spPr>
          <a:xfrm>
            <a:off x="419099" y="4189874"/>
            <a:ext cx="2066926" cy="441448"/>
          </a:xfrm>
          <a:prstGeom prst="roundRect">
            <a:avLst>
              <a:gd name="adj" fmla="val 50000"/>
            </a:avLst>
          </a:prstGeom>
          <a:solidFill>
            <a:schemeClr val="bg2"/>
          </a:solidFill>
        </p:spPr>
        <p:txBody>
          <a:bodyPr anchor="ctr">
            <a:noAutofit/>
          </a:bodyPr>
          <a:lstStyle>
            <a:lvl1pPr algn="ctr">
              <a:defRPr sz="1800" spc="0">
                <a:solidFill>
                  <a:schemeClr val="bg1"/>
                </a:solidFill>
                <a:latin typeface="+mj-lt"/>
              </a:defRPr>
            </a:lvl1pPr>
          </a:lstStyle>
          <a:p>
            <a:pPr lvl="0"/>
            <a:r>
              <a:rPr lang="en-US"/>
              <a:t>Add text here</a:t>
            </a:r>
          </a:p>
        </p:txBody>
      </p:sp>
      <p:sp>
        <p:nvSpPr>
          <p:cNvPr id="36" name="Text Placeholder 22">
            <a:extLst>
              <a:ext uri="{FF2B5EF4-FFF2-40B4-BE49-F238E27FC236}">
                <a16:creationId xmlns:a16="http://schemas.microsoft.com/office/drawing/2014/main" id="{32B05B9A-F790-1160-A32A-E449752DB5FB}"/>
              </a:ext>
            </a:extLst>
          </p:cNvPr>
          <p:cNvSpPr>
            <a:spLocks noGrp="1"/>
          </p:cNvSpPr>
          <p:nvPr>
            <p:ph type="body" sz="quarter" idx="13" hasCustomPrompt="1"/>
          </p:nvPr>
        </p:nvSpPr>
        <p:spPr>
          <a:xfrm>
            <a:off x="5494104" y="614425"/>
            <a:ext cx="618123" cy="618123"/>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XX</a:t>
            </a:r>
          </a:p>
        </p:txBody>
      </p:sp>
      <p:cxnSp>
        <p:nvCxnSpPr>
          <p:cNvPr id="24" name="Straight Connector 23">
            <a:extLst>
              <a:ext uri="{FF2B5EF4-FFF2-40B4-BE49-F238E27FC236}">
                <a16:creationId xmlns:a16="http://schemas.microsoft.com/office/drawing/2014/main" id="{8D3B029B-54ED-2A08-9D21-43E8ACE0713E}"/>
              </a:ext>
            </a:extLst>
          </p:cNvPr>
          <p:cNvCxnSpPr>
            <a:cxnSpLocks/>
          </p:cNvCxnSpPr>
          <p:nvPr userDrawn="1"/>
        </p:nvCxnSpPr>
        <p:spPr>
          <a:xfrm>
            <a:off x="6312712" y="1424589"/>
            <a:ext cx="54601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BAD4116-5C00-4393-E8FB-F58407188D5D}"/>
              </a:ext>
            </a:extLst>
          </p:cNvPr>
          <p:cNvCxnSpPr>
            <a:cxnSpLocks/>
          </p:cNvCxnSpPr>
          <p:nvPr userDrawn="1"/>
        </p:nvCxnSpPr>
        <p:spPr>
          <a:xfrm>
            <a:off x="6312712" y="2426794"/>
            <a:ext cx="54601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CE86D62-A2CA-7227-6EBB-BE8D6C3898FC}"/>
              </a:ext>
            </a:extLst>
          </p:cNvPr>
          <p:cNvCxnSpPr>
            <a:cxnSpLocks/>
          </p:cNvCxnSpPr>
          <p:nvPr userDrawn="1"/>
        </p:nvCxnSpPr>
        <p:spPr>
          <a:xfrm>
            <a:off x="6312712" y="3428999"/>
            <a:ext cx="54601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9B93733-4B15-0361-D29A-5594C9F0EF78}"/>
              </a:ext>
            </a:extLst>
          </p:cNvPr>
          <p:cNvCxnSpPr>
            <a:cxnSpLocks/>
          </p:cNvCxnSpPr>
          <p:nvPr userDrawn="1"/>
        </p:nvCxnSpPr>
        <p:spPr>
          <a:xfrm>
            <a:off x="6312712" y="4431204"/>
            <a:ext cx="54601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CBC898B-B2E9-FACB-EB06-0F9BDF11A737}"/>
              </a:ext>
            </a:extLst>
          </p:cNvPr>
          <p:cNvCxnSpPr>
            <a:cxnSpLocks/>
          </p:cNvCxnSpPr>
          <p:nvPr userDrawn="1"/>
        </p:nvCxnSpPr>
        <p:spPr>
          <a:xfrm>
            <a:off x="6312712" y="5433409"/>
            <a:ext cx="54601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Text Placeholder 31">
            <a:extLst>
              <a:ext uri="{FF2B5EF4-FFF2-40B4-BE49-F238E27FC236}">
                <a16:creationId xmlns:a16="http://schemas.microsoft.com/office/drawing/2014/main" id="{C40116E8-EB4D-EB3C-0AD2-23A902A739EB}"/>
              </a:ext>
            </a:extLst>
          </p:cNvPr>
          <p:cNvSpPr>
            <a:spLocks noGrp="1"/>
          </p:cNvSpPr>
          <p:nvPr>
            <p:ph type="body" sz="quarter" idx="18" hasCustomPrompt="1"/>
          </p:nvPr>
        </p:nvSpPr>
        <p:spPr>
          <a:xfrm>
            <a:off x="6312711" y="769598"/>
            <a:ext cx="5460188" cy="307777"/>
          </a:xfrm>
        </p:spPr>
        <p:txBody>
          <a:bodyPr anchor="ctr"/>
          <a:lstStyle>
            <a:lvl1pPr>
              <a:defRPr sz="2000" spc="0"/>
            </a:lvl1pPr>
            <a:lvl2pPr>
              <a:defRPr sz="2000"/>
            </a:lvl2pPr>
            <a:lvl3pPr>
              <a:defRPr sz="2000"/>
            </a:lvl3pPr>
            <a:lvl4pPr>
              <a:defRPr sz="2000"/>
            </a:lvl4pPr>
            <a:lvl5pPr>
              <a:defRPr sz="2000"/>
            </a:lvl5pPr>
          </a:lstStyle>
          <a:p>
            <a:pPr lvl="0"/>
            <a:r>
              <a:rPr lang="en-US"/>
              <a:t>Add text here</a:t>
            </a:r>
          </a:p>
        </p:txBody>
      </p:sp>
      <p:sp>
        <p:nvSpPr>
          <p:cNvPr id="33" name="Text Placeholder 22">
            <a:extLst>
              <a:ext uri="{FF2B5EF4-FFF2-40B4-BE49-F238E27FC236}">
                <a16:creationId xmlns:a16="http://schemas.microsoft.com/office/drawing/2014/main" id="{DD467AA5-2B6C-E222-245E-3535853BADFE}"/>
              </a:ext>
            </a:extLst>
          </p:cNvPr>
          <p:cNvSpPr>
            <a:spLocks noGrp="1"/>
          </p:cNvSpPr>
          <p:nvPr>
            <p:ph type="body" sz="quarter" idx="19" hasCustomPrompt="1"/>
          </p:nvPr>
        </p:nvSpPr>
        <p:spPr>
          <a:xfrm>
            <a:off x="5494104" y="1616630"/>
            <a:ext cx="618123" cy="618123"/>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XX</a:t>
            </a:r>
          </a:p>
        </p:txBody>
      </p:sp>
      <p:sp>
        <p:nvSpPr>
          <p:cNvPr id="34" name="Text Placeholder 31">
            <a:extLst>
              <a:ext uri="{FF2B5EF4-FFF2-40B4-BE49-F238E27FC236}">
                <a16:creationId xmlns:a16="http://schemas.microsoft.com/office/drawing/2014/main" id="{008B5432-46CB-C00A-07F0-BEF94D237635}"/>
              </a:ext>
            </a:extLst>
          </p:cNvPr>
          <p:cNvSpPr>
            <a:spLocks noGrp="1"/>
          </p:cNvSpPr>
          <p:nvPr>
            <p:ph type="body" sz="quarter" idx="20" hasCustomPrompt="1"/>
          </p:nvPr>
        </p:nvSpPr>
        <p:spPr>
          <a:xfrm>
            <a:off x="6312711" y="1771803"/>
            <a:ext cx="5460188" cy="307777"/>
          </a:xfrm>
        </p:spPr>
        <p:txBody>
          <a:bodyPr anchor="ctr"/>
          <a:lstStyle>
            <a:lvl1pPr>
              <a:defRPr sz="2000" spc="0"/>
            </a:lvl1pPr>
            <a:lvl2pPr>
              <a:defRPr sz="2000"/>
            </a:lvl2pPr>
            <a:lvl3pPr>
              <a:defRPr sz="2000"/>
            </a:lvl3pPr>
            <a:lvl4pPr>
              <a:defRPr sz="2000"/>
            </a:lvl4pPr>
            <a:lvl5pPr>
              <a:defRPr sz="2000"/>
            </a:lvl5pPr>
          </a:lstStyle>
          <a:p>
            <a:pPr lvl="0"/>
            <a:r>
              <a:rPr lang="en-US"/>
              <a:t>Add text here</a:t>
            </a:r>
          </a:p>
        </p:txBody>
      </p:sp>
      <p:sp>
        <p:nvSpPr>
          <p:cNvPr id="41" name="Text Placeholder 22">
            <a:extLst>
              <a:ext uri="{FF2B5EF4-FFF2-40B4-BE49-F238E27FC236}">
                <a16:creationId xmlns:a16="http://schemas.microsoft.com/office/drawing/2014/main" id="{DAC1B210-5AA2-97D4-DA7E-98AAF0105CD0}"/>
              </a:ext>
            </a:extLst>
          </p:cNvPr>
          <p:cNvSpPr>
            <a:spLocks noGrp="1"/>
          </p:cNvSpPr>
          <p:nvPr>
            <p:ph type="body" sz="quarter" idx="21" hasCustomPrompt="1"/>
          </p:nvPr>
        </p:nvSpPr>
        <p:spPr>
          <a:xfrm>
            <a:off x="5494104" y="2618835"/>
            <a:ext cx="618123" cy="618123"/>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XX</a:t>
            </a:r>
          </a:p>
        </p:txBody>
      </p:sp>
      <p:sp>
        <p:nvSpPr>
          <p:cNvPr id="42" name="Text Placeholder 31">
            <a:extLst>
              <a:ext uri="{FF2B5EF4-FFF2-40B4-BE49-F238E27FC236}">
                <a16:creationId xmlns:a16="http://schemas.microsoft.com/office/drawing/2014/main" id="{8FD51D61-50B9-135C-2328-F395341A4E20}"/>
              </a:ext>
            </a:extLst>
          </p:cNvPr>
          <p:cNvSpPr>
            <a:spLocks noGrp="1"/>
          </p:cNvSpPr>
          <p:nvPr>
            <p:ph type="body" sz="quarter" idx="22" hasCustomPrompt="1"/>
          </p:nvPr>
        </p:nvSpPr>
        <p:spPr>
          <a:xfrm>
            <a:off x="6312711" y="2774008"/>
            <a:ext cx="5460188" cy="307777"/>
          </a:xfrm>
        </p:spPr>
        <p:txBody>
          <a:bodyPr anchor="ctr"/>
          <a:lstStyle>
            <a:lvl1pPr>
              <a:defRPr sz="2000" spc="0"/>
            </a:lvl1pPr>
            <a:lvl2pPr>
              <a:defRPr sz="2000"/>
            </a:lvl2pPr>
            <a:lvl3pPr>
              <a:defRPr sz="2000"/>
            </a:lvl3pPr>
            <a:lvl4pPr>
              <a:defRPr sz="2000"/>
            </a:lvl4pPr>
            <a:lvl5pPr>
              <a:defRPr sz="2000"/>
            </a:lvl5pPr>
          </a:lstStyle>
          <a:p>
            <a:pPr lvl="0"/>
            <a:r>
              <a:rPr lang="en-US"/>
              <a:t>Add text here</a:t>
            </a:r>
          </a:p>
        </p:txBody>
      </p:sp>
      <p:sp>
        <p:nvSpPr>
          <p:cNvPr id="43" name="Text Placeholder 22">
            <a:extLst>
              <a:ext uri="{FF2B5EF4-FFF2-40B4-BE49-F238E27FC236}">
                <a16:creationId xmlns:a16="http://schemas.microsoft.com/office/drawing/2014/main" id="{687ADEB4-966F-3D68-7AE6-8829985B8FAA}"/>
              </a:ext>
            </a:extLst>
          </p:cNvPr>
          <p:cNvSpPr>
            <a:spLocks noGrp="1"/>
          </p:cNvSpPr>
          <p:nvPr>
            <p:ph type="body" sz="quarter" idx="23" hasCustomPrompt="1"/>
          </p:nvPr>
        </p:nvSpPr>
        <p:spPr>
          <a:xfrm>
            <a:off x="5494104" y="3621040"/>
            <a:ext cx="618123" cy="618123"/>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XX</a:t>
            </a:r>
          </a:p>
        </p:txBody>
      </p:sp>
      <p:sp>
        <p:nvSpPr>
          <p:cNvPr id="44" name="Text Placeholder 31">
            <a:extLst>
              <a:ext uri="{FF2B5EF4-FFF2-40B4-BE49-F238E27FC236}">
                <a16:creationId xmlns:a16="http://schemas.microsoft.com/office/drawing/2014/main" id="{41906A6D-776A-13CB-E23B-FE936777F06B}"/>
              </a:ext>
            </a:extLst>
          </p:cNvPr>
          <p:cNvSpPr>
            <a:spLocks noGrp="1"/>
          </p:cNvSpPr>
          <p:nvPr>
            <p:ph type="body" sz="quarter" idx="24" hasCustomPrompt="1"/>
          </p:nvPr>
        </p:nvSpPr>
        <p:spPr>
          <a:xfrm>
            <a:off x="6312711" y="3776213"/>
            <a:ext cx="5460188" cy="307777"/>
          </a:xfrm>
        </p:spPr>
        <p:txBody>
          <a:bodyPr anchor="ctr"/>
          <a:lstStyle>
            <a:lvl1pPr>
              <a:defRPr sz="2000" spc="0"/>
            </a:lvl1pPr>
            <a:lvl2pPr>
              <a:defRPr sz="2000"/>
            </a:lvl2pPr>
            <a:lvl3pPr>
              <a:defRPr sz="2000"/>
            </a:lvl3pPr>
            <a:lvl4pPr>
              <a:defRPr sz="2000"/>
            </a:lvl4pPr>
            <a:lvl5pPr>
              <a:defRPr sz="2000"/>
            </a:lvl5pPr>
          </a:lstStyle>
          <a:p>
            <a:pPr lvl="0"/>
            <a:r>
              <a:rPr lang="en-US"/>
              <a:t>Add text here</a:t>
            </a:r>
          </a:p>
        </p:txBody>
      </p:sp>
      <p:sp>
        <p:nvSpPr>
          <p:cNvPr id="45" name="Text Placeholder 22">
            <a:extLst>
              <a:ext uri="{FF2B5EF4-FFF2-40B4-BE49-F238E27FC236}">
                <a16:creationId xmlns:a16="http://schemas.microsoft.com/office/drawing/2014/main" id="{5F01447A-E000-4398-1CF8-9BEA879C79CD}"/>
              </a:ext>
            </a:extLst>
          </p:cNvPr>
          <p:cNvSpPr>
            <a:spLocks noGrp="1"/>
          </p:cNvSpPr>
          <p:nvPr>
            <p:ph type="body" sz="quarter" idx="25" hasCustomPrompt="1"/>
          </p:nvPr>
        </p:nvSpPr>
        <p:spPr>
          <a:xfrm>
            <a:off x="5494104" y="4623245"/>
            <a:ext cx="618123" cy="618123"/>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XX</a:t>
            </a:r>
          </a:p>
        </p:txBody>
      </p:sp>
      <p:sp>
        <p:nvSpPr>
          <p:cNvPr id="46" name="Text Placeholder 31">
            <a:extLst>
              <a:ext uri="{FF2B5EF4-FFF2-40B4-BE49-F238E27FC236}">
                <a16:creationId xmlns:a16="http://schemas.microsoft.com/office/drawing/2014/main" id="{F7A04D47-05A2-9607-7FFF-853F8D8389BB}"/>
              </a:ext>
            </a:extLst>
          </p:cNvPr>
          <p:cNvSpPr>
            <a:spLocks noGrp="1"/>
          </p:cNvSpPr>
          <p:nvPr>
            <p:ph type="body" sz="quarter" idx="26" hasCustomPrompt="1"/>
          </p:nvPr>
        </p:nvSpPr>
        <p:spPr>
          <a:xfrm>
            <a:off x="6312711" y="4778418"/>
            <a:ext cx="5460188" cy="307777"/>
          </a:xfrm>
        </p:spPr>
        <p:txBody>
          <a:bodyPr anchor="ctr"/>
          <a:lstStyle>
            <a:lvl1pPr>
              <a:defRPr sz="2000" spc="0"/>
            </a:lvl1pPr>
            <a:lvl2pPr>
              <a:defRPr sz="2000"/>
            </a:lvl2pPr>
            <a:lvl3pPr>
              <a:defRPr sz="2000"/>
            </a:lvl3pPr>
            <a:lvl4pPr>
              <a:defRPr sz="2000"/>
            </a:lvl4pPr>
            <a:lvl5pPr>
              <a:defRPr sz="2000"/>
            </a:lvl5pPr>
          </a:lstStyle>
          <a:p>
            <a:pPr lvl="0"/>
            <a:r>
              <a:rPr lang="en-US"/>
              <a:t>Add text here</a:t>
            </a:r>
          </a:p>
        </p:txBody>
      </p:sp>
      <p:sp>
        <p:nvSpPr>
          <p:cNvPr id="47" name="Text Placeholder 22">
            <a:extLst>
              <a:ext uri="{FF2B5EF4-FFF2-40B4-BE49-F238E27FC236}">
                <a16:creationId xmlns:a16="http://schemas.microsoft.com/office/drawing/2014/main" id="{ACB095A5-948A-6D11-3FB0-51506D356B4E}"/>
              </a:ext>
            </a:extLst>
          </p:cNvPr>
          <p:cNvSpPr>
            <a:spLocks noGrp="1"/>
          </p:cNvSpPr>
          <p:nvPr>
            <p:ph type="body" sz="quarter" idx="27" hasCustomPrompt="1"/>
          </p:nvPr>
        </p:nvSpPr>
        <p:spPr>
          <a:xfrm>
            <a:off x="5494104" y="5625451"/>
            <a:ext cx="618123" cy="618123"/>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algn="ctr">
              <a:defRPr lang="en-US" sz="2400" spc="0">
                <a:solidFill>
                  <a:schemeClr val="bg1"/>
                </a:solidFill>
                <a:latin typeface="+mj-lt"/>
              </a:defRPr>
            </a:lvl1pPr>
          </a:lstStyle>
          <a:p>
            <a:pPr lvl="0" algn="ctr"/>
            <a:r>
              <a:rPr lang="en-US"/>
              <a:t>XX</a:t>
            </a:r>
          </a:p>
        </p:txBody>
      </p:sp>
      <p:sp>
        <p:nvSpPr>
          <p:cNvPr id="48" name="Text Placeholder 31">
            <a:extLst>
              <a:ext uri="{FF2B5EF4-FFF2-40B4-BE49-F238E27FC236}">
                <a16:creationId xmlns:a16="http://schemas.microsoft.com/office/drawing/2014/main" id="{5D48444E-8AB0-4928-9152-3AA7558CC58B}"/>
              </a:ext>
            </a:extLst>
          </p:cNvPr>
          <p:cNvSpPr>
            <a:spLocks noGrp="1"/>
          </p:cNvSpPr>
          <p:nvPr>
            <p:ph type="body" sz="quarter" idx="28" hasCustomPrompt="1"/>
          </p:nvPr>
        </p:nvSpPr>
        <p:spPr>
          <a:xfrm>
            <a:off x="6312711" y="5780624"/>
            <a:ext cx="5460188" cy="307777"/>
          </a:xfrm>
        </p:spPr>
        <p:txBody>
          <a:bodyPr anchor="ctr"/>
          <a:lstStyle>
            <a:lvl1pPr>
              <a:defRPr sz="2000" spc="0"/>
            </a:lvl1pPr>
            <a:lvl2pPr>
              <a:defRPr sz="2000"/>
            </a:lvl2pPr>
            <a:lvl3pPr>
              <a:defRPr sz="2000"/>
            </a:lvl3pPr>
            <a:lvl4pPr>
              <a:defRPr sz="2000"/>
            </a:lvl4pPr>
            <a:lvl5pPr>
              <a:defRPr sz="2000"/>
            </a:lvl5pPr>
          </a:lstStyle>
          <a:p>
            <a:pPr lvl="0"/>
            <a:r>
              <a:rPr lang="en-US"/>
              <a:t>Add text here</a:t>
            </a:r>
          </a:p>
        </p:txBody>
      </p:sp>
    </p:spTree>
    <p:extLst>
      <p:ext uri="{BB962C8B-B14F-4D97-AF65-F5344CB8AC3E}">
        <p14:creationId xmlns:p14="http://schemas.microsoft.com/office/powerpoint/2010/main" val="1801679250"/>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defRPr b="0" spc="-90" baseline="0"/>
            </a:lvl1pPr>
          </a:lstStyle>
          <a:p>
            <a:r>
              <a:rPr lang="en-US"/>
              <a:t>Click to edit Master title style</a:t>
            </a:r>
          </a:p>
        </p:txBody>
      </p:sp>
      <p:sp>
        <p:nvSpPr>
          <p:cNvPr id="25" name="Text Placeholder 24">
            <a:extLst>
              <a:ext uri="{FF2B5EF4-FFF2-40B4-BE49-F238E27FC236}">
                <a16:creationId xmlns:a16="http://schemas.microsoft.com/office/drawing/2014/main" id="{BF26AA38-716A-8A7A-A35D-A5C65C7E45C5}"/>
              </a:ext>
            </a:extLst>
          </p:cNvPr>
          <p:cNvSpPr>
            <a:spLocks noGrp="1"/>
          </p:cNvSpPr>
          <p:nvPr>
            <p:ph type="body" sz="quarter" idx="11" hasCustomPrompt="1"/>
          </p:nvPr>
        </p:nvSpPr>
        <p:spPr>
          <a:xfrm>
            <a:off x="419100" y="2661770"/>
            <a:ext cx="2677310" cy="2960959"/>
          </a:xfrm>
          <a:prstGeom prst="roundRect">
            <a:avLst>
              <a:gd name="adj" fmla="val 7161"/>
            </a:avLst>
          </a:prstGeom>
          <a:solidFill>
            <a:schemeClr val="bg1">
              <a:lumMod val="85000"/>
              <a:alpha val="40000"/>
            </a:schemeClr>
          </a:solidFill>
          <a:ln w="25400">
            <a:solidFill>
              <a:schemeClr val="bg1"/>
            </a:solidFill>
          </a:ln>
        </p:spPr>
        <p:txBody>
          <a:bodyPr lIns="91440" tIns="731520" rIns="91440" bIns="45720">
            <a:noAutofit/>
          </a:bodyPr>
          <a:lstStyle>
            <a:lvl1pPr algn="ctr">
              <a:defRPr sz="2400" spc="0"/>
            </a:lvl1pPr>
          </a:lstStyle>
          <a:p>
            <a:pPr lvl="0"/>
            <a:r>
              <a:rPr lang="en-US"/>
              <a:t>Add text here</a:t>
            </a:r>
          </a:p>
        </p:txBody>
      </p:sp>
      <p:sp>
        <p:nvSpPr>
          <p:cNvPr id="23" name="Text Placeholder 22">
            <a:extLst>
              <a:ext uri="{FF2B5EF4-FFF2-40B4-BE49-F238E27FC236}">
                <a16:creationId xmlns:a16="http://schemas.microsoft.com/office/drawing/2014/main" id="{D7ECBD4B-8CA3-ACA0-F4D4-E3263F7B074E}"/>
              </a:ext>
            </a:extLst>
          </p:cNvPr>
          <p:cNvSpPr>
            <a:spLocks noGrp="1"/>
          </p:cNvSpPr>
          <p:nvPr>
            <p:ph type="body" sz="quarter" idx="10" hasCustomPrompt="1"/>
          </p:nvPr>
        </p:nvSpPr>
        <p:spPr>
          <a:xfrm>
            <a:off x="1287087" y="2206713"/>
            <a:ext cx="941337" cy="941337"/>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3600" spc="0">
                <a:solidFill>
                  <a:schemeClr val="bg1"/>
                </a:solidFill>
                <a:latin typeface="+mj-lt"/>
              </a:defRPr>
            </a:lvl1pPr>
          </a:lstStyle>
          <a:p>
            <a:pPr lvl="0"/>
            <a:r>
              <a:rPr lang="en-US"/>
              <a:t>XX</a:t>
            </a:r>
          </a:p>
        </p:txBody>
      </p:sp>
      <p:sp>
        <p:nvSpPr>
          <p:cNvPr id="35" name="Text Placeholder 24">
            <a:extLst>
              <a:ext uri="{FF2B5EF4-FFF2-40B4-BE49-F238E27FC236}">
                <a16:creationId xmlns:a16="http://schemas.microsoft.com/office/drawing/2014/main" id="{921CB473-F59B-F27C-9F1D-FAB58C88D3D4}"/>
              </a:ext>
            </a:extLst>
          </p:cNvPr>
          <p:cNvSpPr>
            <a:spLocks noGrp="1"/>
          </p:cNvSpPr>
          <p:nvPr>
            <p:ph type="body" sz="quarter" idx="12" hasCustomPrompt="1"/>
          </p:nvPr>
        </p:nvSpPr>
        <p:spPr>
          <a:xfrm>
            <a:off x="3311263" y="2661770"/>
            <a:ext cx="2677310" cy="2960959"/>
          </a:xfrm>
          <a:prstGeom prst="roundRect">
            <a:avLst>
              <a:gd name="adj" fmla="val 7161"/>
            </a:avLst>
          </a:prstGeom>
          <a:solidFill>
            <a:schemeClr val="bg1">
              <a:lumMod val="85000"/>
              <a:alpha val="40000"/>
            </a:schemeClr>
          </a:solidFill>
          <a:ln w="25400">
            <a:solidFill>
              <a:schemeClr val="bg1"/>
            </a:solidFill>
          </a:ln>
        </p:spPr>
        <p:txBody>
          <a:bodyPr lIns="91440" tIns="731520" rIns="91440" bIns="45720">
            <a:noAutofit/>
          </a:bodyPr>
          <a:lstStyle>
            <a:lvl1pPr algn="ctr">
              <a:defRPr sz="2400" spc="0"/>
            </a:lvl1pPr>
          </a:lstStyle>
          <a:p>
            <a:pPr lvl="0"/>
            <a:r>
              <a:rPr lang="en-US"/>
              <a:t>Add text here</a:t>
            </a:r>
          </a:p>
        </p:txBody>
      </p:sp>
      <p:sp>
        <p:nvSpPr>
          <p:cNvPr id="36" name="Text Placeholder 22">
            <a:extLst>
              <a:ext uri="{FF2B5EF4-FFF2-40B4-BE49-F238E27FC236}">
                <a16:creationId xmlns:a16="http://schemas.microsoft.com/office/drawing/2014/main" id="{32B05B9A-F790-1160-A32A-E449752DB5FB}"/>
              </a:ext>
            </a:extLst>
          </p:cNvPr>
          <p:cNvSpPr>
            <a:spLocks noGrp="1"/>
          </p:cNvSpPr>
          <p:nvPr>
            <p:ph type="body" sz="quarter" idx="13" hasCustomPrompt="1"/>
          </p:nvPr>
        </p:nvSpPr>
        <p:spPr>
          <a:xfrm>
            <a:off x="4179250" y="2206713"/>
            <a:ext cx="941337" cy="941337"/>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3600" spc="0">
                <a:solidFill>
                  <a:schemeClr val="bg1"/>
                </a:solidFill>
                <a:latin typeface="+mj-lt"/>
              </a:defRPr>
            </a:lvl1pPr>
          </a:lstStyle>
          <a:p>
            <a:pPr lvl="0"/>
            <a:r>
              <a:rPr lang="en-US"/>
              <a:t>XX</a:t>
            </a:r>
          </a:p>
        </p:txBody>
      </p:sp>
      <p:sp>
        <p:nvSpPr>
          <p:cNvPr id="37" name="Text Placeholder 24">
            <a:extLst>
              <a:ext uri="{FF2B5EF4-FFF2-40B4-BE49-F238E27FC236}">
                <a16:creationId xmlns:a16="http://schemas.microsoft.com/office/drawing/2014/main" id="{0FCD37D9-E225-3B93-6271-EA8056F4A7C8}"/>
              </a:ext>
            </a:extLst>
          </p:cNvPr>
          <p:cNvSpPr>
            <a:spLocks noGrp="1"/>
          </p:cNvSpPr>
          <p:nvPr>
            <p:ph type="body" sz="quarter" idx="14" hasCustomPrompt="1"/>
          </p:nvPr>
        </p:nvSpPr>
        <p:spPr>
          <a:xfrm>
            <a:off x="6203426" y="2661770"/>
            <a:ext cx="2677310" cy="2960959"/>
          </a:xfrm>
          <a:prstGeom prst="roundRect">
            <a:avLst>
              <a:gd name="adj" fmla="val 7161"/>
            </a:avLst>
          </a:prstGeom>
          <a:solidFill>
            <a:schemeClr val="bg1">
              <a:lumMod val="85000"/>
              <a:alpha val="40000"/>
            </a:schemeClr>
          </a:solidFill>
          <a:ln w="25400">
            <a:solidFill>
              <a:schemeClr val="bg1"/>
            </a:solidFill>
          </a:ln>
        </p:spPr>
        <p:txBody>
          <a:bodyPr lIns="91440" tIns="731520" rIns="91440" bIns="45720">
            <a:noAutofit/>
          </a:bodyPr>
          <a:lstStyle>
            <a:lvl1pPr algn="ctr">
              <a:defRPr sz="2400" spc="0"/>
            </a:lvl1pPr>
          </a:lstStyle>
          <a:p>
            <a:pPr lvl="0"/>
            <a:r>
              <a:rPr lang="en-US"/>
              <a:t>Add text here</a:t>
            </a:r>
          </a:p>
        </p:txBody>
      </p:sp>
      <p:sp>
        <p:nvSpPr>
          <p:cNvPr id="38" name="Text Placeholder 22">
            <a:extLst>
              <a:ext uri="{FF2B5EF4-FFF2-40B4-BE49-F238E27FC236}">
                <a16:creationId xmlns:a16="http://schemas.microsoft.com/office/drawing/2014/main" id="{EDDF8460-C972-E3B7-3AAF-C3C8406CE0B9}"/>
              </a:ext>
            </a:extLst>
          </p:cNvPr>
          <p:cNvSpPr>
            <a:spLocks noGrp="1"/>
          </p:cNvSpPr>
          <p:nvPr>
            <p:ph type="body" sz="quarter" idx="15" hasCustomPrompt="1"/>
          </p:nvPr>
        </p:nvSpPr>
        <p:spPr>
          <a:xfrm>
            <a:off x="7071413" y="2206713"/>
            <a:ext cx="941337" cy="941337"/>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3600" spc="0">
                <a:solidFill>
                  <a:schemeClr val="bg1"/>
                </a:solidFill>
                <a:latin typeface="+mj-lt"/>
              </a:defRPr>
            </a:lvl1pPr>
          </a:lstStyle>
          <a:p>
            <a:pPr lvl="0"/>
            <a:r>
              <a:rPr lang="en-US"/>
              <a:t>XX</a:t>
            </a:r>
          </a:p>
        </p:txBody>
      </p:sp>
      <p:sp>
        <p:nvSpPr>
          <p:cNvPr id="39" name="Text Placeholder 24">
            <a:extLst>
              <a:ext uri="{FF2B5EF4-FFF2-40B4-BE49-F238E27FC236}">
                <a16:creationId xmlns:a16="http://schemas.microsoft.com/office/drawing/2014/main" id="{1F1E997D-05B7-1798-218E-FC6BDF07B3D5}"/>
              </a:ext>
            </a:extLst>
          </p:cNvPr>
          <p:cNvSpPr>
            <a:spLocks noGrp="1"/>
          </p:cNvSpPr>
          <p:nvPr>
            <p:ph type="body" sz="quarter" idx="16" hasCustomPrompt="1"/>
          </p:nvPr>
        </p:nvSpPr>
        <p:spPr>
          <a:xfrm>
            <a:off x="9095590" y="2661770"/>
            <a:ext cx="2677310" cy="2960959"/>
          </a:xfrm>
          <a:prstGeom prst="roundRect">
            <a:avLst>
              <a:gd name="adj" fmla="val 7161"/>
            </a:avLst>
          </a:prstGeom>
          <a:solidFill>
            <a:schemeClr val="bg1">
              <a:lumMod val="85000"/>
              <a:alpha val="40000"/>
            </a:schemeClr>
          </a:solidFill>
          <a:ln w="25400">
            <a:solidFill>
              <a:schemeClr val="bg1"/>
            </a:solidFill>
          </a:ln>
        </p:spPr>
        <p:txBody>
          <a:bodyPr lIns="91440" tIns="731520" rIns="91440" bIns="45720">
            <a:noAutofit/>
          </a:bodyPr>
          <a:lstStyle>
            <a:lvl1pPr algn="ctr">
              <a:defRPr sz="2400" spc="0"/>
            </a:lvl1pPr>
          </a:lstStyle>
          <a:p>
            <a:pPr lvl="0"/>
            <a:r>
              <a:rPr lang="en-US"/>
              <a:t>Add text here</a:t>
            </a:r>
          </a:p>
        </p:txBody>
      </p:sp>
      <p:sp>
        <p:nvSpPr>
          <p:cNvPr id="40" name="Text Placeholder 22">
            <a:extLst>
              <a:ext uri="{FF2B5EF4-FFF2-40B4-BE49-F238E27FC236}">
                <a16:creationId xmlns:a16="http://schemas.microsoft.com/office/drawing/2014/main" id="{D0856C2E-EEDB-282F-2E05-BC0E2055CDC5}"/>
              </a:ext>
            </a:extLst>
          </p:cNvPr>
          <p:cNvSpPr>
            <a:spLocks noGrp="1"/>
          </p:cNvSpPr>
          <p:nvPr>
            <p:ph type="body" sz="quarter" idx="17" hasCustomPrompt="1"/>
          </p:nvPr>
        </p:nvSpPr>
        <p:spPr>
          <a:xfrm>
            <a:off x="9963576" y="2206713"/>
            <a:ext cx="941337" cy="941337"/>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3600" spc="0">
                <a:solidFill>
                  <a:schemeClr val="bg1"/>
                </a:solidFill>
                <a:latin typeface="+mj-lt"/>
              </a:defRPr>
            </a:lvl1pPr>
          </a:lstStyle>
          <a:p>
            <a:pPr lvl="0"/>
            <a:r>
              <a:rPr lang="en-US"/>
              <a:t>XX</a:t>
            </a:r>
          </a:p>
        </p:txBody>
      </p:sp>
    </p:spTree>
    <p:extLst>
      <p:ext uri="{BB962C8B-B14F-4D97-AF65-F5344CB8AC3E}">
        <p14:creationId xmlns:p14="http://schemas.microsoft.com/office/powerpoint/2010/main" val="4259750478"/>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hasCustomPrompt="1"/>
          </p:nvPr>
        </p:nvSpPr>
        <p:spPr>
          <a:xfrm>
            <a:off x="5177319" y="284155"/>
            <a:ext cx="1837362" cy="492443"/>
          </a:xfrm>
        </p:spPr>
        <p:txBody>
          <a:bodyPr wrap="none" anchor="ctr">
            <a:spAutoFit/>
          </a:bodyPr>
          <a:lstStyle>
            <a:lvl1pPr algn="l">
              <a:defRPr sz="3200" b="0" spc="-90" baseline="0"/>
            </a:lvl1pPr>
          </a:lstStyle>
          <a:p>
            <a:r>
              <a:rPr lang="en-US"/>
              <a:t>Logo name</a:t>
            </a:r>
          </a:p>
        </p:txBody>
      </p:sp>
      <p:sp>
        <p:nvSpPr>
          <p:cNvPr id="25" name="Picture Placeholder 24">
            <a:extLst>
              <a:ext uri="{FF2B5EF4-FFF2-40B4-BE49-F238E27FC236}">
                <a16:creationId xmlns:a16="http://schemas.microsoft.com/office/drawing/2014/main" id="{AB95D910-34A8-FB45-EB51-A4447B98F1F9}"/>
              </a:ext>
            </a:extLst>
          </p:cNvPr>
          <p:cNvSpPr>
            <a:spLocks noGrp="1"/>
          </p:cNvSpPr>
          <p:nvPr>
            <p:ph type="pic" sz="quarter" idx="10" hasCustomPrompt="1"/>
          </p:nvPr>
        </p:nvSpPr>
        <p:spPr>
          <a:xfrm>
            <a:off x="4404317" y="262983"/>
            <a:ext cx="592798" cy="594622"/>
          </a:xfrm>
          <a:noFill/>
        </p:spPr>
        <p:txBody>
          <a:bodyPr>
            <a:noAutofit/>
          </a:bodyPr>
          <a:lstStyle>
            <a:lvl1pPr algn="ctr">
              <a:defRPr sz="1200"/>
            </a:lvl1pPr>
          </a:lstStyle>
          <a:p>
            <a:r>
              <a:rPr lang="en-IN"/>
              <a:t>Add logo here</a:t>
            </a:r>
            <a:endParaRPr lang="en-US"/>
          </a:p>
        </p:txBody>
      </p:sp>
      <p:sp>
        <p:nvSpPr>
          <p:cNvPr id="28" name="Text Placeholder 27">
            <a:extLst>
              <a:ext uri="{FF2B5EF4-FFF2-40B4-BE49-F238E27FC236}">
                <a16:creationId xmlns:a16="http://schemas.microsoft.com/office/drawing/2014/main" id="{B1E5DC77-0FAE-A352-0E98-0CFF7B3276BE}"/>
              </a:ext>
            </a:extLst>
          </p:cNvPr>
          <p:cNvSpPr>
            <a:spLocks noGrp="1" noChangeAspect="1"/>
          </p:cNvSpPr>
          <p:nvPr>
            <p:ph type="body" sz="quarter" idx="11" hasCustomPrompt="1"/>
          </p:nvPr>
        </p:nvSpPr>
        <p:spPr>
          <a:xfrm>
            <a:off x="419100" y="1043725"/>
            <a:ext cx="11353800" cy="818808"/>
          </a:xfrm>
          <a:prstGeom prst="roundRect">
            <a:avLst>
              <a:gd name="adj" fmla="val 20390"/>
            </a:avLst>
          </a:prstGeom>
          <a:solidFill>
            <a:schemeClr val="bg1">
              <a:lumMod val="85000"/>
              <a:alpha val="40000"/>
            </a:schemeClr>
          </a:solidFill>
          <a:ln w="25400">
            <a:solidFill>
              <a:schemeClr val="bg1"/>
            </a:solidFill>
          </a:ln>
        </p:spPr>
        <p:txBody>
          <a:bodyPr lIns="91440" tIns="45720" rIns="91440" bIns="45720">
            <a:noAutofit/>
          </a:bodyPr>
          <a:lstStyle>
            <a:lvl1pPr algn="ctr">
              <a:defRPr sz="1400" spc="0">
                <a:solidFill>
                  <a:schemeClr val="tx1"/>
                </a:solidFill>
                <a:latin typeface="+mj-lt"/>
              </a:defRPr>
            </a:lvl1pPr>
          </a:lstStyle>
          <a:p>
            <a:pPr lvl="0"/>
            <a:r>
              <a:rPr lang="en-US"/>
              <a:t>Add header title</a:t>
            </a:r>
          </a:p>
        </p:txBody>
      </p:sp>
      <p:sp>
        <p:nvSpPr>
          <p:cNvPr id="26" name="Rounded Rectangle 16">
            <a:extLst>
              <a:ext uri="{FF2B5EF4-FFF2-40B4-BE49-F238E27FC236}">
                <a16:creationId xmlns:a16="http://schemas.microsoft.com/office/drawing/2014/main" id="{03CFED51-1D60-DD3A-6C9C-5CFC1D3AEEA3}"/>
              </a:ext>
              <a:ext uri="{C183D7F6-B498-43B3-948B-1728B52AA6E4}">
                <adec:decorative xmlns:adec="http://schemas.microsoft.com/office/drawing/2017/decorative" val="1"/>
              </a:ext>
            </a:extLst>
          </p:cNvPr>
          <p:cNvSpPr>
            <a:spLocks/>
          </p:cNvSpPr>
          <p:nvPr userDrawn="1"/>
        </p:nvSpPr>
        <p:spPr>
          <a:xfrm>
            <a:off x="419100" y="1996054"/>
            <a:ext cx="11353800" cy="4230177"/>
          </a:xfrm>
          <a:prstGeom prst="roundRect">
            <a:avLst>
              <a:gd name="adj" fmla="val 4031"/>
            </a:avLst>
          </a:prstGeom>
          <a:solidFill>
            <a:schemeClr val="bg1">
              <a:lumMod val="85000"/>
              <a:alpha val="40000"/>
            </a:schemeClr>
          </a:solidFill>
          <a:ln w="25400">
            <a:solidFill>
              <a:schemeClr val="bg1"/>
            </a:solidFill>
          </a:ln>
        </p:spPr>
        <p:txBody>
          <a:bodyPr vert="horz" lIns="91440" tIns="731520" rIns="91440" bIns="45720" rtlCol="0">
            <a:noAutofit/>
          </a:bodyPr>
          <a:lstStyle/>
          <a:p>
            <a:pPr lvl="0" indent="0" algn="ctr" defTabSz="457109">
              <a:lnSpc>
                <a:spcPct val="100000"/>
              </a:lnSpc>
              <a:spcBef>
                <a:spcPts val="336"/>
              </a:spcBef>
              <a:buFont typeface="Arial" panose="020B0604020202020204" pitchFamily="34" charset="0"/>
              <a:buNone/>
            </a:pPr>
            <a:endParaRPr lang="en-US" sz="2400" b="0" i="0" kern="0" spc="0" baseline="0">
              <a:solidFill>
                <a:schemeClr val="tx1"/>
              </a:solidFill>
              <a:cs typeface="Segoe Sans Display Semibold" pitchFamily="2" charset="0"/>
            </a:endParaRPr>
          </a:p>
        </p:txBody>
      </p:sp>
      <p:sp>
        <p:nvSpPr>
          <p:cNvPr id="86" name="Text Placeholder 27">
            <a:extLst>
              <a:ext uri="{FF2B5EF4-FFF2-40B4-BE49-F238E27FC236}">
                <a16:creationId xmlns:a16="http://schemas.microsoft.com/office/drawing/2014/main" id="{B8912040-13DC-9077-F7F0-218807C3F997}"/>
              </a:ext>
            </a:extLst>
          </p:cNvPr>
          <p:cNvSpPr>
            <a:spLocks noGrp="1" noChangeAspect="1"/>
          </p:cNvSpPr>
          <p:nvPr>
            <p:ph type="body" sz="quarter" idx="23" hasCustomPrompt="1"/>
          </p:nvPr>
        </p:nvSpPr>
        <p:spPr>
          <a:xfrm>
            <a:off x="557212" y="2133639"/>
            <a:ext cx="2122117" cy="1241431"/>
          </a:xfrm>
          <a:prstGeom prst="roundRect">
            <a:avLst>
              <a:gd name="adj" fmla="val 11183"/>
            </a:avLst>
          </a:prstGeom>
          <a:solidFill>
            <a:schemeClr val="bg1">
              <a:alpha val="49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91" name="Text Placeholder 27">
            <a:extLst>
              <a:ext uri="{FF2B5EF4-FFF2-40B4-BE49-F238E27FC236}">
                <a16:creationId xmlns:a16="http://schemas.microsoft.com/office/drawing/2014/main" id="{BAC7E45D-79BE-F260-4B90-F40FF5DDCB9D}"/>
              </a:ext>
            </a:extLst>
          </p:cNvPr>
          <p:cNvSpPr>
            <a:spLocks noGrp="1" noChangeAspect="1"/>
          </p:cNvSpPr>
          <p:nvPr>
            <p:ph type="body" sz="quarter" idx="28" hasCustomPrompt="1"/>
          </p:nvPr>
        </p:nvSpPr>
        <p:spPr>
          <a:xfrm>
            <a:off x="788034" y="3468443"/>
            <a:ext cx="10614842" cy="307777"/>
          </a:xfrm>
          <a:prstGeom prst="rect">
            <a:avLst/>
          </a:prstGeom>
          <a:noFill/>
        </p:spPr>
        <p:txBody>
          <a:bodyPr wrap="square" lIns="91440" tIns="45720" rIns="91440" bIns="45720">
            <a:spAutoFit/>
          </a:bodyPr>
          <a:lstStyle>
            <a:lvl1pPr algn="ctr">
              <a:defRPr sz="1400" spc="0">
                <a:solidFill>
                  <a:schemeClr val="tx1"/>
                </a:solidFill>
                <a:latin typeface="+mj-lt"/>
              </a:defRPr>
            </a:lvl1pPr>
          </a:lstStyle>
          <a:p>
            <a:pPr lvl="0"/>
            <a:r>
              <a:rPr lang="en-US"/>
              <a:t>Add header title</a:t>
            </a:r>
          </a:p>
        </p:txBody>
      </p:sp>
      <p:sp>
        <p:nvSpPr>
          <p:cNvPr id="92" name="Text Placeholder 27">
            <a:extLst>
              <a:ext uri="{FF2B5EF4-FFF2-40B4-BE49-F238E27FC236}">
                <a16:creationId xmlns:a16="http://schemas.microsoft.com/office/drawing/2014/main" id="{92FB21D3-8F1F-D883-0297-9CAE6C5EAC5E}"/>
              </a:ext>
            </a:extLst>
          </p:cNvPr>
          <p:cNvSpPr>
            <a:spLocks noGrp="1" noChangeAspect="1"/>
          </p:cNvSpPr>
          <p:nvPr>
            <p:ph type="body" sz="quarter" idx="29" hasCustomPrompt="1"/>
          </p:nvPr>
        </p:nvSpPr>
        <p:spPr>
          <a:xfrm>
            <a:off x="557212" y="4347340"/>
            <a:ext cx="11077577" cy="640080"/>
          </a:xfrm>
          <a:prstGeom prst="roundRect">
            <a:avLst>
              <a:gd name="adj" fmla="val 20225"/>
            </a:avLst>
          </a:prstGeom>
          <a:solidFill>
            <a:schemeClr val="bg1">
              <a:alpha val="40000"/>
            </a:schemeClr>
          </a:solidFill>
        </p:spPr>
        <p:txBody>
          <a:bodyPr lIns="91440" tIns="45720" rIns="91440" bIns="45720" anchor="ctr">
            <a:noAutofit/>
          </a:bodyPr>
          <a:lstStyle>
            <a:lvl1pPr algn="ctr">
              <a:defRPr sz="1400" spc="0">
                <a:solidFill>
                  <a:schemeClr val="tx1"/>
                </a:solidFill>
                <a:latin typeface="+mn-lt"/>
              </a:defRPr>
            </a:lvl1pPr>
          </a:lstStyle>
          <a:p>
            <a:pPr lvl="0"/>
            <a:r>
              <a:rPr lang="en-US"/>
              <a:t>Add text title</a:t>
            </a:r>
          </a:p>
        </p:txBody>
      </p:sp>
      <p:sp>
        <p:nvSpPr>
          <p:cNvPr id="94" name="Text Placeholder 27">
            <a:extLst>
              <a:ext uri="{FF2B5EF4-FFF2-40B4-BE49-F238E27FC236}">
                <a16:creationId xmlns:a16="http://schemas.microsoft.com/office/drawing/2014/main" id="{DE246963-3DB9-7C80-F8DA-4A23FF241F53}"/>
              </a:ext>
            </a:extLst>
          </p:cNvPr>
          <p:cNvSpPr>
            <a:spLocks noGrp="1" noChangeAspect="1"/>
          </p:cNvSpPr>
          <p:nvPr>
            <p:ph type="body" sz="quarter" idx="31" hasCustomPrompt="1"/>
          </p:nvPr>
        </p:nvSpPr>
        <p:spPr>
          <a:xfrm>
            <a:off x="4170356" y="6036408"/>
            <a:ext cx="3837986" cy="373523"/>
          </a:xfrm>
          <a:prstGeom prst="roundRect">
            <a:avLst>
              <a:gd name="adj" fmla="val 50000"/>
            </a:avLst>
          </a:prstGeom>
          <a:solidFill>
            <a:schemeClr val="bg2"/>
          </a:solidFill>
        </p:spPr>
        <p:txBody>
          <a:bodyPr lIns="91440" tIns="45720" rIns="91440" bIns="45720" anchor="ctr">
            <a:noAutofit/>
          </a:bodyPr>
          <a:lstStyle>
            <a:lvl1pPr algn="ctr">
              <a:defRPr sz="1400" spc="0">
                <a:solidFill>
                  <a:schemeClr val="bg1"/>
                </a:solidFill>
                <a:latin typeface="+mn-lt"/>
              </a:defRPr>
            </a:lvl1pPr>
          </a:lstStyle>
          <a:p>
            <a:pPr lvl="0"/>
            <a:r>
              <a:rPr lang="en-US"/>
              <a:t>Add text title</a:t>
            </a:r>
          </a:p>
        </p:txBody>
      </p:sp>
      <p:sp>
        <p:nvSpPr>
          <p:cNvPr id="87" name="Text Placeholder 27">
            <a:extLst>
              <a:ext uri="{FF2B5EF4-FFF2-40B4-BE49-F238E27FC236}">
                <a16:creationId xmlns:a16="http://schemas.microsoft.com/office/drawing/2014/main" id="{FC6EA9E5-DF3D-D026-53D9-1F122DAED0A6}"/>
              </a:ext>
            </a:extLst>
          </p:cNvPr>
          <p:cNvSpPr>
            <a:spLocks noGrp="1" noChangeAspect="1"/>
          </p:cNvSpPr>
          <p:nvPr>
            <p:ph type="body" sz="quarter" idx="24" hasCustomPrompt="1"/>
          </p:nvPr>
        </p:nvSpPr>
        <p:spPr>
          <a:xfrm>
            <a:off x="2796077" y="2133639"/>
            <a:ext cx="2122117" cy="1241431"/>
          </a:xfrm>
          <a:prstGeom prst="roundRect">
            <a:avLst>
              <a:gd name="adj" fmla="val 11183"/>
            </a:avLst>
          </a:prstGeom>
          <a:solidFill>
            <a:schemeClr val="bg1">
              <a:alpha val="49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88" name="Text Placeholder 27">
            <a:extLst>
              <a:ext uri="{FF2B5EF4-FFF2-40B4-BE49-F238E27FC236}">
                <a16:creationId xmlns:a16="http://schemas.microsoft.com/office/drawing/2014/main" id="{80D033A5-EF7C-5B6F-88C8-7199D218EAFD}"/>
              </a:ext>
            </a:extLst>
          </p:cNvPr>
          <p:cNvSpPr>
            <a:spLocks noGrp="1" noChangeAspect="1"/>
          </p:cNvSpPr>
          <p:nvPr>
            <p:ph type="body" sz="quarter" idx="25" hasCustomPrompt="1"/>
          </p:nvPr>
        </p:nvSpPr>
        <p:spPr>
          <a:xfrm>
            <a:off x="5034942" y="2133639"/>
            <a:ext cx="2122117" cy="1241431"/>
          </a:xfrm>
          <a:prstGeom prst="roundRect">
            <a:avLst>
              <a:gd name="adj" fmla="val 11183"/>
            </a:avLst>
          </a:prstGeom>
          <a:solidFill>
            <a:schemeClr val="bg1">
              <a:alpha val="49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89" name="Text Placeholder 27">
            <a:extLst>
              <a:ext uri="{FF2B5EF4-FFF2-40B4-BE49-F238E27FC236}">
                <a16:creationId xmlns:a16="http://schemas.microsoft.com/office/drawing/2014/main" id="{3F8600DC-FC71-0AD0-0BD2-C147004E558F}"/>
              </a:ext>
            </a:extLst>
          </p:cNvPr>
          <p:cNvSpPr>
            <a:spLocks noGrp="1" noChangeAspect="1"/>
          </p:cNvSpPr>
          <p:nvPr>
            <p:ph type="body" sz="quarter" idx="26" hasCustomPrompt="1"/>
          </p:nvPr>
        </p:nvSpPr>
        <p:spPr>
          <a:xfrm>
            <a:off x="7273807" y="2133639"/>
            <a:ext cx="2122117" cy="1241431"/>
          </a:xfrm>
          <a:prstGeom prst="roundRect">
            <a:avLst>
              <a:gd name="adj" fmla="val 11183"/>
            </a:avLst>
          </a:prstGeom>
          <a:solidFill>
            <a:schemeClr val="bg1">
              <a:alpha val="49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90" name="Text Placeholder 27">
            <a:extLst>
              <a:ext uri="{FF2B5EF4-FFF2-40B4-BE49-F238E27FC236}">
                <a16:creationId xmlns:a16="http://schemas.microsoft.com/office/drawing/2014/main" id="{9AFF6D67-4528-07A4-1E25-6007A11E2AA8}"/>
              </a:ext>
            </a:extLst>
          </p:cNvPr>
          <p:cNvSpPr>
            <a:spLocks noGrp="1" noChangeAspect="1"/>
          </p:cNvSpPr>
          <p:nvPr>
            <p:ph type="body" sz="quarter" idx="27" hasCustomPrompt="1"/>
          </p:nvPr>
        </p:nvSpPr>
        <p:spPr>
          <a:xfrm>
            <a:off x="9512671" y="2133639"/>
            <a:ext cx="2122117" cy="1241431"/>
          </a:xfrm>
          <a:prstGeom prst="roundRect">
            <a:avLst>
              <a:gd name="adj" fmla="val 11183"/>
            </a:avLst>
          </a:prstGeom>
          <a:solidFill>
            <a:schemeClr val="bg1">
              <a:alpha val="49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93" name="Text Placeholder 27">
            <a:extLst>
              <a:ext uri="{FF2B5EF4-FFF2-40B4-BE49-F238E27FC236}">
                <a16:creationId xmlns:a16="http://schemas.microsoft.com/office/drawing/2014/main" id="{845ECCBA-BCE3-4218-3A11-C2E02EBA31C8}"/>
              </a:ext>
            </a:extLst>
          </p:cNvPr>
          <p:cNvSpPr>
            <a:spLocks noGrp="1" noChangeAspect="1"/>
          </p:cNvSpPr>
          <p:nvPr>
            <p:ph type="body" sz="quarter" idx="30" hasCustomPrompt="1"/>
          </p:nvPr>
        </p:nvSpPr>
        <p:spPr>
          <a:xfrm>
            <a:off x="788034" y="5083281"/>
            <a:ext cx="10614842" cy="307777"/>
          </a:xfrm>
          <a:prstGeom prst="rect">
            <a:avLst/>
          </a:prstGeom>
          <a:noFill/>
        </p:spPr>
        <p:txBody>
          <a:bodyPr wrap="square" lIns="91440" tIns="45720" rIns="91440" bIns="45720">
            <a:spAutoFit/>
          </a:bodyPr>
          <a:lstStyle>
            <a:lvl1pPr algn="ctr">
              <a:defRPr sz="1400" spc="0">
                <a:solidFill>
                  <a:schemeClr val="tx1"/>
                </a:solidFill>
                <a:latin typeface="+mj-lt"/>
              </a:defRPr>
            </a:lvl1pPr>
          </a:lstStyle>
          <a:p>
            <a:pPr lvl="0"/>
            <a:r>
              <a:rPr lang="en-US"/>
              <a:t>Add header title</a:t>
            </a:r>
          </a:p>
        </p:txBody>
      </p:sp>
    </p:spTree>
    <p:extLst>
      <p:ext uri="{BB962C8B-B14F-4D97-AF65-F5344CB8AC3E}">
        <p14:creationId xmlns:p14="http://schemas.microsoft.com/office/powerpoint/2010/main" val="2052232998"/>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ustom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hasCustomPrompt="1"/>
          </p:nvPr>
        </p:nvSpPr>
        <p:spPr>
          <a:xfrm>
            <a:off x="5177319" y="284155"/>
            <a:ext cx="1837362" cy="492443"/>
          </a:xfrm>
        </p:spPr>
        <p:txBody>
          <a:bodyPr wrap="none" anchor="ctr">
            <a:spAutoFit/>
          </a:bodyPr>
          <a:lstStyle>
            <a:lvl1pPr algn="l">
              <a:defRPr sz="3200" b="0" spc="-90" baseline="0"/>
            </a:lvl1pPr>
          </a:lstStyle>
          <a:p>
            <a:r>
              <a:rPr lang="en-US"/>
              <a:t>Logo name</a:t>
            </a:r>
          </a:p>
        </p:txBody>
      </p:sp>
      <p:sp>
        <p:nvSpPr>
          <p:cNvPr id="25" name="Picture Placeholder 24">
            <a:extLst>
              <a:ext uri="{FF2B5EF4-FFF2-40B4-BE49-F238E27FC236}">
                <a16:creationId xmlns:a16="http://schemas.microsoft.com/office/drawing/2014/main" id="{AB95D910-34A8-FB45-EB51-A4447B98F1F9}"/>
              </a:ext>
            </a:extLst>
          </p:cNvPr>
          <p:cNvSpPr>
            <a:spLocks noGrp="1"/>
          </p:cNvSpPr>
          <p:nvPr>
            <p:ph type="pic" sz="quarter" idx="10" hasCustomPrompt="1"/>
          </p:nvPr>
        </p:nvSpPr>
        <p:spPr>
          <a:xfrm>
            <a:off x="4404317" y="262983"/>
            <a:ext cx="592798" cy="594622"/>
          </a:xfrm>
          <a:noFill/>
        </p:spPr>
        <p:txBody>
          <a:bodyPr>
            <a:noAutofit/>
          </a:bodyPr>
          <a:lstStyle>
            <a:lvl1pPr algn="ctr">
              <a:defRPr sz="1200"/>
            </a:lvl1pPr>
          </a:lstStyle>
          <a:p>
            <a:r>
              <a:rPr lang="en-IN"/>
              <a:t>Add logo here</a:t>
            </a:r>
            <a:endParaRPr lang="en-US"/>
          </a:p>
        </p:txBody>
      </p:sp>
      <p:sp>
        <p:nvSpPr>
          <p:cNvPr id="28" name="Text Placeholder 27">
            <a:extLst>
              <a:ext uri="{FF2B5EF4-FFF2-40B4-BE49-F238E27FC236}">
                <a16:creationId xmlns:a16="http://schemas.microsoft.com/office/drawing/2014/main" id="{B1E5DC77-0FAE-A352-0E98-0CFF7B3276BE}"/>
              </a:ext>
            </a:extLst>
          </p:cNvPr>
          <p:cNvSpPr>
            <a:spLocks noGrp="1" noChangeAspect="1"/>
          </p:cNvSpPr>
          <p:nvPr>
            <p:ph type="body" sz="quarter" idx="11" hasCustomPrompt="1"/>
          </p:nvPr>
        </p:nvSpPr>
        <p:spPr>
          <a:xfrm>
            <a:off x="419100" y="1268463"/>
            <a:ext cx="11353800" cy="369332"/>
          </a:xfrm>
          <a:prstGeom prst="rect">
            <a:avLst/>
          </a:prstGeom>
          <a:noFill/>
        </p:spPr>
        <p:txBody>
          <a:bodyPr lIns="91440" tIns="45720" rIns="91440" bIns="45720" anchor="ctr">
            <a:spAutoFit/>
          </a:bodyPr>
          <a:lstStyle>
            <a:lvl1pPr algn="ctr">
              <a:defRPr sz="1800" spc="0">
                <a:solidFill>
                  <a:schemeClr val="tx1"/>
                </a:solidFill>
                <a:latin typeface="+mj-lt"/>
              </a:defRPr>
            </a:lvl1pPr>
          </a:lstStyle>
          <a:p>
            <a:pPr lvl="0"/>
            <a:r>
              <a:rPr lang="en-US"/>
              <a:t>Add header title</a:t>
            </a:r>
          </a:p>
        </p:txBody>
      </p:sp>
      <p:sp>
        <p:nvSpPr>
          <p:cNvPr id="26" name="Rounded Rectangle 16">
            <a:extLst>
              <a:ext uri="{FF2B5EF4-FFF2-40B4-BE49-F238E27FC236}">
                <a16:creationId xmlns:a16="http://schemas.microsoft.com/office/drawing/2014/main" id="{03CFED51-1D60-DD3A-6C9C-5CFC1D3AEEA3}"/>
              </a:ext>
              <a:ext uri="{C183D7F6-B498-43B3-948B-1728B52AA6E4}">
                <adec:decorative xmlns:adec="http://schemas.microsoft.com/office/drawing/2017/decorative" val="1"/>
              </a:ext>
            </a:extLst>
          </p:cNvPr>
          <p:cNvSpPr>
            <a:spLocks/>
          </p:cNvSpPr>
          <p:nvPr userDrawn="1"/>
        </p:nvSpPr>
        <p:spPr>
          <a:xfrm>
            <a:off x="419100" y="1996054"/>
            <a:ext cx="11353800" cy="3593483"/>
          </a:xfrm>
          <a:prstGeom prst="roundRect">
            <a:avLst>
              <a:gd name="adj" fmla="val 6505"/>
            </a:avLst>
          </a:prstGeom>
          <a:solidFill>
            <a:schemeClr val="bg1">
              <a:lumMod val="85000"/>
              <a:alpha val="40000"/>
            </a:schemeClr>
          </a:solidFill>
          <a:ln w="25400">
            <a:solidFill>
              <a:schemeClr val="bg1"/>
            </a:solidFill>
          </a:ln>
        </p:spPr>
        <p:txBody>
          <a:bodyPr vert="horz" lIns="91440" tIns="731520" rIns="91440" bIns="45720" rtlCol="0">
            <a:noAutofit/>
          </a:bodyPr>
          <a:lstStyle/>
          <a:p>
            <a:pPr lvl="0" indent="0" algn="ctr" defTabSz="457109">
              <a:lnSpc>
                <a:spcPct val="100000"/>
              </a:lnSpc>
              <a:spcBef>
                <a:spcPts val="336"/>
              </a:spcBef>
              <a:buFont typeface="Arial" panose="020B0604020202020204" pitchFamily="34" charset="0"/>
              <a:buNone/>
            </a:pPr>
            <a:endParaRPr lang="en-US" sz="2400" b="0" i="0" kern="0" spc="0" baseline="0">
              <a:solidFill>
                <a:schemeClr val="tx1"/>
              </a:solidFill>
              <a:cs typeface="Segoe Sans Display Semibold" pitchFamily="2" charset="0"/>
            </a:endParaRPr>
          </a:p>
        </p:txBody>
      </p:sp>
      <p:sp>
        <p:nvSpPr>
          <p:cNvPr id="86" name="Text Placeholder 27">
            <a:extLst>
              <a:ext uri="{FF2B5EF4-FFF2-40B4-BE49-F238E27FC236}">
                <a16:creationId xmlns:a16="http://schemas.microsoft.com/office/drawing/2014/main" id="{B8912040-13DC-9077-F7F0-218807C3F997}"/>
              </a:ext>
            </a:extLst>
          </p:cNvPr>
          <p:cNvSpPr>
            <a:spLocks noGrp="1" noChangeAspect="1"/>
          </p:cNvSpPr>
          <p:nvPr>
            <p:ph type="body" sz="quarter" idx="23" hasCustomPrompt="1"/>
          </p:nvPr>
        </p:nvSpPr>
        <p:spPr>
          <a:xfrm>
            <a:off x="557212" y="2133639"/>
            <a:ext cx="2122117" cy="1241431"/>
          </a:xfrm>
          <a:prstGeom prst="roundRect">
            <a:avLst>
              <a:gd name="adj" fmla="val 11183"/>
            </a:avLst>
          </a:prstGeom>
          <a:solidFill>
            <a:schemeClr val="bg1">
              <a:alpha val="40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92" name="Text Placeholder 27">
            <a:extLst>
              <a:ext uri="{FF2B5EF4-FFF2-40B4-BE49-F238E27FC236}">
                <a16:creationId xmlns:a16="http://schemas.microsoft.com/office/drawing/2014/main" id="{92FB21D3-8F1F-D883-0297-9CAE6C5EAC5E}"/>
              </a:ext>
            </a:extLst>
          </p:cNvPr>
          <p:cNvSpPr>
            <a:spLocks noGrp="1" noChangeAspect="1"/>
          </p:cNvSpPr>
          <p:nvPr>
            <p:ph type="body" sz="quarter" idx="29" hasCustomPrompt="1"/>
          </p:nvPr>
        </p:nvSpPr>
        <p:spPr>
          <a:xfrm>
            <a:off x="557212" y="3517749"/>
            <a:ext cx="11077577" cy="792645"/>
          </a:xfrm>
          <a:prstGeom prst="roundRect">
            <a:avLst>
              <a:gd name="adj" fmla="val 20225"/>
            </a:avLst>
          </a:prstGeom>
          <a:solidFill>
            <a:schemeClr val="bg1">
              <a:alpha val="40000"/>
            </a:schemeClr>
          </a:solidFill>
        </p:spPr>
        <p:txBody>
          <a:bodyPr lIns="91440" tIns="45720" rIns="91440" bIns="45720" anchor="ctr">
            <a:noAutofit/>
          </a:bodyPr>
          <a:lstStyle>
            <a:lvl1pPr algn="ctr">
              <a:defRPr sz="1400" spc="0">
                <a:solidFill>
                  <a:schemeClr val="tx1"/>
                </a:solidFill>
                <a:latin typeface="+mn-lt"/>
              </a:defRPr>
            </a:lvl1pPr>
          </a:lstStyle>
          <a:p>
            <a:pPr lvl="0"/>
            <a:r>
              <a:rPr lang="en-US"/>
              <a:t>Add text title</a:t>
            </a:r>
          </a:p>
        </p:txBody>
      </p:sp>
      <p:sp>
        <p:nvSpPr>
          <p:cNvPr id="94" name="Text Placeholder 27">
            <a:extLst>
              <a:ext uri="{FF2B5EF4-FFF2-40B4-BE49-F238E27FC236}">
                <a16:creationId xmlns:a16="http://schemas.microsoft.com/office/drawing/2014/main" id="{DE246963-3DB9-7C80-F8DA-4A23FF241F53}"/>
              </a:ext>
            </a:extLst>
          </p:cNvPr>
          <p:cNvSpPr>
            <a:spLocks noGrp="1" noChangeAspect="1"/>
          </p:cNvSpPr>
          <p:nvPr>
            <p:ph type="body" sz="quarter" idx="31" hasCustomPrompt="1"/>
          </p:nvPr>
        </p:nvSpPr>
        <p:spPr>
          <a:xfrm>
            <a:off x="4177007" y="5402775"/>
            <a:ext cx="3837986" cy="373523"/>
          </a:xfrm>
          <a:prstGeom prst="roundRect">
            <a:avLst>
              <a:gd name="adj" fmla="val 50000"/>
            </a:avLst>
          </a:prstGeom>
          <a:solidFill>
            <a:schemeClr val="bg2"/>
          </a:solidFill>
        </p:spPr>
        <p:txBody>
          <a:bodyPr lIns="91440" tIns="45720" rIns="91440" bIns="45720" anchor="ctr">
            <a:noAutofit/>
          </a:bodyPr>
          <a:lstStyle>
            <a:lvl1pPr algn="ctr">
              <a:defRPr sz="1400" spc="0">
                <a:solidFill>
                  <a:schemeClr val="bg1"/>
                </a:solidFill>
                <a:latin typeface="+mn-lt"/>
              </a:defRPr>
            </a:lvl1pPr>
          </a:lstStyle>
          <a:p>
            <a:pPr lvl="0"/>
            <a:r>
              <a:rPr lang="en-US"/>
              <a:t>Add text title</a:t>
            </a:r>
          </a:p>
        </p:txBody>
      </p:sp>
      <p:sp>
        <p:nvSpPr>
          <p:cNvPr id="87" name="Text Placeholder 27">
            <a:extLst>
              <a:ext uri="{FF2B5EF4-FFF2-40B4-BE49-F238E27FC236}">
                <a16:creationId xmlns:a16="http://schemas.microsoft.com/office/drawing/2014/main" id="{FC6EA9E5-DF3D-D026-53D9-1F122DAED0A6}"/>
              </a:ext>
            </a:extLst>
          </p:cNvPr>
          <p:cNvSpPr>
            <a:spLocks noGrp="1" noChangeAspect="1"/>
          </p:cNvSpPr>
          <p:nvPr>
            <p:ph type="body" sz="quarter" idx="24" hasCustomPrompt="1"/>
          </p:nvPr>
        </p:nvSpPr>
        <p:spPr>
          <a:xfrm>
            <a:off x="2796077" y="2133639"/>
            <a:ext cx="2122117" cy="1241431"/>
          </a:xfrm>
          <a:prstGeom prst="roundRect">
            <a:avLst>
              <a:gd name="adj" fmla="val 11183"/>
            </a:avLst>
          </a:prstGeom>
          <a:solidFill>
            <a:schemeClr val="bg1">
              <a:alpha val="40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88" name="Text Placeholder 27">
            <a:extLst>
              <a:ext uri="{FF2B5EF4-FFF2-40B4-BE49-F238E27FC236}">
                <a16:creationId xmlns:a16="http://schemas.microsoft.com/office/drawing/2014/main" id="{80D033A5-EF7C-5B6F-88C8-7199D218EAFD}"/>
              </a:ext>
            </a:extLst>
          </p:cNvPr>
          <p:cNvSpPr>
            <a:spLocks noGrp="1" noChangeAspect="1"/>
          </p:cNvSpPr>
          <p:nvPr>
            <p:ph type="body" sz="quarter" idx="25" hasCustomPrompt="1"/>
          </p:nvPr>
        </p:nvSpPr>
        <p:spPr>
          <a:xfrm>
            <a:off x="5034942" y="2133639"/>
            <a:ext cx="2122117" cy="1241431"/>
          </a:xfrm>
          <a:prstGeom prst="roundRect">
            <a:avLst>
              <a:gd name="adj" fmla="val 11183"/>
            </a:avLst>
          </a:prstGeom>
          <a:solidFill>
            <a:schemeClr val="bg1">
              <a:alpha val="40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89" name="Text Placeholder 27">
            <a:extLst>
              <a:ext uri="{FF2B5EF4-FFF2-40B4-BE49-F238E27FC236}">
                <a16:creationId xmlns:a16="http://schemas.microsoft.com/office/drawing/2014/main" id="{3F8600DC-FC71-0AD0-0BD2-C147004E558F}"/>
              </a:ext>
            </a:extLst>
          </p:cNvPr>
          <p:cNvSpPr>
            <a:spLocks noGrp="1" noChangeAspect="1"/>
          </p:cNvSpPr>
          <p:nvPr>
            <p:ph type="body" sz="quarter" idx="26" hasCustomPrompt="1"/>
          </p:nvPr>
        </p:nvSpPr>
        <p:spPr>
          <a:xfrm>
            <a:off x="7273807" y="2133639"/>
            <a:ext cx="2122117" cy="1241431"/>
          </a:xfrm>
          <a:prstGeom prst="roundRect">
            <a:avLst>
              <a:gd name="adj" fmla="val 11183"/>
            </a:avLst>
          </a:prstGeom>
          <a:solidFill>
            <a:schemeClr val="bg1">
              <a:alpha val="40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90" name="Text Placeholder 27">
            <a:extLst>
              <a:ext uri="{FF2B5EF4-FFF2-40B4-BE49-F238E27FC236}">
                <a16:creationId xmlns:a16="http://schemas.microsoft.com/office/drawing/2014/main" id="{9AFF6D67-4528-07A4-1E25-6007A11E2AA8}"/>
              </a:ext>
            </a:extLst>
          </p:cNvPr>
          <p:cNvSpPr>
            <a:spLocks noGrp="1" noChangeAspect="1"/>
          </p:cNvSpPr>
          <p:nvPr>
            <p:ph type="body" sz="quarter" idx="27" hasCustomPrompt="1"/>
          </p:nvPr>
        </p:nvSpPr>
        <p:spPr>
          <a:xfrm>
            <a:off x="9512671" y="2133639"/>
            <a:ext cx="2122117" cy="1241431"/>
          </a:xfrm>
          <a:prstGeom prst="roundRect">
            <a:avLst>
              <a:gd name="adj" fmla="val 11183"/>
            </a:avLst>
          </a:prstGeom>
          <a:solidFill>
            <a:schemeClr val="bg1">
              <a:alpha val="40000"/>
            </a:schemeClr>
          </a:solidFill>
        </p:spPr>
        <p:txBody>
          <a:bodyPr lIns="91440" tIns="777240" rIns="91440" bIns="45720">
            <a:noAutofit/>
          </a:bodyPr>
          <a:lstStyle>
            <a:lvl1pPr algn="ctr">
              <a:defRPr sz="1400" spc="0">
                <a:solidFill>
                  <a:schemeClr val="tx1"/>
                </a:solidFill>
                <a:latin typeface="+mn-lt"/>
              </a:defRPr>
            </a:lvl1pPr>
          </a:lstStyle>
          <a:p>
            <a:pPr lvl="0"/>
            <a:r>
              <a:rPr lang="en-US"/>
              <a:t>Add text title</a:t>
            </a:r>
          </a:p>
        </p:txBody>
      </p:sp>
      <p:sp>
        <p:nvSpPr>
          <p:cNvPr id="93" name="Text Placeholder 27">
            <a:extLst>
              <a:ext uri="{FF2B5EF4-FFF2-40B4-BE49-F238E27FC236}">
                <a16:creationId xmlns:a16="http://schemas.microsoft.com/office/drawing/2014/main" id="{845ECCBA-BCE3-4218-3A11-C2E02EBA31C8}"/>
              </a:ext>
            </a:extLst>
          </p:cNvPr>
          <p:cNvSpPr>
            <a:spLocks noGrp="1" noChangeAspect="1"/>
          </p:cNvSpPr>
          <p:nvPr>
            <p:ph type="body" sz="quarter" idx="30" hasCustomPrompt="1"/>
          </p:nvPr>
        </p:nvSpPr>
        <p:spPr>
          <a:xfrm>
            <a:off x="1737722" y="4623553"/>
            <a:ext cx="8716556" cy="0"/>
          </a:xfrm>
          <a:custGeom>
            <a:avLst/>
            <a:gdLst>
              <a:gd name="csX0" fmla="*/ 0 w 8716556"/>
              <a:gd name="csY0" fmla="*/ 0 h 309556"/>
              <a:gd name="csX1" fmla="*/ 8716556 w 8716556"/>
              <a:gd name="csY1" fmla="*/ 0 h 309556"/>
              <a:gd name="csX2" fmla="*/ 8716556 w 8716556"/>
              <a:gd name="csY2" fmla="*/ 309556 h 309556"/>
              <a:gd name="csX3" fmla="*/ 0 w 8716556"/>
              <a:gd name="csY3" fmla="*/ 309556 h 309556"/>
              <a:gd name="csX4" fmla="*/ 0 w 8716556"/>
              <a:gd name="csY4" fmla="*/ 0 h 309556"/>
              <a:gd name="csX0" fmla="*/ 8716556 w 8807996"/>
              <a:gd name="csY0" fmla="*/ 0 h 309556"/>
              <a:gd name="csX1" fmla="*/ 8716556 w 8807996"/>
              <a:gd name="csY1" fmla="*/ 309556 h 309556"/>
              <a:gd name="csX2" fmla="*/ 0 w 8807996"/>
              <a:gd name="csY2" fmla="*/ 309556 h 309556"/>
              <a:gd name="csX3" fmla="*/ 0 w 8807996"/>
              <a:gd name="csY3" fmla="*/ 0 h 309556"/>
              <a:gd name="csX4" fmla="*/ 8807996 w 8807996"/>
              <a:gd name="csY4" fmla="*/ 91440 h 309556"/>
              <a:gd name="csX0" fmla="*/ 8716556 w 8716556"/>
              <a:gd name="csY0" fmla="*/ 0 h 309556"/>
              <a:gd name="csX1" fmla="*/ 8716556 w 8716556"/>
              <a:gd name="csY1" fmla="*/ 309556 h 309556"/>
              <a:gd name="csX2" fmla="*/ 0 w 8716556"/>
              <a:gd name="csY2" fmla="*/ 309556 h 309556"/>
              <a:gd name="csX3" fmla="*/ 0 w 8716556"/>
              <a:gd name="csY3" fmla="*/ 0 h 309556"/>
              <a:gd name="csX0" fmla="*/ 8716556 w 8716556"/>
              <a:gd name="csY0" fmla="*/ 309556 h 309556"/>
              <a:gd name="csX1" fmla="*/ 0 w 8716556"/>
              <a:gd name="csY1" fmla="*/ 309556 h 309556"/>
              <a:gd name="csX2" fmla="*/ 0 w 8716556"/>
              <a:gd name="csY2" fmla="*/ 0 h 309556"/>
              <a:gd name="csX0" fmla="*/ 8716556 w 8716556"/>
              <a:gd name="csY0" fmla="*/ 0 h 0"/>
              <a:gd name="csX1" fmla="*/ 0 w 8716556"/>
              <a:gd name="csY1" fmla="*/ 0 h 0"/>
            </a:gdLst>
            <a:ahLst/>
            <a:cxnLst>
              <a:cxn ang="0">
                <a:pos x="csX0" y="csY0"/>
              </a:cxn>
              <a:cxn ang="0">
                <a:pos x="csX1" y="csY1"/>
              </a:cxn>
            </a:cxnLst>
            <a:rect l="l" t="t" r="r" b="b"/>
            <a:pathLst>
              <a:path w="8716556">
                <a:moveTo>
                  <a:pt x="8716556" y="0"/>
                </a:moveTo>
                <a:lnTo>
                  <a:pt x="0" y="0"/>
                </a:lnTo>
              </a:path>
            </a:pathLst>
          </a:custGeom>
          <a:noFill/>
          <a:ln w="19050" cap="rnd">
            <a:gradFill flip="none" rotWithShape="1">
              <a:gsLst>
                <a:gs pos="0">
                  <a:srgbClr val="4F42FD"/>
                </a:gs>
                <a:gs pos="100000">
                  <a:srgbClr val="AAC0F9"/>
                </a:gs>
              </a:gsLst>
              <a:lin ang="0" scaled="1"/>
              <a:tileRect/>
            </a:gradFill>
            <a:headEnd type="arrow" w="lg" len="med"/>
            <a:tailEnd type="arrow" w="lg" len="med"/>
          </a:ln>
        </p:spPr>
        <p:txBody>
          <a:bodyPr wrap="square" lIns="91440" tIns="45720" rIns="91440" bIns="45720">
            <a:spAutoFit/>
          </a:bodyPr>
          <a:lstStyle>
            <a:lvl1pPr algn="ctr">
              <a:defRPr sz="1400">
                <a:solidFill>
                  <a:schemeClr val="bg1"/>
                </a:solidFill>
                <a:latin typeface="+mj-lt"/>
              </a:defRPr>
            </a:lvl1pPr>
          </a:lstStyle>
          <a:p>
            <a:pPr lvl="0"/>
            <a:r>
              <a:rPr lang="en-US"/>
              <a:t> </a:t>
            </a:r>
          </a:p>
        </p:txBody>
      </p:sp>
      <p:sp>
        <p:nvSpPr>
          <p:cNvPr id="7" name="Text Placeholder 27">
            <a:extLst>
              <a:ext uri="{FF2B5EF4-FFF2-40B4-BE49-F238E27FC236}">
                <a16:creationId xmlns:a16="http://schemas.microsoft.com/office/drawing/2014/main" id="{88219CD8-B1A1-4A90-FBA9-EEF57DBEC6C8}"/>
              </a:ext>
            </a:extLst>
          </p:cNvPr>
          <p:cNvSpPr>
            <a:spLocks noGrp="1" noChangeAspect="1"/>
          </p:cNvSpPr>
          <p:nvPr>
            <p:ph type="body" sz="quarter" idx="32" hasCustomPrompt="1"/>
          </p:nvPr>
        </p:nvSpPr>
        <p:spPr>
          <a:xfrm>
            <a:off x="557212" y="4453073"/>
            <a:ext cx="1180511" cy="340959"/>
          </a:xfrm>
          <a:prstGeom prst="roundRect">
            <a:avLst>
              <a:gd name="adj" fmla="val 50000"/>
            </a:avLst>
          </a:prstGeom>
          <a:solidFill>
            <a:schemeClr val="accent1"/>
          </a:solidFill>
        </p:spPr>
        <p:txBody>
          <a:bodyPr lIns="91440" tIns="45720" rIns="91440" bIns="45720" anchor="ctr">
            <a:noAutofit/>
          </a:bodyPr>
          <a:lstStyle>
            <a:lvl1pPr algn="ctr">
              <a:defRPr sz="1600" spc="0">
                <a:solidFill>
                  <a:schemeClr val="bg1"/>
                </a:solidFill>
                <a:latin typeface="+mn-lt"/>
              </a:defRPr>
            </a:lvl1pPr>
          </a:lstStyle>
          <a:p>
            <a:pPr lvl="0"/>
            <a:r>
              <a:rPr lang="en-US"/>
              <a:t>Cloud</a:t>
            </a:r>
          </a:p>
        </p:txBody>
      </p:sp>
      <p:sp>
        <p:nvSpPr>
          <p:cNvPr id="8" name="Text Placeholder 27">
            <a:extLst>
              <a:ext uri="{FF2B5EF4-FFF2-40B4-BE49-F238E27FC236}">
                <a16:creationId xmlns:a16="http://schemas.microsoft.com/office/drawing/2014/main" id="{DB9D7D9E-9353-28DB-8A05-3B7F15378A04}"/>
              </a:ext>
            </a:extLst>
          </p:cNvPr>
          <p:cNvSpPr>
            <a:spLocks noGrp="1" noChangeAspect="1"/>
          </p:cNvSpPr>
          <p:nvPr>
            <p:ph type="body" sz="quarter" idx="33" hasCustomPrompt="1"/>
          </p:nvPr>
        </p:nvSpPr>
        <p:spPr>
          <a:xfrm>
            <a:off x="10454278" y="4453073"/>
            <a:ext cx="1180511" cy="340959"/>
          </a:xfrm>
          <a:prstGeom prst="roundRect">
            <a:avLst>
              <a:gd name="adj" fmla="val 50000"/>
            </a:avLst>
          </a:prstGeom>
          <a:solidFill>
            <a:schemeClr val="accent5"/>
          </a:solidFill>
        </p:spPr>
        <p:txBody>
          <a:bodyPr lIns="91440" tIns="45720" rIns="91440" bIns="45720" anchor="ctr">
            <a:noAutofit/>
          </a:bodyPr>
          <a:lstStyle>
            <a:lvl1pPr algn="ctr">
              <a:defRPr sz="1600" spc="0">
                <a:solidFill>
                  <a:schemeClr val="tx1"/>
                </a:solidFill>
                <a:latin typeface="+mn-lt"/>
              </a:defRPr>
            </a:lvl1pPr>
          </a:lstStyle>
          <a:p>
            <a:pPr lvl="0"/>
            <a:r>
              <a:rPr lang="en-US"/>
              <a:t>Edge</a:t>
            </a:r>
          </a:p>
        </p:txBody>
      </p:sp>
    </p:spTree>
    <p:extLst>
      <p:ext uri="{BB962C8B-B14F-4D97-AF65-F5344CB8AC3E}">
        <p14:creationId xmlns:p14="http://schemas.microsoft.com/office/powerpoint/2010/main" val="3700053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42" presetClass="path" presetSubtype="0" decel="100000" fill="hold" grpId="1" nodeType="withEffect">
                                  <p:stCondLst>
                                    <p:cond delay="0"/>
                                  </p:stCondLst>
                                  <p:childTnLst>
                                    <p:animMotion origin="layout" path="M -3.75E-6 -0.03472 L -3.75E-6 1.85185E-6 " pathEditMode="relative" rAng="0" ptsTypes="AA">
                                      <p:cBhvr>
                                        <p:cTn id="9" dur="750" fill="hold"/>
                                        <p:tgtEl>
                                          <p:spTgt spid="25"/>
                                        </p:tgtEl>
                                        <p:attrNameLst>
                                          <p:attrName>ppt_x</p:attrName>
                                          <p:attrName>ppt_y</p:attrName>
                                        </p:attrNameLst>
                                      </p:cBhvr>
                                      <p:rCtr x="0" y="1736"/>
                                    </p:animMotion>
                                  </p:childTnLst>
                                </p:cTn>
                              </p:par>
                              <p:par>
                                <p:cTn id="10" presetID="10"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42" presetClass="path" presetSubtype="0" decel="100000" fill="hold" grpId="1" nodeType="withEffect">
                                  <p:stCondLst>
                                    <p:cond delay="0"/>
                                  </p:stCondLst>
                                  <p:childTnLst>
                                    <p:animMotion origin="layout" path="M -3.75E-6 -0.03472 L -3.75E-6 1.85185E-6 " pathEditMode="relative" rAng="0" ptsTypes="AA">
                                      <p:cBhvr>
                                        <p:cTn id="14" dur="750" fill="hold"/>
                                        <p:tgtEl>
                                          <p:spTgt spid="2"/>
                                        </p:tgtEl>
                                        <p:attrNameLst>
                                          <p:attrName>ppt_x</p:attrName>
                                          <p:attrName>ppt_y</p:attrName>
                                        </p:attrNameLst>
                                      </p:cBhvr>
                                      <p:rCtr x="0" y="1736"/>
                                    </p:animMotion>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42" presetClass="path" presetSubtype="0" decel="100000" fill="hold" grpId="1" nodeType="withEffect">
                                  <p:stCondLst>
                                    <p:cond delay="0"/>
                                  </p:stCondLst>
                                  <p:childTnLst>
                                    <p:animMotion origin="layout" path="M 1.25E-6 0.03889 L 1.25E-6 1.85185E-6 " pathEditMode="relative" rAng="0" ptsTypes="AA">
                                      <p:cBhvr>
                                        <p:cTn id="19" dur="750" fill="hold"/>
                                        <p:tgtEl>
                                          <p:spTgt spid="26"/>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fade">
                                      <p:cBhvr>
                                        <p:cTn id="22" dur="500"/>
                                        <p:tgtEl>
                                          <p:spTgt spid="86"/>
                                        </p:tgtEl>
                                      </p:cBhvr>
                                    </p:animEffect>
                                  </p:childTnLst>
                                </p:cTn>
                              </p:par>
                              <p:par>
                                <p:cTn id="23" presetID="42" presetClass="path" presetSubtype="0" decel="100000" fill="hold" grpId="1" nodeType="withEffect">
                                  <p:stCondLst>
                                    <p:cond delay="0"/>
                                  </p:stCondLst>
                                  <p:childTnLst>
                                    <p:animMotion origin="layout" path="M 1.25E-6 0.03889 L 1.25E-6 1.85185E-6 " pathEditMode="relative" rAng="0" ptsTypes="AA">
                                      <p:cBhvr>
                                        <p:cTn id="24" dur="750" fill="hold"/>
                                        <p:tgtEl>
                                          <p:spTgt spid="86"/>
                                        </p:tgtEl>
                                        <p:attrNameLst>
                                          <p:attrName>ppt_x</p:attrName>
                                          <p:attrName>ppt_y</p:attrName>
                                        </p:attrNameLst>
                                      </p:cBhvr>
                                      <p:rCtr x="0" y="-1944"/>
                                    </p:animMotion>
                                  </p:childTnLst>
                                </p:cTn>
                              </p:par>
                              <p:par>
                                <p:cTn id="25" presetID="10"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animEffect transition="in" filter="fade">
                                      <p:cBhvr>
                                        <p:cTn id="27" dur="500"/>
                                        <p:tgtEl>
                                          <p:spTgt spid="92"/>
                                        </p:tgtEl>
                                      </p:cBhvr>
                                    </p:animEffect>
                                  </p:childTnLst>
                                </p:cTn>
                              </p:par>
                              <p:par>
                                <p:cTn id="28" presetID="42" presetClass="path" presetSubtype="0" decel="100000" fill="hold" grpId="1" nodeType="withEffect">
                                  <p:stCondLst>
                                    <p:cond delay="0"/>
                                  </p:stCondLst>
                                  <p:childTnLst>
                                    <p:animMotion origin="layout" path="M 0 0.03889 L 0 -1.85185E-6 " pathEditMode="relative" rAng="0" ptsTypes="AA">
                                      <p:cBhvr>
                                        <p:cTn id="29" dur="750" fill="hold"/>
                                        <p:tgtEl>
                                          <p:spTgt spid="92"/>
                                        </p:tgtEl>
                                        <p:attrNameLst>
                                          <p:attrName>ppt_x</p:attrName>
                                          <p:attrName>ppt_y</p:attrName>
                                        </p:attrNameLst>
                                      </p:cBhvr>
                                      <p:rCtr x="0" y="-1944"/>
                                    </p:animMotion>
                                  </p:childTnLst>
                                </p:cTn>
                              </p:par>
                              <p:par>
                                <p:cTn id="30" presetID="10" presetClass="entr" presetSubtype="0" fill="hold" grpId="0" nodeType="withEffect">
                                  <p:stCondLst>
                                    <p:cond delay="0"/>
                                  </p:stCondLst>
                                  <p:childTnLst>
                                    <p:set>
                                      <p:cBhvr>
                                        <p:cTn id="31" dur="1" fill="hold">
                                          <p:stCondLst>
                                            <p:cond delay="0"/>
                                          </p:stCondLst>
                                        </p:cTn>
                                        <p:tgtEl>
                                          <p:spTgt spid="94"/>
                                        </p:tgtEl>
                                        <p:attrNameLst>
                                          <p:attrName>style.visibility</p:attrName>
                                        </p:attrNameLst>
                                      </p:cBhvr>
                                      <p:to>
                                        <p:strVal val="visible"/>
                                      </p:to>
                                    </p:set>
                                    <p:animEffect transition="in" filter="fade">
                                      <p:cBhvr>
                                        <p:cTn id="32" dur="500"/>
                                        <p:tgtEl>
                                          <p:spTgt spid="94"/>
                                        </p:tgtEl>
                                      </p:cBhvr>
                                    </p:animEffect>
                                  </p:childTnLst>
                                </p:cTn>
                              </p:par>
                              <p:par>
                                <p:cTn id="33" presetID="42" presetClass="path" presetSubtype="0" decel="100000" fill="hold" grpId="1" nodeType="withEffect">
                                  <p:stCondLst>
                                    <p:cond delay="0"/>
                                  </p:stCondLst>
                                  <p:childTnLst>
                                    <p:animMotion origin="layout" path="M 1.25E-6 0.03889 L 1.25E-6 1.85185E-6 " pathEditMode="relative" rAng="0" ptsTypes="AA">
                                      <p:cBhvr>
                                        <p:cTn id="34" dur="750" fill="hold"/>
                                        <p:tgtEl>
                                          <p:spTgt spid="94"/>
                                        </p:tgtEl>
                                        <p:attrNameLst>
                                          <p:attrName>ppt_x</p:attrName>
                                          <p:attrName>ppt_y</p:attrName>
                                        </p:attrNameLst>
                                      </p:cBhvr>
                                      <p:rCtr x="0" y="-1944"/>
                                    </p:animMotion>
                                  </p:childTnLst>
                                </p:cTn>
                              </p:par>
                              <p:par>
                                <p:cTn id="35" presetID="10" presetClass="entr" presetSubtype="0" fill="hold" grpId="0" nodeType="with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fade">
                                      <p:cBhvr>
                                        <p:cTn id="37" dur="500"/>
                                        <p:tgtEl>
                                          <p:spTgt spid="87"/>
                                        </p:tgtEl>
                                      </p:cBhvr>
                                    </p:animEffect>
                                  </p:childTnLst>
                                </p:cTn>
                              </p:par>
                              <p:par>
                                <p:cTn id="38" presetID="42" presetClass="path" presetSubtype="0" decel="100000" fill="hold" grpId="1" nodeType="withEffect">
                                  <p:stCondLst>
                                    <p:cond delay="0"/>
                                  </p:stCondLst>
                                  <p:childTnLst>
                                    <p:animMotion origin="layout" path="M 1.25E-6 0.03889 L 1.25E-6 1.85185E-6 " pathEditMode="relative" rAng="0" ptsTypes="AA">
                                      <p:cBhvr>
                                        <p:cTn id="39" dur="750" fill="hold"/>
                                        <p:tgtEl>
                                          <p:spTgt spid="87"/>
                                        </p:tgtEl>
                                        <p:attrNameLst>
                                          <p:attrName>ppt_x</p:attrName>
                                          <p:attrName>ppt_y</p:attrName>
                                        </p:attrNameLst>
                                      </p:cBhvr>
                                      <p:rCtr x="0" y="-1944"/>
                                    </p:animMotion>
                                  </p:childTnLst>
                                </p:cTn>
                              </p:par>
                              <p:par>
                                <p:cTn id="40" presetID="10" presetClass="entr" presetSubtype="0" fill="hold" grpId="0" nodeType="withEffect">
                                  <p:stCondLst>
                                    <p:cond delay="0"/>
                                  </p:stCondLst>
                                  <p:childTnLst>
                                    <p:set>
                                      <p:cBhvr>
                                        <p:cTn id="41" dur="1" fill="hold">
                                          <p:stCondLst>
                                            <p:cond delay="0"/>
                                          </p:stCondLst>
                                        </p:cTn>
                                        <p:tgtEl>
                                          <p:spTgt spid="88"/>
                                        </p:tgtEl>
                                        <p:attrNameLst>
                                          <p:attrName>style.visibility</p:attrName>
                                        </p:attrNameLst>
                                      </p:cBhvr>
                                      <p:to>
                                        <p:strVal val="visible"/>
                                      </p:to>
                                    </p:set>
                                    <p:animEffect transition="in" filter="fade">
                                      <p:cBhvr>
                                        <p:cTn id="42" dur="500"/>
                                        <p:tgtEl>
                                          <p:spTgt spid="88"/>
                                        </p:tgtEl>
                                      </p:cBhvr>
                                    </p:animEffect>
                                  </p:childTnLst>
                                </p:cTn>
                              </p:par>
                              <p:par>
                                <p:cTn id="43" presetID="42" presetClass="path" presetSubtype="0" decel="100000" fill="hold" grpId="1" nodeType="withEffect">
                                  <p:stCondLst>
                                    <p:cond delay="0"/>
                                  </p:stCondLst>
                                  <p:childTnLst>
                                    <p:animMotion origin="layout" path="M 1.25E-6 0.03889 L 1.25E-6 1.85185E-6 " pathEditMode="relative" rAng="0" ptsTypes="AA">
                                      <p:cBhvr>
                                        <p:cTn id="44" dur="750" fill="hold"/>
                                        <p:tgtEl>
                                          <p:spTgt spid="88"/>
                                        </p:tgtEl>
                                        <p:attrNameLst>
                                          <p:attrName>ppt_x</p:attrName>
                                          <p:attrName>ppt_y</p:attrName>
                                        </p:attrNameLst>
                                      </p:cBhvr>
                                      <p:rCtr x="0" y="-1944"/>
                                    </p:animMotion>
                                  </p:childTnLst>
                                </p:cTn>
                              </p:par>
                              <p:par>
                                <p:cTn id="45" presetID="10" presetClass="entr" presetSubtype="0" fill="hold" grpId="0" nodeType="withEffect">
                                  <p:stCondLst>
                                    <p:cond delay="0"/>
                                  </p:stCondLst>
                                  <p:childTnLst>
                                    <p:set>
                                      <p:cBhvr>
                                        <p:cTn id="46" dur="1" fill="hold">
                                          <p:stCondLst>
                                            <p:cond delay="0"/>
                                          </p:stCondLst>
                                        </p:cTn>
                                        <p:tgtEl>
                                          <p:spTgt spid="89"/>
                                        </p:tgtEl>
                                        <p:attrNameLst>
                                          <p:attrName>style.visibility</p:attrName>
                                        </p:attrNameLst>
                                      </p:cBhvr>
                                      <p:to>
                                        <p:strVal val="visible"/>
                                      </p:to>
                                    </p:set>
                                    <p:animEffect transition="in" filter="fade">
                                      <p:cBhvr>
                                        <p:cTn id="47" dur="500"/>
                                        <p:tgtEl>
                                          <p:spTgt spid="89"/>
                                        </p:tgtEl>
                                      </p:cBhvr>
                                    </p:animEffect>
                                  </p:childTnLst>
                                </p:cTn>
                              </p:par>
                              <p:par>
                                <p:cTn id="48" presetID="42" presetClass="path" presetSubtype="0" decel="100000" fill="hold" grpId="1" nodeType="withEffect">
                                  <p:stCondLst>
                                    <p:cond delay="0"/>
                                  </p:stCondLst>
                                  <p:childTnLst>
                                    <p:animMotion origin="layout" path="M 1.25E-6 0.03889 L 1.25E-6 1.85185E-6 " pathEditMode="relative" rAng="0" ptsTypes="AA">
                                      <p:cBhvr>
                                        <p:cTn id="49" dur="750" fill="hold"/>
                                        <p:tgtEl>
                                          <p:spTgt spid="89"/>
                                        </p:tgtEl>
                                        <p:attrNameLst>
                                          <p:attrName>ppt_x</p:attrName>
                                          <p:attrName>ppt_y</p:attrName>
                                        </p:attrNameLst>
                                      </p:cBhvr>
                                      <p:rCtr x="0" y="-1944"/>
                                    </p:animMotion>
                                  </p:childTnLst>
                                </p:cTn>
                              </p:par>
                              <p:par>
                                <p:cTn id="50" presetID="10" presetClass="entr" presetSubtype="0" fill="hold" grpId="0" nodeType="withEffect">
                                  <p:stCondLst>
                                    <p:cond delay="0"/>
                                  </p:stCondLst>
                                  <p:childTnLst>
                                    <p:set>
                                      <p:cBhvr>
                                        <p:cTn id="51" dur="1" fill="hold">
                                          <p:stCondLst>
                                            <p:cond delay="0"/>
                                          </p:stCondLst>
                                        </p:cTn>
                                        <p:tgtEl>
                                          <p:spTgt spid="90"/>
                                        </p:tgtEl>
                                        <p:attrNameLst>
                                          <p:attrName>style.visibility</p:attrName>
                                        </p:attrNameLst>
                                      </p:cBhvr>
                                      <p:to>
                                        <p:strVal val="visible"/>
                                      </p:to>
                                    </p:set>
                                    <p:animEffect transition="in" filter="fade">
                                      <p:cBhvr>
                                        <p:cTn id="52" dur="500"/>
                                        <p:tgtEl>
                                          <p:spTgt spid="90"/>
                                        </p:tgtEl>
                                      </p:cBhvr>
                                    </p:animEffect>
                                  </p:childTnLst>
                                </p:cTn>
                              </p:par>
                              <p:par>
                                <p:cTn id="53" presetID="42" presetClass="path" presetSubtype="0" decel="100000" fill="hold" grpId="1" nodeType="withEffect">
                                  <p:stCondLst>
                                    <p:cond delay="0"/>
                                  </p:stCondLst>
                                  <p:childTnLst>
                                    <p:animMotion origin="layout" path="M 1.25E-6 0.03889 L 1.25E-6 1.85185E-6 " pathEditMode="relative" rAng="0" ptsTypes="AA">
                                      <p:cBhvr>
                                        <p:cTn id="54" dur="750" fill="hold"/>
                                        <p:tgtEl>
                                          <p:spTgt spid="90"/>
                                        </p:tgtEl>
                                        <p:attrNameLst>
                                          <p:attrName>ppt_x</p:attrName>
                                          <p:attrName>ppt_y</p:attrName>
                                        </p:attrNameLst>
                                      </p:cBhvr>
                                      <p:rCtr x="0" y="-1944"/>
                                    </p:animMotion>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42" presetClass="path" presetSubtype="0" decel="100000" fill="hold" grpId="1" nodeType="withEffect">
                                  <p:stCondLst>
                                    <p:cond delay="0"/>
                                  </p:stCondLst>
                                  <p:childTnLst>
                                    <p:animMotion origin="layout" path="M 1.25E-6 0.03889 L 1.25E-6 1.85185E-6 " pathEditMode="relative" rAng="0" ptsTypes="AA">
                                      <p:cBhvr>
                                        <p:cTn id="59" dur="750" fill="hold"/>
                                        <p:tgtEl>
                                          <p:spTgt spid="28"/>
                                        </p:tgtEl>
                                        <p:attrNameLst>
                                          <p:attrName>ppt_x</p:attrName>
                                          <p:attrName>ppt_y</p:attrName>
                                        </p:attrNameLst>
                                      </p:cBhvr>
                                      <p:rCtr x="0" y="-1944"/>
                                    </p:animMotion>
                                  </p:childTnLst>
                                </p:cTn>
                              </p:par>
                              <p:par>
                                <p:cTn id="60" presetID="16" presetClass="entr" presetSubtype="37" fill="hold" grpId="0" nodeType="withEffect">
                                  <p:stCondLst>
                                    <p:cond delay="250"/>
                                  </p:stCondLst>
                                  <p:childTnLst>
                                    <p:set>
                                      <p:cBhvr>
                                        <p:cTn id="61" dur="1" fill="hold">
                                          <p:stCondLst>
                                            <p:cond delay="0"/>
                                          </p:stCondLst>
                                        </p:cTn>
                                        <p:tgtEl>
                                          <p:spTgt spid="93">
                                            <p:bg/>
                                          </p:spTgt>
                                        </p:tgtEl>
                                        <p:attrNameLst>
                                          <p:attrName>style.visibility</p:attrName>
                                        </p:attrNameLst>
                                      </p:cBhvr>
                                      <p:to>
                                        <p:strVal val="visible"/>
                                      </p:to>
                                    </p:set>
                                    <p:animEffect transition="in" filter="barn(outVertical)">
                                      <p:cBhvr>
                                        <p:cTn id="62" dur="500"/>
                                        <p:tgtEl>
                                          <p:spTgt spid="93">
                                            <p:bg/>
                                          </p:spTgt>
                                        </p:tgtEl>
                                      </p:cBhvr>
                                    </p:animEffect>
                                  </p:childTnLst>
                                </p:cTn>
                              </p:par>
                              <p:par>
                                <p:cTn id="63" presetID="16" presetClass="entr" presetSubtype="37" fill="hold" grpId="0" nodeType="withEffect">
                                  <p:stCondLst>
                                    <p:cond delay="250"/>
                                  </p:stCondLst>
                                  <p:childTnLst>
                                    <p:set>
                                      <p:cBhvr>
                                        <p:cTn id="64" dur="1" fill="hold">
                                          <p:stCondLst>
                                            <p:cond delay="0"/>
                                          </p:stCondLst>
                                        </p:cTn>
                                        <p:tgtEl>
                                          <p:spTgt spid="93">
                                            <p:txEl>
                                              <p:pRg st="0" end="0"/>
                                            </p:txEl>
                                          </p:spTgt>
                                        </p:tgtEl>
                                        <p:attrNameLst>
                                          <p:attrName>style.visibility</p:attrName>
                                        </p:attrNameLst>
                                      </p:cBhvr>
                                      <p:to>
                                        <p:strVal val="visible"/>
                                      </p:to>
                                    </p:set>
                                    <p:animEffect transition="in" filter="barn(outVertical)">
                                      <p:cBhvr>
                                        <p:cTn id="65" dur="500"/>
                                        <p:tgtEl>
                                          <p:spTgt spid="93">
                                            <p:txEl>
                                              <p:pRg st="0" end="0"/>
                                            </p:txEl>
                                          </p:spTgt>
                                        </p:tgtEl>
                                      </p:cBhvr>
                                    </p:animEffect>
                                  </p:childTnLst>
                                </p:cTn>
                              </p:par>
                              <p:par>
                                <p:cTn id="66" presetID="10" presetClass="entr" presetSubtype="0" fill="hold" grpId="0" nodeType="withEffect">
                                  <p:stCondLst>
                                    <p:cond delay="500"/>
                                  </p:stCondLst>
                                  <p:childTnLst>
                                    <p:set>
                                      <p:cBhvr>
                                        <p:cTn id="67" dur="1" fill="hold">
                                          <p:stCondLst>
                                            <p:cond delay="0"/>
                                          </p:stCondLst>
                                        </p:cTn>
                                        <p:tgtEl>
                                          <p:spTgt spid="7">
                                            <p:bg/>
                                          </p:spTgt>
                                        </p:tgtEl>
                                        <p:attrNameLst>
                                          <p:attrName>style.visibility</p:attrName>
                                        </p:attrNameLst>
                                      </p:cBhvr>
                                      <p:to>
                                        <p:strVal val="visible"/>
                                      </p:to>
                                    </p:set>
                                    <p:animEffect transition="in" filter="fade">
                                      <p:cBhvr>
                                        <p:cTn id="68" dur="500"/>
                                        <p:tgtEl>
                                          <p:spTgt spid="7">
                                            <p:bg/>
                                          </p:spTgt>
                                        </p:tgtEl>
                                      </p:cBhvr>
                                    </p:animEffect>
                                  </p:childTnLst>
                                </p:cTn>
                              </p:par>
                              <p:par>
                                <p:cTn id="69" presetID="10" presetClass="entr" presetSubtype="0" fill="hold" grpId="0" nodeType="withEffect">
                                  <p:stCondLst>
                                    <p:cond delay="500"/>
                                  </p:stCondLst>
                                  <p:childTnLst>
                                    <p:set>
                                      <p:cBhvr>
                                        <p:cTn id="70" dur="1" fill="hold">
                                          <p:stCondLst>
                                            <p:cond delay="0"/>
                                          </p:stCondLst>
                                        </p:cTn>
                                        <p:tgtEl>
                                          <p:spTgt spid="7">
                                            <p:txEl>
                                              <p:pRg st="0" end="0"/>
                                            </p:txEl>
                                          </p:spTgt>
                                        </p:tgtEl>
                                        <p:attrNameLst>
                                          <p:attrName>style.visibility</p:attrName>
                                        </p:attrNameLst>
                                      </p:cBhvr>
                                      <p:to>
                                        <p:strVal val="visible"/>
                                      </p:to>
                                    </p:set>
                                    <p:animEffect transition="in" filter="fade">
                                      <p:cBhvr>
                                        <p:cTn id="71" dur="500"/>
                                        <p:tgtEl>
                                          <p:spTgt spid="7">
                                            <p:txEl>
                                              <p:pRg st="0" end="0"/>
                                            </p:txEl>
                                          </p:spTgt>
                                        </p:tgtEl>
                                      </p:cBhvr>
                                    </p:animEffect>
                                  </p:childTnLst>
                                </p:cTn>
                              </p:par>
                              <p:par>
                                <p:cTn id="72" presetID="10" presetClass="entr" presetSubtype="0" fill="hold" grpId="0" nodeType="withEffect">
                                  <p:stCondLst>
                                    <p:cond delay="500"/>
                                  </p:stCondLst>
                                  <p:childTnLst>
                                    <p:set>
                                      <p:cBhvr>
                                        <p:cTn id="73" dur="1" fill="hold">
                                          <p:stCondLst>
                                            <p:cond delay="0"/>
                                          </p:stCondLst>
                                        </p:cTn>
                                        <p:tgtEl>
                                          <p:spTgt spid="8">
                                            <p:bg/>
                                          </p:spTgt>
                                        </p:tgtEl>
                                        <p:attrNameLst>
                                          <p:attrName>style.visibility</p:attrName>
                                        </p:attrNameLst>
                                      </p:cBhvr>
                                      <p:to>
                                        <p:strVal val="visible"/>
                                      </p:to>
                                    </p:set>
                                    <p:animEffect transition="in" filter="fade">
                                      <p:cBhvr>
                                        <p:cTn id="74" dur="500"/>
                                        <p:tgtEl>
                                          <p:spTgt spid="8">
                                            <p:bg/>
                                          </p:spTgt>
                                        </p:tgtEl>
                                      </p:cBhvr>
                                    </p:animEffect>
                                  </p:childTnLst>
                                </p:cTn>
                              </p:par>
                              <p:par>
                                <p:cTn id="75" presetID="10" presetClass="entr" presetSubtype="0" fill="hold" grpId="0" nodeType="withEffect">
                                  <p:stCondLst>
                                    <p:cond delay="500"/>
                                  </p:stCondLst>
                                  <p:childTnLst>
                                    <p:set>
                                      <p:cBhvr>
                                        <p:cTn id="76" dur="1" fill="hold">
                                          <p:stCondLst>
                                            <p:cond delay="0"/>
                                          </p:stCondLst>
                                        </p:cTn>
                                        <p:tgtEl>
                                          <p:spTgt spid="8">
                                            <p:txEl>
                                              <p:pRg st="0" end="0"/>
                                            </p:txEl>
                                          </p:spTgt>
                                        </p:tgtEl>
                                        <p:attrNameLst>
                                          <p:attrName>style.visibility</p:attrName>
                                        </p:attrNameLst>
                                      </p:cBhvr>
                                      <p:to>
                                        <p:strVal val="visible"/>
                                      </p:to>
                                    </p:set>
                                    <p:animEffect transition="in" filter="fade">
                                      <p:cBhvr>
                                        <p:cTn id="7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5" grpId="0"/>
      <p:bldP spid="25" grpId="1"/>
      <p:bldP spid="28" grpId="0">
        <p:tmplLst>
          <p:tmpl>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8" grpId="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28"/>
                        </p:tgtEl>
                        <p:attrNameLst>
                          <p:attrName>ppt_x</p:attrName>
                          <p:attrName>ppt_y</p:attrName>
                        </p:attrNameLst>
                      </p:cBhvr>
                      <p:rCtr x="0" y="-1944"/>
                    </p:animMotion>
                  </p:childTnLst>
                </p:cTn>
              </p:par>
            </p:tnLst>
          </p:tmpl>
        </p:tmplLst>
      </p:bldP>
      <p:bldP spid="26" grpId="0" animBg="1"/>
      <p:bldP spid="26" grpId="1" animBg="1"/>
      <p:bldP spid="86" grpId="0" animBg="1">
        <p:tmplLst>
          <p:tmpl>
            <p:tnLst>
              <p:par>
                <p:cTn presetID="10" presetClass="entr" presetSubtype="0" fill="hold" nodeType="withEffect">
                  <p:stCondLst>
                    <p:cond delay="0"/>
                  </p:stCondLst>
                  <p:childTnLst>
                    <p:set>
                      <p:cBhvr>
                        <p:cTn dur="1" fill="hold">
                          <p:stCondLst>
                            <p:cond delay="0"/>
                          </p:stCondLst>
                        </p:cTn>
                        <p:tgtEl>
                          <p:spTgt spid="86"/>
                        </p:tgtEl>
                        <p:attrNameLst>
                          <p:attrName>style.visibility</p:attrName>
                        </p:attrNameLst>
                      </p:cBhvr>
                      <p:to>
                        <p:strVal val="visible"/>
                      </p:to>
                    </p:set>
                    <p:animEffect transition="in" filter="fade">
                      <p:cBhvr>
                        <p:cTn dur="500"/>
                        <p:tgtEl>
                          <p:spTgt spid="86"/>
                        </p:tgtEl>
                      </p:cBhvr>
                    </p:animEffect>
                  </p:childTnLst>
                </p:cTn>
              </p:par>
            </p:tnLst>
          </p:tmpl>
        </p:tmplLst>
      </p:bldP>
      <p:bldP spid="86"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86"/>
                        </p:tgtEl>
                        <p:attrNameLst>
                          <p:attrName>ppt_x</p:attrName>
                          <p:attrName>ppt_y</p:attrName>
                        </p:attrNameLst>
                      </p:cBhvr>
                      <p:rCtr x="0" y="-1944"/>
                    </p:animMotion>
                  </p:childTnLst>
                </p:cTn>
              </p:par>
            </p:tnLst>
          </p:tmpl>
        </p:tmplLst>
      </p:bldP>
      <p:bldP spid="92" grpId="0" animBg="1">
        <p:tmplLst>
          <p:tmpl>
            <p:tnLst>
              <p:par>
                <p:cTn presetID="10" presetClass="entr" presetSubtype="0" fill="hold" nodeType="withEffect">
                  <p:stCondLst>
                    <p:cond delay="0"/>
                  </p:stCondLst>
                  <p:childTnLst>
                    <p:set>
                      <p:cBhvr>
                        <p:cTn dur="1" fill="hold">
                          <p:stCondLst>
                            <p:cond delay="0"/>
                          </p:stCondLst>
                        </p:cTn>
                        <p:tgtEl>
                          <p:spTgt spid="92"/>
                        </p:tgtEl>
                        <p:attrNameLst>
                          <p:attrName>style.visibility</p:attrName>
                        </p:attrNameLst>
                      </p:cBhvr>
                      <p:to>
                        <p:strVal val="visible"/>
                      </p:to>
                    </p:set>
                    <p:animEffect transition="in" filter="fade">
                      <p:cBhvr>
                        <p:cTn dur="500"/>
                        <p:tgtEl>
                          <p:spTgt spid="92"/>
                        </p:tgtEl>
                      </p:cBhvr>
                    </p:animEffect>
                  </p:childTnLst>
                </p:cTn>
              </p:par>
            </p:tnLst>
          </p:tmpl>
        </p:tmplLst>
      </p:bldP>
      <p:bldP spid="92" grpId="1" animBg="1">
        <p:tmplLst>
          <p:tmpl>
            <p:tnLst>
              <p:par>
                <p:cTn presetID="42" presetClass="path" presetSubtype="0" decel="100000" fill="hold" nodeType="withEffect">
                  <p:stCondLst>
                    <p:cond delay="0"/>
                  </p:stCondLst>
                  <p:childTnLst>
                    <p:animMotion origin="layout" path="M 0 0.03889 L 0 -1.85185E-6 " pathEditMode="relative" rAng="0" ptsTypes="AA">
                      <p:cBhvr>
                        <p:cTn dur="750" fill="hold"/>
                        <p:tgtEl>
                          <p:spTgt spid="92"/>
                        </p:tgtEl>
                        <p:attrNameLst>
                          <p:attrName>ppt_x</p:attrName>
                          <p:attrName>ppt_y</p:attrName>
                        </p:attrNameLst>
                      </p:cBhvr>
                      <p:rCtr x="0" y="-1944"/>
                    </p:animMotion>
                  </p:childTnLst>
                </p:cTn>
              </p:par>
            </p:tnLst>
          </p:tmpl>
        </p:tmplLst>
      </p:bldP>
      <p:bldP spid="94" grpId="0" animBg="1">
        <p:tmplLst>
          <p:tmpl>
            <p:tnLst>
              <p:par>
                <p:cTn presetID="10" presetClass="entr" presetSubtype="0" fill="hold" nodeType="withEffect">
                  <p:stCondLst>
                    <p:cond delay="0"/>
                  </p:stCondLst>
                  <p:childTnLst>
                    <p:set>
                      <p:cBhvr>
                        <p:cTn dur="1" fill="hold">
                          <p:stCondLst>
                            <p:cond delay="0"/>
                          </p:stCondLst>
                        </p:cTn>
                        <p:tgtEl>
                          <p:spTgt spid="94"/>
                        </p:tgtEl>
                        <p:attrNameLst>
                          <p:attrName>style.visibility</p:attrName>
                        </p:attrNameLst>
                      </p:cBhvr>
                      <p:to>
                        <p:strVal val="visible"/>
                      </p:to>
                    </p:set>
                    <p:animEffect transition="in" filter="fade">
                      <p:cBhvr>
                        <p:cTn dur="500"/>
                        <p:tgtEl>
                          <p:spTgt spid="94"/>
                        </p:tgtEl>
                      </p:cBhvr>
                    </p:animEffect>
                  </p:childTnLst>
                </p:cTn>
              </p:par>
            </p:tnLst>
          </p:tmpl>
        </p:tmplLst>
      </p:bldP>
      <p:bldP spid="94"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94"/>
                        </p:tgtEl>
                        <p:attrNameLst>
                          <p:attrName>ppt_x</p:attrName>
                          <p:attrName>ppt_y</p:attrName>
                        </p:attrNameLst>
                      </p:cBhvr>
                      <p:rCtr x="0" y="-1944"/>
                    </p:animMotion>
                  </p:childTnLst>
                </p:cTn>
              </p:par>
            </p:tnLst>
          </p:tmpl>
        </p:tmplLst>
      </p:bldP>
      <p:bldP spid="87" grpId="0" animBg="1">
        <p:tmplLst>
          <p:tmpl>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87"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87"/>
                        </p:tgtEl>
                        <p:attrNameLst>
                          <p:attrName>ppt_x</p:attrName>
                          <p:attrName>ppt_y</p:attrName>
                        </p:attrNameLst>
                      </p:cBhvr>
                      <p:rCtr x="0" y="-1944"/>
                    </p:animMotion>
                  </p:childTnLst>
                </p:cTn>
              </p:par>
            </p:tnLst>
          </p:tmpl>
        </p:tmplLst>
      </p:bldP>
      <p:bldP spid="88" grpId="0" animBg="1">
        <p:tmplLst>
          <p:tmpl>
            <p:tnLst>
              <p:par>
                <p:cTn presetID="10" presetClass="entr" presetSubtype="0" fill="hold" nodeType="with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fade">
                      <p:cBhvr>
                        <p:cTn dur="500"/>
                        <p:tgtEl>
                          <p:spTgt spid="88"/>
                        </p:tgtEl>
                      </p:cBhvr>
                    </p:animEffect>
                  </p:childTnLst>
                </p:cTn>
              </p:par>
            </p:tnLst>
          </p:tmpl>
        </p:tmplLst>
      </p:bldP>
      <p:bldP spid="88"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88"/>
                        </p:tgtEl>
                        <p:attrNameLst>
                          <p:attrName>ppt_x</p:attrName>
                          <p:attrName>ppt_y</p:attrName>
                        </p:attrNameLst>
                      </p:cBhvr>
                      <p:rCtr x="0" y="-1944"/>
                    </p:animMotion>
                  </p:childTnLst>
                </p:cTn>
              </p:par>
            </p:tnLst>
          </p:tmpl>
        </p:tmplLst>
      </p:bldP>
      <p:bldP spid="89" grpId="0" animBg="1">
        <p:tmplLst>
          <p:tmpl>
            <p:tnLst>
              <p:par>
                <p:cTn presetID="10" presetClass="entr" presetSubtype="0" fill="hold" nodeType="withEffect">
                  <p:stCondLst>
                    <p:cond delay="0"/>
                  </p:stCondLst>
                  <p:childTnLst>
                    <p:set>
                      <p:cBhvr>
                        <p:cTn dur="1" fill="hold">
                          <p:stCondLst>
                            <p:cond delay="0"/>
                          </p:stCondLst>
                        </p:cTn>
                        <p:tgtEl>
                          <p:spTgt spid="89"/>
                        </p:tgtEl>
                        <p:attrNameLst>
                          <p:attrName>style.visibility</p:attrName>
                        </p:attrNameLst>
                      </p:cBhvr>
                      <p:to>
                        <p:strVal val="visible"/>
                      </p:to>
                    </p:set>
                    <p:animEffect transition="in" filter="fade">
                      <p:cBhvr>
                        <p:cTn dur="500"/>
                        <p:tgtEl>
                          <p:spTgt spid="89"/>
                        </p:tgtEl>
                      </p:cBhvr>
                    </p:animEffect>
                  </p:childTnLst>
                </p:cTn>
              </p:par>
            </p:tnLst>
          </p:tmpl>
        </p:tmplLst>
      </p:bldP>
      <p:bldP spid="89"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89"/>
                        </p:tgtEl>
                        <p:attrNameLst>
                          <p:attrName>ppt_x</p:attrName>
                          <p:attrName>ppt_y</p:attrName>
                        </p:attrNameLst>
                      </p:cBhvr>
                      <p:rCtr x="0" y="-1944"/>
                    </p:animMotion>
                  </p:childTnLst>
                </p:cTn>
              </p:par>
            </p:tnLst>
          </p:tmpl>
        </p:tmplLst>
      </p:bldP>
      <p:bldP spid="90" grpId="0" animBg="1">
        <p:tmplLst>
          <p:tmpl>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0"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90"/>
                        </p:tgtEl>
                        <p:attrNameLst>
                          <p:attrName>ppt_x</p:attrName>
                          <p:attrName>ppt_y</p:attrName>
                        </p:attrNameLst>
                      </p:cBhvr>
                      <p:rCtr x="0" y="-1944"/>
                    </p:animMotion>
                  </p:childTnLst>
                </p:cTn>
              </p:par>
            </p:tnLst>
          </p:tmpl>
        </p:tmplLst>
      </p:bldP>
      <p:bldP spid="93" grpId="0" build="p" animBg="1">
        <p:tmplLst>
          <p:tmpl>
            <p:tnLst>
              <p:par>
                <p:cTn presetID="16" presetClass="entr" presetSubtype="37" fill="hold" nodeType="withEffect">
                  <p:stCondLst>
                    <p:cond delay="250"/>
                  </p:stCondLst>
                  <p:childTnLst>
                    <p:set>
                      <p:cBhvr>
                        <p:cTn dur="1" fill="hold">
                          <p:stCondLst>
                            <p:cond delay="0"/>
                          </p:stCondLst>
                        </p:cTn>
                        <p:tgtEl>
                          <p:spTgt spid="93"/>
                        </p:tgtEl>
                        <p:attrNameLst>
                          <p:attrName>style.visibility</p:attrName>
                        </p:attrNameLst>
                      </p:cBhvr>
                      <p:to>
                        <p:strVal val="visible"/>
                      </p:to>
                    </p:set>
                    <p:animEffect transition="in" filter="barn(outVertical)">
                      <p:cBhvr>
                        <p:cTn dur="500"/>
                        <p:tgtEl>
                          <p:spTgt spid="93"/>
                        </p:tgtEl>
                      </p:cBhvr>
                    </p:animEffect>
                  </p:childTnLst>
                </p:cTn>
              </p:par>
            </p:tnLst>
          </p:tmpl>
          <p:tmpl lvl="1">
            <p:tnLst>
              <p:par>
                <p:cTn presetID="16" presetClass="entr" presetSubtype="37" fill="hold" nodeType="withEffect">
                  <p:stCondLst>
                    <p:cond delay="250"/>
                  </p:stCondLst>
                  <p:childTnLst>
                    <p:set>
                      <p:cBhvr>
                        <p:cTn dur="1" fill="hold">
                          <p:stCondLst>
                            <p:cond delay="0"/>
                          </p:stCondLst>
                        </p:cTn>
                        <p:tgtEl>
                          <p:spTgt spid="93"/>
                        </p:tgtEl>
                        <p:attrNameLst>
                          <p:attrName>style.visibility</p:attrName>
                        </p:attrNameLst>
                      </p:cBhvr>
                      <p:to>
                        <p:strVal val="visible"/>
                      </p:to>
                    </p:set>
                    <p:animEffect transition="in" filter="barn(outVertical)">
                      <p:cBhvr>
                        <p:cTn dur="500"/>
                        <p:tgtEl>
                          <p:spTgt spid="93"/>
                        </p:tgtEl>
                      </p:cBhvr>
                    </p:animEffect>
                  </p:childTnLst>
                </p:cTn>
              </p:par>
            </p:tnLst>
          </p:tmpl>
        </p:tmplLst>
      </p:bldP>
      <p:bldP spid="7" grpId="0" build="p" animBg="1">
        <p:tmplLst>
          <p:tmpl>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 lvl="1">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8" grpId="0" build="p" animBg="1">
        <p:tmplLst>
          <p:tmpl>
            <p:tnLst>
              <p:par>
                <p:cTn presetID="10" presetClass="entr" presetSubtype="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 lvl="1">
            <p:tnLst>
              <p:par>
                <p:cTn presetID="10" presetClass="entr" presetSubtype="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ustom 3">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B1E5DC77-0FAE-A352-0E98-0CFF7B3276BE}"/>
              </a:ext>
            </a:extLst>
          </p:cNvPr>
          <p:cNvSpPr>
            <a:spLocks noGrp="1" noChangeAspect="1"/>
          </p:cNvSpPr>
          <p:nvPr>
            <p:ph type="body" sz="quarter" idx="11" hasCustomPrompt="1"/>
          </p:nvPr>
        </p:nvSpPr>
        <p:spPr>
          <a:xfrm>
            <a:off x="419100" y="1438989"/>
            <a:ext cx="11353800" cy="1127973"/>
          </a:xfrm>
          <a:prstGeom prst="roundRect">
            <a:avLst>
              <a:gd name="adj" fmla="val 14125"/>
            </a:avLst>
          </a:prstGeom>
          <a:solidFill>
            <a:schemeClr val="bg1">
              <a:lumMod val="85000"/>
              <a:alpha val="49000"/>
            </a:schemeClr>
          </a:solidFill>
          <a:ln w="25400">
            <a:solidFill>
              <a:schemeClr val="bg1"/>
            </a:solidFill>
          </a:ln>
        </p:spPr>
        <p:txBody>
          <a:bodyPr lIns="91440" tIns="45720" rIns="91440" bIns="45720" anchor="ctr">
            <a:noAutofit/>
          </a:bodyPr>
          <a:lstStyle>
            <a:lvl1pPr algn="l">
              <a:defRPr sz="1800">
                <a:solidFill>
                  <a:schemeClr val="tx1"/>
                </a:solidFill>
                <a:latin typeface="+mj-lt"/>
              </a:defRPr>
            </a:lvl1pPr>
          </a:lstStyle>
          <a:p>
            <a:pPr lvl="0"/>
            <a:r>
              <a:rPr lang="en-US"/>
              <a:t>Add header title</a:t>
            </a:r>
          </a:p>
        </p:txBody>
      </p:sp>
      <p:sp>
        <p:nvSpPr>
          <p:cNvPr id="3" name="Title 2">
            <a:extLst>
              <a:ext uri="{FF2B5EF4-FFF2-40B4-BE49-F238E27FC236}">
                <a16:creationId xmlns:a16="http://schemas.microsoft.com/office/drawing/2014/main" id="{83B09D6A-352E-DBF2-7BCC-AC7FF3845653}"/>
              </a:ext>
            </a:extLst>
          </p:cNvPr>
          <p:cNvSpPr>
            <a:spLocks noGrp="1"/>
          </p:cNvSpPr>
          <p:nvPr>
            <p:ph type="title"/>
          </p:nvPr>
        </p:nvSpPr>
        <p:spPr/>
        <p:txBody>
          <a:bodyPr/>
          <a:lstStyle>
            <a:lvl1pPr algn="ctr">
              <a:defRPr/>
            </a:lvl1pPr>
          </a:lstStyle>
          <a:p>
            <a:r>
              <a:rPr lang="en-US"/>
              <a:t>Click to edit Master title style</a:t>
            </a:r>
          </a:p>
        </p:txBody>
      </p:sp>
      <p:sp>
        <p:nvSpPr>
          <p:cNvPr id="52" name="Text Placeholder 27">
            <a:extLst>
              <a:ext uri="{FF2B5EF4-FFF2-40B4-BE49-F238E27FC236}">
                <a16:creationId xmlns:a16="http://schemas.microsoft.com/office/drawing/2014/main" id="{3691415B-8A31-A32C-DC02-0AC0BFEEF0EC}"/>
              </a:ext>
            </a:extLst>
          </p:cNvPr>
          <p:cNvSpPr>
            <a:spLocks noGrp="1" noChangeAspect="1"/>
          </p:cNvSpPr>
          <p:nvPr>
            <p:ph type="body" sz="quarter" idx="32" hasCustomPrompt="1"/>
          </p:nvPr>
        </p:nvSpPr>
        <p:spPr>
          <a:xfrm>
            <a:off x="419100" y="2733548"/>
            <a:ext cx="11353800" cy="1127973"/>
          </a:xfrm>
          <a:prstGeom prst="roundRect">
            <a:avLst>
              <a:gd name="adj" fmla="val 14125"/>
            </a:avLst>
          </a:prstGeom>
          <a:solidFill>
            <a:schemeClr val="bg2">
              <a:lumMod val="20000"/>
              <a:lumOff val="80000"/>
              <a:alpha val="49000"/>
            </a:schemeClr>
          </a:solidFill>
          <a:ln w="25400">
            <a:solidFill>
              <a:schemeClr val="bg2"/>
            </a:solidFill>
          </a:ln>
        </p:spPr>
        <p:txBody>
          <a:bodyPr vert="horz" lIns="91440" tIns="45720" rIns="91440" bIns="45720" rtlCol="0" anchor="ctr">
            <a:noAutofit/>
          </a:bodyPr>
          <a:lstStyle>
            <a:lvl1pPr algn="l">
              <a:defRPr lang="en-US" sz="1800">
                <a:latin typeface="+mj-lt"/>
              </a:defRPr>
            </a:lvl1pPr>
          </a:lstStyle>
          <a:p>
            <a:pPr lvl="0"/>
            <a:r>
              <a:rPr lang="en-US"/>
              <a:t>Add header title</a:t>
            </a:r>
          </a:p>
        </p:txBody>
      </p:sp>
      <p:sp>
        <p:nvSpPr>
          <p:cNvPr id="53" name="Text Placeholder 27">
            <a:extLst>
              <a:ext uri="{FF2B5EF4-FFF2-40B4-BE49-F238E27FC236}">
                <a16:creationId xmlns:a16="http://schemas.microsoft.com/office/drawing/2014/main" id="{601A6105-F92C-D2D4-D81A-D39F1A0FBB9F}"/>
              </a:ext>
            </a:extLst>
          </p:cNvPr>
          <p:cNvSpPr>
            <a:spLocks noGrp="1" noChangeAspect="1"/>
          </p:cNvSpPr>
          <p:nvPr>
            <p:ph type="body" sz="quarter" idx="33" hasCustomPrompt="1"/>
          </p:nvPr>
        </p:nvSpPr>
        <p:spPr>
          <a:xfrm>
            <a:off x="419100" y="4028107"/>
            <a:ext cx="11353800" cy="1127973"/>
          </a:xfrm>
          <a:prstGeom prst="roundRect">
            <a:avLst>
              <a:gd name="adj" fmla="val 14125"/>
            </a:avLst>
          </a:prstGeom>
          <a:solidFill>
            <a:schemeClr val="bg1">
              <a:lumMod val="85000"/>
              <a:alpha val="49000"/>
            </a:schemeClr>
          </a:solidFill>
          <a:ln w="25400">
            <a:solidFill>
              <a:schemeClr val="bg1"/>
            </a:solidFill>
          </a:ln>
        </p:spPr>
        <p:txBody>
          <a:bodyPr lIns="91440" tIns="45720" rIns="91440" bIns="45720" anchor="ctr">
            <a:noAutofit/>
          </a:bodyPr>
          <a:lstStyle>
            <a:lvl1pPr algn="l">
              <a:defRPr sz="1800">
                <a:solidFill>
                  <a:schemeClr val="tx1"/>
                </a:solidFill>
                <a:latin typeface="+mj-lt"/>
              </a:defRPr>
            </a:lvl1pPr>
          </a:lstStyle>
          <a:p>
            <a:pPr lvl="0"/>
            <a:r>
              <a:rPr lang="en-US"/>
              <a:t>Add header title</a:t>
            </a:r>
          </a:p>
        </p:txBody>
      </p:sp>
      <p:sp>
        <p:nvSpPr>
          <p:cNvPr id="54" name="Text Placeholder 27">
            <a:extLst>
              <a:ext uri="{FF2B5EF4-FFF2-40B4-BE49-F238E27FC236}">
                <a16:creationId xmlns:a16="http://schemas.microsoft.com/office/drawing/2014/main" id="{20B2DBBC-DDEB-F0C7-D6C6-F847E9CB7F1D}"/>
              </a:ext>
            </a:extLst>
          </p:cNvPr>
          <p:cNvSpPr>
            <a:spLocks noGrp="1" noChangeAspect="1"/>
          </p:cNvSpPr>
          <p:nvPr>
            <p:ph type="body" sz="quarter" idx="34" hasCustomPrompt="1"/>
          </p:nvPr>
        </p:nvSpPr>
        <p:spPr>
          <a:xfrm>
            <a:off x="419100" y="5322665"/>
            <a:ext cx="11353800" cy="1127973"/>
          </a:xfrm>
          <a:prstGeom prst="roundRect">
            <a:avLst>
              <a:gd name="adj" fmla="val 14125"/>
            </a:avLst>
          </a:prstGeom>
          <a:solidFill>
            <a:schemeClr val="bg1">
              <a:lumMod val="85000"/>
              <a:alpha val="49000"/>
            </a:schemeClr>
          </a:solidFill>
          <a:ln w="25400">
            <a:solidFill>
              <a:schemeClr val="bg1"/>
            </a:solidFill>
          </a:ln>
        </p:spPr>
        <p:txBody>
          <a:bodyPr lIns="91440" tIns="45720" rIns="91440" bIns="45720" anchor="ctr">
            <a:noAutofit/>
          </a:bodyPr>
          <a:lstStyle>
            <a:lvl1pPr algn="l">
              <a:defRPr sz="1800">
                <a:solidFill>
                  <a:schemeClr val="tx1"/>
                </a:solidFill>
                <a:latin typeface="+mj-lt"/>
              </a:defRPr>
            </a:lvl1pPr>
          </a:lstStyle>
          <a:p>
            <a:pPr lvl="0"/>
            <a:r>
              <a:rPr lang="en-US"/>
              <a:t>Add header title</a:t>
            </a:r>
          </a:p>
        </p:txBody>
      </p:sp>
    </p:spTree>
    <p:extLst>
      <p:ext uri="{BB962C8B-B14F-4D97-AF65-F5344CB8AC3E}">
        <p14:creationId xmlns:p14="http://schemas.microsoft.com/office/powerpoint/2010/main" val="3084279232"/>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Product with 4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lgn="ctr">
              <a:defRPr b="0" spc="-90" baseline="0"/>
            </a:lvl1pPr>
          </a:lstStyle>
          <a:p>
            <a:r>
              <a:rPr lang="en-US"/>
              <a:t>Click to edit Master title style</a:t>
            </a:r>
          </a:p>
        </p:txBody>
      </p:sp>
      <p:sp>
        <p:nvSpPr>
          <p:cNvPr id="4" name="Rectangle: Rounded Corners 3">
            <a:extLst>
              <a:ext uri="{FF2B5EF4-FFF2-40B4-BE49-F238E27FC236}">
                <a16:creationId xmlns:a16="http://schemas.microsoft.com/office/drawing/2014/main" id="{2426F4E3-D0E4-275D-4DAD-304AF9BA2EA8}"/>
              </a:ext>
              <a:ext uri="{C183D7F6-B498-43B3-948B-1728B52AA6E4}">
                <adec:decorative xmlns:adec="http://schemas.microsoft.com/office/drawing/2017/decorative" val="1"/>
              </a:ext>
            </a:extLst>
          </p:cNvPr>
          <p:cNvSpPr>
            <a:spLocks/>
          </p:cNvSpPr>
          <p:nvPr userDrawn="1"/>
        </p:nvSpPr>
        <p:spPr bwMode="auto">
          <a:xfrm>
            <a:off x="419100" y="2992982"/>
            <a:ext cx="11353800" cy="3428456"/>
          </a:xfrm>
          <a:prstGeom prst="roundRect">
            <a:avLst>
              <a:gd name="adj" fmla="val 716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lvl="0" indent="0" defTabSz="457109">
              <a:lnSpc>
                <a:spcPct val="100000"/>
              </a:lnSpc>
              <a:spcBef>
                <a:spcPts val="336"/>
              </a:spcBef>
              <a:buFont typeface="Arial" panose="020B0604020202020204" pitchFamily="34" charset="0"/>
              <a:buNone/>
            </a:pPr>
            <a:endParaRPr lang="en-US" b="0" i="0" kern="0" spc="-50" baseline="0">
              <a:solidFill>
                <a:schemeClr val="tx1"/>
              </a:solidFill>
              <a:latin typeface="+mj-lt"/>
              <a:cs typeface="Segoe Sans Display Semibold" pitchFamily="2" charset="0"/>
            </a:endParaRPr>
          </a:p>
        </p:txBody>
      </p:sp>
      <p:cxnSp>
        <p:nvCxnSpPr>
          <p:cNvPr id="5" name="!!Straight Connector 49">
            <a:extLst>
              <a:ext uri="{FF2B5EF4-FFF2-40B4-BE49-F238E27FC236}">
                <a16:creationId xmlns:a16="http://schemas.microsoft.com/office/drawing/2014/main" id="{59AC8397-AAB4-C1B7-DFA8-4DFB08313074}"/>
              </a:ext>
              <a:ext uri="{C183D7F6-B498-43B3-948B-1728B52AA6E4}">
                <adec:decorative xmlns:adec="http://schemas.microsoft.com/office/drawing/2017/decorative" val="1"/>
              </a:ext>
            </a:extLst>
          </p:cNvPr>
          <p:cNvCxnSpPr>
            <a:cxnSpLocks/>
          </p:cNvCxnSpPr>
          <p:nvPr userDrawn="1"/>
        </p:nvCxnSpPr>
        <p:spPr>
          <a:xfrm>
            <a:off x="3257549" y="3273884"/>
            <a:ext cx="0" cy="2894687"/>
          </a:xfrm>
          <a:prstGeom prst="line">
            <a:avLst/>
          </a:prstGeom>
          <a:noFill/>
          <a:ln w="6350" cap="rnd" cmpd="sng" algn="ctr">
            <a:solidFill>
              <a:schemeClr val="bg1"/>
            </a:solidFill>
            <a:prstDash val="solid"/>
            <a:headEnd type="none" w="med" len="med"/>
            <a:tailEnd type="none" w="med" len="med"/>
          </a:ln>
          <a:effectLst/>
        </p:spPr>
      </p:cxnSp>
      <p:cxnSp>
        <p:nvCxnSpPr>
          <p:cNvPr id="6" name="!!Straight Connector 49">
            <a:extLst>
              <a:ext uri="{FF2B5EF4-FFF2-40B4-BE49-F238E27FC236}">
                <a16:creationId xmlns:a16="http://schemas.microsoft.com/office/drawing/2014/main" id="{B5C9307A-A871-19CF-5826-9D9494A25114}"/>
              </a:ext>
              <a:ext uri="{C183D7F6-B498-43B3-948B-1728B52AA6E4}">
                <adec:decorative xmlns:adec="http://schemas.microsoft.com/office/drawing/2017/decorative" val="1"/>
              </a:ext>
            </a:extLst>
          </p:cNvPr>
          <p:cNvCxnSpPr>
            <a:cxnSpLocks/>
          </p:cNvCxnSpPr>
          <p:nvPr userDrawn="1"/>
        </p:nvCxnSpPr>
        <p:spPr>
          <a:xfrm>
            <a:off x="6095998" y="3273884"/>
            <a:ext cx="0" cy="2894687"/>
          </a:xfrm>
          <a:prstGeom prst="line">
            <a:avLst/>
          </a:prstGeom>
          <a:noFill/>
          <a:ln w="6350" cap="rnd" cmpd="sng" algn="ctr">
            <a:solidFill>
              <a:schemeClr val="bg1"/>
            </a:solidFill>
            <a:prstDash val="solid"/>
            <a:headEnd type="none" w="med" len="med"/>
            <a:tailEnd type="none" w="med" len="med"/>
          </a:ln>
          <a:effectLst/>
        </p:spPr>
      </p:cxnSp>
      <p:cxnSp>
        <p:nvCxnSpPr>
          <p:cNvPr id="7" name="!!Straight Connector 49">
            <a:extLst>
              <a:ext uri="{FF2B5EF4-FFF2-40B4-BE49-F238E27FC236}">
                <a16:creationId xmlns:a16="http://schemas.microsoft.com/office/drawing/2014/main" id="{8C060F9F-72CB-7173-91E5-8AECC94E5AEA}"/>
              </a:ext>
              <a:ext uri="{C183D7F6-B498-43B3-948B-1728B52AA6E4}">
                <adec:decorative xmlns:adec="http://schemas.microsoft.com/office/drawing/2017/decorative" val="1"/>
              </a:ext>
            </a:extLst>
          </p:cNvPr>
          <p:cNvCxnSpPr>
            <a:cxnSpLocks/>
          </p:cNvCxnSpPr>
          <p:nvPr userDrawn="1"/>
        </p:nvCxnSpPr>
        <p:spPr>
          <a:xfrm>
            <a:off x="8934448" y="3273884"/>
            <a:ext cx="0" cy="2894687"/>
          </a:xfrm>
          <a:prstGeom prst="line">
            <a:avLst/>
          </a:prstGeom>
          <a:noFill/>
          <a:ln w="6350" cap="rnd" cmpd="sng" algn="ctr">
            <a:solidFill>
              <a:schemeClr val="bg1"/>
            </a:solidFill>
            <a:prstDash val="solid"/>
            <a:headEnd type="none" w="med" len="med"/>
            <a:tailEnd type="none" w="med" len="med"/>
          </a:ln>
          <a:effectLst/>
        </p:spPr>
      </p:cxnSp>
      <p:sp>
        <p:nvSpPr>
          <p:cNvPr id="30" name="Text Placeholder 27">
            <a:extLst>
              <a:ext uri="{FF2B5EF4-FFF2-40B4-BE49-F238E27FC236}">
                <a16:creationId xmlns:a16="http://schemas.microsoft.com/office/drawing/2014/main" id="{CDA4EDFE-2A7B-961F-DE95-B975E3957393}"/>
              </a:ext>
            </a:extLst>
          </p:cNvPr>
          <p:cNvSpPr>
            <a:spLocks noGrp="1"/>
          </p:cNvSpPr>
          <p:nvPr>
            <p:ph type="body" sz="quarter" idx="13" hasCustomPrompt="1"/>
          </p:nvPr>
        </p:nvSpPr>
        <p:spPr>
          <a:xfrm>
            <a:off x="789124" y="5718020"/>
            <a:ext cx="2098402" cy="324847"/>
          </a:xfrm>
          <a:prstGeom prst="roundRect">
            <a:avLst>
              <a:gd name="adj" fmla="val 50000"/>
            </a:avLst>
          </a:prstGeom>
          <a:solidFill>
            <a:schemeClr val="bg2"/>
          </a:solidFill>
        </p:spPr>
        <p:txBody>
          <a:bodyPr anchor="ctr">
            <a:noAutofit/>
          </a:bodyPr>
          <a:lstStyle>
            <a:lvl1pPr algn="ctr">
              <a:defRPr sz="1200">
                <a:solidFill>
                  <a:schemeClr val="bg1"/>
                </a:solidFill>
                <a:latin typeface="+mj-lt"/>
              </a:defRPr>
            </a:lvl1pPr>
          </a:lstStyle>
          <a:p>
            <a:pPr lvl="0"/>
            <a:r>
              <a:rPr lang="en-US"/>
              <a:t>Add text here</a:t>
            </a:r>
          </a:p>
        </p:txBody>
      </p:sp>
      <p:cxnSp>
        <p:nvCxnSpPr>
          <p:cNvPr id="14" name="Straight Connector 13">
            <a:extLst>
              <a:ext uri="{FF2B5EF4-FFF2-40B4-BE49-F238E27FC236}">
                <a16:creationId xmlns:a16="http://schemas.microsoft.com/office/drawing/2014/main" id="{626AFAB7-F28C-A10E-ACC4-9C6EE7220F5E}"/>
              </a:ext>
            </a:extLst>
          </p:cNvPr>
          <p:cNvCxnSpPr>
            <a:cxnSpLocks/>
          </p:cNvCxnSpPr>
          <p:nvPr userDrawn="1"/>
        </p:nvCxnSpPr>
        <p:spPr>
          <a:xfrm>
            <a:off x="605327" y="3649036"/>
            <a:ext cx="246599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5" name="Picture Placeholder 24">
            <a:extLst>
              <a:ext uri="{FF2B5EF4-FFF2-40B4-BE49-F238E27FC236}">
                <a16:creationId xmlns:a16="http://schemas.microsoft.com/office/drawing/2014/main" id="{AB95D910-34A8-FB45-EB51-A4447B98F1F9}"/>
              </a:ext>
            </a:extLst>
          </p:cNvPr>
          <p:cNvSpPr>
            <a:spLocks noGrp="1"/>
          </p:cNvSpPr>
          <p:nvPr>
            <p:ph type="pic" sz="quarter" idx="10" hasCustomPrompt="1"/>
          </p:nvPr>
        </p:nvSpPr>
        <p:spPr>
          <a:xfrm>
            <a:off x="5353051" y="1236764"/>
            <a:ext cx="1485900" cy="1490472"/>
          </a:xfrm>
          <a:noFill/>
        </p:spPr>
        <p:txBody>
          <a:bodyPr>
            <a:normAutofit/>
          </a:bodyPr>
          <a:lstStyle>
            <a:lvl1pPr algn="ctr">
              <a:defRPr sz="1400"/>
            </a:lvl1pPr>
          </a:lstStyle>
          <a:p>
            <a:r>
              <a:rPr lang="en-IN"/>
              <a:t>Add logo here</a:t>
            </a:r>
            <a:endParaRPr lang="en-US"/>
          </a:p>
        </p:txBody>
      </p:sp>
      <p:sp>
        <p:nvSpPr>
          <p:cNvPr id="28" name="Text Placeholder 27">
            <a:extLst>
              <a:ext uri="{FF2B5EF4-FFF2-40B4-BE49-F238E27FC236}">
                <a16:creationId xmlns:a16="http://schemas.microsoft.com/office/drawing/2014/main" id="{B1E5DC77-0FAE-A352-0E98-0CFF7B3276BE}"/>
              </a:ext>
            </a:extLst>
          </p:cNvPr>
          <p:cNvSpPr>
            <a:spLocks noGrp="1"/>
          </p:cNvSpPr>
          <p:nvPr>
            <p:ph type="body" sz="quarter" idx="11" hasCustomPrompt="1"/>
          </p:nvPr>
        </p:nvSpPr>
        <p:spPr>
          <a:xfrm>
            <a:off x="605327" y="3258495"/>
            <a:ext cx="2465995" cy="276999"/>
          </a:xfrm>
        </p:spPr>
        <p:txBody>
          <a:bodyPr>
            <a:spAutoFit/>
          </a:bodyPr>
          <a:lstStyle>
            <a:lvl1pPr algn="ctr">
              <a:defRPr sz="1800">
                <a:solidFill>
                  <a:schemeClr val="bg2"/>
                </a:solidFill>
                <a:latin typeface="+mj-lt"/>
              </a:defRPr>
            </a:lvl1pPr>
          </a:lstStyle>
          <a:p>
            <a:pPr lvl="0"/>
            <a:r>
              <a:rPr lang="en-US"/>
              <a:t>Add header title</a:t>
            </a:r>
          </a:p>
        </p:txBody>
      </p:sp>
      <p:sp>
        <p:nvSpPr>
          <p:cNvPr id="29" name="Text Placeholder 27">
            <a:extLst>
              <a:ext uri="{FF2B5EF4-FFF2-40B4-BE49-F238E27FC236}">
                <a16:creationId xmlns:a16="http://schemas.microsoft.com/office/drawing/2014/main" id="{8CB74E2D-D17C-614A-A1B0-CD411C5F2CB1}"/>
              </a:ext>
            </a:extLst>
          </p:cNvPr>
          <p:cNvSpPr>
            <a:spLocks noGrp="1"/>
          </p:cNvSpPr>
          <p:nvPr>
            <p:ph type="body" sz="quarter" idx="12" hasCustomPrompt="1"/>
          </p:nvPr>
        </p:nvSpPr>
        <p:spPr>
          <a:xfrm>
            <a:off x="605327" y="3777966"/>
            <a:ext cx="2465995" cy="215444"/>
          </a:xfrm>
        </p:spPr>
        <p:txBody>
          <a:bodyPr>
            <a:spAutoFit/>
          </a:bodyPr>
          <a:lstStyle>
            <a:lvl1pPr algn="ctr">
              <a:defRPr sz="1400">
                <a:solidFill>
                  <a:schemeClr val="tx1"/>
                </a:solidFill>
                <a:latin typeface="+mj-lt"/>
              </a:defRPr>
            </a:lvl1pPr>
          </a:lstStyle>
          <a:p>
            <a:pPr lvl="0"/>
            <a:r>
              <a:rPr lang="en-US"/>
              <a:t>Add text here</a:t>
            </a:r>
          </a:p>
        </p:txBody>
      </p:sp>
      <p:sp>
        <p:nvSpPr>
          <p:cNvPr id="31" name="Text Placeholder 27">
            <a:extLst>
              <a:ext uri="{FF2B5EF4-FFF2-40B4-BE49-F238E27FC236}">
                <a16:creationId xmlns:a16="http://schemas.microsoft.com/office/drawing/2014/main" id="{311A79DE-A6E2-DA1B-7D32-4B76CF0E6F25}"/>
              </a:ext>
            </a:extLst>
          </p:cNvPr>
          <p:cNvSpPr>
            <a:spLocks noGrp="1"/>
          </p:cNvSpPr>
          <p:nvPr>
            <p:ph type="body" sz="quarter" idx="14" hasCustomPrompt="1"/>
          </p:nvPr>
        </p:nvSpPr>
        <p:spPr>
          <a:xfrm>
            <a:off x="3627573" y="5718020"/>
            <a:ext cx="2098402" cy="324847"/>
          </a:xfrm>
          <a:prstGeom prst="roundRect">
            <a:avLst>
              <a:gd name="adj" fmla="val 50000"/>
            </a:avLst>
          </a:prstGeom>
          <a:solidFill>
            <a:schemeClr val="bg2"/>
          </a:solidFill>
        </p:spPr>
        <p:txBody>
          <a:bodyPr anchor="ctr">
            <a:noAutofit/>
          </a:bodyPr>
          <a:lstStyle>
            <a:lvl1pPr algn="ctr">
              <a:defRPr sz="1200">
                <a:solidFill>
                  <a:schemeClr val="bg1"/>
                </a:solidFill>
                <a:latin typeface="+mj-lt"/>
              </a:defRPr>
            </a:lvl1pPr>
          </a:lstStyle>
          <a:p>
            <a:pPr lvl="0"/>
            <a:r>
              <a:rPr lang="en-US"/>
              <a:t>Add text here</a:t>
            </a:r>
          </a:p>
        </p:txBody>
      </p:sp>
      <p:cxnSp>
        <p:nvCxnSpPr>
          <p:cNvPr id="32" name="Straight Connector 31">
            <a:extLst>
              <a:ext uri="{FF2B5EF4-FFF2-40B4-BE49-F238E27FC236}">
                <a16:creationId xmlns:a16="http://schemas.microsoft.com/office/drawing/2014/main" id="{F64BAE16-874E-093C-7623-A9CADE70C29D}"/>
              </a:ext>
            </a:extLst>
          </p:cNvPr>
          <p:cNvCxnSpPr>
            <a:cxnSpLocks/>
          </p:cNvCxnSpPr>
          <p:nvPr userDrawn="1"/>
        </p:nvCxnSpPr>
        <p:spPr>
          <a:xfrm>
            <a:off x="3443776" y="3649036"/>
            <a:ext cx="246599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Text Placeholder 27">
            <a:extLst>
              <a:ext uri="{FF2B5EF4-FFF2-40B4-BE49-F238E27FC236}">
                <a16:creationId xmlns:a16="http://schemas.microsoft.com/office/drawing/2014/main" id="{0A80906A-CABC-0C71-9E1B-E98169069EBB}"/>
              </a:ext>
            </a:extLst>
          </p:cNvPr>
          <p:cNvSpPr>
            <a:spLocks noGrp="1"/>
          </p:cNvSpPr>
          <p:nvPr>
            <p:ph type="body" sz="quarter" idx="15" hasCustomPrompt="1"/>
          </p:nvPr>
        </p:nvSpPr>
        <p:spPr>
          <a:xfrm>
            <a:off x="3443776" y="3258495"/>
            <a:ext cx="2465995" cy="276999"/>
          </a:xfrm>
        </p:spPr>
        <p:txBody>
          <a:bodyPr>
            <a:spAutoFit/>
          </a:bodyPr>
          <a:lstStyle>
            <a:lvl1pPr algn="ctr">
              <a:defRPr sz="1800">
                <a:solidFill>
                  <a:schemeClr val="bg2"/>
                </a:solidFill>
                <a:latin typeface="+mj-lt"/>
              </a:defRPr>
            </a:lvl1pPr>
          </a:lstStyle>
          <a:p>
            <a:pPr lvl="0"/>
            <a:r>
              <a:rPr lang="en-US"/>
              <a:t>Add header title</a:t>
            </a:r>
          </a:p>
        </p:txBody>
      </p:sp>
      <p:sp>
        <p:nvSpPr>
          <p:cNvPr id="34" name="Text Placeholder 27">
            <a:extLst>
              <a:ext uri="{FF2B5EF4-FFF2-40B4-BE49-F238E27FC236}">
                <a16:creationId xmlns:a16="http://schemas.microsoft.com/office/drawing/2014/main" id="{D1D9CC8B-35CF-F41C-0562-DE0DB473652F}"/>
              </a:ext>
            </a:extLst>
          </p:cNvPr>
          <p:cNvSpPr>
            <a:spLocks noGrp="1"/>
          </p:cNvSpPr>
          <p:nvPr>
            <p:ph type="body" sz="quarter" idx="16" hasCustomPrompt="1"/>
          </p:nvPr>
        </p:nvSpPr>
        <p:spPr>
          <a:xfrm>
            <a:off x="3443776" y="3777966"/>
            <a:ext cx="2465995" cy="215444"/>
          </a:xfrm>
        </p:spPr>
        <p:txBody>
          <a:bodyPr>
            <a:spAutoFit/>
          </a:bodyPr>
          <a:lstStyle>
            <a:lvl1pPr algn="ctr">
              <a:defRPr sz="1400">
                <a:solidFill>
                  <a:schemeClr val="tx1"/>
                </a:solidFill>
                <a:latin typeface="+mj-lt"/>
              </a:defRPr>
            </a:lvl1pPr>
          </a:lstStyle>
          <a:p>
            <a:pPr lvl="0"/>
            <a:r>
              <a:rPr lang="en-US"/>
              <a:t>Add text here</a:t>
            </a:r>
          </a:p>
        </p:txBody>
      </p:sp>
      <p:sp>
        <p:nvSpPr>
          <p:cNvPr id="35" name="Text Placeholder 27">
            <a:extLst>
              <a:ext uri="{FF2B5EF4-FFF2-40B4-BE49-F238E27FC236}">
                <a16:creationId xmlns:a16="http://schemas.microsoft.com/office/drawing/2014/main" id="{83DF169C-019E-EC58-B66D-F1D61F201967}"/>
              </a:ext>
            </a:extLst>
          </p:cNvPr>
          <p:cNvSpPr>
            <a:spLocks noGrp="1"/>
          </p:cNvSpPr>
          <p:nvPr>
            <p:ph type="body" sz="quarter" idx="17" hasCustomPrompt="1"/>
          </p:nvPr>
        </p:nvSpPr>
        <p:spPr>
          <a:xfrm>
            <a:off x="6466023" y="5718020"/>
            <a:ext cx="2098402" cy="324847"/>
          </a:xfrm>
          <a:prstGeom prst="roundRect">
            <a:avLst>
              <a:gd name="adj" fmla="val 50000"/>
            </a:avLst>
          </a:prstGeom>
          <a:solidFill>
            <a:schemeClr val="bg2"/>
          </a:solidFill>
        </p:spPr>
        <p:txBody>
          <a:bodyPr anchor="ctr">
            <a:noAutofit/>
          </a:bodyPr>
          <a:lstStyle>
            <a:lvl1pPr algn="ctr">
              <a:defRPr sz="1200">
                <a:solidFill>
                  <a:schemeClr val="bg1"/>
                </a:solidFill>
                <a:latin typeface="+mj-lt"/>
              </a:defRPr>
            </a:lvl1pPr>
          </a:lstStyle>
          <a:p>
            <a:pPr lvl="0"/>
            <a:r>
              <a:rPr lang="en-US"/>
              <a:t>Add text here</a:t>
            </a:r>
          </a:p>
        </p:txBody>
      </p:sp>
      <p:cxnSp>
        <p:nvCxnSpPr>
          <p:cNvPr id="36" name="Straight Connector 35">
            <a:extLst>
              <a:ext uri="{FF2B5EF4-FFF2-40B4-BE49-F238E27FC236}">
                <a16:creationId xmlns:a16="http://schemas.microsoft.com/office/drawing/2014/main" id="{E13C7508-82C6-AD62-608D-378B0B79E34E}"/>
              </a:ext>
            </a:extLst>
          </p:cNvPr>
          <p:cNvCxnSpPr>
            <a:cxnSpLocks/>
          </p:cNvCxnSpPr>
          <p:nvPr userDrawn="1"/>
        </p:nvCxnSpPr>
        <p:spPr>
          <a:xfrm>
            <a:off x="6282227" y="3649036"/>
            <a:ext cx="246599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7" name="Text Placeholder 27">
            <a:extLst>
              <a:ext uri="{FF2B5EF4-FFF2-40B4-BE49-F238E27FC236}">
                <a16:creationId xmlns:a16="http://schemas.microsoft.com/office/drawing/2014/main" id="{BC88B6B0-A4EF-98D3-D143-C0D0C1A5032C}"/>
              </a:ext>
            </a:extLst>
          </p:cNvPr>
          <p:cNvSpPr>
            <a:spLocks noGrp="1"/>
          </p:cNvSpPr>
          <p:nvPr>
            <p:ph type="body" sz="quarter" idx="18" hasCustomPrompt="1"/>
          </p:nvPr>
        </p:nvSpPr>
        <p:spPr>
          <a:xfrm>
            <a:off x="6282227" y="3258495"/>
            <a:ext cx="2465995" cy="276999"/>
          </a:xfrm>
        </p:spPr>
        <p:txBody>
          <a:bodyPr>
            <a:spAutoFit/>
          </a:bodyPr>
          <a:lstStyle>
            <a:lvl1pPr algn="ctr">
              <a:defRPr sz="1800">
                <a:solidFill>
                  <a:schemeClr val="bg2"/>
                </a:solidFill>
                <a:latin typeface="+mj-lt"/>
              </a:defRPr>
            </a:lvl1pPr>
          </a:lstStyle>
          <a:p>
            <a:pPr lvl="0"/>
            <a:r>
              <a:rPr lang="en-US"/>
              <a:t>Add header title</a:t>
            </a:r>
          </a:p>
        </p:txBody>
      </p:sp>
      <p:sp>
        <p:nvSpPr>
          <p:cNvPr id="38" name="Text Placeholder 27">
            <a:extLst>
              <a:ext uri="{FF2B5EF4-FFF2-40B4-BE49-F238E27FC236}">
                <a16:creationId xmlns:a16="http://schemas.microsoft.com/office/drawing/2014/main" id="{AFBB5BF7-FBCB-3D14-BF55-ED02BE5A2C7A}"/>
              </a:ext>
            </a:extLst>
          </p:cNvPr>
          <p:cNvSpPr>
            <a:spLocks noGrp="1"/>
          </p:cNvSpPr>
          <p:nvPr>
            <p:ph type="body" sz="quarter" idx="19" hasCustomPrompt="1"/>
          </p:nvPr>
        </p:nvSpPr>
        <p:spPr>
          <a:xfrm>
            <a:off x="6282227" y="3777966"/>
            <a:ext cx="2465995" cy="215444"/>
          </a:xfrm>
        </p:spPr>
        <p:txBody>
          <a:bodyPr>
            <a:spAutoFit/>
          </a:bodyPr>
          <a:lstStyle>
            <a:lvl1pPr algn="ctr">
              <a:defRPr sz="1400">
                <a:solidFill>
                  <a:schemeClr val="tx1"/>
                </a:solidFill>
                <a:latin typeface="+mj-lt"/>
              </a:defRPr>
            </a:lvl1pPr>
          </a:lstStyle>
          <a:p>
            <a:pPr lvl="0"/>
            <a:r>
              <a:rPr lang="en-US"/>
              <a:t>Add text here</a:t>
            </a:r>
          </a:p>
        </p:txBody>
      </p:sp>
      <p:sp>
        <p:nvSpPr>
          <p:cNvPr id="39" name="Text Placeholder 27">
            <a:extLst>
              <a:ext uri="{FF2B5EF4-FFF2-40B4-BE49-F238E27FC236}">
                <a16:creationId xmlns:a16="http://schemas.microsoft.com/office/drawing/2014/main" id="{4F923F2B-03DE-DF49-4EE5-9EA16E72A467}"/>
              </a:ext>
            </a:extLst>
          </p:cNvPr>
          <p:cNvSpPr>
            <a:spLocks noGrp="1"/>
          </p:cNvSpPr>
          <p:nvPr>
            <p:ph type="body" sz="quarter" idx="20" hasCustomPrompt="1"/>
          </p:nvPr>
        </p:nvSpPr>
        <p:spPr>
          <a:xfrm>
            <a:off x="9304473" y="5718020"/>
            <a:ext cx="2098402" cy="324847"/>
          </a:xfrm>
          <a:prstGeom prst="roundRect">
            <a:avLst>
              <a:gd name="adj" fmla="val 50000"/>
            </a:avLst>
          </a:prstGeom>
          <a:solidFill>
            <a:schemeClr val="bg2"/>
          </a:solidFill>
        </p:spPr>
        <p:txBody>
          <a:bodyPr anchor="ctr">
            <a:noAutofit/>
          </a:bodyPr>
          <a:lstStyle>
            <a:lvl1pPr algn="ctr">
              <a:defRPr sz="1200">
                <a:solidFill>
                  <a:schemeClr val="bg1"/>
                </a:solidFill>
                <a:latin typeface="+mj-lt"/>
              </a:defRPr>
            </a:lvl1pPr>
          </a:lstStyle>
          <a:p>
            <a:pPr lvl="0"/>
            <a:r>
              <a:rPr lang="en-US"/>
              <a:t>Add text here</a:t>
            </a:r>
          </a:p>
        </p:txBody>
      </p:sp>
      <p:cxnSp>
        <p:nvCxnSpPr>
          <p:cNvPr id="40" name="Straight Connector 39">
            <a:extLst>
              <a:ext uri="{FF2B5EF4-FFF2-40B4-BE49-F238E27FC236}">
                <a16:creationId xmlns:a16="http://schemas.microsoft.com/office/drawing/2014/main" id="{CC8C340B-659D-D234-93F6-3525C14F0B58}"/>
              </a:ext>
            </a:extLst>
          </p:cNvPr>
          <p:cNvCxnSpPr>
            <a:cxnSpLocks/>
          </p:cNvCxnSpPr>
          <p:nvPr userDrawn="1"/>
        </p:nvCxnSpPr>
        <p:spPr>
          <a:xfrm>
            <a:off x="9120677" y="3649036"/>
            <a:ext cx="246599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1" name="Text Placeholder 27">
            <a:extLst>
              <a:ext uri="{FF2B5EF4-FFF2-40B4-BE49-F238E27FC236}">
                <a16:creationId xmlns:a16="http://schemas.microsoft.com/office/drawing/2014/main" id="{C76690F5-DC86-3130-15E3-2211C786B7F1}"/>
              </a:ext>
            </a:extLst>
          </p:cNvPr>
          <p:cNvSpPr>
            <a:spLocks noGrp="1"/>
          </p:cNvSpPr>
          <p:nvPr>
            <p:ph type="body" sz="quarter" idx="21" hasCustomPrompt="1"/>
          </p:nvPr>
        </p:nvSpPr>
        <p:spPr>
          <a:xfrm>
            <a:off x="9120677" y="3258495"/>
            <a:ext cx="2465995" cy="276999"/>
          </a:xfrm>
        </p:spPr>
        <p:txBody>
          <a:bodyPr>
            <a:spAutoFit/>
          </a:bodyPr>
          <a:lstStyle>
            <a:lvl1pPr algn="ctr">
              <a:defRPr sz="1800">
                <a:solidFill>
                  <a:schemeClr val="bg2"/>
                </a:solidFill>
                <a:latin typeface="+mj-lt"/>
              </a:defRPr>
            </a:lvl1pPr>
          </a:lstStyle>
          <a:p>
            <a:pPr lvl="0"/>
            <a:r>
              <a:rPr lang="en-US"/>
              <a:t>Add header title</a:t>
            </a:r>
          </a:p>
        </p:txBody>
      </p:sp>
      <p:sp>
        <p:nvSpPr>
          <p:cNvPr id="42" name="Text Placeholder 27">
            <a:extLst>
              <a:ext uri="{FF2B5EF4-FFF2-40B4-BE49-F238E27FC236}">
                <a16:creationId xmlns:a16="http://schemas.microsoft.com/office/drawing/2014/main" id="{6A5BEBC5-B2EE-9CAB-EE11-BB1DB91700B7}"/>
              </a:ext>
            </a:extLst>
          </p:cNvPr>
          <p:cNvSpPr>
            <a:spLocks noGrp="1"/>
          </p:cNvSpPr>
          <p:nvPr>
            <p:ph type="body" sz="quarter" idx="22" hasCustomPrompt="1"/>
          </p:nvPr>
        </p:nvSpPr>
        <p:spPr>
          <a:xfrm>
            <a:off x="9120677" y="3777966"/>
            <a:ext cx="2465995" cy="215444"/>
          </a:xfrm>
        </p:spPr>
        <p:txBody>
          <a:bodyPr>
            <a:spAutoFit/>
          </a:bodyPr>
          <a:lstStyle>
            <a:lvl1pPr algn="ctr">
              <a:defRPr sz="1400">
                <a:solidFill>
                  <a:schemeClr val="tx1"/>
                </a:solidFill>
                <a:latin typeface="+mj-lt"/>
              </a:defRPr>
            </a:lvl1pPr>
          </a:lstStyle>
          <a:p>
            <a:pPr lvl="0"/>
            <a:r>
              <a:rPr lang="en-US"/>
              <a:t>Add text here</a:t>
            </a:r>
          </a:p>
        </p:txBody>
      </p:sp>
    </p:spTree>
    <p:extLst>
      <p:ext uri="{BB962C8B-B14F-4D97-AF65-F5344CB8AC3E}">
        <p14:creationId xmlns:p14="http://schemas.microsoft.com/office/powerpoint/2010/main" val="194911091"/>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Custom 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436330"/>
            <a:ext cx="11353799" cy="560426"/>
          </a:xfrm>
        </p:spPr>
        <p:txBody>
          <a:bodyPr anchor="t"/>
          <a:lstStyle>
            <a:lvl1pPr algn="ctr">
              <a:defRPr b="0" spc="-90" baseline="0"/>
            </a:lvl1pPr>
          </a:lstStyle>
          <a:p>
            <a:r>
              <a:rPr lang="en-US"/>
              <a:t>Click to edit Master title style</a:t>
            </a:r>
          </a:p>
        </p:txBody>
      </p:sp>
      <p:sp>
        <p:nvSpPr>
          <p:cNvPr id="4" name="Rectangle: Rounded Corners 3">
            <a:extLst>
              <a:ext uri="{FF2B5EF4-FFF2-40B4-BE49-F238E27FC236}">
                <a16:creationId xmlns:a16="http://schemas.microsoft.com/office/drawing/2014/main" id="{5FFC8AA3-D2A6-3675-D9E8-E6AB84E209CB}"/>
              </a:ext>
              <a:ext uri="{C183D7F6-B498-43B3-948B-1728B52AA6E4}">
                <adec:decorative xmlns:adec="http://schemas.microsoft.com/office/drawing/2017/decorative" val="1"/>
              </a:ext>
            </a:extLst>
          </p:cNvPr>
          <p:cNvSpPr>
            <a:spLocks/>
          </p:cNvSpPr>
          <p:nvPr/>
        </p:nvSpPr>
        <p:spPr bwMode="auto">
          <a:xfrm>
            <a:off x="419100" y="1263911"/>
            <a:ext cx="11353799" cy="5174989"/>
          </a:xfrm>
          <a:prstGeom prst="roundRect">
            <a:avLst>
              <a:gd name="adj" fmla="val 3626"/>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lvl="0" indent="0" defTabSz="457109">
              <a:lnSpc>
                <a:spcPct val="100000"/>
              </a:lnSpc>
              <a:spcBef>
                <a:spcPts val="336"/>
              </a:spcBef>
              <a:buFont typeface="Arial" panose="020B0604020202020204" pitchFamily="34" charset="0"/>
              <a:buNone/>
            </a:pPr>
            <a:endParaRPr lang="en-US" b="0" i="0" kern="0" spc="-50" baseline="0" noProof="0">
              <a:latin typeface="+mj-lt"/>
              <a:cs typeface="Segoe Sans Display Semibold" pitchFamily="2" charset="0"/>
            </a:endParaRPr>
          </a:p>
        </p:txBody>
      </p:sp>
      <p:sp>
        <p:nvSpPr>
          <p:cNvPr id="39" name="Text Placeholder 27">
            <a:extLst>
              <a:ext uri="{FF2B5EF4-FFF2-40B4-BE49-F238E27FC236}">
                <a16:creationId xmlns:a16="http://schemas.microsoft.com/office/drawing/2014/main" id="{AB43FDF4-70A7-EDAB-F53B-ECCCD7DDF5C4}"/>
              </a:ext>
            </a:extLst>
          </p:cNvPr>
          <p:cNvSpPr>
            <a:spLocks noGrp="1"/>
          </p:cNvSpPr>
          <p:nvPr>
            <p:ph type="body" sz="quarter" idx="13" hasCustomPrompt="1"/>
          </p:nvPr>
        </p:nvSpPr>
        <p:spPr>
          <a:xfrm rot="-5400000">
            <a:off x="-677200" y="3528274"/>
            <a:ext cx="2848456" cy="392378"/>
          </a:xfrm>
          <a:prstGeom prst="roundRect">
            <a:avLst>
              <a:gd name="adj" fmla="val 50000"/>
            </a:avLst>
          </a:prstGeom>
          <a:solidFill>
            <a:schemeClr val="bg2"/>
          </a:solidFill>
        </p:spPr>
        <p:txBody>
          <a:bodyPr anchor="ctr">
            <a:noAutofit/>
          </a:bodyPr>
          <a:lstStyle>
            <a:lvl1pPr algn="ctr">
              <a:defRPr sz="1400">
                <a:solidFill>
                  <a:schemeClr val="bg1"/>
                </a:solidFill>
                <a:latin typeface="+mj-lt"/>
              </a:defRPr>
            </a:lvl1pPr>
          </a:lstStyle>
          <a:p>
            <a:pPr lvl="0"/>
            <a:r>
              <a:rPr lang="en-US"/>
              <a:t>Add text here</a:t>
            </a:r>
          </a:p>
        </p:txBody>
      </p:sp>
      <p:sp>
        <p:nvSpPr>
          <p:cNvPr id="40" name="Text Placeholder 27">
            <a:extLst>
              <a:ext uri="{FF2B5EF4-FFF2-40B4-BE49-F238E27FC236}">
                <a16:creationId xmlns:a16="http://schemas.microsoft.com/office/drawing/2014/main" id="{228C5853-CC2E-F2B9-7F8C-899AF3F25E0A}"/>
              </a:ext>
            </a:extLst>
          </p:cNvPr>
          <p:cNvSpPr>
            <a:spLocks noGrp="1"/>
          </p:cNvSpPr>
          <p:nvPr>
            <p:ph type="body" sz="quarter" idx="14" hasCustomPrompt="1"/>
          </p:nvPr>
        </p:nvSpPr>
        <p:spPr>
          <a:xfrm rot="21600000">
            <a:off x="4422551" y="5879184"/>
            <a:ext cx="3513040" cy="392378"/>
          </a:xfrm>
          <a:prstGeom prst="roundRect">
            <a:avLst>
              <a:gd name="adj" fmla="val 50000"/>
            </a:avLst>
          </a:prstGeom>
          <a:solidFill>
            <a:schemeClr val="bg2"/>
          </a:solidFill>
        </p:spPr>
        <p:txBody>
          <a:bodyPr anchor="ctr">
            <a:noAutofit/>
          </a:bodyPr>
          <a:lstStyle>
            <a:lvl1pPr algn="ctr">
              <a:defRPr sz="1400">
                <a:solidFill>
                  <a:schemeClr val="bg1"/>
                </a:solidFill>
                <a:latin typeface="+mj-lt"/>
              </a:defRPr>
            </a:lvl1pPr>
          </a:lstStyle>
          <a:p>
            <a:pPr lvl="0"/>
            <a:r>
              <a:rPr lang="en-US"/>
              <a:t>Add text here</a:t>
            </a:r>
          </a:p>
        </p:txBody>
      </p:sp>
      <p:cxnSp>
        <p:nvCxnSpPr>
          <p:cNvPr id="7" name="Straight Connector 6">
            <a:extLst>
              <a:ext uri="{FF2B5EF4-FFF2-40B4-BE49-F238E27FC236}">
                <a16:creationId xmlns:a16="http://schemas.microsoft.com/office/drawing/2014/main" id="{34C4002C-1DC6-14E4-4332-1B3E3F5FD873}"/>
              </a:ext>
              <a:ext uri="{C183D7F6-B498-43B3-948B-1728B52AA6E4}">
                <adec:decorative xmlns:adec="http://schemas.microsoft.com/office/drawing/2017/decorative" val="1"/>
              </a:ext>
            </a:extLst>
          </p:cNvPr>
          <p:cNvCxnSpPr>
            <a:cxnSpLocks/>
          </p:cNvCxnSpPr>
          <p:nvPr/>
        </p:nvCxnSpPr>
        <p:spPr>
          <a:xfrm flipH="1">
            <a:off x="1081044" y="5711846"/>
            <a:ext cx="10332720" cy="0"/>
          </a:xfrm>
          <a:prstGeom prst="line">
            <a:avLst/>
          </a:prstGeom>
          <a:ln w="12700" cap="rnd">
            <a:solidFill>
              <a:schemeClr val="bg1">
                <a:lumMod val="75000"/>
              </a:schemeClr>
            </a:solidFill>
            <a:headEnd type="arrow" w="lg" len="med"/>
            <a:tailEnd type="none" w="lg" len="sm"/>
          </a:ln>
          <a:effectLs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0C3865E-1032-E8A9-E283-763CD815A8EA}"/>
              </a:ext>
              <a:ext uri="{C183D7F6-B498-43B3-948B-1728B52AA6E4}">
                <adec:decorative xmlns:adec="http://schemas.microsoft.com/office/drawing/2017/decorative" val="1"/>
              </a:ext>
            </a:extLst>
          </p:cNvPr>
          <p:cNvCxnSpPr>
            <a:cxnSpLocks/>
          </p:cNvCxnSpPr>
          <p:nvPr/>
        </p:nvCxnSpPr>
        <p:spPr>
          <a:xfrm>
            <a:off x="1081045" y="1737081"/>
            <a:ext cx="0" cy="3974765"/>
          </a:xfrm>
          <a:prstGeom prst="line">
            <a:avLst/>
          </a:prstGeom>
          <a:ln w="12700" cap="rnd">
            <a:solidFill>
              <a:schemeClr val="bg1">
                <a:lumMod val="75000"/>
              </a:schemeClr>
            </a:solidFill>
            <a:headEnd type="arrow" w="lg" len="med"/>
            <a:tailEnd type="none" w="lg" len="sm"/>
          </a:ln>
          <a:effectLst/>
        </p:spPr>
        <p:style>
          <a:lnRef idx="1">
            <a:schemeClr val="accent1"/>
          </a:lnRef>
          <a:fillRef idx="0">
            <a:schemeClr val="accent1"/>
          </a:fillRef>
          <a:effectRef idx="0">
            <a:schemeClr val="accent1"/>
          </a:effectRef>
          <a:fontRef idx="minor">
            <a:schemeClr val="tx1"/>
          </a:fontRef>
        </p:style>
      </p:cxnSp>
      <p:sp>
        <p:nvSpPr>
          <p:cNvPr id="41" name="Text Placeholder 27">
            <a:extLst>
              <a:ext uri="{FF2B5EF4-FFF2-40B4-BE49-F238E27FC236}">
                <a16:creationId xmlns:a16="http://schemas.microsoft.com/office/drawing/2014/main" id="{4780B9DA-D311-80D9-7F66-80F6F8814B88}"/>
              </a:ext>
            </a:extLst>
          </p:cNvPr>
          <p:cNvSpPr>
            <a:spLocks noGrp="1"/>
          </p:cNvSpPr>
          <p:nvPr>
            <p:ph type="body" sz="quarter" idx="15" hasCustomPrompt="1"/>
          </p:nvPr>
        </p:nvSpPr>
        <p:spPr>
          <a:xfrm rot="21600000">
            <a:off x="884863" y="1442723"/>
            <a:ext cx="392364" cy="169277"/>
          </a:xfrm>
          <a:prstGeom prst="rect">
            <a:avLst/>
          </a:prstGeom>
          <a:noFill/>
        </p:spPr>
        <p:txBody>
          <a:bodyPr anchor="ctr">
            <a:spAutoFit/>
          </a:bodyPr>
          <a:lstStyle>
            <a:lvl1pPr algn="ctr">
              <a:defRPr sz="1100">
                <a:solidFill>
                  <a:schemeClr val="tx1"/>
                </a:solidFill>
                <a:latin typeface="Segoe Sans Display Semibold" pitchFamily="2" charset="0"/>
                <a:cs typeface="Segoe Sans Display Semibold" pitchFamily="2" charset="0"/>
              </a:defRPr>
            </a:lvl1pPr>
          </a:lstStyle>
          <a:p>
            <a:pPr lvl="0"/>
            <a:r>
              <a:rPr lang="en-US"/>
              <a:t>High</a:t>
            </a:r>
          </a:p>
        </p:txBody>
      </p:sp>
      <p:sp>
        <p:nvSpPr>
          <p:cNvPr id="42" name="Text Placeholder 27">
            <a:extLst>
              <a:ext uri="{FF2B5EF4-FFF2-40B4-BE49-F238E27FC236}">
                <a16:creationId xmlns:a16="http://schemas.microsoft.com/office/drawing/2014/main" id="{C99F64A7-4812-4C2B-0EA2-44ADF23C5B86}"/>
              </a:ext>
            </a:extLst>
          </p:cNvPr>
          <p:cNvSpPr>
            <a:spLocks noGrp="1"/>
          </p:cNvSpPr>
          <p:nvPr>
            <p:ph type="body" sz="quarter" idx="16" hasCustomPrompt="1"/>
          </p:nvPr>
        </p:nvSpPr>
        <p:spPr>
          <a:xfrm rot="21600000">
            <a:off x="11217582" y="5845051"/>
            <a:ext cx="392364" cy="169277"/>
          </a:xfrm>
          <a:prstGeom prst="rect">
            <a:avLst/>
          </a:prstGeom>
          <a:noFill/>
        </p:spPr>
        <p:txBody>
          <a:bodyPr anchor="ctr">
            <a:spAutoFit/>
          </a:bodyPr>
          <a:lstStyle>
            <a:lvl1pPr algn="ctr">
              <a:defRPr sz="1100">
                <a:solidFill>
                  <a:schemeClr val="tx1"/>
                </a:solidFill>
                <a:latin typeface="Segoe Sans Display Semibold" pitchFamily="2" charset="0"/>
                <a:cs typeface="Segoe Sans Display Semibold" pitchFamily="2" charset="0"/>
              </a:defRPr>
            </a:lvl1pPr>
          </a:lstStyle>
          <a:p>
            <a:pPr lvl="0"/>
            <a:r>
              <a:rPr lang="en-US"/>
              <a:t>High</a:t>
            </a:r>
          </a:p>
        </p:txBody>
      </p:sp>
      <p:sp>
        <p:nvSpPr>
          <p:cNvPr id="43" name="Text Placeholder 27">
            <a:extLst>
              <a:ext uri="{FF2B5EF4-FFF2-40B4-BE49-F238E27FC236}">
                <a16:creationId xmlns:a16="http://schemas.microsoft.com/office/drawing/2014/main" id="{53D43D25-56D1-3344-36EF-6E6CE0018F35}"/>
              </a:ext>
            </a:extLst>
          </p:cNvPr>
          <p:cNvSpPr>
            <a:spLocks noGrp="1"/>
          </p:cNvSpPr>
          <p:nvPr>
            <p:ph type="body" sz="quarter" idx="17" hasCustomPrompt="1"/>
          </p:nvPr>
        </p:nvSpPr>
        <p:spPr>
          <a:xfrm rot="21600000">
            <a:off x="884863" y="5845051"/>
            <a:ext cx="392364" cy="169277"/>
          </a:xfrm>
          <a:prstGeom prst="rect">
            <a:avLst/>
          </a:prstGeom>
          <a:noFill/>
        </p:spPr>
        <p:txBody>
          <a:bodyPr anchor="ctr">
            <a:spAutoFit/>
          </a:bodyPr>
          <a:lstStyle>
            <a:lvl1pPr algn="ctr">
              <a:defRPr sz="1100">
                <a:solidFill>
                  <a:schemeClr val="tx1"/>
                </a:solidFill>
                <a:latin typeface="Segoe Sans Display Semibold" pitchFamily="2" charset="0"/>
                <a:cs typeface="Segoe Sans Display Semibold" pitchFamily="2" charset="0"/>
              </a:defRPr>
            </a:lvl1pPr>
          </a:lstStyle>
          <a:p>
            <a:pPr lvl="0"/>
            <a:r>
              <a:rPr lang="en-US"/>
              <a:t>Low</a:t>
            </a:r>
          </a:p>
        </p:txBody>
      </p:sp>
    </p:spTree>
    <p:extLst>
      <p:ext uri="{BB962C8B-B14F-4D97-AF65-F5344CB8AC3E}">
        <p14:creationId xmlns:p14="http://schemas.microsoft.com/office/powerpoint/2010/main" val="3981240839"/>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53" name="Text Placeholder 27">
            <a:extLst>
              <a:ext uri="{FF2B5EF4-FFF2-40B4-BE49-F238E27FC236}">
                <a16:creationId xmlns:a16="http://schemas.microsoft.com/office/drawing/2014/main" id="{BFE91BC7-0FA2-C240-CE5E-3E7D8D7802E5}"/>
              </a:ext>
            </a:extLst>
          </p:cNvPr>
          <p:cNvSpPr>
            <a:spLocks noGrp="1" noChangeAspect="1"/>
          </p:cNvSpPr>
          <p:nvPr>
            <p:ph type="body" sz="quarter" idx="23" hasCustomPrompt="1"/>
          </p:nvPr>
        </p:nvSpPr>
        <p:spPr>
          <a:xfrm>
            <a:off x="419100" y="1969677"/>
            <a:ext cx="2916524" cy="1241431"/>
          </a:xfrm>
          <a:prstGeom prst="roundRect">
            <a:avLst>
              <a:gd name="adj" fmla="val 11183"/>
            </a:avLst>
          </a:prstGeom>
          <a:solidFill>
            <a:schemeClr val="bg1">
              <a:lumMod val="85000"/>
              <a:alpha val="49000"/>
            </a:schemeClr>
          </a:solidFill>
          <a:ln w="25400">
            <a:solidFill>
              <a:schemeClr val="bg1"/>
            </a:solidFill>
          </a:ln>
        </p:spPr>
        <p:txBody>
          <a:bodyPr vert="horz" lIns="91440" tIns="45720" rIns="91440" bIns="45720" rtlCol="0" anchor="ctr">
            <a:noAutofit/>
          </a:bodyPr>
          <a:lstStyle>
            <a:lvl1pPr algn="ctr">
              <a:defRPr lang="en-US" sz="1800">
                <a:latin typeface="+mj-lt"/>
              </a:defRPr>
            </a:lvl1pPr>
          </a:lstStyle>
          <a:p>
            <a:pPr lvl="0"/>
            <a:r>
              <a:rPr lang="en-US"/>
              <a:t> </a:t>
            </a:r>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436330"/>
            <a:ext cx="11353799" cy="560426"/>
          </a:xfrm>
        </p:spPr>
        <p:txBody>
          <a:bodyPr anchor="t"/>
          <a:lstStyle>
            <a:lvl1pPr algn="ctr">
              <a:defRPr b="0" spc="-90" baseline="0"/>
            </a:lvl1pPr>
          </a:lstStyle>
          <a:p>
            <a:r>
              <a:rPr lang="en-US"/>
              <a:t>Click to edit Master title style</a:t>
            </a:r>
          </a:p>
        </p:txBody>
      </p:sp>
      <p:sp>
        <p:nvSpPr>
          <p:cNvPr id="40" name="Text Placeholder 27">
            <a:extLst>
              <a:ext uri="{FF2B5EF4-FFF2-40B4-BE49-F238E27FC236}">
                <a16:creationId xmlns:a16="http://schemas.microsoft.com/office/drawing/2014/main" id="{228C5853-CC2E-F2B9-7F8C-899AF3F25E0A}"/>
              </a:ext>
            </a:extLst>
          </p:cNvPr>
          <p:cNvSpPr>
            <a:spLocks noGrp="1"/>
          </p:cNvSpPr>
          <p:nvPr>
            <p:ph type="body" sz="quarter" idx="14" hasCustomPrompt="1"/>
          </p:nvPr>
        </p:nvSpPr>
        <p:spPr>
          <a:xfrm rot="21600000">
            <a:off x="751164" y="1821056"/>
            <a:ext cx="2252395" cy="299683"/>
          </a:xfrm>
          <a:prstGeom prst="roundRect">
            <a:avLst>
              <a:gd name="adj" fmla="val 50000"/>
            </a:avLst>
          </a:prstGeom>
          <a:solidFill>
            <a:schemeClr val="bg2"/>
          </a:solidFill>
        </p:spPr>
        <p:txBody>
          <a:bodyPr anchor="ctr">
            <a:noAutofit/>
          </a:bodyPr>
          <a:lstStyle>
            <a:lvl1pPr algn="ctr">
              <a:defRPr sz="1100" spc="0">
                <a:solidFill>
                  <a:schemeClr val="bg1"/>
                </a:solidFill>
                <a:latin typeface="+mj-lt"/>
              </a:defRPr>
            </a:lvl1pPr>
          </a:lstStyle>
          <a:p>
            <a:pPr lvl="0"/>
            <a:r>
              <a:rPr lang="en-US"/>
              <a:t>Add text here</a:t>
            </a:r>
          </a:p>
        </p:txBody>
      </p:sp>
      <p:sp>
        <p:nvSpPr>
          <p:cNvPr id="24" name="Rectangle: Rounded Corners 16">
            <a:extLst>
              <a:ext uri="{FF2B5EF4-FFF2-40B4-BE49-F238E27FC236}">
                <a16:creationId xmlns:a16="http://schemas.microsoft.com/office/drawing/2014/main" id="{E73C6727-497C-7F64-820F-B734C332B978}"/>
              </a:ext>
              <a:ext uri="{C183D7F6-B498-43B3-948B-1728B52AA6E4}">
                <adec:decorative xmlns:adec="http://schemas.microsoft.com/office/drawing/2017/decorative" val="1"/>
              </a:ext>
            </a:extLst>
          </p:cNvPr>
          <p:cNvSpPr/>
          <p:nvPr userDrawn="1"/>
        </p:nvSpPr>
        <p:spPr bwMode="auto">
          <a:xfrm>
            <a:off x="419100" y="3700042"/>
            <a:ext cx="11353799" cy="523220"/>
          </a:xfrm>
          <a:prstGeom prst="roundRect">
            <a:avLst>
              <a:gd name="adj" fmla="val 50000"/>
            </a:avLst>
          </a:prstGeom>
          <a:solidFill>
            <a:schemeClr val="bg2"/>
          </a:soli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80" name="Text Placeholder 22">
            <a:extLst>
              <a:ext uri="{FF2B5EF4-FFF2-40B4-BE49-F238E27FC236}">
                <a16:creationId xmlns:a16="http://schemas.microsoft.com/office/drawing/2014/main" id="{72DD2969-2107-275A-B727-E44FFCE0D7FC}"/>
              </a:ext>
            </a:extLst>
          </p:cNvPr>
          <p:cNvSpPr>
            <a:spLocks noGrp="1"/>
          </p:cNvSpPr>
          <p:nvPr userDrawn="1">
            <p:ph type="body" sz="quarter" idx="10" hasCustomPrompt="1"/>
          </p:nvPr>
        </p:nvSpPr>
        <p:spPr>
          <a:xfrm>
            <a:off x="2815919" y="3511043"/>
            <a:ext cx="901222" cy="901219"/>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000" spc="0">
                <a:latin typeface="+mj-lt"/>
              </a:defRPr>
            </a:lvl1pPr>
          </a:lstStyle>
          <a:p>
            <a:pPr lvl="0"/>
            <a:r>
              <a:rPr lang="en-US"/>
              <a:t> </a:t>
            </a:r>
          </a:p>
        </p:txBody>
      </p:sp>
      <p:sp>
        <p:nvSpPr>
          <p:cNvPr id="55" name="Text Placeholder 27">
            <a:extLst>
              <a:ext uri="{FF2B5EF4-FFF2-40B4-BE49-F238E27FC236}">
                <a16:creationId xmlns:a16="http://schemas.microsoft.com/office/drawing/2014/main" id="{029679C7-1542-F6CB-AA64-F68798793035}"/>
              </a:ext>
            </a:extLst>
          </p:cNvPr>
          <p:cNvSpPr>
            <a:spLocks noGrp="1"/>
          </p:cNvSpPr>
          <p:nvPr userDrawn="1">
            <p:ph type="body" sz="quarter" idx="24" hasCustomPrompt="1"/>
          </p:nvPr>
        </p:nvSpPr>
        <p:spPr>
          <a:xfrm rot="21600000">
            <a:off x="626264" y="2246250"/>
            <a:ext cx="2502195" cy="184666"/>
          </a:xfrm>
          <a:prstGeom prst="rect">
            <a:avLst/>
          </a:prstGeom>
          <a:noFill/>
        </p:spPr>
        <p:txBody>
          <a:bodyPr wrap="square" anchor="t">
            <a:spAutoFit/>
          </a:bodyPr>
          <a:lstStyle>
            <a:lvl1pPr algn="ctr">
              <a:spcBef>
                <a:spcPts val="400"/>
              </a:spcBef>
              <a:defRPr sz="1200" spc="0">
                <a:solidFill>
                  <a:schemeClr val="tx1"/>
                </a:solidFill>
                <a:latin typeface="+mn-lt"/>
                <a:cs typeface="Segoe Sans Display Semibold" pitchFamily="2" charset="0"/>
              </a:defRPr>
            </a:lvl1pPr>
          </a:lstStyle>
          <a:p>
            <a:pPr lvl="0"/>
            <a:r>
              <a:rPr lang="en-US"/>
              <a:t>Add text here</a:t>
            </a:r>
          </a:p>
        </p:txBody>
      </p:sp>
      <p:sp>
        <p:nvSpPr>
          <p:cNvPr id="56" name="Text Placeholder 27">
            <a:extLst>
              <a:ext uri="{FF2B5EF4-FFF2-40B4-BE49-F238E27FC236}">
                <a16:creationId xmlns:a16="http://schemas.microsoft.com/office/drawing/2014/main" id="{F55896FF-28A6-2789-BF18-26191DEE872F}"/>
              </a:ext>
            </a:extLst>
          </p:cNvPr>
          <p:cNvSpPr>
            <a:spLocks noGrp="1" noChangeAspect="1"/>
          </p:cNvSpPr>
          <p:nvPr userDrawn="1">
            <p:ph type="body" sz="quarter" idx="25" hasCustomPrompt="1"/>
          </p:nvPr>
        </p:nvSpPr>
        <p:spPr>
          <a:xfrm>
            <a:off x="4143404" y="1969677"/>
            <a:ext cx="2916524" cy="1241431"/>
          </a:xfrm>
          <a:prstGeom prst="roundRect">
            <a:avLst>
              <a:gd name="adj" fmla="val 11183"/>
            </a:avLst>
          </a:prstGeom>
          <a:solidFill>
            <a:schemeClr val="bg1">
              <a:lumMod val="85000"/>
              <a:alpha val="49000"/>
            </a:schemeClr>
          </a:solidFill>
          <a:ln w="25400">
            <a:solidFill>
              <a:schemeClr val="bg1"/>
            </a:solidFill>
          </a:ln>
        </p:spPr>
        <p:txBody>
          <a:bodyPr vert="horz" lIns="91440" tIns="45720" rIns="91440" bIns="45720" rtlCol="0" anchor="ctr">
            <a:noAutofit/>
          </a:bodyPr>
          <a:lstStyle>
            <a:lvl1pPr algn="ctr">
              <a:defRPr lang="en-US" sz="1800">
                <a:latin typeface="+mj-lt"/>
              </a:defRPr>
            </a:lvl1pPr>
          </a:lstStyle>
          <a:p>
            <a:pPr lvl="0"/>
            <a:r>
              <a:rPr lang="en-US"/>
              <a:t> </a:t>
            </a:r>
          </a:p>
        </p:txBody>
      </p:sp>
      <p:sp>
        <p:nvSpPr>
          <p:cNvPr id="57" name="Text Placeholder 27">
            <a:extLst>
              <a:ext uri="{FF2B5EF4-FFF2-40B4-BE49-F238E27FC236}">
                <a16:creationId xmlns:a16="http://schemas.microsoft.com/office/drawing/2014/main" id="{107FB47D-E270-963B-FC9A-7A6E4C55F5FB}"/>
              </a:ext>
            </a:extLst>
          </p:cNvPr>
          <p:cNvSpPr>
            <a:spLocks noGrp="1"/>
          </p:cNvSpPr>
          <p:nvPr userDrawn="1">
            <p:ph type="body" sz="quarter" idx="26" hasCustomPrompt="1"/>
          </p:nvPr>
        </p:nvSpPr>
        <p:spPr>
          <a:xfrm rot="21600000">
            <a:off x="4475468" y="1821056"/>
            <a:ext cx="2252395" cy="299683"/>
          </a:xfrm>
          <a:prstGeom prst="roundRect">
            <a:avLst>
              <a:gd name="adj" fmla="val 50000"/>
            </a:avLst>
          </a:prstGeom>
          <a:solidFill>
            <a:schemeClr val="bg2"/>
          </a:solidFill>
        </p:spPr>
        <p:txBody>
          <a:bodyPr anchor="ctr">
            <a:noAutofit/>
          </a:bodyPr>
          <a:lstStyle>
            <a:lvl1pPr algn="ctr">
              <a:defRPr sz="1100" spc="0">
                <a:solidFill>
                  <a:schemeClr val="bg1"/>
                </a:solidFill>
                <a:latin typeface="+mj-lt"/>
              </a:defRPr>
            </a:lvl1pPr>
          </a:lstStyle>
          <a:p>
            <a:pPr lvl="0"/>
            <a:r>
              <a:rPr lang="en-US"/>
              <a:t>Add text here</a:t>
            </a:r>
          </a:p>
        </p:txBody>
      </p:sp>
      <p:sp>
        <p:nvSpPr>
          <p:cNvPr id="58" name="Text Placeholder 27">
            <a:extLst>
              <a:ext uri="{FF2B5EF4-FFF2-40B4-BE49-F238E27FC236}">
                <a16:creationId xmlns:a16="http://schemas.microsoft.com/office/drawing/2014/main" id="{90210BBA-B764-5C8D-6DEF-5F00972ABA11}"/>
              </a:ext>
            </a:extLst>
          </p:cNvPr>
          <p:cNvSpPr>
            <a:spLocks noGrp="1"/>
          </p:cNvSpPr>
          <p:nvPr userDrawn="1">
            <p:ph type="body" sz="quarter" idx="27" hasCustomPrompt="1"/>
          </p:nvPr>
        </p:nvSpPr>
        <p:spPr>
          <a:xfrm rot="21600000">
            <a:off x="4350569" y="2246250"/>
            <a:ext cx="2502195" cy="184666"/>
          </a:xfrm>
          <a:prstGeom prst="rect">
            <a:avLst/>
          </a:prstGeom>
          <a:noFill/>
        </p:spPr>
        <p:txBody>
          <a:bodyPr wrap="square" anchor="t">
            <a:spAutoFit/>
          </a:bodyPr>
          <a:lstStyle>
            <a:lvl1pPr algn="ctr">
              <a:spcBef>
                <a:spcPts val="400"/>
              </a:spcBef>
              <a:defRPr sz="1200" spc="0">
                <a:solidFill>
                  <a:schemeClr val="tx1"/>
                </a:solidFill>
                <a:latin typeface="+mn-lt"/>
                <a:cs typeface="Segoe Sans Display Semibold" pitchFamily="2" charset="0"/>
              </a:defRPr>
            </a:lvl1pPr>
          </a:lstStyle>
          <a:p>
            <a:pPr lvl="0"/>
            <a:r>
              <a:rPr lang="en-US"/>
              <a:t>Add text here</a:t>
            </a:r>
          </a:p>
        </p:txBody>
      </p:sp>
      <p:sp>
        <p:nvSpPr>
          <p:cNvPr id="59" name="Text Placeholder 27">
            <a:extLst>
              <a:ext uri="{FF2B5EF4-FFF2-40B4-BE49-F238E27FC236}">
                <a16:creationId xmlns:a16="http://schemas.microsoft.com/office/drawing/2014/main" id="{41E5375E-0BAE-2200-1FA0-AAAE9C268351}"/>
              </a:ext>
            </a:extLst>
          </p:cNvPr>
          <p:cNvSpPr>
            <a:spLocks noGrp="1" noChangeAspect="1"/>
          </p:cNvSpPr>
          <p:nvPr userDrawn="1">
            <p:ph type="body" sz="quarter" idx="28" hasCustomPrompt="1"/>
          </p:nvPr>
        </p:nvSpPr>
        <p:spPr>
          <a:xfrm>
            <a:off x="7867707" y="1969677"/>
            <a:ext cx="2916524" cy="1241431"/>
          </a:xfrm>
          <a:prstGeom prst="roundRect">
            <a:avLst>
              <a:gd name="adj" fmla="val 11183"/>
            </a:avLst>
          </a:prstGeom>
          <a:solidFill>
            <a:schemeClr val="bg1">
              <a:lumMod val="85000"/>
              <a:alpha val="49000"/>
            </a:schemeClr>
          </a:solidFill>
          <a:ln w="25400">
            <a:solidFill>
              <a:schemeClr val="bg1"/>
            </a:solidFill>
          </a:ln>
        </p:spPr>
        <p:txBody>
          <a:bodyPr vert="horz" lIns="91440" tIns="45720" rIns="91440" bIns="45720" rtlCol="0" anchor="ctr">
            <a:noAutofit/>
          </a:bodyPr>
          <a:lstStyle>
            <a:lvl1pPr algn="ctr">
              <a:defRPr lang="en-US" sz="1800">
                <a:latin typeface="+mj-lt"/>
              </a:defRPr>
            </a:lvl1pPr>
          </a:lstStyle>
          <a:p>
            <a:pPr lvl="0"/>
            <a:r>
              <a:rPr lang="en-US"/>
              <a:t> </a:t>
            </a:r>
          </a:p>
        </p:txBody>
      </p:sp>
      <p:sp>
        <p:nvSpPr>
          <p:cNvPr id="60" name="Text Placeholder 27">
            <a:extLst>
              <a:ext uri="{FF2B5EF4-FFF2-40B4-BE49-F238E27FC236}">
                <a16:creationId xmlns:a16="http://schemas.microsoft.com/office/drawing/2014/main" id="{7FEB70F0-7237-F273-67EC-B093ED142531}"/>
              </a:ext>
            </a:extLst>
          </p:cNvPr>
          <p:cNvSpPr>
            <a:spLocks noGrp="1"/>
          </p:cNvSpPr>
          <p:nvPr userDrawn="1">
            <p:ph type="body" sz="quarter" idx="29" hasCustomPrompt="1"/>
          </p:nvPr>
        </p:nvSpPr>
        <p:spPr>
          <a:xfrm rot="21600000">
            <a:off x="8199771" y="1821056"/>
            <a:ext cx="2252395" cy="299683"/>
          </a:xfrm>
          <a:prstGeom prst="roundRect">
            <a:avLst>
              <a:gd name="adj" fmla="val 50000"/>
            </a:avLst>
          </a:prstGeom>
          <a:solidFill>
            <a:schemeClr val="bg2"/>
          </a:solidFill>
        </p:spPr>
        <p:txBody>
          <a:bodyPr anchor="ctr">
            <a:noAutofit/>
          </a:bodyPr>
          <a:lstStyle>
            <a:lvl1pPr algn="ctr">
              <a:defRPr sz="1100" spc="0">
                <a:solidFill>
                  <a:schemeClr val="bg1"/>
                </a:solidFill>
                <a:latin typeface="+mj-lt"/>
              </a:defRPr>
            </a:lvl1pPr>
          </a:lstStyle>
          <a:p>
            <a:pPr lvl="0"/>
            <a:r>
              <a:rPr lang="en-US"/>
              <a:t>Add text here</a:t>
            </a:r>
          </a:p>
        </p:txBody>
      </p:sp>
      <p:sp>
        <p:nvSpPr>
          <p:cNvPr id="61" name="Text Placeholder 27">
            <a:extLst>
              <a:ext uri="{FF2B5EF4-FFF2-40B4-BE49-F238E27FC236}">
                <a16:creationId xmlns:a16="http://schemas.microsoft.com/office/drawing/2014/main" id="{F48322DA-A4C4-510C-84E0-47E8E68150D9}"/>
              </a:ext>
            </a:extLst>
          </p:cNvPr>
          <p:cNvSpPr>
            <a:spLocks noGrp="1"/>
          </p:cNvSpPr>
          <p:nvPr userDrawn="1">
            <p:ph type="body" sz="quarter" idx="30" hasCustomPrompt="1"/>
          </p:nvPr>
        </p:nvSpPr>
        <p:spPr>
          <a:xfrm rot="21600000">
            <a:off x="8074872" y="2246250"/>
            <a:ext cx="2502195" cy="184666"/>
          </a:xfrm>
          <a:prstGeom prst="rect">
            <a:avLst/>
          </a:prstGeom>
          <a:noFill/>
        </p:spPr>
        <p:txBody>
          <a:bodyPr wrap="square" anchor="t">
            <a:spAutoFit/>
          </a:bodyPr>
          <a:lstStyle>
            <a:lvl1pPr algn="ctr">
              <a:spcBef>
                <a:spcPts val="400"/>
              </a:spcBef>
              <a:defRPr sz="1200" spc="0">
                <a:solidFill>
                  <a:schemeClr val="tx1"/>
                </a:solidFill>
                <a:latin typeface="+mn-lt"/>
                <a:cs typeface="Segoe Sans Display Semibold" pitchFamily="2" charset="0"/>
              </a:defRPr>
            </a:lvl1pPr>
          </a:lstStyle>
          <a:p>
            <a:pPr lvl="0"/>
            <a:r>
              <a:rPr lang="en-US"/>
              <a:t>Add text here</a:t>
            </a:r>
          </a:p>
        </p:txBody>
      </p:sp>
      <p:sp>
        <p:nvSpPr>
          <p:cNvPr id="71" name="Text Placeholder 27">
            <a:extLst>
              <a:ext uri="{FF2B5EF4-FFF2-40B4-BE49-F238E27FC236}">
                <a16:creationId xmlns:a16="http://schemas.microsoft.com/office/drawing/2014/main" id="{4E9E6E63-6137-F6D5-4737-88D0530BA0C7}"/>
              </a:ext>
            </a:extLst>
          </p:cNvPr>
          <p:cNvSpPr>
            <a:spLocks noGrp="1" noChangeAspect="1"/>
          </p:cNvSpPr>
          <p:nvPr userDrawn="1">
            <p:ph type="body" sz="quarter" idx="31" hasCustomPrompt="1"/>
          </p:nvPr>
        </p:nvSpPr>
        <p:spPr>
          <a:xfrm>
            <a:off x="1407769" y="4860817"/>
            <a:ext cx="2916524" cy="1241431"/>
          </a:xfrm>
          <a:prstGeom prst="roundRect">
            <a:avLst>
              <a:gd name="adj" fmla="val 11183"/>
            </a:avLst>
          </a:prstGeom>
          <a:solidFill>
            <a:schemeClr val="bg1">
              <a:lumMod val="85000"/>
              <a:alpha val="49000"/>
            </a:schemeClr>
          </a:solidFill>
          <a:ln w="25400">
            <a:solidFill>
              <a:schemeClr val="bg1"/>
            </a:solidFill>
          </a:ln>
        </p:spPr>
        <p:txBody>
          <a:bodyPr vert="horz" lIns="91440" tIns="45720" rIns="91440" bIns="45720" rtlCol="0" anchor="ctr">
            <a:noAutofit/>
          </a:bodyPr>
          <a:lstStyle>
            <a:lvl1pPr algn="ctr">
              <a:defRPr lang="en-US" sz="1800">
                <a:latin typeface="+mj-lt"/>
              </a:defRPr>
            </a:lvl1pPr>
          </a:lstStyle>
          <a:p>
            <a:pPr lvl="0"/>
            <a:r>
              <a:rPr lang="en-US"/>
              <a:t> </a:t>
            </a:r>
          </a:p>
        </p:txBody>
      </p:sp>
      <p:sp>
        <p:nvSpPr>
          <p:cNvPr id="72" name="Text Placeholder 27">
            <a:extLst>
              <a:ext uri="{FF2B5EF4-FFF2-40B4-BE49-F238E27FC236}">
                <a16:creationId xmlns:a16="http://schemas.microsoft.com/office/drawing/2014/main" id="{A515A498-2B15-9149-5612-341CC7D8092E}"/>
              </a:ext>
            </a:extLst>
          </p:cNvPr>
          <p:cNvSpPr>
            <a:spLocks noGrp="1"/>
          </p:cNvSpPr>
          <p:nvPr userDrawn="1">
            <p:ph type="body" sz="quarter" idx="32" hasCustomPrompt="1"/>
          </p:nvPr>
        </p:nvSpPr>
        <p:spPr>
          <a:xfrm rot="21600000">
            <a:off x="1739833" y="4712196"/>
            <a:ext cx="2252395" cy="299683"/>
          </a:xfrm>
          <a:prstGeom prst="roundRect">
            <a:avLst>
              <a:gd name="adj" fmla="val 50000"/>
            </a:avLst>
          </a:prstGeom>
          <a:solidFill>
            <a:schemeClr val="bg2"/>
          </a:solidFill>
        </p:spPr>
        <p:txBody>
          <a:bodyPr anchor="ctr">
            <a:noAutofit/>
          </a:bodyPr>
          <a:lstStyle>
            <a:lvl1pPr algn="ctr">
              <a:defRPr sz="1100" spc="0">
                <a:solidFill>
                  <a:schemeClr val="bg1"/>
                </a:solidFill>
                <a:latin typeface="+mj-lt"/>
              </a:defRPr>
            </a:lvl1pPr>
          </a:lstStyle>
          <a:p>
            <a:pPr lvl="0"/>
            <a:r>
              <a:rPr lang="en-US"/>
              <a:t>Add text here</a:t>
            </a:r>
          </a:p>
        </p:txBody>
      </p:sp>
      <p:sp>
        <p:nvSpPr>
          <p:cNvPr id="73" name="Text Placeholder 27">
            <a:extLst>
              <a:ext uri="{FF2B5EF4-FFF2-40B4-BE49-F238E27FC236}">
                <a16:creationId xmlns:a16="http://schemas.microsoft.com/office/drawing/2014/main" id="{6C0ADC03-09D2-2B25-264E-FBC60242F38B}"/>
              </a:ext>
            </a:extLst>
          </p:cNvPr>
          <p:cNvSpPr>
            <a:spLocks noGrp="1"/>
          </p:cNvSpPr>
          <p:nvPr userDrawn="1">
            <p:ph type="body" sz="quarter" idx="33" hasCustomPrompt="1"/>
          </p:nvPr>
        </p:nvSpPr>
        <p:spPr>
          <a:xfrm rot="21600000">
            <a:off x="1614933" y="5137390"/>
            <a:ext cx="2502195" cy="184666"/>
          </a:xfrm>
          <a:prstGeom prst="rect">
            <a:avLst/>
          </a:prstGeom>
          <a:noFill/>
        </p:spPr>
        <p:txBody>
          <a:bodyPr wrap="square" anchor="t">
            <a:spAutoFit/>
          </a:bodyPr>
          <a:lstStyle>
            <a:lvl1pPr algn="ctr">
              <a:spcBef>
                <a:spcPts val="400"/>
              </a:spcBef>
              <a:defRPr sz="1200" spc="0">
                <a:solidFill>
                  <a:schemeClr val="tx1"/>
                </a:solidFill>
                <a:latin typeface="+mn-lt"/>
                <a:cs typeface="Segoe Sans Display Semibold" pitchFamily="2" charset="0"/>
              </a:defRPr>
            </a:lvl1pPr>
          </a:lstStyle>
          <a:p>
            <a:pPr lvl="0"/>
            <a:r>
              <a:rPr lang="en-US"/>
              <a:t>Add text here</a:t>
            </a:r>
          </a:p>
        </p:txBody>
      </p:sp>
      <p:sp>
        <p:nvSpPr>
          <p:cNvPr id="74" name="Text Placeholder 27">
            <a:extLst>
              <a:ext uri="{FF2B5EF4-FFF2-40B4-BE49-F238E27FC236}">
                <a16:creationId xmlns:a16="http://schemas.microsoft.com/office/drawing/2014/main" id="{06E0D816-F4D9-1421-7884-277290A58DD8}"/>
              </a:ext>
            </a:extLst>
          </p:cNvPr>
          <p:cNvSpPr>
            <a:spLocks noGrp="1" noChangeAspect="1"/>
          </p:cNvSpPr>
          <p:nvPr userDrawn="1">
            <p:ph type="body" sz="quarter" idx="34" hasCustomPrompt="1"/>
          </p:nvPr>
        </p:nvSpPr>
        <p:spPr>
          <a:xfrm>
            <a:off x="5132073" y="4860817"/>
            <a:ext cx="2916524" cy="1241431"/>
          </a:xfrm>
          <a:prstGeom prst="roundRect">
            <a:avLst>
              <a:gd name="adj" fmla="val 11183"/>
            </a:avLst>
          </a:prstGeom>
          <a:solidFill>
            <a:schemeClr val="bg1">
              <a:lumMod val="85000"/>
              <a:alpha val="49000"/>
            </a:schemeClr>
          </a:solidFill>
          <a:ln w="25400">
            <a:solidFill>
              <a:schemeClr val="bg1"/>
            </a:solidFill>
          </a:ln>
        </p:spPr>
        <p:txBody>
          <a:bodyPr vert="horz" lIns="91440" tIns="45720" rIns="91440" bIns="45720" rtlCol="0" anchor="ctr">
            <a:noAutofit/>
          </a:bodyPr>
          <a:lstStyle>
            <a:lvl1pPr algn="ctr">
              <a:defRPr lang="en-US" sz="1800">
                <a:latin typeface="+mj-lt"/>
              </a:defRPr>
            </a:lvl1pPr>
          </a:lstStyle>
          <a:p>
            <a:pPr lvl="0"/>
            <a:r>
              <a:rPr lang="en-US"/>
              <a:t> </a:t>
            </a:r>
          </a:p>
        </p:txBody>
      </p:sp>
      <p:sp>
        <p:nvSpPr>
          <p:cNvPr id="75" name="Text Placeholder 27">
            <a:extLst>
              <a:ext uri="{FF2B5EF4-FFF2-40B4-BE49-F238E27FC236}">
                <a16:creationId xmlns:a16="http://schemas.microsoft.com/office/drawing/2014/main" id="{946CFB80-DF95-FCCE-5FDD-CE8C408E517F}"/>
              </a:ext>
            </a:extLst>
          </p:cNvPr>
          <p:cNvSpPr>
            <a:spLocks noGrp="1"/>
          </p:cNvSpPr>
          <p:nvPr userDrawn="1">
            <p:ph type="body" sz="quarter" idx="35" hasCustomPrompt="1"/>
          </p:nvPr>
        </p:nvSpPr>
        <p:spPr>
          <a:xfrm rot="21600000">
            <a:off x="5464137" y="4712196"/>
            <a:ext cx="2252395" cy="299683"/>
          </a:xfrm>
          <a:prstGeom prst="roundRect">
            <a:avLst>
              <a:gd name="adj" fmla="val 50000"/>
            </a:avLst>
          </a:prstGeom>
          <a:solidFill>
            <a:schemeClr val="bg2"/>
          </a:solidFill>
        </p:spPr>
        <p:txBody>
          <a:bodyPr anchor="ctr">
            <a:noAutofit/>
          </a:bodyPr>
          <a:lstStyle>
            <a:lvl1pPr algn="ctr">
              <a:defRPr sz="1100" spc="0">
                <a:solidFill>
                  <a:schemeClr val="bg1"/>
                </a:solidFill>
                <a:latin typeface="+mj-lt"/>
              </a:defRPr>
            </a:lvl1pPr>
          </a:lstStyle>
          <a:p>
            <a:pPr lvl="0"/>
            <a:r>
              <a:rPr lang="en-US"/>
              <a:t>Add text here</a:t>
            </a:r>
          </a:p>
        </p:txBody>
      </p:sp>
      <p:sp>
        <p:nvSpPr>
          <p:cNvPr id="76" name="Text Placeholder 27">
            <a:extLst>
              <a:ext uri="{FF2B5EF4-FFF2-40B4-BE49-F238E27FC236}">
                <a16:creationId xmlns:a16="http://schemas.microsoft.com/office/drawing/2014/main" id="{5F6E4B22-FC0A-9AD6-265F-61AC806510F6}"/>
              </a:ext>
            </a:extLst>
          </p:cNvPr>
          <p:cNvSpPr>
            <a:spLocks noGrp="1"/>
          </p:cNvSpPr>
          <p:nvPr userDrawn="1">
            <p:ph type="body" sz="quarter" idx="36" hasCustomPrompt="1"/>
          </p:nvPr>
        </p:nvSpPr>
        <p:spPr>
          <a:xfrm rot="21600000">
            <a:off x="5339238" y="5137390"/>
            <a:ext cx="2502195" cy="184666"/>
          </a:xfrm>
          <a:prstGeom prst="rect">
            <a:avLst/>
          </a:prstGeom>
          <a:noFill/>
        </p:spPr>
        <p:txBody>
          <a:bodyPr wrap="square" anchor="t">
            <a:spAutoFit/>
          </a:bodyPr>
          <a:lstStyle>
            <a:lvl1pPr algn="ctr">
              <a:spcBef>
                <a:spcPts val="400"/>
              </a:spcBef>
              <a:defRPr sz="1200" spc="0">
                <a:solidFill>
                  <a:schemeClr val="tx1"/>
                </a:solidFill>
                <a:latin typeface="+mn-lt"/>
                <a:cs typeface="Segoe Sans Display Semibold" pitchFamily="2" charset="0"/>
              </a:defRPr>
            </a:lvl1pPr>
          </a:lstStyle>
          <a:p>
            <a:pPr lvl="0"/>
            <a:r>
              <a:rPr lang="en-US"/>
              <a:t>Add text here</a:t>
            </a:r>
          </a:p>
        </p:txBody>
      </p:sp>
      <p:sp>
        <p:nvSpPr>
          <p:cNvPr id="77" name="Text Placeholder 27">
            <a:extLst>
              <a:ext uri="{FF2B5EF4-FFF2-40B4-BE49-F238E27FC236}">
                <a16:creationId xmlns:a16="http://schemas.microsoft.com/office/drawing/2014/main" id="{23DA9D44-BB1B-5CF5-C400-87502BCFE0B7}"/>
              </a:ext>
            </a:extLst>
          </p:cNvPr>
          <p:cNvSpPr>
            <a:spLocks noGrp="1" noChangeAspect="1"/>
          </p:cNvSpPr>
          <p:nvPr userDrawn="1">
            <p:ph type="body" sz="quarter" idx="37" hasCustomPrompt="1"/>
          </p:nvPr>
        </p:nvSpPr>
        <p:spPr>
          <a:xfrm>
            <a:off x="8856376" y="4860817"/>
            <a:ext cx="2916524" cy="1241431"/>
          </a:xfrm>
          <a:prstGeom prst="roundRect">
            <a:avLst>
              <a:gd name="adj" fmla="val 11183"/>
            </a:avLst>
          </a:prstGeom>
          <a:solidFill>
            <a:schemeClr val="bg1">
              <a:lumMod val="85000"/>
              <a:alpha val="49000"/>
            </a:schemeClr>
          </a:solidFill>
          <a:ln w="25400">
            <a:solidFill>
              <a:schemeClr val="bg1"/>
            </a:solidFill>
          </a:ln>
        </p:spPr>
        <p:txBody>
          <a:bodyPr vert="horz" lIns="91440" tIns="45720" rIns="91440" bIns="45720" rtlCol="0" anchor="ctr">
            <a:noAutofit/>
          </a:bodyPr>
          <a:lstStyle>
            <a:lvl1pPr algn="ctr">
              <a:defRPr lang="en-US" sz="1800">
                <a:latin typeface="+mj-lt"/>
              </a:defRPr>
            </a:lvl1pPr>
          </a:lstStyle>
          <a:p>
            <a:pPr lvl="0"/>
            <a:r>
              <a:rPr lang="en-US"/>
              <a:t> </a:t>
            </a:r>
          </a:p>
        </p:txBody>
      </p:sp>
      <p:sp>
        <p:nvSpPr>
          <p:cNvPr id="78" name="Text Placeholder 27">
            <a:extLst>
              <a:ext uri="{FF2B5EF4-FFF2-40B4-BE49-F238E27FC236}">
                <a16:creationId xmlns:a16="http://schemas.microsoft.com/office/drawing/2014/main" id="{81F99254-2D82-82FE-AFD8-450234FD7094}"/>
              </a:ext>
            </a:extLst>
          </p:cNvPr>
          <p:cNvSpPr>
            <a:spLocks noGrp="1"/>
          </p:cNvSpPr>
          <p:nvPr userDrawn="1">
            <p:ph type="body" sz="quarter" idx="38" hasCustomPrompt="1"/>
          </p:nvPr>
        </p:nvSpPr>
        <p:spPr>
          <a:xfrm rot="21600000">
            <a:off x="9188439" y="4712196"/>
            <a:ext cx="2252395" cy="299683"/>
          </a:xfrm>
          <a:prstGeom prst="roundRect">
            <a:avLst>
              <a:gd name="adj" fmla="val 50000"/>
            </a:avLst>
          </a:prstGeom>
          <a:solidFill>
            <a:schemeClr val="bg2"/>
          </a:solidFill>
        </p:spPr>
        <p:txBody>
          <a:bodyPr anchor="ctr">
            <a:noAutofit/>
          </a:bodyPr>
          <a:lstStyle>
            <a:lvl1pPr algn="ctr">
              <a:defRPr sz="1100" spc="0">
                <a:solidFill>
                  <a:schemeClr val="bg1"/>
                </a:solidFill>
                <a:latin typeface="+mj-lt"/>
              </a:defRPr>
            </a:lvl1pPr>
          </a:lstStyle>
          <a:p>
            <a:pPr lvl="0"/>
            <a:r>
              <a:rPr lang="en-US"/>
              <a:t>Add text here</a:t>
            </a:r>
          </a:p>
        </p:txBody>
      </p:sp>
      <p:sp>
        <p:nvSpPr>
          <p:cNvPr id="79" name="Text Placeholder 27">
            <a:extLst>
              <a:ext uri="{FF2B5EF4-FFF2-40B4-BE49-F238E27FC236}">
                <a16:creationId xmlns:a16="http://schemas.microsoft.com/office/drawing/2014/main" id="{DA0329EC-0AC0-836A-8631-EAAAD3597845}"/>
              </a:ext>
            </a:extLst>
          </p:cNvPr>
          <p:cNvSpPr>
            <a:spLocks noGrp="1"/>
          </p:cNvSpPr>
          <p:nvPr userDrawn="1">
            <p:ph type="body" sz="quarter" idx="39" hasCustomPrompt="1"/>
          </p:nvPr>
        </p:nvSpPr>
        <p:spPr>
          <a:xfrm rot="21600000">
            <a:off x="9063541" y="5137390"/>
            <a:ext cx="2502195" cy="184666"/>
          </a:xfrm>
          <a:prstGeom prst="rect">
            <a:avLst/>
          </a:prstGeom>
          <a:noFill/>
        </p:spPr>
        <p:txBody>
          <a:bodyPr wrap="square" anchor="t">
            <a:spAutoFit/>
          </a:bodyPr>
          <a:lstStyle>
            <a:lvl1pPr algn="ctr">
              <a:spcBef>
                <a:spcPts val="400"/>
              </a:spcBef>
              <a:defRPr sz="1200" spc="0">
                <a:solidFill>
                  <a:schemeClr val="tx1"/>
                </a:solidFill>
                <a:latin typeface="+mn-lt"/>
                <a:cs typeface="Segoe Sans Display Semibold" pitchFamily="2" charset="0"/>
              </a:defRPr>
            </a:lvl1pPr>
          </a:lstStyle>
          <a:p>
            <a:pPr lvl="0"/>
            <a:r>
              <a:rPr lang="en-US"/>
              <a:t>Add text here</a:t>
            </a:r>
          </a:p>
        </p:txBody>
      </p:sp>
      <p:sp>
        <p:nvSpPr>
          <p:cNvPr id="81" name="Text Placeholder 22">
            <a:extLst>
              <a:ext uri="{FF2B5EF4-FFF2-40B4-BE49-F238E27FC236}">
                <a16:creationId xmlns:a16="http://schemas.microsoft.com/office/drawing/2014/main" id="{CDEBFA14-0CE3-1717-6C34-BCF61B8EEFE4}"/>
              </a:ext>
            </a:extLst>
          </p:cNvPr>
          <p:cNvSpPr>
            <a:spLocks noGrp="1"/>
          </p:cNvSpPr>
          <p:nvPr userDrawn="1">
            <p:ph type="body" sz="quarter" idx="40" hasCustomPrompt="1"/>
          </p:nvPr>
        </p:nvSpPr>
        <p:spPr>
          <a:xfrm>
            <a:off x="5644674" y="3511043"/>
            <a:ext cx="901222" cy="901219"/>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000" spc="0">
                <a:latin typeface="+mj-lt"/>
              </a:defRPr>
            </a:lvl1pPr>
          </a:lstStyle>
          <a:p>
            <a:pPr lvl="0"/>
            <a:r>
              <a:rPr lang="en-US"/>
              <a:t> </a:t>
            </a:r>
          </a:p>
        </p:txBody>
      </p:sp>
      <p:sp>
        <p:nvSpPr>
          <p:cNvPr id="82" name="Text Placeholder 22">
            <a:extLst>
              <a:ext uri="{FF2B5EF4-FFF2-40B4-BE49-F238E27FC236}">
                <a16:creationId xmlns:a16="http://schemas.microsoft.com/office/drawing/2014/main" id="{B878E22F-DF0C-B49E-981F-3255F90B53C0}"/>
              </a:ext>
            </a:extLst>
          </p:cNvPr>
          <p:cNvSpPr>
            <a:spLocks noGrp="1"/>
          </p:cNvSpPr>
          <p:nvPr userDrawn="1">
            <p:ph type="body" sz="quarter" idx="41" hasCustomPrompt="1"/>
          </p:nvPr>
        </p:nvSpPr>
        <p:spPr>
          <a:xfrm>
            <a:off x="8473430" y="3511043"/>
            <a:ext cx="901222" cy="901219"/>
          </a:xfrm>
          <a:prstGeom prst="ellipse">
            <a:avLst/>
          </a:prstGeom>
          <a:gradFill>
            <a:gsLst>
              <a:gs pos="0">
                <a:schemeClr val="bg2"/>
              </a:gs>
              <a:gs pos="85000">
                <a:srgbClr val="432EC8"/>
              </a:gs>
            </a:gsLst>
            <a:path path="circle">
              <a:fillToRect l="100000" t="100000"/>
            </a:path>
          </a:gradFill>
        </p:spPr>
        <p:txBody>
          <a:bodyPr anchor="ctr">
            <a:noAutofit/>
          </a:bodyPr>
          <a:lstStyle>
            <a:lvl1pPr algn="ctr">
              <a:defRPr sz="2000" spc="0">
                <a:latin typeface="+mj-lt"/>
              </a:defRPr>
            </a:lvl1pPr>
          </a:lstStyle>
          <a:p>
            <a:pPr lvl="0"/>
            <a:r>
              <a:rPr lang="en-US"/>
              <a:t> </a:t>
            </a:r>
          </a:p>
        </p:txBody>
      </p:sp>
      <p:sp>
        <p:nvSpPr>
          <p:cNvPr id="83" name="Text Placeholder 27">
            <a:extLst>
              <a:ext uri="{FF2B5EF4-FFF2-40B4-BE49-F238E27FC236}">
                <a16:creationId xmlns:a16="http://schemas.microsoft.com/office/drawing/2014/main" id="{3B9DFA74-A512-E898-F98F-3531E31614A0}"/>
              </a:ext>
            </a:extLst>
          </p:cNvPr>
          <p:cNvSpPr>
            <a:spLocks noGrp="1"/>
          </p:cNvSpPr>
          <p:nvPr userDrawn="1">
            <p:ph type="body" sz="quarter" idx="42" hasCustomPrompt="1"/>
          </p:nvPr>
        </p:nvSpPr>
        <p:spPr>
          <a:xfrm rot="21600000">
            <a:off x="10341990" y="3853930"/>
            <a:ext cx="1229181" cy="215444"/>
          </a:xfrm>
          <a:prstGeom prst="rect">
            <a:avLst/>
          </a:prstGeom>
          <a:noFill/>
        </p:spPr>
        <p:txBody>
          <a:bodyPr wrap="square" anchor="ctr">
            <a:spAutoFit/>
          </a:bodyPr>
          <a:lstStyle>
            <a:lvl1pPr algn="r">
              <a:defRPr sz="1400" spc="0">
                <a:solidFill>
                  <a:schemeClr val="bg1"/>
                </a:solidFill>
                <a:latin typeface="+mn-lt"/>
                <a:cs typeface="Segoe Sans Display Semibold" pitchFamily="2" charset="0"/>
              </a:defRPr>
            </a:lvl1pPr>
          </a:lstStyle>
          <a:p>
            <a:pPr lvl="0"/>
            <a:r>
              <a:rPr lang="en-US"/>
              <a:t>Advanced</a:t>
            </a:r>
          </a:p>
        </p:txBody>
      </p:sp>
      <p:sp>
        <p:nvSpPr>
          <p:cNvPr id="84" name="Text Placeholder 27">
            <a:extLst>
              <a:ext uri="{FF2B5EF4-FFF2-40B4-BE49-F238E27FC236}">
                <a16:creationId xmlns:a16="http://schemas.microsoft.com/office/drawing/2014/main" id="{F8C8114A-A28F-D86B-7E1E-6C08BBE94C56}"/>
              </a:ext>
            </a:extLst>
          </p:cNvPr>
          <p:cNvSpPr>
            <a:spLocks noGrp="1"/>
          </p:cNvSpPr>
          <p:nvPr userDrawn="1">
            <p:ph type="body" sz="quarter" idx="43" hasCustomPrompt="1"/>
          </p:nvPr>
        </p:nvSpPr>
        <p:spPr>
          <a:xfrm rot="21600000">
            <a:off x="620829" y="3853930"/>
            <a:ext cx="1229181" cy="215444"/>
          </a:xfrm>
          <a:prstGeom prst="rect">
            <a:avLst/>
          </a:prstGeom>
          <a:noFill/>
        </p:spPr>
        <p:txBody>
          <a:bodyPr wrap="square" anchor="ctr">
            <a:spAutoFit/>
          </a:bodyPr>
          <a:lstStyle>
            <a:lvl1pPr algn="l">
              <a:defRPr sz="1400" spc="0">
                <a:solidFill>
                  <a:schemeClr val="bg1"/>
                </a:solidFill>
                <a:latin typeface="+mn-lt"/>
                <a:cs typeface="Segoe Sans Display Semibold" pitchFamily="2" charset="0"/>
              </a:defRPr>
            </a:lvl1pPr>
          </a:lstStyle>
          <a:p>
            <a:pPr lvl="0"/>
            <a:r>
              <a:rPr lang="en-US"/>
              <a:t>Simple</a:t>
            </a:r>
          </a:p>
        </p:txBody>
      </p:sp>
      <p:sp>
        <p:nvSpPr>
          <p:cNvPr id="87" name="Text Placeholder 27 - 1">
            <a:extLst>
              <a:ext uri="{FF2B5EF4-FFF2-40B4-BE49-F238E27FC236}">
                <a16:creationId xmlns:a16="http://schemas.microsoft.com/office/drawing/2014/main" id="{84766C04-13FF-F93D-ED67-84F69EF8796F}"/>
              </a:ext>
            </a:extLst>
          </p:cNvPr>
          <p:cNvSpPr>
            <a:spLocks noGrp="1" noChangeAspect="1"/>
          </p:cNvSpPr>
          <p:nvPr>
            <p:ph type="body" sz="quarter" idx="44" hasCustomPrompt="1"/>
          </p:nvPr>
        </p:nvSpPr>
        <p:spPr>
          <a:xfrm>
            <a:off x="1877362" y="3211108"/>
            <a:ext cx="0" cy="488934"/>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solidFill>
            <a:schemeClr val="bg1">
              <a:alpha val="15000"/>
            </a:schemeClr>
          </a:solidFill>
          <a:ln w="6350">
            <a:solidFill>
              <a:schemeClr val="bg1">
                <a:lumMod val="75000"/>
                <a:alpha val="50000"/>
              </a:schemeClr>
            </a:solidFill>
          </a:ln>
        </p:spPr>
        <p:txBody>
          <a:bodyPr lIns="91440" tIns="777240" rIns="91440" bIns="45720">
            <a:noAutofit/>
          </a:bodyPr>
          <a:lstStyle>
            <a:lvl1pPr algn="ctr">
              <a:defRPr sz="1400" spc="0">
                <a:solidFill>
                  <a:schemeClr val="bg1"/>
                </a:solidFill>
                <a:latin typeface="+mn-lt"/>
              </a:defRPr>
            </a:lvl1pPr>
          </a:lstStyle>
          <a:p>
            <a:pPr lvl="0"/>
            <a:r>
              <a:rPr lang="en-US"/>
              <a:t> </a:t>
            </a:r>
          </a:p>
        </p:txBody>
      </p:sp>
      <p:sp>
        <p:nvSpPr>
          <p:cNvPr id="88" name="Text Placeholder 27 - 1">
            <a:extLst>
              <a:ext uri="{FF2B5EF4-FFF2-40B4-BE49-F238E27FC236}">
                <a16:creationId xmlns:a16="http://schemas.microsoft.com/office/drawing/2014/main" id="{1BEE5409-6EB1-17DB-7967-AD4AF3B42FB6}"/>
              </a:ext>
            </a:extLst>
          </p:cNvPr>
          <p:cNvSpPr>
            <a:spLocks noGrp="1" noChangeAspect="1"/>
          </p:cNvSpPr>
          <p:nvPr>
            <p:ph type="body" sz="quarter" idx="45" hasCustomPrompt="1"/>
          </p:nvPr>
        </p:nvSpPr>
        <p:spPr>
          <a:xfrm>
            <a:off x="5601666" y="3211108"/>
            <a:ext cx="0" cy="488934"/>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solidFill>
            <a:schemeClr val="bg1">
              <a:alpha val="15000"/>
            </a:schemeClr>
          </a:solidFill>
          <a:ln w="6350">
            <a:solidFill>
              <a:schemeClr val="bg1">
                <a:lumMod val="75000"/>
                <a:alpha val="50000"/>
              </a:schemeClr>
            </a:solidFill>
          </a:ln>
        </p:spPr>
        <p:txBody>
          <a:bodyPr lIns="91440" tIns="777240" rIns="91440" bIns="45720">
            <a:noAutofit/>
          </a:bodyPr>
          <a:lstStyle>
            <a:lvl1pPr algn="ctr">
              <a:defRPr sz="1400" spc="0">
                <a:solidFill>
                  <a:schemeClr val="bg1"/>
                </a:solidFill>
                <a:latin typeface="+mn-lt"/>
              </a:defRPr>
            </a:lvl1pPr>
          </a:lstStyle>
          <a:p>
            <a:pPr lvl="0"/>
            <a:r>
              <a:rPr lang="en-US"/>
              <a:t> </a:t>
            </a:r>
          </a:p>
        </p:txBody>
      </p:sp>
      <p:sp>
        <p:nvSpPr>
          <p:cNvPr id="89" name="Text Placeholder 27 - 1">
            <a:extLst>
              <a:ext uri="{FF2B5EF4-FFF2-40B4-BE49-F238E27FC236}">
                <a16:creationId xmlns:a16="http://schemas.microsoft.com/office/drawing/2014/main" id="{67C3EAEE-5ECF-6372-7440-A78B15A4AB57}"/>
              </a:ext>
            </a:extLst>
          </p:cNvPr>
          <p:cNvSpPr>
            <a:spLocks noGrp="1" noChangeAspect="1"/>
          </p:cNvSpPr>
          <p:nvPr>
            <p:ph type="body" sz="quarter" idx="46" hasCustomPrompt="1"/>
          </p:nvPr>
        </p:nvSpPr>
        <p:spPr>
          <a:xfrm>
            <a:off x="9474873" y="3211108"/>
            <a:ext cx="0" cy="488934"/>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solidFill>
            <a:schemeClr val="bg1">
              <a:alpha val="15000"/>
            </a:schemeClr>
          </a:solidFill>
          <a:ln w="6350">
            <a:solidFill>
              <a:schemeClr val="bg1">
                <a:lumMod val="75000"/>
                <a:alpha val="50000"/>
              </a:schemeClr>
            </a:solidFill>
          </a:ln>
        </p:spPr>
        <p:txBody>
          <a:bodyPr lIns="91440" tIns="777240" rIns="91440" bIns="45720">
            <a:noAutofit/>
          </a:bodyPr>
          <a:lstStyle>
            <a:lvl1pPr algn="ctr">
              <a:defRPr sz="1400" spc="0">
                <a:solidFill>
                  <a:schemeClr val="bg1"/>
                </a:solidFill>
                <a:latin typeface="+mn-lt"/>
              </a:defRPr>
            </a:lvl1pPr>
          </a:lstStyle>
          <a:p>
            <a:pPr lvl="0"/>
            <a:r>
              <a:rPr lang="en-US"/>
              <a:t> </a:t>
            </a:r>
          </a:p>
        </p:txBody>
      </p:sp>
      <p:sp>
        <p:nvSpPr>
          <p:cNvPr id="90" name="Text Placeholder 27 - 1">
            <a:extLst>
              <a:ext uri="{FF2B5EF4-FFF2-40B4-BE49-F238E27FC236}">
                <a16:creationId xmlns:a16="http://schemas.microsoft.com/office/drawing/2014/main" id="{A6A86139-7A19-DA9A-D112-9ED4E168E5C6}"/>
              </a:ext>
            </a:extLst>
          </p:cNvPr>
          <p:cNvSpPr>
            <a:spLocks noGrp="1" noChangeAspect="1"/>
          </p:cNvSpPr>
          <p:nvPr>
            <p:ph type="body" sz="quarter" idx="47" hasCustomPrompt="1"/>
          </p:nvPr>
        </p:nvSpPr>
        <p:spPr>
          <a:xfrm>
            <a:off x="2716986" y="4223262"/>
            <a:ext cx="0" cy="488934"/>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solidFill>
            <a:schemeClr val="bg1">
              <a:alpha val="15000"/>
            </a:schemeClr>
          </a:solidFill>
          <a:ln w="6350">
            <a:solidFill>
              <a:schemeClr val="bg1">
                <a:lumMod val="75000"/>
                <a:alpha val="50000"/>
              </a:schemeClr>
            </a:solidFill>
          </a:ln>
        </p:spPr>
        <p:txBody>
          <a:bodyPr lIns="91440" tIns="777240" rIns="91440" bIns="45720">
            <a:noAutofit/>
          </a:bodyPr>
          <a:lstStyle>
            <a:lvl1pPr algn="ctr">
              <a:defRPr sz="1400" spc="0">
                <a:solidFill>
                  <a:schemeClr val="bg1"/>
                </a:solidFill>
                <a:latin typeface="+mn-lt"/>
              </a:defRPr>
            </a:lvl1pPr>
          </a:lstStyle>
          <a:p>
            <a:pPr lvl="0"/>
            <a:r>
              <a:rPr lang="en-US"/>
              <a:t> </a:t>
            </a:r>
          </a:p>
        </p:txBody>
      </p:sp>
      <p:sp>
        <p:nvSpPr>
          <p:cNvPr id="91" name="Text Placeholder 27 - 1">
            <a:extLst>
              <a:ext uri="{FF2B5EF4-FFF2-40B4-BE49-F238E27FC236}">
                <a16:creationId xmlns:a16="http://schemas.microsoft.com/office/drawing/2014/main" id="{2381C505-48FE-A3E3-1A63-6773F0F36B82}"/>
              </a:ext>
            </a:extLst>
          </p:cNvPr>
          <p:cNvSpPr>
            <a:spLocks noGrp="1" noChangeAspect="1"/>
          </p:cNvSpPr>
          <p:nvPr>
            <p:ph type="body" sz="quarter" idx="48" hasCustomPrompt="1"/>
          </p:nvPr>
        </p:nvSpPr>
        <p:spPr>
          <a:xfrm>
            <a:off x="6590334" y="4223262"/>
            <a:ext cx="0" cy="488934"/>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solidFill>
            <a:schemeClr val="bg1">
              <a:alpha val="15000"/>
            </a:schemeClr>
          </a:solidFill>
          <a:ln w="6350">
            <a:solidFill>
              <a:schemeClr val="bg1">
                <a:lumMod val="75000"/>
                <a:alpha val="50000"/>
              </a:schemeClr>
            </a:solidFill>
          </a:ln>
        </p:spPr>
        <p:txBody>
          <a:bodyPr lIns="91440" tIns="777240" rIns="91440" bIns="45720">
            <a:noAutofit/>
          </a:bodyPr>
          <a:lstStyle>
            <a:lvl1pPr algn="ctr">
              <a:defRPr sz="1400" spc="0">
                <a:solidFill>
                  <a:schemeClr val="bg1"/>
                </a:solidFill>
                <a:latin typeface="+mn-lt"/>
              </a:defRPr>
            </a:lvl1pPr>
          </a:lstStyle>
          <a:p>
            <a:pPr lvl="0"/>
            <a:r>
              <a:rPr lang="en-US"/>
              <a:t> </a:t>
            </a:r>
          </a:p>
        </p:txBody>
      </p:sp>
      <p:sp>
        <p:nvSpPr>
          <p:cNvPr id="92" name="Text Placeholder 27 - 1">
            <a:extLst>
              <a:ext uri="{FF2B5EF4-FFF2-40B4-BE49-F238E27FC236}">
                <a16:creationId xmlns:a16="http://schemas.microsoft.com/office/drawing/2014/main" id="{0EA353AF-C068-2C8D-D824-D26F952BA914}"/>
              </a:ext>
            </a:extLst>
          </p:cNvPr>
          <p:cNvSpPr>
            <a:spLocks noGrp="1" noChangeAspect="1"/>
          </p:cNvSpPr>
          <p:nvPr>
            <p:ph type="body" sz="quarter" idx="49" hasCustomPrompt="1"/>
          </p:nvPr>
        </p:nvSpPr>
        <p:spPr>
          <a:xfrm>
            <a:off x="10314637" y="4223262"/>
            <a:ext cx="0" cy="488934"/>
          </a:xfrm>
          <a:custGeom>
            <a:avLst/>
            <a:gdLst>
              <a:gd name="csX0" fmla="*/ 0 w 2916524"/>
              <a:gd name="csY0" fmla="*/ 0 h 1241431"/>
              <a:gd name="csX1" fmla="*/ 2916524 w 2916524"/>
              <a:gd name="csY1" fmla="*/ 0 h 1241431"/>
              <a:gd name="csX2" fmla="*/ 2916524 w 2916524"/>
              <a:gd name="csY2" fmla="*/ 1241431 h 1241431"/>
              <a:gd name="csX3" fmla="*/ 0 w 2916524"/>
              <a:gd name="csY3" fmla="*/ 1241431 h 1241431"/>
              <a:gd name="csX4" fmla="*/ 0 w 2916524"/>
              <a:gd name="csY4" fmla="*/ 0 h 1241431"/>
              <a:gd name="csX0" fmla="*/ 2916524 w 3007964"/>
              <a:gd name="csY0" fmla="*/ 0 h 1241431"/>
              <a:gd name="csX1" fmla="*/ 2916524 w 3007964"/>
              <a:gd name="csY1" fmla="*/ 1241431 h 1241431"/>
              <a:gd name="csX2" fmla="*/ 0 w 3007964"/>
              <a:gd name="csY2" fmla="*/ 1241431 h 1241431"/>
              <a:gd name="csX3" fmla="*/ 0 w 3007964"/>
              <a:gd name="csY3" fmla="*/ 0 h 1241431"/>
              <a:gd name="csX4" fmla="*/ 3007964 w 3007964"/>
              <a:gd name="csY4" fmla="*/ 91440 h 1241431"/>
              <a:gd name="csX0" fmla="*/ 2916524 w 2916524"/>
              <a:gd name="csY0" fmla="*/ 0 h 1241431"/>
              <a:gd name="csX1" fmla="*/ 2916524 w 2916524"/>
              <a:gd name="csY1" fmla="*/ 1241431 h 1241431"/>
              <a:gd name="csX2" fmla="*/ 0 w 2916524"/>
              <a:gd name="csY2" fmla="*/ 1241431 h 1241431"/>
              <a:gd name="csX3" fmla="*/ 0 w 2916524"/>
              <a:gd name="csY3" fmla="*/ 0 h 1241431"/>
              <a:gd name="csX0" fmla="*/ 2916524 w 2916524"/>
              <a:gd name="csY0" fmla="*/ 1241431 h 1241431"/>
              <a:gd name="csX1" fmla="*/ 0 w 2916524"/>
              <a:gd name="csY1" fmla="*/ 1241431 h 1241431"/>
              <a:gd name="csX2" fmla="*/ 0 w 2916524"/>
              <a:gd name="csY2" fmla="*/ 0 h 1241431"/>
              <a:gd name="csX0" fmla="*/ 0 w 0"/>
              <a:gd name="csY0" fmla="*/ 1241431 h 1241431"/>
              <a:gd name="csX1" fmla="*/ 0 w 0"/>
              <a:gd name="csY1" fmla="*/ 0 h 1241431"/>
            </a:gdLst>
            <a:ahLst/>
            <a:cxnLst>
              <a:cxn ang="0">
                <a:pos x="csX0" y="csY0"/>
              </a:cxn>
              <a:cxn ang="0">
                <a:pos x="csX1" y="csY1"/>
              </a:cxn>
            </a:cxnLst>
            <a:rect l="l" t="t" r="r" b="b"/>
            <a:pathLst>
              <a:path h="1241431">
                <a:moveTo>
                  <a:pt x="0" y="1241431"/>
                </a:moveTo>
                <a:lnTo>
                  <a:pt x="0" y="0"/>
                </a:lnTo>
              </a:path>
            </a:pathLst>
          </a:custGeom>
          <a:solidFill>
            <a:schemeClr val="bg1">
              <a:alpha val="15000"/>
            </a:schemeClr>
          </a:solidFill>
          <a:ln w="6350">
            <a:solidFill>
              <a:schemeClr val="bg1">
                <a:lumMod val="75000"/>
                <a:alpha val="50000"/>
              </a:schemeClr>
            </a:solidFill>
          </a:ln>
        </p:spPr>
        <p:txBody>
          <a:bodyPr lIns="91440" tIns="777240" rIns="91440" bIns="45720">
            <a:noAutofit/>
          </a:bodyPr>
          <a:lstStyle>
            <a:lvl1pPr algn="ctr">
              <a:defRPr sz="1400" spc="0">
                <a:solidFill>
                  <a:schemeClr val="bg1"/>
                </a:solidFill>
                <a:latin typeface="+mn-lt"/>
              </a:defRPr>
            </a:lvl1pPr>
          </a:lstStyle>
          <a:p>
            <a:pPr lvl="0"/>
            <a:r>
              <a:rPr lang="en-US"/>
              <a:t> </a:t>
            </a:r>
          </a:p>
        </p:txBody>
      </p:sp>
    </p:spTree>
    <p:extLst>
      <p:ext uri="{BB962C8B-B14F-4D97-AF65-F5344CB8AC3E}">
        <p14:creationId xmlns:p14="http://schemas.microsoft.com/office/powerpoint/2010/main" val="104285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0">
                                            <p:bg/>
                                          </p:spTgt>
                                        </p:tgtEl>
                                        <p:attrNameLst>
                                          <p:attrName>style.visibility</p:attrName>
                                        </p:attrNameLst>
                                      </p:cBhvr>
                                      <p:to>
                                        <p:strVal val="visible"/>
                                      </p:to>
                                    </p:set>
                                    <p:animEffect transition="in" filter="fade">
                                      <p:cBhvr>
                                        <p:cTn id="7" dur="500"/>
                                        <p:tgtEl>
                                          <p:spTgt spid="80">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
                                            <p:txEl>
                                              <p:pRg st="0" end="0"/>
                                            </p:txEl>
                                          </p:spTgt>
                                        </p:tgtEl>
                                        <p:attrNameLst>
                                          <p:attrName>style.visibility</p:attrName>
                                        </p:attrNameLst>
                                      </p:cBhvr>
                                      <p:to>
                                        <p:strVal val="visible"/>
                                      </p:to>
                                    </p:set>
                                    <p:animEffect transition="in" filter="fade">
                                      <p:cBhvr>
                                        <p:cTn id="10" dur="500"/>
                                        <p:tgtEl>
                                          <p:spTgt spid="80">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1">
                                            <p:bg/>
                                          </p:spTgt>
                                        </p:tgtEl>
                                        <p:attrNameLst>
                                          <p:attrName>style.visibility</p:attrName>
                                        </p:attrNameLst>
                                      </p:cBhvr>
                                      <p:to>
                                        <p:strVal val="visible"/>
                                      </p:to>
                                    </p:set>
                                    <p:animEffect transition="in" filter="fade">
                                      <p:cBhvr>
                                        <p:cTn id="13" dur="500"/>
                                        <p:tgtEl>
                                          <p:spTgt spid="81">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1">
                                            <p:txEl>
                                              <p:pRg st="0" end="0"/>
                                            </p:txEl>
                                          </p:spTgt>
                                        </p:tgtEl>
                                        <p:attrNameLst>
                                          <p:attrName>style.visibility</p:attrName>
                                        </p:attrNameLst>
                                      </p:cBhvr>
                                      <p:to>
                                        <p:strVal val="visible"/>
                                      </p:to>
                                    </p:set>
                                    <p:animEffect transition="in" filter="fade">
                                      <p:cBhvr>
                                        <p:cTn id="16" dur="500"/>
                                        <p:tgtEl>
                                          <p:spTgt spid="81">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2">
                                            <p:bg/>
                                          </p:spTgt>
                                        </p:tgtEl>
                                        <p:attrNameLst>
                                          <p:attrName>style.visibility</p:attrName>
                                        </p:attrNameLst>
                                      </p:cBhvr>
                                      <p:to>
                                        <p:strVal val="visible"/>
                                      </p:to>
                                    </p:set>
                                    <p:animEffect transition="in" filter="fade">
                                      <p:cBhvr>
                                        <p:cTn id="19" dur="500"/>
                                        <p:tgtEl>
                                          <p:spTgt spid="82">
                                            <p:bg/>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2">
                                            <p:txEl>
                                              <p:pRg st="0" end="0"/>
                                            </p:txEl>
                                          </p:spTgt>
                                        </p:tgtEl>
                                        <p:attrNameLst>
                                          <p:attrName>style.visibility</p:attrName>
                                        </p:attrNameLst>
                                      </p:cBhvr>
                                      <p:to>
                                        <p:strVal val="visible"/>
                                      </p:to>
                                    </p:set>
                                    <p:animEffect transition="in" filter="fade">
                                      <p:cBhvr>
                                        <p:cTn id="22" dur="500"/>
                                        <p:tgtEl>
                                          <p:spTgt spid="82">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childTnLst>
                                </p:cTn>
                              </p:par>
                              <p:par>
                                <p:cTn id="26" presetID="42" presetClass="path" presetSubtype="0" decel="100000" fill="hold" grpId="1" nodeType="withEffect">
                                  <p:stCondLst>
                                    <p:cond delay="0"/>
                                  </p:stCondLst>
                                  <p:childTnLst>
                                    <p:animMotion origin="layout" path="M 1.25E-6 0.03889 L 1.25E-6 1.85185E-6 " pathEditMode="relative" rAng="0" ptsTypes="AA">
                                      <p:cBhvr>
                                        <p:cTn id="27" dur="750" fill="hold"/>
                                        <p:tgtEl>
                                          <p:spTgt spid="53"/>
                                        </p:tgtEl>
                                        <p:attrNameLst>
                                          <p:attrName>ppt_x</p:attrName>
                                          <p:attrName>ppt_y</p:attrName>
                                        </p:attrNameLst>
                                      </p:cBhvr>
                                      <p:rCtr x="0" y="-1944"/>
                                    </p:animMotion>
                                  </p:childTnLst>
                                </p:cTn>
                              </p:par>
                              <p:par>
                                <p:cTn id="28" presetID="10" presetClass="entr" presetSubtype="0"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500"/>
                                        <p:tgtEl>
                                          <p:spTgt spid="40"/>
                                        </p:tgtEl>
                                      </p:cBhvr>
                                    </p:animEffect>
                                  </p:childTnLst>
                                </p:cTn>
                              </p:par>
                              <p:par>
                                <p:cTn id="31" presetID="42" presetClass="path" presetSubtype="0" decel="100000" fill="hold" grpId="1" nodeType="withEffect">
                                  <p:stCondLst>
                                    <p:cond delay="0"/>
                                  </p:stCondLst>
                                  <p:childTnLst>
                                    <p:animMotion origin="layout" path="M 1.25E-6 0.03889 L 1.25E-6 1.85185E-6 " pathEditMode="relative" rAng="0" ptsTypes="AA">
                                      <p:cBhvr>
                                        <p:cTn id="32" dur="750" fill="hold"/>
                                        <p:tgtEl>
                                          <p:spTgt spid="40"/>
                                        </p:tgtEl>
                                        <p:attrNameLst>
                                          <p:attrName>ppt_x</p:attrName>
                                          <p:attrName>ppt_y</p:attrName>
                                        </p:attrNameLst>
                                      </p:cBhvr>
                                      <p:rCtr x="0" y="-1944"/>
                                    </p:animMotion>
                                  </p:childTnLst>
                                </p:cTn>
                              </p:par>
                              <p:par>
                                <p:cTn id="33" presetID="10"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500"/>
                                        <p:tgtEl>
                                          <p:spTgt spid="55"/>
                                        </p:tgtEl>
                                      </p:cBhvr>
                                    </p:animEffect>
                                  </p:childTnLst>
                                </p:cTn>
                              </p:par>
                              <p:par>
                                <p:cTn id="36" presetID="42" presetClass="path" presetSubtype="0" decel="100000" fill="hold" grpId="1" nodeType="withEffect">
                                  <p:stCondLst>
                                    <p:cond delay="0"/>
                                  </p:stCondLst>
                                  <p:childTnLst>
                                    <p:animMotion origin="layout" path="M 1.25E-6 0.03889 L 1.25E-6 1.85185E-6 " pathEditMode="relative" rAng="0" ptsTypes="AA">
                                      <p:cBhvr>
                                        <p:cTn id="37" dur="750" fill="hold"/>
                                        <p:tgtEl>
                                          <p:spTgt spid="55"/>
                                        </p:tgtEl>
                                        <p:attrNameLst>
                                          <p:attrName>ppt_x</p:attrName>
                                          <p:attrName>ppt_y</p:attrName>
                                        </p:attrNameLst>
                                      </p:cBhvr>
                                      <p:rCtr x="0" y="-1944"/>
                                    </p:animMotion>
                                  </p:childTnLst>
                                </p:cTn>
                              </p:par>
                              <p:par>
                                <p:cTn id="38" presetID="10" presetClass="entr" presetSubtype="0"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42" presetClass="path" presetSubtype="0" decel="100000" fill="hold" grpId="1" nodeType="withEffect">
                                  <p:stCondLst>
                                    <p:cond delay="0"/>
                                  </p:stCondLst>
                                  <p:childTnLst>
                                    <p:animMotion origin="layout" path="M 1.25E-6 0.03889 L 1.25E-6 1.85185E-6 " pathEditMode="relative" rAng="0" ptsTypes="AA">
                                      <p:cBhvr>
                                        <p:cTn id="42" dur="750" fill="hold"/>
                                        <p:tgtEl>
                                          <p:spTgt spid="56"/>
                                        </p:tgtEl>
                                        <p:attrNameLst>
                                          <p:attrName>ppt_x</p:attrName>
                                          <p:attrName>ppt_y</p:attrName>
                                        </p:attrNameLst>
                                      </p:cBhvr>
                                      <p:rCtr x="0" y="-1944"/>
                                    </p:animMotion>
                                  </p:childTnLst>
                                </p:cTn>
                              </p:par>
                              <p:par>
                                <p:cTn id="43" presetID="10" presetClass="entr" presetSubtype="0" fill="hold" grpId="0" nodeType="with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fade">
                                      <p:cBhvr>
                                        <p:cTn id="45" dur="500"/>
                                        <p:tgtEl>
                                          <p:spTgt spid="57"/>
                                        </p:tgtEl>
                                      </p:cBhvr>
                                    </p:animEffect>
                                  </p:childTnLst>
                                </p:cTn>
                              </p:par>
                              <p:par>
                                <p:cTn id="46" presetID="42" presetClass="path" presetSubtype="0" decel="100000" fill="hold" grpId="1" nodeType="withEffect">
                                  <p:stCondLst>
                                    <p:cond delay="0"/>
                                  </p:stCondLst>
                                  <p:childTnLst>
                                    <p:animMotion origin="layout" path="M 1.25E-6 0.03889 L 1.25E-6 1.85185E-6 " pathEditMode="relative" rAng="0" ptsTypes="AA">
                                      <p:cBhvr>
                                        <p:cTn id="47" dur="750" fill="hold"/>
                                        <p:tgtEl>
                                          <p:spTgt spid="57"/>
                                        </p:tgtEl>
                                        <p:attrNameLst>
                                          <p:attrName>ppt_x</p:attrName>
                                          <p:attrName>ppt_y</p:attrName>
                                        </p:attrNameLst>
                                      </p:cBhvr>
                                      <p:rCtr x="0" y="-1944"/>
                                    </p:animMotion>
                                  </p:childTnLst>
                                </p:cTn>
                              </p:par>
                              <p:par>
                                <p:cTn id="48" presetID="10" presetClass="entr" presetSubtype="0" fill="hold" grpId="0" nodeType="with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par>
                                <p:cTn id="51" presetID="42" presetClass="path" presetSubtype="0" decel="100000" fill="hold" grpId="1" nodeType="withEffect">
                                  <p:stCondLst>
                                    <p:cond delay="0"/>
                                  </p:stCondLst>
                                  <p:childTnLst>
                                    <p:animMotion origin="layout" path="M 1.25E-6 0.03889 L 1.25E-6 1.85185E-6 " pathEditMode="relative" rAng="0" ptsTypes="AA">
                                      <p:cBhvr>
                                        <p:cTn id="52" dur="750" fill="hold"/>
                                        <p:tgtEl>
                                          <p:spTgt spid="58"/>
                                        </p:tgtEl>
                                        <p:attrNameLst>
                                          <p:attrName>ppt_x</p:attrName>
                                          <p:attrName>ppt_y</p:attrName>
                                        </p:attrNameLst>
                                      </p:cBhvr>
                                      <p:rCtr x="0" y="-1944"/>
                                    </p:animMotion>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42" presetClass="path" presetSubtype="0" decel="100000" fill="hold" grpId="1" nodeType="withEffect">
                                  <p:stCondLst>
                                    <p:cond delay="0"/>
                                  </p:stCondLst>
                                  <p:childTnLst>
                                    <p:animMotion origin="layout" path="M 1.25E-6 0.03889 L 1.25E-6 1.85185E-6 " pathEditMode="relative" rAng="0" ptsTypes="AA">
                                      <p:cBhvr>
                                        <p:cTn id="57" dur="750" fill="hold"/>
                                        <p:tgtEl>
                                          <p:spTgt spid="59"/>
                                        </p:tgtEl>
                                        <p:attrNameLst>
                                          <p:attrName>ppt_x</p:attrName>
                                          <p:attrName>ppt_y</p:attrName>
                                        </p:attrNameLst>
                                      </p:cBhvr>
                                      <p:rCtr x="0" y="-1944"/>
                                    </p:animMotion>
                                  </p:childTnLst>
                                </p:cTn>
                              </p:par>
                              <p:par>
                                <p:cTn id="58" presetID="10" presetClass="entr" presetSubtype="0" fill="hold" grpId="0" nodeType="withEffect">
                                  <p:stCondLst>
                                    <p:cond delay="0"/>
                                  </p:stCondLst>
                                  <p:childTnLst>
                                    <p:set>
                                      <p:cBhvr>
                                        <p:cTn id="59" dur="1" fill="hold">
                                          <p:stCondLst>
                                            <p:cond delay="0"/>
                                          </p:stCondLst>
                                        </p:cTn>
                                        <p:tgtEl>
                                          <p:spTgt spid="60"/>
                                        </p:tgtEl>
                                        <p:attrNameLst>
                                          <p:attrName>style.visibility</p:attrName>
                                        </p:attrNameLst>
                                      </p:cBhvr>
                                      <p:to>
                                        <p:strVal val="visible"/>
                                      </p:to>
                                    </p:set>
                                    <p:animEffect transition="in" filter="fade">
                                      <p:cBhvr>
                                        <p:cTn id="60" dur="500"/>
                                        <p:tgtEl>
                                          <p:spTgt spid="60"/>
                                        </p:tgtEl>
                                      </p:cBhvr>
                                    </p:animEffect>
                                  </p:childTnLst>
                                </p:cTn>
                              </p:par>
                              <p:par>
                                <p:cTn id="61" presetID="42" presetClass="path" presetSubtype="0" decel="100000" fill="hold" grpId="1" nodeType="withEffect">
                                  <p:stCondLst>
                                    <p:cond delay="0"/>
                                  </p:stCondLst>
                                  <p:childTnLst>
                                    <p:animMotion origin="layout" path="M 1.25E-6 0.03889 L 1.25E-6 1.85185E-6 " pathEditMode="relative" rAng="0" ptsTypes="AA">
                                      <p:cBhvr>
                                        <p:cTn id="62" dur="750" fill="hold"/>
                                        <p:tgtEl>
                                          <p:spTgt spid="60"/>
                                        </p:tgtEl>
                                        <p:attrNameLst>
                                          <p:attrName>ppt_x</p:attrName>
                                          <p:attrName>ppt_y</p:attrName>
                                        </p:attrNameLst>
                                      </p:cBhvr>
                                      <p:rCtr x="0" y="-1944"/>
                                    </p:animMotion>
                                  </p:childTnLst>
                                </p:cTn>
                              </p:par>
                              <p:par>
                                <p:cTn id="63" presetID="10" presetClass="entr" presetSubtype="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animEffect transition="in" filter="fade">
                                      <p:cBhvr>
                                        <p:cTn id="65" dur="500"/>
                                        <p:tgtEl>
                                          <p:spTgt spid="61"/>
                                        </p:tgtEl>
                                      </p:cBhvr>
                                    </p:animEffect>
                                  </p:childTnLst>
                                </p:cTn>
                              </p:par>
                              <p:par>
                                <p:cTn id="66" presetID="42" presetClass="path" presetSubtype="0" decel="100000" fill="hold" grpId="1" nodeType="withEffect">
                                  <p:stCondLst>
                                    <p:cond delay="0"/>
                                  </p:stCondLst>
                                  <p:childTnLst>
                                    <p:animMotion origin="layout" path="M 1.25E-6 0.03889 L 1.25E-6 1.85185E-6 " pathEditMode="relative" rAng="0" ptsTypes="AA">
                                      <p:cBhvr>
                                        <p:cTn id="67" dur="750" fill="hold"/>
                                        <p:tgtEl>
                                          <p:spTgt spid="61"/>
                                        </p:tgtEl>
                                        <p:attrNameLst>
                                          <p:attrName>ppt_x</p:attrName>
                                          <p:attrName>ppt_y</p:attrName>
                                        </p:attrNameLst>
                                      </p:cBhvr>
                                      <p:rCtr x="0" y="-1944"/>
                                    </p:animMotion>
                                  </p:childTnLst>
                                </p:cTn>
                              </p:par>
                              <p:par>
                                <p:cTn id="68" presetID="10" presetClass="entr" presetSubtype="0" fill="hold" grpId="0" nodeType="with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fade">
                                      <p:cBhvr>
                                        <p:cTn id="70" dur="500"/>
                                        <p:tgtEl>
                                          <p:spTgt spid="71"/>
                                        </p:tgtEl>
                                      </p:cBhvr>
                                    </p:animEffect>
                                  </p:childTnLst>
                                </p:cTn>
                              </p:par>
                              <p:par>
                                <p:cTn id="71" presetID="42" presetClass="path" presetSubtype="0" decel="100000" fill="hold" grpId="1" nodeType="withEffect">
                                  <p:stCondLst>
                                    <p:cond delay="0"/>
                                  </p:stCondLst>
                                  <p:childTnLst>
                                    <p:animMotion origin="layout" path="M -3.75E-6 -0.03472 L -3.75E-6 1.85185E-6 " pathEditMode="relative" rAng="0" ptsTypes="AA">
                                      <p:cBhvr>
                                        <p:cTn id="72" dur="750" fill="hold"/>
                                        <p:tgtEl>
                                          <p:spTgt spid="71"/>
                                        </p:tgtEl>
                                        <p:attrNameLst>
                                          <p:attrName>ppt_x</p:attrName>
                                          <p:attrName>ppt_y</p:attrName>
                                        </p:attrNameLst>
                                      </p:cBhvr>
                                      <p:rCtr x="0" y="1736"/>
                                    </p:animMotion>
                                  </p:childTnLst>
                                </p:cTn>
                              </p:par>
                              <p:par>
                                <p:cTn id="73" presetID="10"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fade">
                                      <p:cBhvr>
                                        <p:cTn id="75" dur="500"/>
                                        <p:tgtEl>
                                          <p:spTgt spid="72"/>
                                        </p:tgtEl>
                                      </p:cBhvr>
                                    </p:animEffect>
                                  </p:childTnLst>
                                </p:cTn>
                              </p:par>
                              <p:par>
                                <p:cTn id="76" presetID="42" presetClass="path" presetSubtype="0" decel="100000" fill="hold" grpId="1" nodeType="withEffect">
                                  <p:stCondLst>
                                    <p:cond delay="0"/>
                                  </p:stCondLst>
                                  <p:childTnLst>
                                    <p:animMotion origin="layout" path="M -3.75E-6 -0.03472 L -3.75E-6 1.85185E-6 " pathEditMode="relative" rAng="0" ptsTypes="AA">
                                      <p:cBhvr>
                                        <p:cTn id="77" dur="750" fill="hold"/>
                                        <p:tgtEl>
                                          <p:spTgt spid="72"/>
                                        </p:tgtEl>
                                        <p:attrNameLst>
                                          <p:attrName>ppt_x</p:attrName>
                                          <p:attrName>ppt_y</p:attrName>
                                        </p:attrNameLst>
                                      </p:cBhvr>
                                      <p:rCtr x="0" y="1736"/>
                                    </p:animMotion>
                                  </p:childTnLst>
                                </p:cTn>
                              </p:par>
                              <p:par>
                                <p:cTn id="78" presetID="10" presetClass="entr" presetSubtype="0" fill="hold" grpId="0" nodeType="withEffect">
                                  <p:stCondLst>
                                    <p:cond delay="0"/>
                                  </p:stCondLst>
                                  <p:childTnLst>
                                    <p:set>
                                      <p:cBhvr>
                                        <p:cTn id="79" dur="1" fill="hold">
                                          <p:stCondLst>
                                            <p:cond delay="0"/>
                                          </p:stCondLst>
                                        </p:cTn>
                                        <p:tgtEl>
                                          <p:spTgt spid="73"/>
                                        </p:tgtEl>
                                        <p:attrNameLst>
                                          <p:attrName>style.visibility</p:attrName>
                                        </p:attrNameLst>
                                      </p:cBhvr>
                                      <p:to>
                                        <p:strVal val="visible"/>
                                      </p:to>
                                    </p:set>
                                    <p:animEffect transition="in" filter="fade">
                                      <p:cBhvr>
                                        <p:cTn id="80" dur="500"/>
                                        <p:tgtEl>
                                          <p:spTgt spid="73"/>
                                        </p:tgtEl>
                                      </p:cBhvr>
                                    </p:animEffect>
                                  </p:childTnLst>
                                </p:cTn>
                              </p:par>
                              <p:par>
                                <p:cTn id="81" presetID="42" presetClass="path" presetSubtype="0" decel="100000" fill="hold" grpId="1" nodeType="withEffect">
                                  <p:stCondLst>
                                    <p:cond delay="0"/>
                                  </p:stCondLst>
                                  <p:childTnLst>
                                    <p:animMotion origin="layout" path="M -3.75E-6 -0.03472 L -3.75E-6 1.85185E-6 " pathEditMode="relative" rAng="0" ptsTypes="AA">
                                      <p:cBhvr>
                                        <p:cTn id="82" dur="750" fill="hold"/>
                                        <p:tgtEl>
                                          <p:spTgt spid="73"/>
                                        </p:tgtEl>
                                        <p:attrNameLst>
                                          <p:attrName>ppt_x</p:attrName>
                                          <p:attrName>ppt_y</p:attrName>
                                        </p:attrNameLst>
                                      </p:cBhvr>
                                      <p:rCtr x="0" y="1736"/>
                                    </p:animMotion>
                                  </p:childTnLst>
                                </p:cTn>
                              </p:par>
                              <p:par>
                                <p:cTn id="83" presetID="10" presetClass="entr" presetSubtype="0" fill="hold" grpId="0" nodeType="withEffect">
                                  <p:stCondLst>
                                    <p:cond delay="0"/>
                                  </p:stCondLst>
                                  <p:childTnLst>
                                    <p:set>
                                      <p:cBhvr>
                                        <p:cTn id="84" dur="1" fill="hold">
                                          <p:stCondLst>
                                            <p:cond delay="0"/>
                                          </p:stCondLst>
                                        </p:cTn>
                                        <p:tgtEl>
                                          <p:spTgt spid="74"/>
                                        </p:tgtEl>
                                        <p:attrNameLst>
                                          <p:attrName>style.visibility</p:attrName>
                                        </p:attrNameLst>
                                      </p:cBhvr>
                                      <p:to>
                                        <p:strVal val="visible"/>
                                      </p:to>
                                    </p:set>
                                    <p:animEffect transition="in" filter="fade">
                                      <p:cBhvr>
                                        <p:cTn id="85" dur="500"/>
                                        <p:tgtEl>
                                          <p:spTgt spid="74"/>
                                        </p:tgtEl>
                                      </p:cBhvr>
                                    </p:animEffect>
                                  </p:childTnLst>
                                </p:cTn>
                              </p:par>
                              <p:par>
                                <p:cTn id="86" presetID="42" presetClass="path" presetSubtype="0" decel="100000" fill="hold" grpId="1" nodeType="withEffect">
                                  <p:stCondLst>
                                    <p:cond delay="0"/>
                                  </p:stCondLst>
                                  <p:childTnLst>
                                    <p:animMotion origin="layout" path="M -3.75E-6 -0.03472 L -3.75E-6 1.85185E-6 " pathEditMode="relative" rAng="0" ptsTypes="AA">
                                      <p:cBhvr>
                                        <p:cTn id="87" dur="750" fill="hold"/>
                                        <p:tgtEl>
                                          <p:spTgt spid="74"/>
                                        </p:tgtEl>
                                        <p:attrNameLst>
                                          <p:attrName>ppt_x</p:attrName>
                                          <p:attrName>ppt_y</p:attrName>
                                        </p:attrNameLst>
                                      </p:cBhvr>
                                      <p:rCtr x="0" y="1736"/>
                                    </p:animMotion>
                                  </p:childTnLst>
                                </p:cTn>
                              </p:par>
                              <p:par>
                                <p:cTn id="88" presetID="10" presetClass="entr" presetSubtype="0" fill="hold" grpId="0" nodeType="withEffect">
                                  <p:stCondLst>
                                    <p:cond delay="0"/>
                                  </p:stCondLst>
                                  <p:childTnLst>
                                    <p:set>
                                      <p:cBhvr>
                                        <p:cTn id="89" dur="1" fill="hold">
                                          <p:stCondLst>
                                            <p:cond delay="0"/>
                                          </p:stCondLst>
                                        </p:cTn>
                                        <p:tgtEl>
                                          <p:spTgt spid="75"/>
                                        </p:tgtEl>
                                        <p:attrNameLst>
                                          <p:attrName>style.visibility</p:attrName>
                                        </p:attrNameLst>
                                      </p:cBhvr>
                                      <p:to>
                                        <p:strVal val="visible"/>
                                      </p:to>
                                    </p:set>
                                    <p:animEffect transition="in" filter="fade">
                                      <p:cBhvr>
                                        <p:cTn id="90" dur="500"/>
                                        <p:tgtEl>
                                          <p:spTgt spid="75"/>
                                        </p:tgtEl>
                                      </p:cBhvr>
                                    </p:animEffect>
                                  </p:childTnLst>
                                </p:cTn>
                              </p:par>
                              <p:par>
                                <p:cTn id="91" presetID="42" presetClass="path" presetSubtype="0" decel="100000" fill="hold" grpId="1" nodeType="withEffect">
                                  <p:stCondLst>
                                    <p:cond delay="0"/>
                                  </p:stCondLst>
                                  <p:childTnLst>
                                    <p:animMotion origin="layout" path="M -3.75E-6 -0.03472 L -3.75E-6 1.85185E-6 " pathEditMode="relative" rAng="0" ptsTypes="AA">
                                      <p:cBhvr>
                                        <p:cTn id="92" dur="750" fill="hold"/>
                                        <p:tgtEl>
                                          <p:spTgt spid="75"/>
                                        </p:tgtEl>
                                        <p:attrNameLst>
                                          <p:attrName>ppt_x</p:attrName>
                                          <p:attrName>ppt_y</p:attrName>
                                        </p:attrNameLst>
                                      </p:cBhvr>
                                      <p:rCtr x="0" y="1736"/>
                                    </p:animMotion>
                                  </p:childTnLst>
                                </p:cTn>
                              </p:par>
                              <p:par>
                                <p:cTn id="93" presetID="10" presetClass="entr" presetSubtype="0" fill="hold" grpId="0" nodeType="withEffect">
                                  <p:stCondLst>
                                    <p:cond delay="0"/>
                                  </p:stCondLst>
                                  <p:childTnLst>
                                    <p:set>
                                      <p:cBhvr>
                                        <p:cTn id="94" dur="1" fill="hold">
                                          <p:stCondLst>
                                            <p:cond delay="0"/>
                                          </p:stCondLst>
                                        </p:cTn>
                                        <p:tgtEl>
                                          <p:spTgt spid="76"/>
                                        </p:tgtEl>
                                        <p:attrNameLst>
                                          <p:attrName>style.visibility</p:attrName>
                                        </p:attrNameLst>
                                      </p:cBhvr>
                                      <p:to>
                                        <p:strVal val="visible"/>
                                      </p:to>
                                    </p:set>
                                    <p:animEffect transition="in" filter="fade">
                                      <p:cBhvr>
                                        <p:cTn id="95" dur="500"/>
                                        <p:tgtEl>
                                          <p:spTgt spid="76"/>
                                        </p:tgtEl>
                                      </p:cBhvr>
                                    </p:animEffect>
                                  </p:childTnLst>
                                </p:cTn>
                              </p:par>
                              <p:par>
                                <p:cTn id="96" presetID="42" presetClass="path" presetSubtype="0" decel="100000" fill="hold" grpId="1" nodeType="withEffect">
                                  <p:stCondLst>
                                    <p:cond delay="0"/>
                                  </p:stCondLst>
                                  <p:childTnLst>
                                    <p:animMotion origin="layout" path="M -3.75E-6 -0.03472 L -3.75E-6 1.85185E-6 " pathEditMode="relative" rAng="0" ptsTypes="AA">
                                      <p:cBhvr>
                                        <p:cTn id="97" dur="750" fill="hold"/>
                                        <p:tgtEl>
                                          <p:spTgt spid="76"/>
                                        </p:tgtEl>
                                        <p:attrNameLst>
                                          <p:attrName>ppt_x</p:attrName>
                                          <p:attrName>ppt_y</p:attrName>
                                        </p:attrNameLst>
                                      </p:cBhvr>
                                      <p:rCtr x="0" y="1736"/>
                                    </p:animMotion>
                                  </p:childTnLst>
                                </p:cTn>
                              </p:par>
                              <p:par>
                                <p:cTn id="98" presetID="10" presetClass="entr" presetSubtype="0" fill="hold" grpId="0" nodeType="withEffect">
                                  <p:stCondLst>
                                    <p:cond delay="0"/>
                                  </p:stCondLst>
                                  <p:childTnLst>
                                    <p:set>
                                      <p:cBhvr>
                                        <p:cTn id="99" dur="1" fill="hold">
                                          <p:stCondLst>
                                            <p:cond delay="0"/>
                                          </p:stCondLst>
                                        </p:cTn>
                                        <p:tgtEl>
                                          <p:spTgt spid="77"/>
                                        </p:tgtEl>
                                        <p:attrNameLst>
                                          <p:attrName>style.visibility</p:attrName>
                                        </p:attrNameLst>
                                      </p:cBhvr>
                                      <p:to>
                                        <p:strVal val="visible"/>
                                      </p:to>
                                    </p:set>
                                    <p:animEffect transition="in" filter="fade">
                                      <p:cBhvr>
                                        <p:cTn id="100" dur="500"/>
                                        <p:tgtEl>
                                          <p:spTgt spid="77"/>
                                        </p:tgtEl>
                                      </p:cBhvr>
                                    </p:animEffect>
                                  </p:childTnLst>
                                </p:cTn>
                              </p:par>
                              <p:par>
                                <p:cTn id="101" presetID="42" presetClass="path" presetSubtype="0" decel="100000" fill="hold" grpId="1" nodeType="withEffect">
                                  <p:stCondLst>
                                    <p:cond delay="0"/>
                                  </p:stCondLst>
                                  <p:childTnLst>
                                    <p:animMotion origin="layout" path="M -3.75E-6 -0.03472 L -3.75E-6 1.85185E-6 " pathEditMode="relative" rAng="0" ptsTypes="AA">
                                      <p:cBhvr>
                                        <p:cTn id="102" dur="750" fill="hold"/>
                                        <p:tgtEl>
                                          <p:spTgt spid="77"/>
                                        </p:tgtEl>
                                        <p:attrNameLst>
                                          <p:attrName>ppt_x</p:attrName>
                                          <p:attrName>ppt_y</p:attrName>
                                        </p:attrNameLst>
                                      </p:cBhvr>
                                      <p:rCtr x="0" y="1736"/>
                                    </p:animMotion>
                                  </p:childTnLst>
                                </p:cTn>
                              </p:par>
                              <p:par>
                                <p:cTn id="103" presetID="10" presetClass="entr" presetSubtype="0" fill="hold" grpId="0" nodeType="withEffect">
                                  <p:stCondLst>
                                    <p:cond delay="0"/>
                                  </p:stCondLst>
                                  <p:childTnLst>
                                    <p:set>
                                      <p:cBhvr>
                                        <p:cTn id="104" dur="1" fill="hold">
                                          <p:stCondLst>
                                            <p:cond delay="0"/>
                                          </p:stCondLst>
                                        </p:cTn>
                                        <p:tgtEl>
                                          <p:spTgt spid="78"/>
                                        </p:tgtEl>
                                        <p:attrNameLst>
                                          <p:attrName>style.visibility</p:attrName>
                                        </p:attrNameLst>
                                      </p:cBhvr>
                                      <p:to>
                                        <p:strVal val="visible"/>
                                      </p:to>
                                    </p:set>
                                    <p:animEffect transition="in" filter="fade">
                                      <p:cBhvr>
                                        <p:cTn id="105" dur="500"/>
                                        <p:tgtEl>
                                          <p:spTgt spid="78"/>
                                        </p:tgtEl>
                                      </p:cBhvr>
                                    </p:animEffect>
                                  </p:childTnLst>
                                </p:cTn>
                              </p:par>
                              <p:par>
                                <p:cTn id="106" presetID="42" presetClass="path" presetSubtype="0" decel="100000" fill="hold" grpId="1" nodeType="withEffect">
                                  <p:stCondLst>
                                    <p:cond delay="0"/>
                                  </p:stCondLst>
                                  <p:childTnLst>
                                    <p:animMotion origin="layout" path="M -3.75E-6 -0.03472 L -3.75E-6 1.85185E-6 " pathEditMode="relative" rAng="0" ptsTypes="AA">
                                      <p:cBhvr>
                                        <p:cTn id="107" dur="750" fill="hold"/>
                                        <p:tgtEl>
                                          <p:spTgt spid="78"/>
                                        </p:tgtEl>
                                        <p:attrNameLst>
                                          <p:attrName>ppt_x</p:attrName>
                                          <p:attrName>ppt_y</p:attrName>
                                        </p:attrNameLst>
                                      </p:cBhvr>
                                      <p:rCtr x="0" y="1736"/>
                                    </p:animMotion>
                                  </p:childTnLst>
                                </p:cTn>
                              </p:par>
                              <p:par>
                                <p:cTn id="108" presetID="10" presetClass="entr" presetSubtype="0" fill="hold" grpId="0" nodeType="withEffect">
                                  <p:stCondLst>
                                    <p:cond delay="0"/>
                                  </p:stCondLst>
                                  <p:childTnLst>
                                    <p:set>
                                      <p:cBhvr>
                                        <p:cTn id="109" dur="1" fill="hold">
                                          <p:stCondLst>
                                            <p:cond delay="0"/>
                                          </p:stCondLst>
                                        </p:cTn>
                                        <p:tgtEl>
                                          <p:spTgt spid="79"/>
                                        </p:tgtEl>
                                        <p:attrNameLst>
                                          <p:attrName>style.visibility</p:attrName>
                                        </p:attrNameLst>
                                      </p:cBhvr>
                                      <p:to>
                                        <p:strVal val="visible"/>
                                      </p:to>
                                    </p:set>
                                    <p:animEffect transition="in" filter="fade">
                                      <p:cBhvr>
                                        <p:cTn id="110" dur="500"/>
                                        <p:tgtEl>
                                          <p:spTgt spid="79"/>
                                        </p:tgtEl>
                                      </p:cBhvr>
                                    </p:animEffect>
                                  </p:childTnLst>
                                </p:cTn>
                              </p:par>
                              <p:par>
                                <p:cTn id="111" presetID="42" presetClass="path" presetSubtype="0" decel="100000" fill="hold" grpId="1" nodeType="withEffect">
                                  <p:stCondLst>
                                    <p:cond delay="0"/>
                                  </p:stCondLst>
                                  <p:childTnLst>
                                    <p:animMotion origin="layout" path="M -3.75E-6 -0.03472 L -3.75E-6 1.85185E-6 " pathEditMode="relative" rAng="0" ptsTypes="AA">
                                      <p:cBhvr>
                                        <p:cTn id="112" dur="750" fill="hold"/>
                                        <p:tgtEl>
                                          <p:spTgt spid="79"/>
                                        </p:tgtEl>
                                        <p:attrNameLst>
                                          <p:attrName>ppt_x</p:attrName>
                                          <p:attrName>ppt_y</p:attrName>
                                        </p:attrNameLst>
                                      </p:cBhvr>
                                      <p:rCtr x="0" y="1736"/>
                                    </p:animMotion>
                                  </p:childTnLst>
                                </p:cTn>
                              </p:par>
                              <p:par>
                                <p:cTn id="113" presetID="22" presetClass="entr" presetSubtype="4" fill="hold" grpId="0" nodeType="withEffect">
                                  <p:stCondLst>
                                    <p:cond delay="0"/>
                                  </p:stCondLst>
                                  <p:childTnLst>
                                    <p:set>
                                      <p:cBhvr>
                                        <p:cTn id="114" dur="1" fill="hold">
                                          <p:stCondLst>
                                            <p:cond delay="0"/>
                                          </p:stCondLst>
                                        </p:cTn>
                                        <p:tgtEl>
                                          <p:spTgt spid="87">
                                            <p:bg/>
                                          </p:spTgt>
                                        </p:tgtEl>
                                        <p:attrNameLst>
                                          <p:attrName>style.visibility</p:attrName>
                                        </p:attrNameLst>
                                      </p:cBhvr>
                                      <p:to>
                                        <p:strVal val="visible"/>
                                      </p:to>
                                    </p:set>
                                    <p:animEffect transition="in" filter="wipe(down)">
                                      <p:cBhvr>
                                        <p:cTn id="115" dur="500"/>
                                        <p:tgtEl>
                                          <p:spTgt spid="87">
                                            <p:bg/>
                                          </p:spTgt>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87">
                                            <p:txEl>
                                              <p:pRg st="0" end="0"/>
                                            </p:txEl>
                                          </p:spTgt>
                                        </p:tgtEl>
                                        <p:attrNameLst>
                                          <p:attrName>style.visibility</p:attrName>
                                        </p:attrNameLst>
                                      </p:cBhvr>
                                      <p:to>
                                        <p:strVal val="visible"/>
                                      </p:to>
                                    </p:set>
                                    <p:animEffect transition="in" filter="wipe(down)">
                                      <p:cBhvr>
                                        <p:cTn id="118" dur="500"/>
                                        <p:tgtEl>
                                          <p:spTgt spid="87">
                                            <p:txEl>
                                              <p:pRg st="0" end="0"/>
                                            </p:txEl>
                                          </p:spTgt>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88">
                                            <p:bg/>
                                          </p:spTgt>
                                        </p:tgtEl>
                                        <p:attrNameLst>
                                          <p:attrName>style.visibility</p:attrName>
                                        </p:attrNameLst>
                                      </p:cBhvr>
                                      <p:to>
                                        <p:strVal val="visible"/>
                                      </p:to>
                                    </p:set>
                                    <p:animEffect transition="in" filter="wipe(down)">
                                      <p:cBhvr>
                                        <p:cTn id="121" dur="500"/>
                                        <p:tgtEl>
                                          <p:spTgt spid="88">
                                            <p:bg/>
                                          </p:spTgt>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88">
                                            <p:txEl>
                                              <p:pRg st="0" end="0"/>
                                            </p:txEl>
                                          </p:spTgt>
                                        </p:tgtEl>
                                        <p:attrNameLst>
                                          <p:attrName>style.visibility</p:attrName>
                                        </p:attrNameLst>
                                      </p:cBhvr>
                                      <p:to>
                                        <p:strVal val="visible"/>
                                      </p:to>
                                    </p:set>
                                    <p:animEffect transition="in" filter="wipe(down)">
                                      <p:cBhvr>
                                        <p:cTn id="124" dur="500"/>
                                        <p:tgtEl>
                                          <p:spTgt spid="88">
                                            <p:txEl>
                                              <p:pRg st="0" end="0"/>
                                            </p:txEl>
                                          </p:spTgt>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89">
                                            <p:bg/>
                                          </p:spTgt>
                                        </p:tgtEl>
                                        <p:attrNameLst>
                                          <p:attrName>style.visibility</p:attrName>
                                        </p:attrNameLst>
                                      </p:cBhvr>
                                      <p:to>
                                        <p:strVal val="visible"/>
                                      </p:to>
                                    </p:set>
                                    <p:animEffect transition="in" filter="wipe(down)">
                                      <p:cBhvr>
                                        <p:cTn id="127" dur="500"/>
                                        <p:tgtEl>
                                          <p:spTgt spid="89">
                                            <p:bg/>
                                          </p:spTgt>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89">
                                            <p:txEl>
                                              <p:pRg st="0" end="0"/>
                                            </p:txEl>
                                          </p:spTgt>
                                        </p:tgtEl>
                                        <p:attrNameLst>
                                          <p:attrName>style.visibility</p:attrName>
                                        </p:attrNameLst>
                                      </p:cBhvr>
                                      <p:to>
                                        <p:strVal val="visible"/>
                                      </p:to>
                                    </p:set>
                                    <p:animEffect transition="in" filter="wipe(down)">
                                      <p:cBhvr>
                                        <p:cTn id="130" dur="500"/>
                                        <p:tgtEl>
                                          <p:spTgt spid="89">
                                            <p:txEl>
                                              <p:pRg st="0" end="0"/>
                                            </p:txEl>
                                          </p:spTgt>
                                        </p:tgtEl>
                                      </p:cBhvr>
                                    </p:animEffect>
                                  </p:childTnLst>
                                </p:cTn>
                              </p:par>
                              <p:par>
                                <p:cTn id="131" presetID="22" presetClass="entr" presetSubtype="1" fill="hold" grpId="0" nodeType="withEffect">
                                  <p:stCondLst>
                                    <p:cond delay="0"/>
                                  </p:stCondLst>
                                  <p:childTnLst>
                                    <p:set>
                                      <p:cBhvr>
                                        <p:cTn id="132" dur="1" fill="hold">
                                          <p:stCondLst>
                                            <p:cond delay="0"/>
                                          </p:stCondLst>
                                        </p:cTn>
                                        <p:tgtEl>
                                          <p:spTgt spid="90">
                                            <p:bg/>
                                          </p:spTgt>
                                        </p:tgtEl>
                                        <p:attrNameLst>
                                          <p:attrName>style.visibility</p:attrName>
                                        </p:attrNameLst>
                                      </p:cBhvr>
                                      <p:to>
                                        <p:strVal val="visible"/>
                                      </p:to>
                                    </p:set>
                                    <p:animEffect transition="in" filter="wipe(up)">
                                      <p:cBhvr>
                                        <p:cTn id="133" dur="500"/>
                                        <p:tgtEl>
                                          <p:spTgt spid="90">
                                            <p:bg/>
                                          </p:spTgt>
                                        </p:tgtEl>
                                      </p:cBhvr>
                                    </p:animEffect>
                                  </p:childTnLst>
                                </p:cTn>
                              </p:par>
                              <p:par>
                                <p:cTn id="134" presetID="22" presetClass="entr" presetSubtype="1" fill="hold" grpId="0" nodeType="withEffect">
                                  <p:stCondLst>
                                    <p:cond delay="0"/>
                                  </p:stCondLst>
                                  <p:childTnLst>
                                    <p:set>
                                      <p:cBhvr>
                                        <p:cTn id="135" dur="1" fill="hold">
                                          <p:stCondLst>
                                            <p:cond delay="0"/>
                                          </p:stCondLst>
                                        </p:cTn>
                                        <p:tgtEl>
                                          <p:spTgt spid="90">
                                            <p:txEl>
                                              <p:pRg st="0" end="0"/>
                                            </p:txEl>
                                          </p:spTgt>
                                        </p:tgtEl>
                                        <p:attrNameLst>
                                          <p:attrName>style.visibility</p:attrName>
                                        </p:attrNameLst>
                                      </p:cBhvr>
                                      <p:to>
                                        <p:strVal val="visible"/>
                                      </p:to>
                                    </p:set>
                                    <p:animEffect transition="in" filter="wipe(up)">
                                      <p:cBhvr>
                                        <p:cTn id="136" dur="500"/>
                                        <p:tgtEl>
                                          <p:spTgt spid="90">
                                            <p:txEl>
                                              <p:pRg st="0" end="0"/>
                                            </p:txEl>
                                          </p:spTgt>
                                        </p:tgtEl>
                                      </p:cBhvr>
                                    </p:animEffect>
                                  </p:childTnLst>
                                </p:cTn>
                              </p:par>
                              <p:par>
                                <p:cTn id="137" presetID="22" presetClass="entr" presetSubtype="1" fill="hold" grpId="0" nodeType="withEffect">
                                  <p:stCondLst>
                                    <p:cond delay="0"/>
                                  </p:stCondLst>
                                  <p:childTnLst>
                                    <p:set>
                                      <p:cBhvr>
                                        <p:cTn id="138" dur="1" fill="hold">
                                          <p:stCondLst>
                                            <p:cond delay="0"/>
                                          </p:stCondLst>
                                        </p:cTn>
                                        <p:tgtEl>
                                          <p:spTgt spid="91">
                                            <p:bg/>
                                          </p:spTgt>
                                        </p:tgtEl>
                                        <p:attrNameLst>
                                          <p:attrName>style.visibility</p:attrName>
                                        </p:attrNameLst>
                                      </p:cBhvr>
                                      <p:to>
                                        <p:strVal val="visible"/>
                                      </p:to>
                                    </p:set>
                                    <p:animEffect transition="in" filter="wipe(up)">
                                      <p:cBhvr>
                                        <p:cTn id="139" dur="500"/>
                                        <p:tgtEl>
                                          <p:spTgt spid="91">
                                            <p:bg/>
                                          </p:spTgt>
                                        </p:tgtEl>
                                      </p:cBhvr>
                                    </p:animEffect>
                                  </p:childTnLst>
                                </p:cTn>
                              </p:par>
                              <p:par>
                                <p:cTn id="140" presetID="22" presetClass="entr" presetSubtype="1" fill="hold" grpId="0" nodeType="withEffect">
                                  <p:stCondLst>
                                    <p:cond delay="0"/>
                                  </p:stCondLst>
                                  <p:childTnLst>
                                    <p:set>
                                      <p:cBhvr>
                                        <p:cTn id="141" dur="1" fill="hold">
                                          <p:stCondLst>
                                            <p:cond delay="0"/>
                                          </p:stCondLst>
                                        </p:cTn>
                                        <p:tgtEl>
                                          <p:spTgt spid="91">
                                            <p:txEl>
                                              <p:pRg st="0" end="0"/>
                                            </p:txEl>
                                          </p:spTgt>
                                        </p:tgtEl>
                                        <p:attrNameLst>
                                          <p:attrName>style.visibility</p:attrName>
                                        </p:attrNameLst>
                                      </p:cBhvr>
                                      <p:to>
                                        <p:strVal val="visible"/>
                                      </p:to>
                                    </p:set>
                                    <p:animEffect transition="in" filter="wipe(up)">
                                      <p:cBhvr>
                                        <p:cTn id="142" dur="500"/>
                                        <p:tgtEl>
                                          <p:spTgt spid="91">
                                            <p:txEl>
                                              <p:pRg st="0" end="0"/>
                                            </p:txEl>
                                          </p:spTgt>
                                        </p:tgtEl>
                                      </p:cBhvr>
                                    </p:animEffect>
                                  </p:childTnLst>
                                </p:cTn>
                              </p:par>
                              <p:par>
                                <p:cTn id="143" presetID="22" presetClass="entr" presetSubtype="1" fill="hold" grpId="0" nodeType="withEffect">
                                  <p:stCondLst>
                                    <p:cond delay="0"/>
                                  </p:stCondLst>
                                  <p:childTnLst>
                                    <p:set>
                                      <p:cBhvr>
                                        <p:cTn id="144" dur="1" fill="hold">
                                          <p:stCondLst>
                                            <p:cond delay="0"/>
                                          </p:stCondLst>
                                        </p:cTn>
                                        <p:tgtEl>
                                          <p:spTgt spid="92">
                                            <p:bg/>
                                          </p:spTgt>
                                        </p:tgtEl>
                                        <p:attrNameLst>
                                          <p:attrName>style.visibility</p:attrName>
                                        </p:attrNameLst>
                                      </p:cBhvr>
                                      <p:to>
                                        <p:strVal val="visible"/>
                                      </p:to>
                                    </p:set>
                                    <p:animEffect transition="in" filter="wipe(up)">
                                      <p:cBhvr>
                                        <p:cTn id="145" dur="500"/>
                                        <p:tgtEl>
                                          <p:spTgt spid="92">
                                            <p:bg/>
                                          </p:spTgt>
                                        </p:tgtEl>
                                      </p:cBhvr>
                                    </p:animEffect>
                                  </p:childTnLst>
                                </p:cTn>
                              </p:par>
                              <p:par>
                                <p:cTn id="146" presetID="22" presetClass="entr" presetSubtype="1" fill="hold" grpId="0" nodeType="withEffect">
                                  <p:stCondLst>
                                    <p:cond delay="0"/>
                                  </p:stCondLst>
                                  <p:childTnLst>
                                    <p:set>
                                      <p:cBhvr>
                                        <p:cTn id="147" dur="1" fill="hold">
                                          <p:stCondLst>
                                            <p:cond delay="0"/>
                                          </p:stCondLst>
                                        </p:cTn>
                                        <p:tgtEl>
                                          <p:spTgt spid="92">
                                            <p:txEl>
                                              <p:pRg st="0" end="0"/>
                                            </p:txEl>
                                          </p:spTgt>
                                        </p:tgtEl>
                                        <p:attrNameLst>
                                          <p:attrName>style.visibility</p:attrName>
                                        </p:attrNameLst>
                                      </p:cBhvr>
                                      <p:to>
                                        <p:strVal val="visible"/>
                                      </p:to>
                                    </p:set>
                                    <p:animEffect transition="in" filter="wipe(up)">
                                      <p:cBhvr>
                                        <p:cTn id="148" dur="500"/>
                                        <p:tgtEl>
                                          <p:spTgt spid="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tmplLst>
          <p:tmpl>
            <p:tnLst>
              <p:par>
                <p:cTn presetID="10"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fade">
                      <p:cBhvr>
                        <p:cTn dur="500"/>
                        <p:tgtEl>
                          <p:spTgt spid="53"/>
                        </p:tgtEl>
                      </p:cBhvr>
                    </p:animEffect>
                  </p:childTnLst>
                </p:cTn>
              </p:par>
            </p:tnLst>
          </p:tmpl>
        </p:tmplLst>
      </p:bldP>
      <p:bldP spid="53"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53"/>
                        </p:tgtEl>
                        <p:attrNameLst>
                          <p:attrName>ppt_x</p:attrName>
                          <p:attrName>ppt_y</p:attrName>
                        </p:attrNameLst>
                      </p:cBhvr>
                      <p:rCtr x="0" y="-1944"/>
                    </p:animMotion>
                  </p:childTnLst>
                </p:cTn>
              </p:par>
            </p:tnLst>
          </p:tmpl>
        </p:tmplLst>
      </p:bldP>
      <p:bldP spid="40" grpId="0"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0"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40"/>
                        </p:tgtEl>
                        <p:attrNameLst>
                          <p:attrName>ppt_x</p:attrName>
                          <p:attrName>ppt_y</p:attrName>
                        </p:attrNameLst>
                      </p:cBhvr>
                      <p:rCtr x="0" y="-1944"/>
                    </p:animMotion>
                  </p:childTnLst>
                </p:cTn>
              </p:par>
            </p:tnLst>
          </p:tmpl>
        </p:tmplLst>
      </p:bldP>
      <p:bldP spid="80" grpId="0" build="p" animBg="1">
        <p:tmplLst>
          <p:tmpl>
            <p:tnLst>
              <p:par>
                <p:cTn presetID="10" presetClass="entr" presetSubtype="0" fill="hold" nodeType="withEffect">
                  <p:stCondLst>
                    <p:cond delay="0"/>
                  </p:stCondLst>
                  <p:childTnLst>
                    <p:set>
                      <p:cBhvr>
                        <p:cTn dur="1" fill="hold">
                          <p:stCondLst>
                            <p:cond delay="0"/>
                          </p:stCondLst>
                        </p:cTn>
                        <p:tgtEl>
                          <p:spTgt spid="80"/>
                        </p:tgtEl>
                        <p:attrNameLst>
                          <p:attrName>style.visibility</p:attrName>
                        </p:attrNameLst>
                      </p:cBhvr>
                      <p:to>
                        <p:strVal val="visible"/>
                      </p:to>
                    </p:set>
                    <p:animEffect transition="in" filter="fade">
                      <p:cBhvr>
                        <p:cTn dur="500"/>
                        <p:tgtEl>
                          <p:spTgt spid="8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80"/>
                        </p:tgtEl>
                        <p:attrNameLst>
                          <p:attrName>style.visibility</p:attrName>
                        </p:attrNameLst>
                      </p:cBhvr>
                      <p:to>
                        <p:strVal val="visible"/>
                      </p:to>
                    </p:set>
                    <p:animEffect transition="in" filter="fade">
                      <p:cBhvr>
                        <p:cTn dur="500"/>
                        <p:tgtEl>
                          <p:spTgt spid="80"/>
                        </p:tgtEl>
                      </p:cBhvr>
                    </p:animEffect>
                  </p:childTnLst>
                </p:cTn>
              </p:par>
            </p:tnLst>
          </p:tmpl>
        </p:tmplLst>
      </p:bldP>
      <p:bldP spid="55" grpId="0">
        <p:tmplLst>
          <p:tmpl>
            <p:tnLst>
              <p:par>
                <p:cTn presetID="10" presetClass="entr" presetSubtype="0" fill="hold" nodeType="with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500"/>
                        <p:tgtEl>
                          <p:spTgt spid="55"/>
                        </p:tgtEl>
                      </p:cBhvr>
                    </p:animEffect>
                  </p:childTnLst>
                </p:cTn>
              </p:par>
            </p:tnLst>
          </p:tmpl>
        </p:tmplLst>
      </p:bldP>
      <p:bldP spid="55" grpId="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55"/>
                        </p:tgtEl>
                        <p:attrNameLst>
                          <p:attrName>ppt_x</p:attrName>
                          <p:attrName>ppt_y</p:attrName>
                        </p:attrNameLst>
                      </p:cBhvr>
                      <p:rCtr x="0" y="-1944"/>
                    </p:animMotion>
                  </p:childTnLst>
                </p:cTn>
              </p:par>
            </p:tnLst>
          </p:tmpl>
        </p:tmplLst>
      </p:bldP>
      <p:bldP spid="56" grpId="0" animBg="1">
        <p:tmplLst>
          <p:tmpl>
            <p:tnLst>
              <p:par>
                <p:cTn presetID="10" presetClass="entr" presetSubtype="0" fill="hold" nodeType="with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fade">
                      <p:cBhvr>
                        <p:cTn dur="500"/>
                        <p:tgtEl>
                          <p:spTgt spid="56"/>
                        </p:tgtEl>
                      </p:cBhvr>
                    </p:animEffect>
                  </p:childTnLst>
                </p:cTn>
              </p:par>
            </p:tnLst>
          </p:tmpl>
        </p:tmplLst>
      </p:bldP>
      <p:bldP spid="56"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56"/>
                        </p:tgtEl>
                        <p:attrNameLst>
                          <p:attrName>ppt_x</p:attrName>
                          <p:attrName>ppt_y</p:attrName>
                        </p:attrNameLst>
                      </p:cBhvr>
                      <p:rCtr x="0" y="-1944"/>
                    </p:animMotion>
                  </p:childTnLst>
                </p:cTn>
              </p:par>
            </p:tnLst>
          </p:tmpl>
        </p:tmplLst>
      </p:bldP>
      <p:bldP spid="57" grpId="0" animBg="1">
        <p:tmplLst>
          <p:tmpl>
            <p:tnLst>
              <p:par>
                <p:cTn presetID="10" presetClass="entr" presetSubtype="0" fill="hold" nodeType="withEffect">
                  <p:stCondLst>
                    <p:cond delay="0"/>
                  </p:stCondLst>
                  <p:childTnLst>
                    <p:set>
                      <p:cBhvr>
                        <p:cTn dur="1" fill="hold">
                          <p:stCondLst>
                            <p:cond delay="0"/>
                          </p:stCondLst>
                        </p:cTn>
                        <p:tgtEl>
                          <p:spTgt spid="57"/>
                        </p:tgtEl>
                        <p:attrNameLst>
                          <p:attrName>style.visibility</p:attrName>
                        </p:attrNameLst>
                      </p:cBhvr>
                      <p:to>
                        <p:strVal val="visible"/>
                      </p:to>
                    </p:set>
                    <p:animEffect transition="in" filter="fade">
                      <p:cBhvr>
                        <p:cTn dur="500"/>
                        <p:tgtEl>
                          <p:spTgt spid="57"/>
                        </p:tgtEl>
                      </p:cBhvr>
                    </p:animEffect>
                  </p:childTnLst>
                </p:cTn>
              </p:par>
            </p:tnLst>
          </p:tmpl>
        </p:tmplLst>
      </p:bldP>
      <p:bldP spid="57"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57"/>
                        </p:tgtEl>
                        <p:attrNameLst>
                          <p:attrName>ppt_x</p:attrName>
                          <p:attrName>ppt_y</p:attrName>
                        </p:attrNameLst>
                      </p:cBhvr>
                      <p:rCtr x="0" y="-1944"/>
                    </p:animMotion>
                  </p:childTnLst>
                </p:cTn>
              </p:par>
            </p:tnLst>
          </p:tmpl>
        </p:tmplLst>
      </p:bldP>
      <p:bldP spid="58" grpId="0">
        <p:tmplLst>
          <p:tmpl>
            <p:tnLst>
              <p:par>
                <p:cTn presetID="10"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500"/>
                        <p:tgtEl>
                          <p:spTgt spid="58"/>
                        </p:tgtEl>
                      </p:cBhvr>
                    </p:animEffect>
                  </p:childTnLst>
                </p:cTn>
              </p:par>
            </p:tnLst>
          </p:tmpl>
        </p:tmplLst>
      </p:bldP>
      <p:bldP spid="58" grpId="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58"/>
                        </p:tgtEl>
                        <p:attrNameLst>
                          <p:attrName>ppt_x</p:attrName>
                          <p:attrName>ppt_y</p:attrName>
                        </p:attrNameLst>
                      </p:cBhvr>
                      <p:rCtr x="0" y="-1944"/>
                    </p:animMotion>
                  </p:childTnLst>
                </p:cTn>
              </p:par>
            </p:tnLst>
          </p:tmpl>
        </p:tmplLst>
      </p:bldP>
      <p:bldP spid="59" grpId="0" animBg="1">
        <p:tmplLst>
          <p:tmpl>
            <p:tnLst>
              <p:par>
                <p:cTn presetID="10" presetClass="entr" presetSubtype="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fade">
                      <p:cBhvr>
                        <p:cTn dur="500"/>
                        <p:tgtEl>
                          <p:spTgt spid="59"/>
                        </p:tgtEl>
                      </p:cBhvr>
                    </p:animEffect>
                  </p:childTnLst>
                </p:cTn>
              </p:par>
            </p:tnLst>
          </p:tmpl>
        </p:tmplLst>
      </p:bldP>
      <p:bldP spid="59"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59"/>
                        </p:tgtEl>
                        <p:attrNameLst>
                          <p:attrName>ppt_x</p:attrName>
                          <p:attrName>ppt_y</p:attrName>
                        </p:attrNameLst>
                      </p:cBhvr>
                      <p:rCtr x="0" y="-1944"/>
                    </p:animMotion>
                  </p:childTnLst>
                </p:cTn>
              </p:par>
            </p:tnLst>
          </p:tmpl>
        </p:tmplLst>
      </p:bldP>
      <p:bldP spid="60" grpId="0" animBg="1">
        <p:tmplLst>
          <p:tmpl>
            <p:tnLst>
              <p:par>
                <p:cTn presetID="10" presetClass="entr" presetSubtype="0" fill="hold" nodeType="withEffect">
                  <p:stCondLst>
                    <p:cond delay="0"/>
                  </p:stCondLst>
                  <p:childTnLst>
                    <p:set>
                      <p:cBhvr>
                        <p:cTn dur="1" fill="hold">
                          <p:stCondLst>
                            <p:cond delay="0"/>
                          </p:stCondLst>
                        </p:cTn>
                        <p:tgtEl>
                          <p:spTgt spid="60"/>
                        </p:tgtEl>
                        <p:attrNameLst>
                          <p:attrName>style.visibility</p:attrName>
                        </p:attrNameLst>
                      </p:cBhvr>
                      <p:to>
                        <p:strVal val="visible"/>
                      </p:to>
                    </p:set>
                    <p:animEffect transition="in" filter="fade">
                      <p:cBhvr>
                        <p:cTn dur="500"/>
                        <p:tgtEl>
                          <p:spTgt spid="60"/>
                        </p:tgtEl>
                      </p:cBhvr>
                    </p:animEffect>
                  </p:childTnLst>
                </p:cTn>
              </p:par>
            </p:tnLst>
          </p:tmpl>
        </p:tmplLst>
      </p:bldP>
      <p:bldP spid="60" grpId="1" animBg="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60"/>
                        </p:tgtEl>
                        <p:attrNameLst>
                          <p:attrName>ppt_x</p:attrName>
                          <p:attrName>ppt_y</p:attrName>
                        </p:attrNameLst>
                      </p:cBhvr>
                      <p:rCtr x="0" y="-1944"/>
                    </p:animMotion>
                  </p:childTnLst>
                </p:cTn>
              </p:par>
            </p:tnLst>
          </p:tmpl>
        </p:tmplLst>
      </p:bldP>
      <p:bldP spid="61" grpId="0">
        <p:tmplLst>
          <p:tmpl>
            <p:tnLst>
              <p:par>
                <p:cTn presetID="10" presetClass="entr" presetSubtype="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fade">
                      <p:cBhvr>
                        <p:cTn dur="500"/>
                        <p:tgtEl>
                          <p:spTgt spid="61"/>
                        </p:tgtEl>
                      </p:cBhvr>
                    </p:animEffect>
                  </p:childTnLst>
                </p:cTn>
              </p:par>
            </p:tnLst>
          </p:tmpl>
        </p:tmplLst>
      </p:bldP>
      <p:bldP spid="61" grpId="1">
        <p:tmplLst>
          <p:tmpl>
            <p:tnLst>
              <p:par>
                <p:cTn presetID="42" presetClass="path" presetSubtype="0" decel="100000" fill="hold" nodeType="withEffect">
                  <p:stCondLst>
                    <p:cond delay="0"/>
                  </p:stCondLst>
                  <p:childTnLst>
                    <p:animMotion origin="layout" path="M 1.25E-6 0.03889 L 1.25E-6 1.85185E-6 " pathEditMode="relative" rAng="0" ptsTypes="AA">
                      <p:cBhvr>
                        <p:cTn dur="750" fill="hold"/>
                        <p:tgtEl>
                          <p:spTgt spid="61"/>
                        </p:tgtEl>
                        <p:attrNameLst>
                          <p:attrName>ppt_x</p:attrName>
                          <p:attrName>ppt_y</p:attrName>
                        </p:attrNameLst>
                      </p:cBhvr>
                      <p:rCtr x="0" y="-1944"/>
                    </p:animMotion>
                  </p:childTnLst>
                </p:cTn>
              </p:par>
            </p:tnLst>
          </p:tmpl>
        </p:tmplLst>
      </p:bldP>
      <p:bldP spid="71" grpId="0" animBg="1">
        <p:tmplLst>
          <p:tmpl>
            <p:tnLst>
              <p:par>
                <p:cTn presetID="10" presetClass="entr" presetSubtype="0" fill="hold" nodeType="withEffect">
                  <p:stCondLst>
                    <p:cond delay="0"/>
                  </p:stCondLst>
                  <p:childTnLst>
                    <p:set>
                      <p:cBhvr>
                        <p:cTn dur="1" fill="hold">
                          <p:stCondLst>
                            <p:cond delay="0"/>
                          </p:stCondLst>
                        </p:cTn>
                        <p:tgtEl>
                          <p:spTgt spid="71"/>
                        </p:tgtEl>
                        <p:attrNameLst>
                          <p:attrName>style.visibility</p:attrName>
                        </p:attrNameLst>
                      </p:cBhvr>
                      <p:to>
                        <p:strVal val="visible"/>
                      </p:to>
                    </p:set>
                    <p:animEffect transition="in" filter="fade">
                      <p:cBhvr>
                        <p:cTn dur="500"/>
                        <p:tgtEl>
                          <p:spTgt spid="71"/>
                        </p:tgtEl>
                      </p:cBhvr>
                    </p:animEffect>
                  </p:childTnLst>
                </p:cTn>
              </p:par>
            </p:tnLst>
          </p:tmpl>
        </p:tmplLst>
      </p:bldP>
      <p:bldP spid="71" grpId="1" animBg="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1"/>
                        </p:tgtEl>
                        <p:attrNameLst>
                          <p:attrName>ppt_x</p:attrName>
                          <p:attrName>ppt_y</p:attrName>
                        </p:attrNameLst>
                      </p:cBhvr>
                      <p:rCtr x="0" y="1736"/>
                    </p:animMotion>
                  </p:childTnLst>
                </p:cTn>
              </p:par>
            </p:tnLst>
          </p:tmpl>
        </p:tmplLst>
      </p:bldP>
      <p:bldP spid="72" grpId="0" animBg="1">
        <p:tmplLst>
          <p:tmpl>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2" grpId="1" animBg="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2"/>
                        </p:tgtEl>
                        <p:attrNameLst>
                          <p:attrName>ppt_x</p:attrName>
                          <p:attrName>ppt_y</p:attrName>
                        </p:attrNameLst>
                      </p:cBhvr>
                      <p:rCtr x="0" y="1736"/>
                    </p:animMotion>
                  </p:childTnLst>
                </p:cTn>
              </p:par>
            </p:tnLst>
          </p:tmpl>
        </p:tmplLst>
      </p:bldP>
      <p:bldP spid="73" grpId="0">
        <p:tmplLst>
          <p:tmpl>
            <p:tnLst>
              <p:par>
                <p:cTn presetID="10" presetClass="entr" presetSubtype="0" fill="hold" nodeType="with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fade">
                      <p:cBhvr>
                        <p:cTn dur="500"/>
                        <p:tgtEl>
                          <p:spTgt spid="73"/>
                        </p:tgtEl>
                      </p:cBhvr>
                    </p:animEffect>
                  </p:childTnLst>
                </p:cTn>
              </p:par>
            </p:tnLst>
          </p:tmpl>
        </p:tmplLst>
      </p:bldP>
      <p:bldP spid="73" grpId="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3"/>
                        </p:tgtEl>
                        <p:attrNameLst>
                          <p:attrName>ppt_x</p:attrName>
                          <p:attrName>ppt_y</p:attrName>
                        </p:attrNameLst>
                      </p:cBhvr>
                      <p:rCtr x="0" y="1736"/>
                    </p:animMotion>
                  </p:childTnLst>
                </p:cTn>
              </p:par>
            </p:tnLst>
          </p:tmpl>
        </p:tmplLst>
      </p:bldP>
      <p:bldP spid="74" grpId="0" animBg="1">
        <p:tmplLst>
          <p:tmpl>
            <p:tnLst>
              <p:par>
                <p:cTn presetID="10" presetClass="entr" presetSubtype="0" fill="hold" nodeType="withEffect">
                  <p:stCondLst>
                    <p:cond delay="0"/>
                  </p:stCondLst>
                  <p:childTnLst>
                    <p:set>
                      <p:cBhvr>
                        <p:cTn dur="1" fill="hold">
                          <p:stCondLst>
                            <p:cond delay="0"/>
                          </p:stCondLst>
                        </p:cTn>
                        <p:tgtEl>
                          <p:spTgt spid="74"/>
                        </p:tgtEl>
                        <p:attrNameLst>
                          <p:attrName>style.visibility</p:attrName>
                        </p:attrNameLst>
                      </p:cBhvr>
                      <p:to>
                        <p:strVal val="visible"/>
                      </p:to>
                    </p:set>
                    <p:animEffect transition="in" filter="fade">
                      <p:cBhvr>
                        <p:cTn dur="500"/>
                        <p:tgtEl>
                          <p:spTgt spid="74"/>
                        </p:tgtEl>
                      </p:cBhvr>
                    </p:animEffect>
                  </p:childTnLst>
                </p:cTn>
              </p:par>
            </p:tnLst>
          </p:tmpl>
        </p:tmplLst>
      </p:bldP>
      <p:bldP spid="74" grpId="1" animBg="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4"/>
                        </p:tgtEl>
                        <p:attrNameLst>
                          <p:attrName>ppt_x</p:attrName>
                          <p:attrName>ppt_y</p:attrName>
                        </p:attrNameLst>
                      </p:cBhvr>
                      <p:rCtr x="0" y="1736"/>
                    </p:animMotion>
                  </p:childTnLst>
                </p:cTn>
              </p:par>
            </p:tnLst>
          </p:tmpl>
        </p:tmplLst>
      </p:bldP>
      <p:bldP spid="75" grpId="0" animBg="1">
        <p:tmplLst>
          <p:tmpl>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5" grpId="1" animBg="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5"/>
                        </p:tgtEl>
                        <p:attrNameLst>
                          <p:attrName>ppt_x</p:attrName>
                          <p:attrName>ppt_y</p:attrName>
                        </p:attrNameLst>
                      </p:cBhvr>
                      <p:rCtr x="0" y="1736"/>
                    </p:animMotion>
                  </p:childTnLst>
                </p:cTn>
              </p:par>
            </p:tnLst>
          </p:tmpl>
        </p:tmplLst>
      </p:bldP>
      <p:bldP spid="76" grpId="0">
        <p:tmplLst>
          <p:tmpl>
            <p:tnLst>
              <p:par>
                <p:cTn presetID="10" presetClass="entr" presetSubtype="0" fill="hold" nodeType="withEffect">
                  <p:stCondLst>
                    <p:cond delay="0"/>
                  </p:stCondLst>
                  <p:childTnLst>
                    <p:set>
                      <p:cBhvr>
                        <p:cTn dur="1" fill="hold">
                          <p:stCondLst>
                            <p:cond delay="0"/>
                          </p:stCondLst>
                        </p:cTn>
                        <p:tgtEl>
                          <p:spTgt spid="76"/>
                        </p:tgtEl>
                        <p:attrNameLst>
                          <p:attrName>style.visibility</p:attrName>
                        </p:attrNameLst>
                      </p:cBhvr>
                      <p:to>
                        <p:strVal val="visible"/>
                      </p:to>
                    </p:set>
                    <p:animEffect transition="in" filter="fade">
                      <p:cBhvr>
                        <p:cTn dur="500"/>
                        <p:tgtEl>
                          <p:spTgt spid="76"/>
                        </p:tgtEl>
                      </p:cBhvr>
                    </p:animEffect>
                  </p:childTnLst>
                </p:cTn>
              </p:par>
            </p:tnLst>
          </p:tmpl>
        </p:tmplLst>
      </p:bldP>
      <p:bldP spid="76" grpId="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6"/>
                        </p:tgtEl>
                        <p:attrNameLst>
                          <p:attrName>ppt_x</p:attrName>
                          <p:attrName>ppt_y</p:attrName>
                        </p:attrNameLst>
                      </p:cBhvr>
                      <p:rCtr x="0" y="1736"/>
                    </p:animMotion>
                  </p:childTnLst>
                </p:cTn>
              </p:par>
            </p:tnLst>
          </p:tmpl>
        </p:tmplLst>
      </p:bldP>
      <p:bldP spid="77" grpId="0" animBg="1">
        <p:tmplLst>
          <p:tmpl>
            <p:tnLst>
              <p:par>
                <p:cTn presetID="10" presetClass="entr" presetSubtype="0" fill="hold" nodeType="withEffect">
                  <p:stCondLst>
                    <p:cond delay="0"/>
                  </p:stCondLst>
                  <p:childTnLst>
                    <p:set>
                      <p:cBhvr>
                        <p:cTn dur="1" fill="hold">
                          <p:stCondLst>
                            <p:cond delay="0"/>
                          </p:stCondLst>
                        </p:cTn>
                        <p:tgtEl>
                          <p:spTgt spid="77"/>
                        </p:tgtEl>
                        <p:attrNameLst>
                          <p:attrName>style.visibility</p:attrName>
                        </p:attrNameLst>
                      </p:cBhvr>
                      <p:to>
                        <p:strVal val="visible"/>
                      </p:to>
                    </p:set>
                    <p:animEffect transition="in" filter="fade">
                      <p:cBhvr>
                        <p:cTn dur="500"/>
                        <p:tgtEl>
                          <p:spTgt spid="77"/>
                        </p:tgtEl>
                      </p:cBhvr>
                    </p:animEffect>
                  </p:childTnLst>
                </p:cTn>
              </p:par>
            </p:tnLst>
          </p:tmpl>
        </p:tmplLst>
      </p:bldP>
      <p:bldP spid="77" grpId="1" animBg="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7"/>
                        </p:tgtEl>
                        <p:attrNameLst>
                          <p:attrName>ppt_x</p:attrName>
                          <p:attrName>ppt_y</p:attrName>
                        </p:attrNameLst>
                      </p:cBhvr>
                      <p:rCtr x="0" y="1736"/>
                    </p:animMotion>
                  </p:childTnLst>
                </p:cTn>
              </p:par>
            </p:tnLst>
          </p:tmpl>
        </p:tmplLst>
      </p:bldP>
      <p:bldP spid="78" grpId="0" animBg="1">
        <p:tmplLst>
          <p:tmpl>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78" grpId="1" animBg="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8"/>
                        </p:tgtEl>
                        <p:attrNameLst>
                          <p:attrName>ppt_x</p:attrName>
                          <p:attrName>ppt_y</p:attrName>
                        </p:attrNameLst>
                      </p:cBhvr>
                      <p:rCtr x="0" y="1736"/>
                    </p:animMotion>
                  </p:childTnLst>
                </p:cTn>
              </p:par>
            </p:tnLst>
          </p:tmpl>
        </p:tmplLst>
      </p:bldP>
      <p:bldP spid="79" grpId="0">
        <p:tmplLst>
          <p:tmpl>
            <p:tnLst>
              <p:par>
                <p:cTn presetID="10" presetClass="entr" presetSubtype="0" fill="hold" nodeType="withEffect">
                  <p:stCondLst>
                    <p:cond delay="0"/>
                  </p:stCondLst>
                  <p:childTnLst>
                    <p:set>
                      <p:cBhvr>
                        <p:cTn dur="1" fill="hold">
                          <p:stCondLst>
                            <p:cond delay="0"/>
                          </p:stCondLst>
                        </p:cTn>
                        <p:tgtEl>
                          <p:spTgt spid="79"/>
                        </p:tgtEl>
                        <p:attrNameLst>
                          <p:attrName>style.visibility</p:attrName>
                        </p:attrNameLst>
                      </p:cBhvr>
                      <p:to>
                        <p:strVal val="visible"/>
                      </p:to>
                    </p:set>
                    <p:animEffect transition="in" filter="fade">
                      <p:cBhvr>
                        <p:cTn dur="500"/>
                        <p:tgtEl>
                          <p:spTgt spid="79"/>
                        </p:tgtEl>
                      </p:cBhvr>
                    </p:animEffect>
                  </p:childTnLst>
                </p:cTn>
              </p:par>
            </p:tnLst>
          </p:tmpl>
        </p:tmplLst>
      </p:bldP>
      <p:bldP spid="79" grpId="1">
        <p:tmplLst>
          <p:tmpl>
            <p:tnLst>
              <p:par>
                <p:cTn presetID="42" presetClass="path" presetSubtype="0" decel="100000" fill="hold" nodeType="withEffect">
                  <p:stCondLst>
                    <p:cond delay="0"/>
                  </p:stCondLst>
                  <p:childTnLst>
                    <p:animMotion origin="layout" path="M -3.75E-6 -0.03472 L -3.75E-6 1.85185E-6 " pathEditMode="relative" rAng="0" ptsTypes="AA">
                      <p:cBhvr>
                        <p:cTn dur="750" fill="hold"/>
                        <p:tgtEl>
                          <p:spTgt spid="79"/>
                        </p:tgtEl>
                        <p:attrNameLst>
                          <p:attrName>ppt_x</p:attrName>
                          <p:attrName>ppt_y</p:attrName>
                        </p:attrNameLst>
                      </p:cBhvr>
                      <p:rCtr x="0" y="1736"/>
                    </p:animMotion>
                  </p:childTnLst>
                </p:cTn>
              </p:par>
            </p:tnLst>
          </p:tmpl>
        </p:tmplLst>
      </p:bldP>
      <p:bldP spid="81" grpId="0" build="p" animBg="1">
        <p:tmplLst>
          <p:tmpl>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2" grpId="0" build="p" animBg="1">
        <p:tmplLst>
          <p:tmpl>
            <p:tnLst>
              <p:par>
                <p:cTn presetID="10" presetClass="entr" presetSubtype="0" fill="hold" nodeType="withEffect">
                  <p:stCondLst>
                    <p:cond delay="0"/>
                  </p:stCondLst>
                  <p:childTnLst>
                    <p:set>
                      <p:cBhvr>
                        <p:cTn dur="1" fill="hold">
                          <p:stCondLst>
                            <p:cond delay="0"/>
                          </p:stCondLst>
                        </p:cTn>
                        <p:tgtEl>
                          <p:spTgt spid="82"/>
                        </p:tgtEl>
                        <p:attrNameLst>
                          <p:attrName>style.visibility</p:attrName>
                        </p:attrNameLst>
                      </p:cBhvr>
                      <p:to>
                        <p:strVal val="visible"/>
                      </p:to>
                    </p:set>
                    <p:animEffect transition="in" filter="fade">
                      <p:cBhvr>
                        <p:cTn dur="500"/>
                        <p:tgtEl>
                          <p:spTgt spid="8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82"/>
                        </p:tgtEl>
                        <p:attrNameLst>
                          <p:attrName>style.visibility</p:attrName>
                        </p:attrNameLst>
                      </p:cBhvr>
                      <p:to>
                        <p:strVal val="visible"/>
                      </p:to>
                    </p:set>
                    <p:animEffect transition="in" filter="fade">
                      <p:cBhvr>
                        <p:cTn dur="500"/>
                        <p:tgtEl>
                          <p:spTgt spid="82"/>
                        </p:tgtEl>
                      </p:cBhvr>
                    </p:animEffect>
                  </p:childTnLst>
                </p:cTn>
              </p:par>
            </p:tnLst>
          </p:tmpl>
        </p:tmplLst>
      </p:bldP>
      <p:bldP spid="87" grpId="0" build="p" animBg="1">
        <p:tmplLst>
          <p:tmpl>
            <p:tnLst>
              <p:par>
                <p:cTn presetID="22" presetClass="entr" presetSubtype="4"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wipe(down)">
                      <p:cBhvr>
                        <p:cTn dur="500"/>
                        <p:tgtEl>
                          <p:spTgt spid="87"/>
                        </p:tgtEl>
                      </p:cBhvr>
                    </p:animEffect>
                  </p:childTnLst>
                </p:cTn>
              </p:par>
            </p:tnLst>
          </p:tmpl>
          <p:tmpl lvl="1">
            <p:tnLst>
              <p:par>
                <p:cTn presetID="22" presetClass="entr" presetSubtype="4"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wipe(down)">
                      <p:cBhvr>
                        <p:cTn dur="500"/>
                        <p:tgtEl>
                          <p:spTgt spid="87"/>
                        </p:tgtEl>
                      </p:cBhvr>
                    </p:animEffect>
                  </p:childTnLst>
                </p:cTn>
              </p:par>
            </p:tnLst>
          </p:tmpl>
        </p:tmplLst>
      </p:bldP>
      <p:bldP spid="88" grpId="0" build="p" animBg="1">
        <p:tmplLst>
          <p:tmpl>
            <p:tnLst>
              <p:par>
                <p:cTn presetID="22" presetClass="entr" presetSubtype="4" fill="hold" nodeType="with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wipe(down)">
                      <p:cBhvr>
                        <p:cTn dur="500"/>
                        <p:tgtEl>
                          <p:spTgt spid="88"/>
                        </p:tgtEl>
                      </p:cBhvr>
                    </p:animEffect>
                  </p:childTnLst>
                </p:cTn>
              </p:par>
            </p:tnLst>
          </p:tmpl>
          <p:tmpl lvl="1">
            <p:tnLst>
              <p:par>
                <p:cTn presetID="22" presetClass="entr" presetSubtype="4" fill="hold" nodeType="with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wipe(down)">
                      <p:cBhvr>
                        <p:cTn dur="500"/>
                        <p:tgtEl>
                          <p:spTgt spid="88"/>
                        </p:tgtEl>
                      </p:cBhvr>
                    </p:animEffect>
                  </p:childTnLst>
                </p:cTn>
              </p:par>
            </p:tnLst>
          </p:tmpl>
        </p:tmplLst>
      </p:bldP>
      <p:bldP spid="89" grpId="0" build="p" animBg="1">
        <p:tmplLst>
          <p:tmpl>
            <p:tnLst>
              <p:par>
                <p:cTn presetID="22" presetClass="entr" presetSubtype="4" fill="hold" nodeType="withEffect">
                  <p:stCondLst>
                    <p:cond delay="0"/>
                  </p:stCondLst>
                  <p:childTnLst>
                    <p:set>
                      <p:cBhvr>
                        <p:cTn dur="1" fill="hold">
                          <p:stCondLst>
                            <p:cond delay="0"/>
                          </p:stCondLst>
                        </p:cTn>
                        <p:tgtEl>
                          <p:spTgt spid="89"/>
                        </p:tgtEl>
                        <p:attrNameLst>
                          <p:attrName>style.visibility</p:attrName>
                        </p:attrNameLst>
                      </p:cBhvr>
                      <p:to>
                        <p:strVal val="visible"/>
                      </p:to>
                    </p:set>
                    <p:animEffect transition="in" filter="wipe(down)">
                      <p:cBhvr>
                        <p:cTn dur="500"/>
                        <p:tgtEl>
                          <p:spTgt spid="89"/>
                        </p:tgtEl>
                      </p:cBhvr>
                    </p:animEffect>
                  </p:childTnLst>
                </p:cTn>
              </p:par>
            </p:tnLst>
          </p:tmpl>
          <p:tmpl lvl="1">
            <p:tnLst>
              <p:par>
                <p:cTn presetID="22" presetClass="entr" presetSubtype="4" fill="hold" nodeType="withEffect">
                  <p:stCondLst>
                    <p:cond delay="0"/>
                  </p:stCondLst>
                  <p:childTnLst>
                    <p:set>
                      <p:cBhvr>
                        <p:cTn dur="1" fill="hold">
                          <p:stCondLst>
                            <p:cond delay="0"/>
                          </p:stCondLst>
                        </p:cTn>
                        <p:tgtEl>
                          <p:spTgt spid="89"/>
                        </p:tgtEl>
                        <p:attrNameLst>
                          <p:attrName>style.visibility</p:attrName>
                        </p:attrNameLst>
                      </p:cBhvr>
                      <p:to>
                        <p:strVal val="visible"/>
                      </p:to>
                    </p:set>
                    <p:animEffect transition="in" filter="wipe(down)">
                      <p:cBhvr>
                        <p:cTn dur="500"/>
                        <p:tgtEl>
                          <p:spTgt spid="89"/>
                        </p:tgtEl>
                      </p:cBhvr>
                    </p:animEffect>
                  </p:childTnLst>
                </p:cTn>
              </p:par>
            </p:tnLst>
          </p:tmpl>
        </p:tmplLst>
      </p:bldP>
      <p:bldP spid="90" grpId="0" build="p" animBg="1">
        <p:tmplLst>
          <p:tmpl>
            <p:tnLst>
              <p:par>
                <p:cTn presetID="22" presetClass="entr" presetSubtype="1"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wipe(up)">
                      <p:cBhvr>
                        <p:cTn dur="500"/>
                        <p:tgtEl>
                          <p:spTgt spid="90"/>
                        </p:tgtEl>
                      </p:cBhvr>
                    </p:animEffect>
                  </p:childTnLst>
                </p:cTn>
              </p:par>
            </p:tnLst>
          </p:tmpl>
          <p:tmpl lvl="1">
            <p:tnLst>
              <p:par>
                <p:cTn presetID="22" presetClass="entr" presetSubtype="1"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wipe(up)">
                      <p:cBhvr>
                        <p:cTn dur="500"/>
                        <p:tgtEl>
                          <p:spTgt spid="90"/>
                        </p:tgtEl>
                      </p:cBhvr>
                    </p:animEffect>
                  </p:childTnLst>
                </p:cTn>
              </p:par>
            </p:tnLst>
          </p:tmpl>
        </p:tmplLst>
      </p:bldP>
      <p:bldP spid="91" grpId="0" build="p" animBg="1">
        <p:tmplLst>
          <p:tmpl>
            <p:tnLst>
              <p:par>
                <p:cTn presetID="22" presetClass="entr" presetSubtype="1" fill="hold" nodeType="withEffect">
                  <p:stCondLst>
                    <p:cond delay="0"/>
                  </p:stCondLst>
                  <p:childTnLst>
                    <p:set>
                      <p:cBhvr>
                        <p:cTn dur="1" fill="hold">
                          <p:stCondLst>
                            <p:cond delay="0"/>
                          </p:stCondLst>
                        </p:cTn>
                        <p:tgtEl>
                          <p:spTgt spid="91"/>
                        </p:tgtEl>
                        <p:attrNameLst>
                          <p:attrName>style.visibility</p:attrName>
                        </p:attrNameLst>
                      </p:cBhvr>
                      <p:to>
                        <p:strVal val="visible"/>
                      </p:to>
                    </p:set>
                    <p:animEffect transition="in" filter="wipe(up)">
                      <p:cBhvr>
                        <p:cTn dur="500"/>
                        <p:tgtEl>
                          <p:spTgt spid="91"/>
                        </p:tgtEl>
                      </p:cBhvr>
                    </p:animEffect>
                  </p:childTnLst>
                </p:cTn>
              </p:par>
            </p:tnLst>
          </p:tmpl>
          <p:tmpl lvl="1">
            <p:tnLst>
              <p:par>
                <p:cTn presetID="22" presetClass="entr" presetSubtype="1" fill="hold" nodeType="withEffect">
                  <p:stCondLst>
                    <p:cond delay="0"/>
                  </p:stCondLst>
                  <p:childTnLst>
                    <p:set>
                      <p:cBhvr>
                        <p:cTn dur="1" fill="hold">
                          <p:stCondLst>
                            <p:cond delay="0"/>
                          </p:stCondLst>
                        </p:cTn>
                        <p:tgtEl>
                          <p:spTgt spid="91"/>
                        </p:tgtEl>
                        <p:attrNameLst>
                          <p:attrName>style.visibility</p:attrName>
                        </p:attrNameLst>
                      </p:cBhvr>
                      <p:to>
                        <p:strVal val="visible"/>
                      </p:to>
                    </p:set>
                    <p:animEffect transition="in" filter="wipe(up)">
                      <p:cBhvr>
                        <p:cTn dur="500"/>
                        <p:tgtEl>
                          <p:spTgt spid="91"/>
                        </p:tgtEl>
                      </p:cBhvr>
                    </p:animEffect>
                  </p:childTnLst>
                </p:cTn>
              </p:par>
            </p:tnLst>
          </p:tmpl>
        </p:tmplLst>
      </p:bldP>
      <p:bldP spid="92" grpId="0" build="p" animBg="1">
        <p:tmplLst>
          <p:tmpl>
            <p:tnLst>
              <p:par>
                <p:cTn presetID="22" presetClass="entr" presetSubtype="1" fill="hold" nodeType="withEffect">
                  <p:stCondLst>
                    <p:cond delay="0"/>
                  </p:stCondLst>
                  <p:childTnLst>
                    <p:set>
                      <p:cBhvr>
                        <p:cTn dur="1" fill="hold">
                          <p:stCondLst>
                            <p:cond delay="0"/>
                          </p:stCondLst>
                        </p:cTn>
                        <p:tgtEl>
                          <p:spTgt spid="92"/>
                        </p:tgtEl>
                        <p:attrNameLst>
                          <p:attrName>style.visibility</p:attrName>
                        </p:attrNameLst>
                      </p:cBhvr>
                      <p:to>
                        <p:strVal val="visible"/>
                      </p:to>
                    </p:set>
                    <p:animEffect transition="in" filter="wipe(up)">
                      <p:cBhvr>
                        <p:cTn dur="500"/>
                        <p:tgtEl>
                          <p:spTgt spid="92"/>
                        </p:tgtEl>
                      </p:cBhvr>
                    </p:animEffect>
                  </p:childTnLst>
                </p:cTn>
              </p:par>
            </p:tnLst>
          </p:tmpl>
          <p:tmpl lvl="1">
            <p:tnLst>
              <p:par>
                <p:cTn presetID="22" presetClass="entr" presetSubtype="1" fill="hold" nodeType="withEffect">
                  <p:stCondLst>
                    <p:cond delay="0"/>
                  </p:stCondLst>
                  <p:childTnLst>
                    <p:set>
                      <p:cBhvr>
                        <p:cTn dur="1" fill="hold">
                          <p:stCondLst>
                            <p:cond delay="0"/>
                          </p:stCondLst>
                        </p:cTn>
                        <p:tgtEl>
                          <p:spTgt spid="92"/>
                        </p:tgtEl>
                        <p:attrNameLst>
                          <p:attrName>style.visibility</p:attrName>
                        </p:attrNameLst>
                      </p:cBhvr>
                      <p:to>
                        <p:strVal val="visible"/>
                      </p:to>
                    </p:set>
                    <p:animEffect transition="in" filter="wipe(up)">
                      <p:cBhvr>
                        <p:cTn dur="500"/>
                        <p:tgtEl>
                          <p:spTgt spid="92"/>
                        </p:tgtEl>
                      </p:cBhvr>
                    </p:animEffect>
                  </p:childTnLst>
                </p:cTn>
              </p:par>
            </p:tnLst>
          </p:tmpl>
        </p:tmplLst>
      </p:bldP>
    </p:bldLst>
  </p:timing>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436330"/>
            <a:ext cx="11353799" cy="560426"/>
          </a:xfrm>
        </p:spPr>
        <p:txBody>
          <a:bodyPr anchor="t"/>
          <a:lstStyle>
            <a:lvl1pPr algn="l">
              <a:defRPr b="0" spc="-90" baseline="0"/>
            </a:lvl1pPr>
          </a:lstStyle>
          <a:p>
            <a:r>
              <a:rPr lang="en-US"/>
              <a:t>Click to edit Master title style</a:t>
            </a:r>
          </a:p>
        </p:txBody>
      </p:sp>
      <p:sp>
        <p:nvSpPr>
          <p:cNvPr id="7" name="Arrow: U-Turn 6">
            <a:extLst>
              <a:ext uri="{FF2B5EF4-FFF2-40B4-BE49-F238E27FC236}">
                <a16:creationId xmlns:a16="http://schemas.microsoft.com/office/drawing/2014/main" id="{8C7FDD25-541D-D80B-C487-996D187ABEF5}"/>
              </a:ext>
            </a:extLst>
          </p:cNvPr>
          <p:cNvSpPr/>
          <p:nvPr userDrawn="1"/>
        </p:nvSpPr>
        <p:spPr>
          <a:xfrm rot="5400000">
            <a:off x="4580162" y="-2838450"/>
            <a:ext cx="2612575" cy="11772904"/>
          </a:xfrm>
          <a:prstGeom prst="uturnArrow">
            <a:avLst>
              <a:gd name="adj1" fmla="val 25000"/>
              <a:gd name="adj2" fmla="val 0"/>
              <a:gd name="adj3" fmla="val 0"/>
              <a:gd name="adj4" fmla="val 12778"/>
              <a:gd name="adj5" fmla="val 100000"/>
            </a:avLst>
          </a:prstGeom>
          <a:ln>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solidFill>
            </a:endParaRPr>
          </a:p>
        </p:txBody>
      </p:sp>
      <p:sp>
        <p:nvSpPr>
          <p:cNvPr id="40" name="Text Placeholder 27">
            <a:extLst>
              <a:ext uri="{FF2B5EF4-FFF2-40B4-BE49-F238E27FC236}">
                <a16:creationId xmlns:a16="http://schemas.microsoft.com/office/drawing/2014/main" id="{228C5853-CC2E-F2B9-7F8C-899AF3F25E0A}"/>
              </a:ext>
            </a:extLst>
          </p:cNvPr>
          <p:cNvSpPr>
            <a:spLocks noGrp="1"/>
          </p:cNvSpPr>
          <p:nvPr>
            <p:ph type="body" sz="quarter" idx="14" hasCustomPrompt="1"/>
          </p:nvPr>
        </p:nvSpPr>
        <p:spPr>
          <a:xfrm rot="21600000">
            <a:off x="419100" y="1540324"/>
            <a:ext cx="3071345" cy="402778"/>
          </a:xfrm>
          <a:prstGeom prst="roundRect">
            <a:avLst>
              <a:gd name="adj" fmla="val 50000"/>
            </a:avLst>
          </a:prstGeom>
          <a:solidFill>
            <a:schemeClr val="bg2"/>
          </a:solidFill>
        </p:spPr>
        <p:txBody>
          <a:bodyPr anchor="ctr">
            <a:noAutofit/>
          </a:bodyPr>
          <a:lstStyle>
            <a:lvl1pPr algn="ctr">
              <a:defRPr sz="1200" spc="0">
                <a:solidFill>
                  <a:schemeClr val="bg1"/>
                </a:solidFill>
                <a:latin typeface="+mj-lt"/>
              </a:defRPr>
            </a:lvl1pPr>
          </a:lstStyle>
          <a:p>
            <a:pPr lvl="0"/>
            <a:r>
              <a:rPr lang="en-US"/>
              <a:t>Add text here</a:t>
            </a:r>
          </a:p>
        </p:txBody>
      </p:sp>
      <p:sp>
        <p:nvSpPr>
          <p:cNvPr id="12" name="Text Placeholder 27">
            <a:extLst>
              <a:ext uri="{FF2B5EF4-FFF2-40B4-BE49-F238E27FC236}">
                <a16:creationId xmlns:a16="http://schemas.microsoft.com/office/drawing/2014/main" id="{CFB43F0B-2FB5-BE8F-2A8E-4921373850A4}"/>
              </a:ext>
            </a:extLst>
          </p:cNvPr>
          <p:cNvSpPr>
            <a:spLocks noGrp="1"/>
          </p:cNvSpPr>
          <p:nvPr>
            <p:ph type="body" sz="quarter" idx="50" hasCustomPrompt="1"/>
          </p:nvPr>
        </p:nvSpPr>
        <p:spPr>
          <a:xfrm rot="21600000">
            <a:off x="703675" y="2115262"/>
            <a:ext cx="2502195" cy="215444"/>
          </a:xfrm>
          <a:prstGeom prst="rect">
            <a:avLst/>
          </a:prstGeom>
          <a:noFill/>
        </p:spPr>
        <p:txBody>
          <a:bodyPr wrap="square" anchor="t">
            <a:spAutoFit/>
          </a:bodyPr>
          <a:lstStyle>
            <a:lvl1pPr algn="ctr">
              <a:spcBef>
                <a:spcPts val="400"/>
              </a:spcBef>
              <a:defRPr sz="1400" spc="0">
                <a:solidFill>
                  <a:schemeClr val="tx1"/>
                </a:solidFill>
                <a:latin typeface="+mn-lt"/>
                <a:cs typeface="Segoe Sans Display Semibold" pitchFamily="2" charset="0"/>
              </a:defRPr>
            </a:lvl1pPr>
          </a:lstStyle>
          <a:p>
            <a:pPr lvl="0"/>
            <a:r>
              <a:rPr lang="en-US"/>
              <a:t>Add text here</a:t>
            </a:r>
          </a:p>
        </p:txBody>
      </p:sp>
      <p:sp>
        <p:nvSpPr>
          <p:cNvPr id="13" name="Text Placeholder 27">
            <a:extLst>
              <a:ext uri="{FF2B5EF4-FFF2-40B4-BE49-F238E27FC236}">
                <a16:creationId xmlns:a16="http://schemas.microsoft.com/office/drawing/2014/main" id="{27A41982-5EB6-73B8-6596-18A17279956D}"/>
              </a:ext>
            </a:extLst>
          </p:cNvPr>
          <p:cNvSpPr>
            <a:spLocks noGrp="1"/>
          </p:cNvSpPr>
          <p:nvPr>
            <p:ph type="body" sz="quarter" idx="51" hasCustomPrompt="1"/>
          </p:nvPr>
        </p:nvSpPr>
        <p:spPr>
          <a:xfrm rot="21600000">
            <a:off x="4290958" y="1540324"/>
            <a:ext cx="3071345" cy="402778"/>
          </a:xfrm>
          <a:prstGeom prst="roundRect">
            <a:avLst>
              <a:gd name="adj" fmla="val 50000"/>
            </a:avLst>
          </a:prstGeom>
          <a:solidFill>
            <a:schemeClr val="bg2"/>
          </a:solidFill>
        </p:spPr>
        <p:txBody>
          <a:bodyPr anchor="ctr">
            <a:noAutofit/>
          </a:bodyPr>
          <a:lstStyle>
            <a:lvl1pPr algn="ctr">
              <a:defRPr sz="1200" spc="0">
                <a:solidFill>
                  <a:schemeClr val="bg1"/>
                </a:solidFill>
                <a:latin typeface="+mj-lt"/>
              </a:defRPr>
            </a:lvl1pPr>
          </a:lstStyle>
          <a:p>
            <a:pPr lvl="0"/>
            <a:r>
              <a:rPr lang="en-US"/>
              <a:t>Add text here</a:t>
            </a:r>
          </a:p>
        </p:txBody>
      </p:sp>
      <p:sp>
        <p:nvSpPr>
          <p:cNvPr id="14" name="Text Placeholder 27">
            <a:extLst>
              <a:ext uri="{FF2B5EF4-FFF2-40B4-BE49-F238E27FC236}">
                <a16:creationId xmlns:a16="http://schemas.microsoft.com/office/drawing/2014/main" id="{0AC90853-9F4C-4A34-4E65-75CC0A0A6366}"/>
              </a:ext>
            </a:extLst>
          </p:cNvPr>
          <p:cNvSpPr>
            <a:spLocks noGrp="1"/>
          </p:cNvSpPr>
          <p:nvPr>
            <p:ph type="body" sz="quarter" idx="52" hasCustomPrompt="1"/>
          </p:nvPr>
        </p:nvSpPr>
        <p:spPr>
          <a:xfrm rot="21600000">
            <a:off x="4575533" y="2115262"/>
            <a:ext cx="2502195" cy="215444"/>
          </a:xfrm>
          <a:prstGeom prst="rect">
            <a:avLst/>
          </a:prstGeom>
          <a:noFill/>
        </p:spPr>
        <p:txBody>
          <a:bodyPr wrap="square" anchor="t">
            <a:spAutoFit/>
          </a:bodyPr>
          <a:lstStyle>
            <a:lvl1pPr algn="ctr">
              <a:spcBef>
                <a:spcPts val="400"/>
              </a:spcBef>
              <a:defRPr sz="1400" spc="0">
                <a:solidFill>
                  <a:schemeClr val="tx1"/>
                </a:solidFill>
                <a:latin typeface="+mn-lt"/>
                <a:cs typeface="Segoe Sans Display Semibold" pitchFamily="2" charset="0"/>
              </a:defRPr>
            </a:lvl1pPr>
          </a:lstStyle>
          <a:p>
            <a:pPr lvl="0"/>
            <a:r>
              <a:rPr lang="en-US"/>
              <a:t>Add text here</a:t>
            </a:r>
          </a:p>
        </p:txBody>
      </p:sp>
      <p:sp>
        <p:nvSpPr>
          <p:cNvPr id="15" name="Text Placeholder 27">
            <a:extLst>
              <a:ext uri="{FF2B5EF4-FFF2-40B4-BE49-F238E27FC236}">
                <a16:creationId xmlns:a16="http://schemas.microsoft.com/office/drawing/2014/main" id="{91D32FF1-3412-103C-7261-C5A41256F9F3}"/>
              </a:ext>
            </a:extLst>
          </p:cNvPr>
          <p:cNvSpPr>
            <a:spLocks noGrp="1"/>
          </p:cNvSpPr>
          <p:nvPr>
            <p:ph type="body" sz="quarter" idx="53" hasCustomPrompt="1"/>
          </p:nvPr>
        </p:nvSpPr>
        <p:spPr>
          <a:xfrm rot="21600000">
            <a:off x="8162816" y="1540324"/>
            <a:ext cx="3071345" cy="402778"/>
          </a:xfrm>
          <a:prstGeom prst="roundRect">
            <a:avLst>
              <a:gd name="adj" fmla="val 50000"/>
            </a:avLst>
          </a:prstGeom>
          <a:solidFill>
            <a:schemeClr val="bg2"/>
          </a:solidFill>
        </p:spPr>
        <p:txBody>
          <a:bodyPr anchor="ctr">
            <a:noAutofit/>
          </a:bodyPr>
          <a:lstStyle>
            <a:lvl1pPr algn="ctr">
              <a:defRPr sz="1200" spc="0">
                <a:solidFill>
                  <a:schemeClr val="bg1"/>
                </a:solidFill>
                <a:latin typeface="+mj-lt"/>
              </a:defRPr>
            </a:lvl1pPr>
          </a:lstStyle>
          <a:p>
            <a:pPr lvl="0"/>
            <a:r>
              <a:rPr lang="en-US"/>
              <a:t>Add text here</a:t>
            </a:r>
          </a:p>
        </p:txBody>
      </p:sp>
      <p:sp>
        <p:nvSpPr>
          <p:cNvPr id="16" name="Text Placeholder 27">
            <a:extLst>
              <a:ext uri="{FF2B5EF4-FFF2-40B4-BE49-F238E27FC236}">
                <a16:creationId xmlns:a16="http://schemas.microsoft.com/office/drawing/2014/main" id="{6E1D73FC-251E-55BF-74D9-FA59CA2F6360}"/>
              </a:ext>
            </a:extLst>
          </p:cNvPr>
          <p:cNvSpPr>
            <a:spLocks noGrp="1"/>
          </p:cNvSpPr>
          <p:nvPr>
            <p:ph type="body" sz="quarter" idx="54" hasCustomPrompt="1"/>
          </p:nvPr>
        </p:nvSpPr>
        <p:spPr>
          <a:xfrm rot="21600000">
            <a:off x="8447391" y="2115262"/>
            <a:ext cx="2502195" cy="215444"/>
          </a:xfrm>
          <a:prstGeom prst="rect">
            <a:avLst/>
          </a:prstGeom>
          <a:noFill/>
        </p:spPr>
        <p:txBody>
          <a:bodyPr wrap="square" anchor="t">
            <a:spAutoFit/>
          </a:bodyPr>
          <a:lstStyle>
            <a:lvl1pPr algn="ctr">
              <a:spcBef>
                <a:spcPts val="400"/>
              </a:spcBef>
              <a:defRPr sz="1400" spc="0">
                <a:solidFill>
                  <a:schemeClr val="tx1"/>
                </a:solidFill>
                <a:latin typeface="+mn-lt"/>
                <a:cs typeface="Segoe Sans Display Semibold" pitchFamily="2" charset="0"/>
              </a:defRPr>
            </a:lvl1pPr>
          </a:lstStyle>
          <a:p>
            <a:pPr lvl="0"/>
            <a:r>
              <a:rPr lang="en-US"/>
              <a:t>Add text here</a:t>
            </a:r>
          </a:p>
        </p:txBody>
      </p:sp>
      <p:sp>
        <p:nvSpPr>
          <p:cNvPr id="17" name="Text Placeholder 27">
            <a:extLst>
              <a:ext uri="{FF2B5EF4-FFF2-40B4-BE49-F238E27FC236}">
                <a16:creationId xmlns:a16="http://schemas.microsoft.com/office/drawing/2014/main" id="{3282E04B-E957-93A7-41BB-11F46612ED33}"/>
              </a:ext>
            </a:extLst>
          </p:cNvPr>
          <p:cNvSpPr>
            <a:spLocks noGrp="1"/>
          </p:cNvSpPr>
          <p:nvPr>
            <p:ph type="body" sz="quarter" idx="55" hasCustomPrompt="1"/>
          </p:nvPr>
        </p:nvSpPr>
        <p:spPr>
          <a:xfrm rot="21600000">
            <a:off x="419100" y="4147805"/>
            <a:ext cx="3071345" cy="402778"/>
          </a:xfrm>
          <a:prstGeom prst="roundRect">
            <a:avLst>
              <a:gd name="adj" fmla="val 50000"/>
            </a:avLst>
          </a:prstGeom>
          <a:solidFill>
            <a:schemeClr val="bg2"/>
          </a:solidFill>
        </p:spPr>
        <p:txBody>
          <a:bodyPr anchor="ctr">
            <a:noAutofit/>
          </a:bodyPr>
          <a:lstStyle>
            <a:lvl1pPr algn="ctr">
              <a:defRPr sz="1200" spc="0">
                <a:solidFill>
                  <a:schemeClr val="bg1"/>
                </a:solidFill>
                <a:latin typeface="+mj-lt"/>
              </a:defRPr>
            </a:lvl1pPr>
          </a:lstStyle>
          <a:p>
            <a:pPr lvl="0"/>
            <a:r>
              <a:rPr lang="en-US"/>
              <a:t>Add text here</a:t>
            </a:r>
          </a:p>
        </p:txBody>
      </p:sp>
      <p:sp>
        <p:nvSpPr>
          <p:cNvPr id="18" name="Text Placeholder 27">
            <a:extLst>
              <a:ext uri="{FF2B5EF4-FFF2-40B4-BE49-F238E27FC236}">
                <a16:creationId xmlns:a16="http://schemas.microsoft.com/office/drawing/2014/main" id="{20807C64-B572-B8E4-DFCD-5CBEE0530640}"/>
              </a:ext>
            </a:extLst>
          </p:cNvPr>
          <p:cNvSpPr>
            <a:spLocks noGrp="1"/>
          </p:cNvSpPr>
          <p:nvPr>
            <p:ph type="body" sz="quarter" idx="56" hasCustomPrompt="1"/>
          </p:nvPr>
        </p:nvSpPr>
        <p:spPr>
          <a:xfrm rot="21600000">
            <a:off x="703675" y="4722743"/>
            <a:ext cx="2502195" cy="215444"/>
          </a:xfrm>
          <a:prstGeom prst="rect">
            <a:avLst/>
          </a:prstGeom>
          <a:noFill/>
        </p:spPr>
        <p:txBody>
          <a:bodyPr wrap="square" anchor="t">
            <a:spAutoFit/>
          </a:bodyPr>
          <a:lstStyle>
            <a:lvl1pPr algn="ctr">
              <a:spcBef>
                <a:spcPts val="400"/>
              </a:spcBef>
              <a:defRPr sz="1400" spc="0">
                <a:solidFill>
                  <a:schemeClr val="tx1"/>
                </a:solidFill>
                <a:latin typeface="+mn-lt"/>
                <a:cs typeface="Segoe Sans Display Semibold" pitchFamily="2" charset="0"/>
              </a:defRPr>
            </a:lvl1pPr>
          </a:lstStyle>
          <a:p>
            <a:pPr lvl="0"/>
            <a:r>
              <a:rPr lang="en-US"/>
              <a:t>Add text here</a:t>
            </a:r>
          </a:p>
        </p:txBody>
      </p:sp>
      <p:sp>
        <p:nvSpPr>
          <p:cNvPr id="19" name="Text Placeholder 27">
            <a:extLst>
              <a:ext uri="{FF2B5EF4-FFF2-40B4-BE49-F238E27FC236}">
                <a16:creationId xmlns:a16="http://schemas.microsoft.com/office/drawing/2014/main" id="{A08E2A1F-A6A5-61DB-E994-5DF1A689DDA7}"/>
              </a:ext>
            </a:extLst>
          </p:cNvPr>
          <p:cNvSpPr>
            <a:spLocks noGrp="1"/>
          </p:cNvSpPr>
          <p:nvPr>
            <p:ph type="body" sz="quarter" idx="57" hasCustomPrompt="1"/>
          </p:nvPr>
        </p:nvSpPr>
        <p:spPr>
          <a:xfrm rot="21600000">
            <a:off x="4290958" y="4147805"/>
            <a:ext cx="3071345" cy="402778"/>
          </a:xfrm>
          <a:prstGeom prst="roundRect">
            <a:avLst>
              <a:gd name="adj" fmla="val 50000"/>
            </a:avLst>
          </a:prstGeom>
          <a:solidFill>
            <a:schemeClr val="bg2"/>
          </a:solidFill>
        </p:spPr>
        <p:txBody>
          <a:bodyPr anchor="ctr">
            <a:noAutofit/>
          </a:bodyPr>
          <a:lstStyle>
            <a:lvl1pPr algn="ctr">
              <a:defRPr sz="1200" spc="0">
                <a:solidFill>
                  <a:schemeClr val="bg1"/>
                </a:solidFill>
                <a:latin typeface="+mj-lt"/>
              </a:defRPr>
            </a:lvl1pPr>
          </a:lstStyle>
          <a:p>
            <a:pPr lvl="0"/>
            <a:r>
              <a:rPr lang="en-US"/>
              <a:t>Add text here</a:t>
            </a:r>
          </a:p>
        </p:txBody>
      </p:sp>
      <p:sp>
        <p:nvSpPr>
          <p:cNvPr id="20" name="Text Placeholder 27">
            <a:extLst>
              <a:ext uri="{FF2B5EF4-FFF2-40B4-BE49-F238E27FC236}">
                <a16:creationId xmlns:a16="http://schemas.microsoft.com/office/drawing/2014/main" id="{0C71CE46-7F8F-AD07-9C22-6213FAE1BE3C}"/>
              </a:ext>
            </a:extLst>
          </p:cNvPr>
          <p:cNvSpPr>
            <a:spLocks noGrp="1"/>
          </p:cNvSpPr>
          <p:nvPr>
            <p:ph type="body" sz="quarter" idx="58" hasCustomPrompt="1"/>
          </p:nvPr>
        </p:nvSpPr>
        <p:spPr>
          <a:xfrm rot="21600000">
            <a:off x="4575533" y="4722743"/>
            <a:ext cx="2502195" cy="215444"/>
          </a:xfrm>
          <a:prstGeom prst="rect">
            <a:avLst/>
          </a:prstGeom>
          <a:noFill/>
        </p:spPr>
        <p:txBody>
          <a:bodyPr wrap="square" anchor="t">
            <a:spAutoFit/>
          </a:bodyPr>
          <a:lstStyle>
            <a:lvl1pPr algn="ctr">
              <a:spcBef>
                <a:spcPts val="400"/>
              </a:spcBef>
              <a:defRPr sz="1400" spc="0">
                <a:solidFill>
                  <a:schemeClr val="tx1"/>
                </a:solidFill>
                <a:latin typeface="+mn-lt"/>
                <a:cs typeface="Segoe Sans Display Semibold" pitchFamily="2" charset="0"/>
              </a:defRPr>
            </a:lvl1pPr>
          </a:lstStyle>
          <a:p>
            <a:pPr lvl="0"/>
            <a:r>
              <a:rPr lang="en-US"/>
              <a:t>Add text here</a:t>
            </a:r>
          </a:p>
        </p:txBody>
      </p:sp>
      <p:sp>
        <p:nvSpPr>
          <p:cNvPr id="21" name="Text Placeholder 27">
            <a:extLst>
              <a:ext uri="{FF2B5EF4-FFF2-40B4-BE49-F238E27FC236}">
                <a16:creationId xmlns:a16="http://schemas.microsoft.com/office/drawing/2014/main" id="{85679D51-7DC2-583E-EFD0-8BEC58A7559B}"/>
              </a:ext>
            </a:extLst>
          </p:cNvPr>
          <p:cNvSpPr>
            <a:spLocks noGrp="1"/>
          </p:cNvSpPr>
          <p:nvPr>
            <p:ph type="body" sz="quarter" idx="59" hasCustomPrompt="1"/>
          </p:nvPr>
        </p:nvSpPr>
        <p:spPr>
          <a:xfrm rot="21600000">
            <a:off x="8162816" y="4147805"/>
            <a:ext cx="3071345" cy="402778"/>
          </a:xfrm>
          <a:prstGeom prst="roundRect">
            <a:avLst>
              <a:gd name="adj" fmla="val 50000"/>
            </a:avLst>
          </a:prstGeom>
          <a:solidFill>
            <a:schemeClr val="bg2"/>
          </a:solidFill>
        </p:spPr>
        <p:txBody>
          <a:bodyPr anchor="ctr">
            <a:noAutofit/>
          </a:bodyPr>
          <a:lstStyle>
            <a:lvl1pPr algn="ctr">
              <a:defRPr sz="1200" spc="0">
                <a:solidFill>
                  <a:schemeClr val="bg1"/>
                </a:solidFill>
                <a:latin typeface="+mj-lt"/>
              </a:defRPr>
            </a:lvl1pPr>
          </a:lstStyle>
          <a:p>
            <a:pPr lvl="0"/>
            <a:r>
              <a:rPr lang="en-US"/>
              <a:t>Add text here</a:t>
            </a:r>
          </a:p>
        </p:txBody>
      </p:sp>
      <p:sp>
        <p:nvSpPr>
          <p:cNvPr id="22" name="Text Placeholder 27">
            <a:extLst>
              <a:ext uri="{FF2B5EF4-FFF2-40B4-BE49-F238E27FC236}">
                <a16:creationId xmlns:a16="http://schemas.microsoft.com/office/drawing/2014/main" id="{6BCB0BE4-619F-3584-F26F-333F8B37D4B2}"/>
              </a:ext>
            </a:extLst>
          </p:cNvPr>
          <p:cNvSpPr>
            <a:spLocks noGrp="1"/>
          </p:cNvSpPr>
          <p:nvPr>
            <p:ph type="body" sz="quarter" idx="60" hasCustomPrompt="1"/>
          </p:nvPr>
        </p:nvSpPr>
        <p:spPr>
          <a:xfrm rot="21600000">
            <a:off x="8447391" y="4722743"/>
            <a:ext cx="2502195" cy="215444"/>
          </a:xfrm>
          <a:prstGeom prst="rect">
            <a:avLst/>
          </a:prstGeom>
          <a:noFill/>
        </p:spPr>
        <p:txBody>
          <a:bodyPr wrap="square" anchor="t">
            <a:spAutoFit/>
          </a:bodyPr>
          <a:lstStyle>
            <a:lvl1pPr algn="ctr">
              <a:spcBef>
                <a:spcPts val="400"/>
              </a:spcBef>
              <a:defRPr sz="1400" spc="0">
                <a:solidFill>
                  <a:schemeClr val="tx1"/>
                </a:solidFill>
                <a:latin typeface="+mn-lt"/>
                <a:cs typeface="Segoe Sans Display Semibold" pitchFamily="2" charset="0"/>
              </a:defRPr>
            </a:lvl1pPr>
          </a:lstStyle>
          <a:p>
            <a:pPr lvl="0"/>
            <a:r>
              <a:rPr lang="en-US"/>
              <a:t>Add text here</a:t>
            </a:r>
          </a:p>
        </p:txBody>
      </p:sp>
      <p:pic>
        <p:nvPicPr>
          <p:cNvPr id="25" name="Graphic 24">
            <a:extLst>
              <a:ext uri="{FF2B5EF4-FFF2-40B4-BE49-F238E27FC236}">
                <a16:creationId xmlns:a16="http://schemas.microsoft.com/office/drawing/2014/main" id="{6BCA2F69-D2B6-4F3D-9E59-8A665213EF4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77763" y="1628775"/>
            <a:ext cx="225876" cy="225876"/>
          </a:xfrm>
          <a:prstGeom prst="rect">
            <a:avLst/>
          </a:prstGeom>
        </p:spPr>
      </p:pic>
      <p:pic>
        <p:nvPicPr>
          <p:cNvPr id="26" name="Graphic 25">
            <a:extLst>
              <a:ext uri="{FF2B5EF4-FFF2-40B4-BE49-F238E27FC236}">
                <a16:creationId xmlns:a16="http://schemas.microsoft.com/office/drawing/2014/main" id="{65A9A137-0BBB-5C7C-6BCB-5DCC77810D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9622" y="1628775"/>
            <a:ext cx="225876" cy="225876"/>
          </a:xfrm>
          <a:prstGeom prst="rect">
            <a:avLst/>
          </a:prstGeom>
        </p:spPr>
      </p:pic>
      <p:pic>
        <p:nvPicPr>
          <p:cNvPr id="27" name="Graphic 26">
            <a:extLst>
              <a:ext uri="{FF2B5EF4-FFF2-40B4-BE49-F238E27FC236}">
                <a16:creationId xmlns:a16="http://schemas.microsoft.com/office/drawing/2014/main" id="{02C0DB23-BE16-33D0-8E38-430BE0A1FBD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3777763" y="4236256"/>
            <a:ext cx="225876" cy="225876"/>
          </a:xfrm>
          <a:prstGeom prst="rect">
            <a:avLst/>
          </a:prstGeom>
        </p:spPr>
      </p:pic>
      <p:pic>
        <p:nvPicPr>
          <p:cNvPr id="28" name="Graphic 27">
            <a:extLst>
              <a:ext uri="{FF2B5EF4-FFF2-40B4-BE49-F238E27FC236}">
                <a16:creationId xmlns:a16="http://schemas.microsoft.com/office/drawing/2014/main" id="{B63C948F-9529-9494-5B5C-326A5216B9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7649622" y="4236256"/>
            <a:ext cx="225876" cy="225876"/>
          </a:xfrm>
          <a:prstGeom prst="rect">
            <a:avLst/>
          </a:prstGeom>
        </p:spPr>
      </p:pic>
      <p:pic>
        <p:nvPicPr>
          <p:cNvPr id="29" name="Graphic 28">
            <a:extLst>
              <a:ext uri="{FF2B5EF4-FFF2-40B4-BE49-F238E27FC236}">
                <a16:creationId xmlns:a16="http://schemas.microsoft.com/office/drawing/2014/main" id="{ED2BB8BE-0D7E-2699-FAB2-930CA01C97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11659962" y="2935064"/>
            <a:ext cx="225876" cy="225876"/>
          </a:xfrm>
          <a:prstGeom prst="rect">
            <a:avLst/>
          </a:prstGeom>
        </p:spPr>
      </p:pic>
    </p:spTree>
    <p:extLst>
      <p:ext uri="{BB962C8B-B14F-4D97-AF65-F5344CB8AC3E}">
        <p14:creationId xmlns:p14="http://schemas.microsoft.com/office/powerpoint/2010/main" val="713419618"/>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1527786"/>
            <a:ext cx="11353799" cy="738664"/>
          </a:xfrm>
        </p:spPr>
        <p:txBody>
          <a:bodyPr anchor="t">
            <a:spAutoFit/>
          </a:bodyPr>
          <a:lstStyle>
            <a:lvl1pPr algn="ctr">
              <a:defRPr sz="4800" b="0" spc="-90" baseline="0">
                <a:solidFill>
                  <a:schemeClr val="bg2"/>
                </a:solidFill>
              </a:defRPr>
            </a:lvl1pPr>
          </a:lstStyle>
          <a:p>
            <a:r>
              <a:rPr lang="en-US"/>
              <a:t>Click to edit Master title style</a:t>
            </a:r>
          </a:p>
        </p:txBody>
      </p:sp>
      <p:sp>
        <p:nvSpPr>
          <p:cNvPr id="7" name="Text Placeholder 6">
            <a:extLst>
              <a:ext uri="{FF2B5EF4-FFF2-40B4-BE49-F238E27FC236}">
                <a16:creationId xmlns:a16="http://schemas.microsoft.com/office/drawing/2014/main" id="{F029F3EA-CAAD-EC4E-26F3-96DE14610394}"/>
              </a:ext>
            </a:extLst>
          </p:cNvPr>
          <p:cNvSpPr>
            <a:spLocks noGrp="1"/>
          </p:cNvSpPr>
          <p:nvPr>
            <p:ph type="body" sz="quarter" idx="10" hasCustomPrompt="1"/>
          </p:nvPr>
        </p:nvSpPr>
        <p:spPr>
          <a:xfrm>
            <a:off x="419100" y="2690336"/>
            <a:ext cx="11353799" cy="492443"/>
          </a:xfrm>
        </p:spPr>
        <p:txBody>
          <a:bodyPr>
            <a:spAutoFit/>
          </a:bodyPr>
          <a:lstStyle>
            <a:lvl1pPr algn="ctr">
              <a:defRPr sz="3200" spc="0">
                <a:latin typeface="+mn-lt"/>
              </a:defRPr>
            </a:lvl1pPr>
          </a:lstStyle>
          <a:p>
            <a:pPr lvl="0"/>
            <a:r>
              <a:rPr lang="en-US"/>
              <a:t>Add text here</a:t>
            </a:r>
          </a:p>
        </p:txBody>
      </p:sp>
      <p:pic>
        <p:nvPicPr>
          <p:cNvPr id="20" name="Picture 19">
            <a:extLst>
              <a:ext uri="{FF2B5EF4-FFF2-40B4-BE49-F238E27FC236}">
                <a16:creationId xmlns:a16="http://schemas.microsoft.com/office/drawing/2014/main" id="{EFECFF58-F402-324C-8981-A992C8682E1A}"/>
              </a:ext>
            </a:extLst>
          </p:cNvPr>
          <p:cNvPicPr>
            <a:picLocks noChangeAspect="1"/>
          </p:cNvPicPr>
          <p:nvPr userDrawn="1"/>
        </p:nvPicPr>
        <p:blipFill>
          <a:blip r:embed="rId2"/>
          <a:stretch>
            <a:fillRect/>
          </a:stretch>
        </p:blipFill>
        <p:spPr>
          <a:xfrm>
            <a:off x="0" y="1267968"/>
            <a:ext cx="12192000" cy="5590032"/>
          </a:xfrm>
          <a:prstGeom prst="rect">
            <a:avLst/>
          </a:prstGeom>
        </p:spPr>
      </p:pic>
    </p:spTree>
    <p:extLst>
      <p:ext uri="{BB962C8B-B14F-4D97-AF65-F5344CB8AC3E}">
        <p14:creationId xmlns:p14="http://schemas.microsoft.com/office/powerpoint/2010/main" val="946015865"/>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allout 2">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B089AD0-AF59-7849-01D4-763AD954644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rot="20436521">
            <a:off x="7417491" y="2508434"/>
            <a:ext cx="5746343" cy="4872303"/>
          </a:xfrm>
          <a:custGeom>
            <a:avLst/>
            <a:gdLst>
              <a:gd name="csX0" fmla="*/ 5746343 w 5746343"/>
              <a:gd name="csY0" fmla="*/ 0 h 4872303"/>
              <a:gd name="csX1" fmla="*/ 4031364 w 5746343"/>
              <a:gd name="csY1" fmla="*/ 4872303 h 4872303"/>
              <a:gd name="csX2" fmla="*/ 0 w 5746343"/>
              <a:gd name="csY2" fmla="*/ 3453322 h 4872303"/>
              <a:gd name="csX3" fmla="*/ 1 w 5746343"/>
              <a:gd name="csY3" fmla="*/ 1 h 4872303"/>
            </a:gdLst>
            <a:ahLst/>
            <a:cxnLst>
              <a:cxn ang="0">
                <a:pos x="csX0" y="csY0"/>
              </a:cxn>
              <a:cxn ang="0">
                <a:pos x="csX1" y="csY1"/>
              </a:cxn>
              <a:cxn ang="0">
                <a:pos x="csX2" y="csY2"/>
              </a:cxn>
              <a:cxn ang="0">
                <a:pos x="csX3" y="csY3"/>
              </a:cxn>
            </a:cxnLst>
            <a:rect l="l" t="t" r="r" b="b"/>
            <a:pathLst>
              <a:path w="5746343" h="4872303">
                <a:moveTo>
                  <a:pt x="5746343" y="0"/>
                </a:moveTo>
                <a:lnTo>
                  <a:pt x="4031364" y="4872303"/>
                </a:lnTo>
                <a:lnTo>
                  <a:pt x="0" y="3453322"/>
                </a:lnTo>
                <a:lnTo>
                  <a:pt x="1" y="1"/>
                </a:lnTo>
                <a:close/>
              </a:path>
            </a:pathLst>
          </a:custGeom>
        </p:spPr>
      </p:pic>
      <p:sp>
        <p:nvSpPr>
          <p:cNvPr id="5" name="Rectangle: Rounded Corners 4">
            <a:extLst>
              <a:ext uri="{FF2B5EF4-FFF2-40B4-BE49-F238E27FC236}">
                <a16:creationId xmlns:a16="http://schemas.microsoft.com/office/drawing/2014/main" id="{13C77812-1ACA-69B2-6435-87782E15B393}"/>
              </a:ext>
            </a:extLst>
          </p:cNvPr>
          <p:cNvSpPr/>
          <p:nvPr userDrawn="1"/>
        </p:nvSpPr>
        <p:spPr>
          <a:xfrm>
            <a:off x="419100" y="2461788"/>
            <a:ext cx="11353800" cy="3262852"/>
          </a:xfrm>
          <a:prstGeom prst="roundRect">
            <a:avLst>
              <a:gd name="adj" fmla="val 9123"/>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lvl="0" indent="0" algn="ctr" defTabSz="457109">
              <a:lnSpc>
                <a:spcPct val="100000"/>
              </a:lnSpc>
              <a:spcBef>
                <a:spcPts val="336"/>
              </a:spcBef>
              <a:buFont typeface="Arial" panose="020B0604020202020204" pitchFamily="34" charset="0"/>
              <a:buNone/>
            </a:pPr>
            <a:endParaRPr lang="en-IN" b="0" i="0" kern="0" spc="-50" baseline="0">
              <a:solidFill>
                <a:schemeClr val="tx1"/>
              </a:solidFill>
              <a:latin typeface="+mj-lt"/>
              <a:cs typeface="Segoe Sans Display Semibold" pitchFamily="2" charset="0"/>
            </a:endParaRPr>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1356888"/>
            <a:ext cx="11353799" cy="738664"/>
          </a:xfrm>
        </p:spPr>
        <p:txBody>
          <a:bodyPr anchor="t">
            <a:spAutoFit/>
          </a:bodyPr>
          <a:lstStyle>
            <a:lvl1pPr algn="ctr">
              <a:defRPr sz="4800" b="0" spc="-90" baseline="0">
                <a:solidFill>
                  <a:schemeClr val="bg2"/>
                </a:solidFill>
              </a:defRPr>
            </a:lvl1pPr>
          </a:lstStyle>
          <a:p>
            <a:r>
              <a:rPr lang="en-US"/>
              <a:t>Click to edit Master title style</a:t>
            </a:r>
          </a:p>
        </p:txBody>
      </p:sp>
      <p:sp>
        <p:nvSpPr>
          <p:cNvPr id="7" name="Text Placeholder 6">
            <a:extLst>
              <a:ext uri="{FF2B5EF4-FFF2-40B4-BE49-F238E27FC236}">
                <a16:creationId xmlns:a16="http://schemas.microsoft.com/office/drawing/2014/main" id="{F029F3EA-CAAD-EC4E-26F3-96DE14610394}"/>
              </a:ext>
            </a:extLst>
          </p:cNvPr>
          <p:cNvSpPr>
            <a:spLocks noGrp="1"/>
          </p:cNvSpPr>
          <p:nvPr>
            <p:ph type="body" sz="quarter" idx="10" hasCustomPrompt="1"/>
          </p:nvPr>
        </p:nvSpPr>
        <p:spPr>
          <a:xfrm>
            <a:off x="762000" y="2816753"/>
            <a:ext cx="10668000" cy="492443"/>
          </a:xfrm>
        </p:spPr>
        <p:txBody>
          <a:bodyPr>
            <a:spAutoFit/>
          </a:bodyPr>
          <a:lstStyle>
            <a:lvl1pPr algn="ctr">
              <a:defRPr sz="3200" spc="0">
                <a:solidFill>
                  <a:schemeClr val="tx1"/>
                </a:solidFill>
                <a:latin typeface="+mn-lt"/>
              </a:defRPr>
            </a:lvl1pPr>
          </a:lstStyle>
          <a:p>
            <a:pPr lvl="0"/>
            <a:r>
              <a:rPr lang="en-US"/>
              <a:t>Add text here</a:t>
            </a:r>
          </a:p>
        </p:txBody>
      </p:sp>
    </p:spTree>
    <p:extLst>
      <p:ext uri="{BB962C8B-B14F-4D97-AF65-F5344CB8AC3E}">
        <p14:creationId xmlns:p14="http://schemas.microsoft.com/office/powerpoint/2010/main" val="2156624492"/>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1" y="2755900"/>
            <a:ext cx="3151414" cy="1346200"/>
          </a:xfrm>
        </p:spPr>
        <p:txBody>
          <a:bodyPr anchor="ctr"/>
          <a:lstStyle>
            <a:lvl1pPr>
              <a:defRPr spc="-90" baseline="0"/>
            </a:lvl1pPr>
          </a:lstStyle>
          <a:p>
            <a:r>
              <a:rPr lang="en-US"/>
              <a:t>Click to edit Master title style</a:t>
            </a:r>
          </a:p>
        </p:txBody>
      </p:sp>
    </p:spTree>
    <p:extLst>
      <p:ext uri="{BB962C8B-B14F-4D97-AF65-F5344CB8AC3E}">
        <p14:creationId xmlns:p14="http://schemas.microsoft.com/office/powerpoint/2010/main" val="635291002"/>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emo 1">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7B70C70-67D1-7B76-E567-F9FC67944807}"/>
              </a:ext>
            </a:extLst>
          </p:cNvPr>
          <p:cNvSpPr/>
          <p:nvPr userDrawn="1"/>
        </p:nvSpPr>
        <p:spPr>
          <a:xfrm>
            <a:off x="3872115" y="1127760"/>
            <a:ext cx="8594205" cy="4602480"/>
          </a:xfrm>
          <a:prstGeom prst="roundRect">
            <a:avLst>
              <a:gd name="adj" fmla="val 5410"/>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lvl="0" indent="0" algn="ctr" defTabSz="457109">
              <a:lnSpc>
                <a:spcPct val="100000"/>
              </a:lnSpc>
              <a:spcBef>
                <a:spcPts val="336"/>
              </a:spcBef>
              <a:buFont typeface="Arial" panose="020B0604020202020204" pitchFamily="34" charset="0"/>
              <a:buNone/>
            </a:pPr>
            <a:endParaRPr lang="en-US" b="0" i="0" kern="0" spc="-50" baseline="0">
              <a:solidFill>
                <a:schemeClr val="tx1"/>
              </a:solidFill>
              <a:latin typeface="+mj-lt"/>
              <a:cs typeface="Segoe Sans Display Semibold" pitchFamily="2" charset="0"/>
            </a:endParaRPr>
          </a:p>
        </p:txBody>
      </p:sp>
      <p:sp>
        <p:nvSpPr>
          <p:cNvPr id="10" name="Picture Placeholder 9">
            <a:extLst>
              <a:ext uri="{FF2B5EF4-FFF2-40B4-BE49-F238E27FC236}">
                <a16:creationId xmlns:a16="http://schemas.microsoft.com/office/drawing/2014/main" id="{B9DB4A37-7DB9-EE4A-9611-C83FACD5C128}"/>
              </a:ext>
            </a:extLst>
          </p:cNvPr>
          <p:cNvSpPr>
            <a:spLocks noGrp="1"/>
          </p:cNvSpPr>
          <p:nvPr>
            <p:ph type="pic" sz="quarter" idx="11"/>
          </p:nvPr>
        </p:nvSpPr>
        <p:spPr>
          <a:xfrm>
            <a:off x="4084302" y="1326847"/>
            <a:ext cx="7995686" cy="4204305"/>
          </a:xfrm>
          <a:prstGeom prst="roundRect">
            <a:avLst>
              <a:gd name="adj" fmla="val 2168"/>
            </a:avLst>
          </a:prstGeom>
          <a:blipFill>
            <a:blip r:embed="rId2"/>
            <a:stretch>
              <a:fillRect/>
            </a:stretch>
          </a:blipFill>
        </p:spPr>
        <p:txBody>
          <a:bodyPr>
            <a:noAutofit/>
          </a:bodyPr>
          <a:lstStyle/>
          <a:p>
            <a:endParaRPr lang="en-US"/>
          </a:p>
        </p:txBody>
      </p:sp>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1" y="1088643"/>
            <a:ext cx="3151414" cy="1346200"/>
          </a:xfrm>
        </p:spPr>
        <p:txBody>
          <a:bodyPr anchor="b"/>
          <a:lstStyle>
            <a:lvl1pPr>
              <a:defRPr spc="-90" baseline="0"/>
            </a:lvl1pPr>
          </a:lstStyle>
          <a:p>
            <a:r>
              <a:rPr lang="en-US"/>
              <a:t>Click to edit Master title style</a:t>
            </a:r>
          </a:p>
        </p:txBody>
      </p:sp>
      <p:sp>
        <p:nvSpPr>
          <p:cNvPr id="8" name="Text Placeholder 7">
            <a:extLst>
              <a:ext uri="{FF2B5EF4-FFF2-40B4-BE49-F238E27FC236}">
                <a16:creationId xmlns:a16="http://schemas.microsoft.com/office/drawing/2014/main" id="{5564C1DC-9333-B5A8-BF51-AD80EC60CF60}"/>
              </a:ext>
            </a:extLst>
          </p:cNvPr>
          <p:cNvSpPr>
            <a:spLocks noGrp="1"/>
          </p:cNvSpPr>
          <p:nvPr>
            <p:ph type="body" sz="quarter" idx="10" hasCustomPrompt="1"/>
          </p:nvPr>
        </p:nvSpPr>
        <p:spPr>
          <a:xfrm>
            <a:off x="419100" y="2671716"/>
            <a:ext cx="3151414" cy="369332"/>
          </a:xfrm>
        </p:spPr>
        <p:txBody>
          <a:bodyPr>
            <a:spAutoFit/>
          </a:bodyPr>
          <a:lstStyle>
            <a:lvl1pPr>
              <a:defRPr sz="2400" spc="0">
                <a:solidFill>
                  <a:schemeClr val="bg2"/>
                </a:solidFill>
              </a:defRPr>
            </a:lvl1pPr>
          </a:lstStyle>
          <a:p>
            <a:pPr lvl="0"/>
            <a:r>
              <a:rPr lang="en-US"/>
              <a:t>Add text here</a:t>
            </a:r>
          </a:p>
        </p:txBody>
      </p:sp>
    </p:spTree>
    <p:extLst>
      <p:ext uri="{BB962C8B-B14F-4D97-AF65-F5344CB8AC3E}">
        <p14:creationId xmlns:p14="http://schemas.microsoft.com/office/powerpoint/2010/main" val="1733455602"/>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emo 2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a:xfrm>
            <a:off x="419100" y="1088643"/>
            <a:ext cx="4051299" cy="1346200"/>
          </a:xfrm>
        </p:spPr>
        <p:txBody>
          <a:bodyPr anchor="b"/>
          <a:lstStyle>
            <a:lvl1pPr>
              <a:defRPr spc="-90" baseline="0"/>
            </a:lvl1pPr>
          </a:lstStyle>
          <a:p>
            <a:r>
              <a:rPr lang="en-US"/>
              <a:t>Click to edit Master title style</a:t>
            </a:r>
          </a:p>
        </p:txBody>
      </p:sp>
      <p:sp>
        <p:nvSpPr>
          <p:cNvPr id="8" name="Text Placeholder 7">
            <a:extLst>
              <a:ext uri="{FF2B5EF4-FFF2-40B4-BE49-F238E27FC236}">
                <a16:creationId xmlns:a16="http://schemas.microsoft.com/office/drawing/2014/main" id="{5564C1DC-9333-B5A8-BF51-AD80EC60CF60}"/>
              </a:ext>
            </a:extLst>
          </p:cNvPr>
          <p:cNvSpPr>
            <a:spLocks noGrp="1"/>
          </p:cNvSpPr>
          <p:nvPr>
            <p:ph type="body" sz="quarter" idx="10" hasCustomPrompt="1"/>
          </p:nvPr>
        </p:nvSpPr>
        <p:spPr>
          <a:xfrm>
            <a:off x="419099" y="2671716"/>
            <a:ext cx="4051299" cy="914400"/>
          </a:xfrm>
        </p:spPr>
        <p:txBody>
          <a:bodyPr>
            <a:noAutofit/>
          </a:bodyPr>
          <a:lstStyle>
            <a:lvl1pPr>
              <a:defRPr sz="2400" spc="0">
                <a:solidFill>
                  <a:schemeClr val="bg2"/>
                </a:solidFill>
              </a:defRPr>
            </a:lvl1pPr>
          </a:lstStyle>
          <a:p>
            <a:pPr lvl="0"/>
            <a:r>
              <a:rPr lang="en-US"/>
              <a:t>Add text here</a:t>
            </a:r>
          </a:p>
        </p:txBody>
      </p:sp>
      <p:sp>
        <p:nvSpPr>
          <p:cNvPr id="14" name="Text Placeholder 7">
            <a:extLst>
              <a:ext uri="{FF2B5EF4-FFF2-40B4-BE49-F238E27FC236}">
                <a16:creationId xmlns:a16="http://schemas.microsoft.com/office/drawing/2014/main" id="{11EC8E69-8C59-8410-8631-1782871E255A}"/>
              </a:ext>
            </a:extLst>
          </p:cNvPr>
          <p:cNvSpPr>
            <a:spLocks noGrp="1"/>
          </p:cNvSpPr>
          <p:nvPr>
            <p:ph type="body" sz="quarter" idx="14" hasCustomPrompt="1"/>
          </p:nvPr>
        </p:nvSpPr>
        <p:spPr>
          <a:xfrm>
            <a:off x="2574925" y="6064752"/>
            <a:ext cx="2054183" cy="374148"/>
          </a:xfrm>
          <a:prstGeom prst="roundRect">
            <a:avLst>
              <a:gd name="adj" fmla="val 50000"/>
            </a:avLst>
          </a:prstGeom>
          <a:solidFill>
            <a:schemeClr val="bg2"/>
          </a:solidFill>
        </p:spPr>
        <p:txBody>
          <a:bodyPr wrap="square" lIns="91440" tIns="45720" rIns="91440" bIns="45720" anchor="ctr">
            <a:noAutofit/>
          </a:bodyPr>
          <a:lstStyle>
            <a:lvl1pPr algn="ctr">
              <a:defRPr sz="1800" spc="0">
                <a:solidFill>
                  <a:schemeClr val="bg1"/>
                </a:solidFill>
              </a:defRPr>
            </a:lvl1pPr>
          </a:lstStyle>
          <a:p>
            <a:pPr lvl="0"/>
            <a:r>
              <a:rPr lang="en-US"/>
              <a:t>Add link here</a:t>
            </a:r>
          </a:p>
        </p:txBody>
      </p:sp>
      <p:sp>
        <p:nvSpPr>
          <p:cNvPr id="7" name="Rectangle: Rounded Corners 6">
            <a:extLst>
              <a:ext uri="{FF2B5EF4-FFF2-40B4-BE49-F238E27FC236}">
                <a16:creationId xmlns:a16="http://schemas.microsoft.com/office/drawing/2014/main" id="{1685831C-5800-B305-D5DF-EA5BC6476357}"/>
              </a:ext>
            </a:extLst>
          </p:cNvPr>
          <p:cNvSpPr/>
          <p:nvPr userDrawn="1"/>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lvl="0" indent="0" algn="ctr" defTabSz="457109">
              <a:lnSpc>
                <a:spcPct val="100000"/>
              </a:lnSpc>
              <a:spcBef>
                <a:spcPts val="336"/>
              </a:spcBef>
              <a:buFont typeface="Arial" panose="020B0604020202020204" pitchFamily="34" charset="0"/>
              <a:buNone/>
            </a:pPr>
            <a:endParaRPr lang="en-US" b="0" i="0" kern="0" spc="-50" baseline="0">
              <a:solidFill>
                <a:schemeClr val="tx1"/>
              </a:solidFill>
              <a:latin typeface="+mj-lt"/>
              <a:cs typeface="Segoe Sans Display Semibold" pitchFamily="2" charset="0"/>
            </a:endParaRPr>
          </a:p>
        </p:txBody>
      </p:sp>
      <p:sp>
        <p:nvSpPr>
          <p:cNvPr id="10" name="Picture Placeholder 9">
            <a:extLst>
              <a:ext uri="{FF2B5EF4-FFF2-40B4-BE49-F238E27FC236}">
                <a16:creationId xmlns:a16="http://schemas.microsoft.com/office/drawing/2014/main" id="{B9DB4A37-7DB9-EE4A-9611-C83FACD5C128}"/>
              </a:ext>
            </a:extLst>
          </p:cNvPr>
          <p:cNvSpPr>
            <a:spLocks noGrp="1"/>
          </p:cNvSpPr>
          <p:nvPr>
            <p:ph type="pic" sz="quarter" idx="11"/>
          </p:nvPr>
        </p:nvSpPr>
        <p:spPr>
          <a:xfrm>
            <a:off x="5314950" y="595326"/>
            <a:ext cx="6765039" cy="5338869"/>
          </a:xfrm>
          <a:prstGeom prst="roundRect">
            <a:avLst>
              <a:gd name="adj" fmla="val 2168"/>
            </a:avLst>
          </a:prstGeom>
          <a:blipFill>
            <a:blip r:embed="rId2"/>
            <a:stretch>
              <a:fillRect/>
            </a:stretch>
          </a:blipFill>
        </p:spPr>
        <p:txBody>
          <a:bodyPr>
            <a:noAutofit/>
          </a:bodyPr>
          <a:lstStyle/>
          <a:p>
            <a:endParaRPr lang="en-US"/>
          </a:p>
        </p:txBody>
      </p:sp>
      <p:sp>
        <p:nvSpPr>
          <p:cNvPr id="15" name="Text Placeholder 7">
            <a:extLst>
              <a:ext uri="{FF2B5EF4-FFF2-40B4-BE49-F238E27FC236}">
                <a16:creationId xmlns:a16="http://schemas.microsoft.com/office/drawing/2014/main" id="{358EE795-32F9-5697-A641-96E0219D3BB2}"/>
              </a:ext>
            </a:extLst>
          </p:cNvPr>
          <p:cNvSpPr>
            <a:spLocks noGrp="1"/>
          </p:cNvSpPr>
          <p:nvPr>
            <p:ph type="body" sz="quarter" idx="15" hasCustomPrompt="1"/>
          </p:nvPr>
        </p:nvSpPr>
        <p:spPr>
          <a:xfrm>
            <a:off x="6935314" y="6064752"/>
            <a:ext cx="3524310" cy="259675"/>
          </a:xfrm>
          <a:prstGeom prst="roundRect">
            <a:avLst>
              <a:gd name="adj" fmla="val 50000"/>
            </a:avLst>
          </a:prstGeom>
          <a:solidFill>
            <a:schemeClr val="accent5"/>
          </a:solidFill>
        </p:spPr>
        <p:txBody>
          <a:bodyPr wrap="square" lIns="91440" tIns="45720" rIns="91440" bIns="45720" anchor="ctr">
            <a:noAutofit/>
          </a:bodyPr>
          <a:lstStyle>
            <a:lvl1pPr algn="ctr">
              <a:defRPr sz="1200" spc="0">
                <a:solidFill>
                  <a:schemeClr val="tx1"/>
                </a:solidFill>
              </a:defRPr>
            </a:lvl1pPr>
          </a:lstStyle>
          <a:p>
            <a:pPr lvl="0"/>
            <a:r>
              <a:rPr lang="en-US"/>
              <a:t>Add text here</a:t>
            </a:r>
          </a:p>
        </p:txBody>
      </p:sp>
      <p:sp>
        <p:nvSpPr>
          <p:cNvPr id="12" name="Text Placeholder 7">
            <a:extLst>
              <a:ext uri="{FF2B5EF4-FFF2-40B4-BE49-F238E27FC236}">
                <a16:creationId xmlns:a16="http://schemas.microsoft.com/office/drawing/2014/main" id="{7D7FD072-64F3-6C20-C15D-6A12AA6ABA62}"/>
              </a:ext>
            </a:extLst>
          </p:cNvPr>
          <p:cNvSpPr>
            <a:spLocks noGrp="1"/>
          </p:cNvSpPr>
          <p:nvPr>
            <p:ph type="body" sz="quarter" idx="12" hasCustomPrompt="1"/>
          </p:nvPr>
        </p:nvSpPr>
        <p:spPr>
          <a:xfrm>
            <a:off x="419099" y="3665361"/>
            <a:ext cx="4051299" cy="914400"/>
          </a:xfrm>
        </p:spPr>
        <p:txBody>
          <a:bodyPr>
            <a:noAutofit/>
          </a:bodyPr>
          <a:lstStyle>
            <a:lvl1pPr marL="228600" indent="-228600">
              <a:buFont typeface="Arial" panose="020B0604020202020204" pitchFamily="34" charset="0"/>
              <a:buChar char="•"/>
              <a:defRPr sz="1800" spc="0">
                <a:solidFill>
                  <a:schemeClr val="tx1"/>
                </a:solidFill>
              </a:defRPr>
            </a:lvl1pPr>
          </a:lstStyle>
          <a:p>
            <a:pPr lvl="0"/>
            <a:r>
              <a:rPr lang="en-US"/>
              <a:t>Add bulleted text here</a:t>
            </a:r>
          </a:p>
        </p:txBody>
      </p:sp>
      <p:sp>
        <p:nvSpPr>
          <p:cNvPr id="13" name="Text Placeholder 7">
            <a:extLst>
              <a:ext uri="{FF2B5EF4-FFF2-40B4-BE49-F238E27FC236}">
                <a16:creationId xmlns:a16="http://schemas.microsoft.com/office/drawing/2014/main" id="{A453E335-A113-1881-DD5C-2AE6862412C4}"/>
              </a:ext>
            </a:extLst>
          </p:cNvPr>
          <p:cNvSpPr>
            <a:spLocks noGrp="1"/>
          </p:cNvSpPr>
          <p:nvPr>
            <p:ph type="body" sz="quarter" idx="13" hasCustomPrompt="1"/>
          </p:nvPr>
        </p:nvSpPr>
        <p:spPr>
          <a:xfrm>
            <a:off x="419101" y="6113327"/>
            <a:ext cx="1896316" cy="276999"/>
          </a:xfrm>
        </p:spPr>
        <p:txBody>
          <a:bodyPr wrap="square" anchor="ctr">
            <a:spAutoFit/>
          </a:bodyPr>
          <a:lstStyle>
            <a:lvl1pPr>
              <a:defRPr sz="1800" spc="0">
                <a:solidFill>
                  <a:schemeClr val="bg2"/>
                </a:solidFill>
              </a:defRPr>
            </a:lvl1pPr>
          </a:lstStyle>
          <a:p>
            <a:pPr lvl="0"/>
            <a:r>
              <a:rPr lang="en-US"/>
              <a:t>Add text here</a:t>
            </a:r>
          </a:p>
        </p:txBody>
      </p:sp>
    </p:spTree>
    <p:extLst>
      <p:ext uri="{BB962C8B-B14F-4D97-AF65-F5344CB8AC3E}">
        <p14:creationId xmlns:p14="http://schemas.microsoft.com/office/powerpoint/2010/main" val="2730911994"/>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emo 3">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564C1DC-9333-B5A8-BF51-AD80EC60CF60}"/>
              </a:ext>
            </a:extLst>
          </p:cNvPr>
          <p:cNvSpPr>
            <a:spLocks noGrp="1"/>
          </p:cNvSpPr>
          <p:nvPr>
            <p:ph type="body" sz="quarter" idx="10" hasCustomPrompt="1"/>
          </p:nvPr>
        </p:nvSpPr>
        <p:spPr>
          <a:xfrm>
            <a:off x="419100" y="1080516"/>
            <a:ext cx="11353800" cy="780034"/>
          </a:xfrm>
        </p:spPr>
        <p:txBody>
          <a:bodyPr>
            <a:normAutofit/>
          </a:bodyPr>
          <a:lstStyle>
            <a:lvl1pPr algn="ctr">
              <a:defRPr sz="2400" spc="0">
                <a:solidFill>
                  <a:schemeClr val="bg2"/>
                </a:solidFill>
              </a:defRPr>
            </a:lvl1pPr>
          </a:lstStyle>
          <a:p>
            <a:pPr lvl="0"/>
            <a:r>
              <a:rPr lang="en-US"/>
              <a:t>Add text here</a:t>
            </a:r>
          </a:p>
        </p:txBody>
      </p:sp>
      <p:sp>
        <p:nvSpPr>
          <p:cNvPr id="3" name="Title 2">
            <a:extLst>
              <a:ext uri="{FF2B5EF4-FFF2-40B4-BE49-F238E27FC236}">
                <a16:creationId xmlns:a16="http://schemas.microsoft.com/office/drawing/2014/main" id="{78699918-13D6-D958-0F34-55A890B2F642}"/>
              </a:ext>
            </a:extLst>
          </p:cNvPr>
          <p:cNvSpPr>
            <a:spLocks noGrp="1"/>
          </p:cNvSpPr>
          <p:nvPr>
            <p:ph type="title"/>
          </p:nvPr>
        </p:nvSpPr>
        <p:spPr/>
        <p:txBody>
          <a:bodyPr/>
          <a:lstStyle>
            <a:lvl1pPr algn="ctr">
              <a:defRPr/>
            </a:lvl1pPr>
          </a:lstStyle>
          <a:p>
            <a:r>
              <a:rPr lang="en-US"/>
              <a:t>Click to edit Master title style</a:t>
            </a:r>
          </a:p>
        </p:txBody>
      </p:sp>
      <p:sp>
        <p:nvSpPr>
          <p:cNvPr id="4" name="Rectangle: Top Corners Rounded 3">
            <a:extLst>
              <a:ext uri="{FF2B5EF4-FFF2-40B4-BE49-F238E27FC236}">
                <a16:creationId xmlns:a16="http://schemas.microsoft.com/office/drawing/2014/main" id="{17A7C377-A1DE-93B8-225E-518660537B2F}"/>
              </a:ext>
            </a:extLst>
          </p:cNvPr>
          <p:cNvSpPr/>
          <p:nvPr userDrawn="1"/>
        </p:nvSpPr>
        <p:spPr>
          <a:xfrm>
            <a:off x="1615442" y="1987550"/>
            <a:ext cx="8961118" cy="4883151"/>
          </a:xfrm>
          <a:prstGeom prst="round2SameRect">
            <a:avLst>
              <a:gd name="adj1" fmla="val 4335"/>
              <a:gd name="adj2" fmla="val 0"/>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lvl="0" indent="0" algn="ctr" defTabSz="457109">
              <a:lnSpc>
                <a:spcPct val="100000"/>
              </a:lnSpc>
              <a:spcBef>
                <a:spcPts val="336"/>
              </a:spcBef>
              <a:buFont typeface="Arial" panose="020B0604020202020204" pitchFamily="34" charset="0"/>
              <a:buNone/>
            </a:pPr>
            <a:endParaRPr lang="en-US" b="0" i="0" kern="0" spc="-50" baseline="0">
              <a:solidFill>
                <a:schemeClr val="tx1"/>
              </a:solidFill>
              <a:latin typeface="+mj-lt"/>
              <a:cs typeface="Segoe Sans Display Semibold" pitchFamily="2" charset="0"/>
            </a:endParaRPr>
          </a:p>
        </p:txBody>
      </p:sp>
      <p:sp>
        <p:nvSpPr>
          <p:cNvPr id="10" name="Picture Placeholder 9">
            <a:extLst>
              <a:ext uri="{FF2B5EF4-FFF2-40B4-BE49-F238E27FC236}">
                <a16:creationId xmlns:a16="http://schemas.microsoft.com/office/drawing/2014/main" id="{B9DB4A37-7DB9-EE4A-9611-C83FACD5C128}"/>
              </a:ext>
            </a:extLst>
          </p:cNvPr>
          <p:cNvSpPr>
            <a:spLocks noGrp="1"/>
          </p:cNvSpPr>
          <p:nvPr>
            <p:ph type="pic" sz="quarter" idx="11"/>
          </p:nvPr>
        </p:nvSpPr>
        <p:spPr>
          <a:xfrm>
            <a:off x="1784141" y="2158364"/>
            <a:ext cx="8623717" cy="4534536"/>
          </a:xfrm>
          <a:prstGeom prst="roundRect">
            <a:avLst>
              <a:gd name="adj" fmla="val 2168"/>
            </a:avLst>
          </a:prstGeom>
          <a:blipFill>
            <a:blip r:embed="rId2"/>
            <a:stretch>
              <a:fillRect/>
            </a:stretch>
          </a:blipFill>
        </p:spPr>
        <p:txBody>
          <a:bodyPr>
            <a:noAutofit/>
          </a:bodyPr>
          <a:lstStyle/>
          <a:p>
            <a:endParaRPr lang="en-US"/>
          </a:p>
        </p:txBody>
      </p:sp>
    </p:spTree>
    <p:extLst>
      <p:ext uri="{BB962C8B-B14F-4D97-AF65-F5344CB8AC3E}">
        <p14:creationId xmlns:p14="http://schemas.microsoft.com/office/powerpoint/2010/main" val="266148019"/>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E0D99F-637F-98B4-3BCC-C0488AAE4B82}"/>
              </a:ext>
            </a:extLst>
          </p:cNvPr>
          <p:cNvSpPr>
            <a:spLocks noGrp="1"/>
          </p:cNvSpPr>
          <p:nvPr>
            <p:ph type="title" hasCustomPrompt="1"/>
          </p:nvPr>
        </p:nvSpPr>
        <p:spPr>
          <a:xfrm>
            <a:off x="419100" y="2189344"/>
            <a:ext cx="5676900" cy="1477328"/>
          </a:xfrm>
        </p:spPr>
        <p:txBody>
          <a:bodyPr>
            <a:spAutoFit/>
          </a:bodyPr>
          <a:lstStyle>
            <a:lvl1pPr>
              <a:defRPr sz="9600"/>
            </a:lvl1pPr>
          </a:lstStyle>
          <a:p>
            <a:r>
              <a:rPr lang="en-US"/>
              <a:t>Thank you</a:t>
            </a:r>
          </a:p>
        </p:txBody>
      </p:sp>
      <p:pic>
        <p:nvPicPr>
          <p:cNvPr id="16" name="Picture 15">
            <a:extLst>
              <a:ext uri="{FF2B5EF4-FFF2-40B4-BE49-F238E27FC236}">
                <a16:creationId xmlns:a16="http://schemas.microsoft.com/office/drawing/2014/main" id="{F6D6E7BD-F0E8-E95E-CF45-580EA645AD88}"/>
              </a:ext>
            </a:extLst>
          </p:cNvPr>
          <p:cNvPicPr>
            <a:picLocks noChangeAspect="1"/>
          </p:cNvPicPr>
          <p:nvPr userDrawn="1"/>
        </p:nvPicPr>
        <p:blipFill>
          <a:blip r:embed="rId2"/>
          <a:stretch>
            <a:fillRect/>
          </a:stretch>
        </p:blipFill>
        <p:spPr>
          <a:xfrm>
            <a:off x="573023" y="0"/>
            <a:ext cx="11618977" cy="6858000"/>
          </a:xfrm>
          <a:prstGeom prst="rect">
            <a:avLst/>
          </a:prstGeom>
        </p:spPr>
      </p:pic>
      <p:grpSp>
        <p:nvGrpSpPr>
          <p:cNvPr id="17" name="Group 16">
            <a:extLst>
              <a:ext uri="{FF2B5EF4-FFF2-40B4-BE49-F238E27FC236}">
                <a16:creationId xmlns:a16="http://schemas.microsoft.com/office/drawing/2014/main" id="{34D4D1FF-5C60-9CEA-989F-529E33C72E37}"/>
              </a:ext>
            </a:extLst>
          </p:cNvPr>
          <p:cNvGrpSpPr/>
          <p:nvPr userDrawn="1"/>
        </p:nvGrpSpPr>
        <p:grpSpPr>
          <a:xfrm>
            <a:off x="163831" y="163830"/>
            <a:ext cx="2698750" cy="809355"/>
            <a:chOff x="163831" y="163830"/>
            <a:chExt cx="2698750" cy="809355"/>
          </a:xfrm>
        </p:grpSpPr>
        <p:pic>
          <p:nvPicPr>
            <p:cNvPr id="18" name="Picture 17">
              <a:extLst>
                <a:ext uri="{FF2B5EF4-FFF2-40B4-BE49-F238E27FC236}">
                  <a16:creationId xmlns:a16="http://schemas.microsoft.com/office/drawing/2014/main" id="{77870DDD-DDBB-B266-43C2-79D0B4B937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19" name="Picture 18">
              <a:extLst>
                <a:ext uri="{FF2B5EF4-FFF2-40B4-BE49-F238E27FC236}">
                  <a16:creationId xmlns:a16="http://schemas.microsoft.com/office/drawing/2014/main" id="{09064CD1-6874-693D-11D5-12A05523AF0D}"/>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spTree>
    <p:extLst>
      <p:ext uri="{BB962C8B-B14F-4D97-AF65-F5344CB8AC3E}">
        <p14:creationId xmlns:p14="http://schemas.microsoft.com/office/powerpoint/2010/main" val="2642996375"/>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E0D99F-637F-98B4-3BCC-C0488AAE4B82}"/>
              </a:ext>
            </a:extLst>
          </p:cNvPr>
          <p:cNvSpPr>
            <a:spLocks noGrp="1"/>
          </p:cNvSpPr>
          <p:nvPr>
            <p:ph type="title" hasCustomPrompt="1"/>
          </p:nvPr>
        </p:nvSpPr>
        <p:spPr>
          <a:xfrm>
            <a:off x="419100" y="3176928"/>
            <a:ext cx="5676900" cy="1477328"/>
          </a:xfrm>
        </p:spPr>
        <p:txBody>
          <a:bodyPr>
            <a:spAutoFit/>
          </a:bodyPr>
          <a:lstStyle>
            <a:lvl1pPr>
              <a:defRPr sz="9600"/>
            </a:lvl1pPr>
          </a:lstStyle>
          <a:p>
            <a:r>
              <a:rPr lang="en-US"/>
              <a:t>Thank you</a:t>
            </a:r>
          </a:p>
        </p:txBody>
      </p:sp>
      <p:grpSp>
        <p:nvGrpSpPr>
          <p:cNvPr id="13" name="Group 12">
            <a:extLst>
              <a:ext uri="{FF2B5EF4-FFF2-40B4-BE49-F238E27FC236}">
                <a16:creationId xmlns:a16="http://schemas.microsoft.com/office/drawing/2014/main" id="{9725661F-223E-11BC-5CF6-19E2A5146596}"/>
              </a:ext>
            </a:extLst>
          </p:cNvPr>
          <p:cNvGrpSpPr/>
          <p:nvPr userDrawn="1"/>
        </p:nvGrpSpPr>
        <p:grpSpPr>
          <a:xfrm>
            <a:off x="163831" y="163830"/>
            <a:ext cx="2698750" cy="809355"/>
            <a:chOff x="163831" y="163830"/>
            <a:chExt cx="2698750" cy="809355"/>
          </a:xfrm>
        </p:grpSpPr>
        <p:pic>
          <p:nvPicPr>
            <p:cNvPr id="14" name="Picture 13">
              <a:extLst>
                <a:ext uri="{FF2B5EF4-FFF2-40B4-BE49-F238E27FC236}">
                  <a16:creationId xmlns:a16="http://schemas.microsoft.com/office/drawing/2014/main" id="{858461F9-DC50-E467-C7BB-938445B44F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15" name="Picture 14">
              <a:extLst>
                <a:ext uri="{FF2B5EF4-FFF2-40B4-BE49-F238E27FC236}">
                  <a16:creationId xmlns:a16="http://schemas.microsoft.com/office/drawing/2014/main" id="{0FDE71CF-A1D8-C1A0-AEB3-66427020785C}"/>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pic>
        <p:nvPicPr>
          <p:cNvPr id="27" name="Picture 26">
            <a:extLst>
              <a:ext uri="{FF2B5EF4-FFF2-40B4-BE49-F238E27FC236}">
                <a16:creationId xmlns:a16="http://schemas.microsoft.com/office/drawing/2014/main" id="{D51EBA52-61BB-5D47-5741-BC31252F65BA}"/>
              </a:ext>
            </a:extLst>
          </p:cNvPr>
          <p:cNvPicPr>
            <a:picLocks noChangeAspect="1"/>
          </p:cNvPicPr>
          <p:nvPr userDrawn="1"/>
        </p:nvPicPr>
        <p:blipFill>
          <a:blip r:embed="rId5"/>
          <a:stretch>
            <a:fillRect/>
          </a:stretch>
        </p:blipFill>
        <p:spPr>
          <a:xfrm>
            <a:off x="0" y="0"/>
            <a:ext cx="12192000" cy="6857999"/>
          </a:xfrm>
          <a:prstGeom prst="rect">
            <a:avLst/>
          </a:prstGeom>
        </p:spPr>
      </p:pic>
    </p:spTree>
    <p:extLst>
      <p:ext uri="{BB962C8B-B14F-4D97-AF65-F5344CB8AC3E}">
        <p14:creationId xmlns:p14="http://schemas.microsoft.com/office/powerpoint/2010/main" val="1162316448"/>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1_Thank you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E0D99F-637F-98B4-3BCC-C0488AAE4B82}"/>
              </a:ext>
            </a:extLst>
          </p:cNvPr>
          <p:cNvSpPr>
            <a:spLocks noGrp="1"/>
          </p:cNvSpPr>
          <p:nvPr>
            <p:ph type="title" hasCustomPrompt="1"/>
          </p:nvPr>
        </p:nvSpPr>
        <p:spPr>
          <a:xfrm>
            <a:off x="419100" y="3176928"/>
            <a:ext cx="5676900" cy="1477328"/>
          </a:xfrm>
        </p:spPr>
        <p:txBody>
          <a:bodyPr>
            <a:spAutoFit/>
          </a:bodyPr>
          <a:lstStyle>
            <a:lvl1pPr>
              <a:defRPr sz="9600"/>
            </a:lvl1pPr>
          </a:lstStyle>
          <a:p>
            <a:r>
              <a:rPr lang="en-US"/>
              <a:t>Thank you</a:t>
            </a:r>
          </a:p>
        </p:txBody>
      </p:sp>
      <p:grpSp>
        <p:nvGrpSpPr>
          <p:cNvPr id="13" name="Group 12">
            <a:extLst>
              <a:ext uri="{FF2B5EF4-FFF2-40B4-BE49-F238E27FC236}">
                <a16:creationId xmlns:a16="http://schemas.microsoft.com/office/drawing/2014/main" id="{9725661F-223E-11BC-5CF6-19E2A5146596}"/>
              </a:ext>
            </a:extLst>
          </p:cNvPr>
          <p:cNvGrpSpPr/>
          <p:nvPr userDrawn="1"/>
        </p:nvGrpSpPr>
        <p:grpSpPr>
          <a:xfrm>
            <a:off x="163831" y="163830"/>
            <a:ext cx="2698750" cy="809355"/>
            <a:chOff x="163831" y="163830"/>
            <a:chExt cx="2698750" cy="809355"/>
          </a:xfrm>
        </p:grpSpPr>
        <p:pic>
          <p:nvPicPr>
            <p:cNvPr id="14" name="Picture 13">
              <a:extLst>
                <a:ext uri="{FF2B5EF4-FFF2-40B4-BE49-F238E27FC236}">
                  <a16:creationId xmlns:a16="http://schemas.microsoft.com/office/drawing/2014/main" id="{858461F9-DC50-E467-C7BB-938445B44F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831" y="163830"/>
              <a:ext cx="2698750" cy="809355"/>
            </a:xfrm>
            <a:prstGeom prst="rect">
              <a:avLst/>
            </a:prstGeom>
          </p:spPr>
        </p:pic>
        <p:pic>
          <p:nvPicPr>
            <p:cNvPr id="15" name="Picture 14">
              <a:extLst>
                <a:ext uri="{FF2B5EF4-FFF2-40B4-BE49-F238E27FC236}">
                  <a16:creationId xmlns:a16="http://schemas.microsoft.com/office/drawing/2014/main" id="{0FDE71CF-A1D8-C1A0-AEB3-66427020785C}"/>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a:xfrm>
              <a:off x="731519" y="163830"/>
              <a:ext cx="2131061" cy="809355"/>
            </a:xfrm>
            <a:prstGeom prst="rect">
              <a:avLst/>
            </a:prstGeom>
          </p:spPr>
        </p:pic>
      </p:grpSp>
      <p:pic>
        <p:nvPicPr>
          <p:cNvPr id="5" name="Picture 4">
            <a:extLst>
              <a:ext uri="{FF2B5EF4-FFF2-40B4-BE49-F238E27FC236}">
                <a16:creationId xmlns:a16="http://schemas.microsoft.com/office/drawing/2014/main" id="{D54A9B47-8AD0-5162-9C46-CD0E5D52AF24}"/>
              </a:ext>
            </a:extLst>
          </p:cNvPr>
          <p:cNvPicPr>
            <a:picLocks noChangeAspect="1"/>
          </p:cNvPicPr>
          <p:nvPr userDrawn="1"/>
        </p:nvPicPr>
        <p:blipFill>
          <a:blip r:embed="rId5"/>
          <a:stretch>
            <a:fillRect/>
          </a:stretch>
        </p:blipFill>
        <p:spPr>
          <a:xfrm>
            <a:off x="0" y="1347216"/>
            <a:ext cx="12192000" cy="5510784"/>
          </a:xfrm>
          <a:prstGeom prst="rect">
            <a:avLst/>
          </a:prstGeom>
        </p:spPr>
      </p:pic>
    </p:spTree>
    <p:extLst>
      <p:ext uri="{BB962C8B-B14F-4D97-AF65-F5344CB8AC3E}">
        <p14:creationId xmlns:p14="http://schemas.microsoft.com/office/powerpoint/2010/main" val="2963881430"/>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hank you without logo">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7B631D5F-5084-7F13-A122-B93C8A8DBBE0}"/>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Title 6">
            <a:extLst>
              <a:ext uri="{FF2B5EF4-FFF2-40B4-BE49-F238E27FC236}">
                <a16:creationId xmlns:a16="http://schemas.microsoft.com/office/drawing/2014/main" id="{74E0D99F-637F-98B4-3BCC-C0488AAE4B82}"/>
              </a:ext>
            </a:extLst>
          </p:cNvPr>
          <p:cNvSpPr>
            <a:spLocks noGrp="1"/>
          </p:cNvSpPr>
          <p:nvPr>
            <p:ph type="title" hasCustomPrompt="1"/>
          </p:nvPr>
        </p:nvSpPr>
        <p:spPr>
          <a:xfrm>
            <a:off x="419100" y="4961572"/>
            <a:ext cx="5676900" cy="1477328"/>
          </a:xfrm>
        </p:spPr>
        <p:txBody>
          <a:bodyPr>
            <a:spAutoFit/>
          </a:bodyPr>
          <a:lstStyle>
            <a:lvl1pPr>
              <a:defRPr sz="9600"/>
            </a:lvl1pPr>
          </a:lstStyle>
          <a:p>
            <a:r>
              <a:rPr lang="en-US"/>
              <a:t>Thank you</a:t>
            </a:r>
          </a:p>
        </p:txBody>
      </p:sp>
    </p:spTree>
    <p:extLst>
      <p:ext uri="{BB962C8B-B14F-4D97-AF65-F5344CB8AC3E}">
        <p14:creationId xmlns:p14="http://schemas.microsoft.com/office/powerpoint/2010/main" val="996913711"/>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defRPr b="0" spc="-90" baseline="0"/>
            </a:lvl1pPr>
          </a:lstStyle>
          <a:p>
            <a:r>
              <a:rPr lang="en-US"/>
              <a:t>Click to edit Master title style</a:t>
            </a:r>
          </a:p>
        </p:txBody>
      </p:sp>
    </p:spTree>
    <p:extLst>
      <p:ext uri="{BB962C8B-B14F-4D97-AF65-F5344CB8AC3E}">
        <p14:creationId xmlns:p14="http://schemas.microsoft.com/office/powerpoint/2010/main" val="4039153897"/>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93A7DCC4-90CB-5487-9CD7-96D3ADB377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6" name="Picture 5" descr="Build 2026 logo">
            <a:extLst>
              <a:ext uri="{FF2B5EF4-FFF2-40B4-BE49-F238E27FC236}">
                <a16:creationId xmlns:a16="http://schemas.microsoft.com/office/drawing/2014/main" id="{49AFE2F6-51EF-350E-FE64-BFBCFF13CAB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5588" y="1221121"/>
            <a:ext cx="8525295" cy="4263358"/>
          </a:xfrm>
          <a:prstGeom prst="rect">
            <a:avLst/>
          </a:prstGeom>
        </p:spPr>
      </p:pic>
      <p:sp>
        <p:nvSpPr>
          <p:cNvPr id="7" name="TextBox 6" descr="Microsoft Build">
            <a:extLst>
              <a:ext uri="{FF2B5EF4-FFF2-40B4-BE49-F238E27FC236}">
                <a16:creationId xmlns:a16="http://schemas.microsoft.com/office/drawing/2014/main" id="{C6583BF4-1CDF-4F85-216A-F19FA38AFB06}"/>
              </a:ext>
            </a:extLst>
          </p:cNvPr>
          <p:cNvSpPr txBox="1"/>
          <p:nvPr userDrawn="1"/>
        </p:nvSpPr>
        <p:spPr>
          <a:xfrm>
            <a:off x="604023" y="5212674"/>
            <a:ext cx="4829584" cy="423676"/>
          </a:xfrm>
          <a:custGeom>
            <a:avLst/>
            <a:gdLst/>
            <a:ahLst/>
            <a:cxnLst/>
            <a:rect l="l" t="t" r="r" b="b"/>
            <a:pathLst>
              <a:path w="4829584" h="423676">
                <a:moveTo>
                  <a:pt x="3342456" y="238455"/>
                </a:moveTo>
                <a:lnTo>
                  <a:pt x="3342456" y="366052"/>
                </a:lnTo>
                <a:lnTo>
                  <a:pt x="3418740" y="366052"/>
                </a:lnTo>
                <a:cubicBezTo>
                  <a:pt x="3442887" y="366052"/>
                  <a:pt x="3461637" y="360518"/>
                  <a:pt x="3474992" y="349451"/>
                </a:cubicBezTo>
                <a:cubicBezTo>
                  <a:pt x="3488346" y="338383"/>
                  <a:pt x="3495023" y="322879"/>
                  <a:pt x="3495023" y="302939"/>
                </a:cubicBezTo>
                <a:cubicBezTo>
                  <a:pt x="3495023" y="282451"/>
                  <a:pt x="3488072" y="266581"/>
                  <a:pt x="3474169" y="255331"/>
                </a:cubicBezTo>
                <a:cubicBezTo>
                  <a:pt x="3460265" y="244080"/>
                  <a:pt x="3440508" y="238455"/>
                  <a:pt x="3414898" y="238455"/>
                </a:cubicBezTo>
                <a:close/>
                <a:moveTo>
                  <a:pt x="2091668" y="173971"/>
                </a:moveTo>
                <a:cubicBezTo>
                  <a:pt x="2070264" y="173971"/>
                  <a:pt x="2053754" y="182523"/>
                  <a:pt x="2042138" y="199627"/>
                </a:cubicBezTo>
                <a:cubicBezTo>
                  <a:pt x="2030522" y="216732"/>
                  <a:pt x="2024713" y="241108"/>
                  <a:pt x="2024713" y="272755"/>
                </a:cubicBezTo>
                <a:cubicBezTo>
                  <a:pt x="2024713" y="304220"/>
                  <a:pt x="2030522" y="328550"/>
                  <a:pt x="2042138" y="345746"/>
                </a:cubicBezTo>
                <a:cubicBezTo>
                  <a:pt x="2053754" y="362942"/>
                  <a:pt x="2070264" y="371540"/>
                  <a:pt x="2091668" y="371540"/>
                </a:cubicBezTo>
                <a:cubicBezTo>
                  <a:pt x="2113070" y="371540"/>
                  <a:pt x="2129581" y="362942"/>
                  <a:pt x="2141197" y="345746"/>
                </a:cubicBezTo>
                <a:cubicBezTo>
                  <a:pt x="2152813" y="328550"/>
                  <a:pt x="2158621" y="304220"/>
                  <a:pt x="2158622" y="272755"/>
                </a:cubicBezTo>
                <a:cubicBezTo>
                  <a:pt x="2158621" y="241108"/>
                  <a:pt x="2152813" y="216732"/>
                  <a:pt x="2141197" y="199627"/>
                </a:cubicBezTo>
                <a:cubicBezTo>
                  <a:pt x="2129581" y="182523"/>
                  <a:pt x="2113070" y="173971"/>
                  <a:pt x="2091668" y="173971"/>
                </a:cubicBezTo>
                <a:close/>
                <a:moveTo>
                  <a:pt x="1443967" y="173971"/>
                </a:moveTo>
                <a:cubicBezTo>
                  <a:pt x="1422564" y="173971"/>
                  <a:pt x="1406054" y="182523"/>
                  <a:pt x="1394438" y="199627"/>
                </a:cubicBezTo>
                <a:cubicBezTo>
                  <a:pt x="1382821" y="216732"/>
                  <a:pt x="1377014" y="241108"/>
                  <a:pt x="1377014" y="272755"/>
                </a:cubicBezTo>
                <a:cubicBezTo>
                  <a:pt x="1377014" y="304220"/>
                  <a:pt x="1382821" y="328550"/>
                  <a:pt x="1394438" y="345746"/>
                </a:cubicBezTo>
                <a:cubicBezTo>
                  <a:pt x="1406054" y="362942"/>
                  <a:pt x="1422564" y="371540"/>
                  <a:pt x="1443967" y="371540"/>
                </a:cubicBezTo>
                <a:cubicBezTo>
                  <a:pt x="1465371" y="371540"/>
                  <a:pt x="1481881" y="362942"/>
                  <a:pt x="1493497" y="345746"/>
                </a:cubicBezTo>
                <a:cubicBezTo>
                  <a:pt x="1505113" y="328550"/>
                  <a:pt x="1510922" y="304220"/>
                  <a:pt x="1510922" y="272755"/>
                </a:cubicBezTo>
                <a:cubicBezTo>
                  <a:pt x="1510922" y="241108"/>
                  <a:pt x="1505113" y="216732"/>
                  <a:pt x="1493497" y="199627"/>
                </a:cubicBezTo>
                <a:cubicBezTo>
                  <a:pt x="1481881" y="182523"/>
                  <a:pt x="1465371" y="173971"/>
                  <a:pt x="1443967" y="173971"/>
                </a:cubicBezTo>
                <a:close/>
                <a:moveTo>
                  <a:pt x="4701713" y="171227"/>
                </a:moveTo>
                <a:cubicBezTo>
                  <a:pt x="4678297" y="171227"/>
                  <a:pt x="4660552" y="180007"/>
                  <a:pt x="4648479" y="197569"/>
                </a:cubicBezTo>
                <a:cubicBezTo>
                  <a:pt x="4636405" y="215131"/>
                  <a:pt x="4630368" y="241108"/>
                  <a:pt x="4630368" y="275499"/>
                </a:cubicBezTo>
                <a:cubicBezTo>
                  <a:pt x="4630368" y="308062"/>
                  <a:pt x="4636405" y="332666"/>
                  <a:pt x="4648479" y="349313"/>
                </a:cubicBezTo>
                <a:cubicBezTo>
                  <a:pt x="4660552" y="365960"/>
                  <a:pt x="4678297" y="374284"/>
                  <a:pt x="4701713" y="374284"/>
                </a:cubicBezTo>
                <a:cubicBezTo>
                  <a:pt x="4724579" y="374284"/>
                  <a:pt x="4741913" y="366509"/>
                  <a:pt x="4753712" y="350960"/>
                </a:cubicBezTo>
                <a:cubicBezTo>
                  <a:pt x="4765511" y="335410"/>
                  <a:pt x="4771411" y="312635"/>
                  <a:pt x="4771411" y="282634"/>
                </a:cubicBezTo>
                <a:lnTo>
                  <a:pt x="4771411" y="262877"/>
                </a:lnTo>
                <a:cubicBezTo>
                  <a:pt x="4771411" y="232876"/>
                  <a:pt x="4765511" y="210100"/>
                  <a:pt x="4753712" y="194551"/>
                </a:cubicBezTo>
                <a:cubicBezTo>
                  <a:pt x="4741913" y="179001"/>
                  <a:pt x="4724579" y="171227"/>
                  <a:pt x="4701713" y="171227"/>
                </a:cubicBezTo>
                <a:close/>
                <a:moveTo>
                  <a:pt x="3959069" y="127322"/>
                </a:moveTo>
                <a:lnTo>
                  <a:pt x="4111637" y="127322"/>
                </a:lnTo>
                <a:lnTo>
                  <a:pt x="4111637" y="143786"/>
                </a:lnTo>
                <a:lnTo>
                  <a:pt x="4111637" y="178361"/>
                </a:lnTo>
                <a:lnTo>
                  <a:pt x="4111637" y="367149"/>
                </a:lnTo>
                <a:lnTo>
                  <a:pt x="4201092" y="367149"/>
                </a:lnTo>
                <a:lnTo>
                  <a:pt x="4201092" y="418188"/>
                </a:lnTo>
                <a:lnTo>
                  <a:pt x="4111637" y="418188"/>
                </a:lnTo>
                <a:lnTo>
                  <a:pt x="4106149" y="418188"/>
                </a:lnTo>
                <a:lnTo>
                  <a:pt x="4058952" y="418188"/>
                </a:lnTo>
                <a:lnTo>
                  <a:pt x="4053463" y="418188"/>
                </a:lnTo>
                <a:lnTo>
                  <a:pt x="3942605" y="418188"/>
                </a:lnTo>
                <a:lnTo>
                  <a:pt x="3942605" y="367149"/>
                </a:lnTo>
                <a:lnTo>
                  <a:pt x="4053463" y="367149"/>
                </a:lnTo>
                <a:lnTo>
                  <a:pt x="4053463" y="178361"/>
                </a:lnTo>
                <a:lnTo>
                  <a:pt x="3959069" y="178361"/>
                </a:lnTo>
                <a:close/>
                <a:moveTo>
                  <a:pt x="3605389" y="127322"/>
                </a:moveTo>
                <a:lnTo>
                  <a:pt x="3663562" y="127322"/>
                </a:lnTo>
                <a:lnTo>
                  <a:pt x="3663562" y="319404"/>
                </a:lnTo>
                <a:cubicBezTo>
                  <a:pt x="3663562" y="336051"/>
                  <a:pt x="3668318" y="348902"/>
                  <a:pt x="3677831" y="357957"/>
                </a:cubicBezTo>
                <a:cubicBezTo>
                  <a:pt x="3687343" y="367012"/>
                  <a:pt x="3700698" y="371540"/>
                  <a:pt x="3717893" y="371540"/>
                </a:cubicBezTo>
                <a:cubicBezTo>
                  <a:pt x="3739114" y="371540"/>
                  <a:pt x="3755120" y="364817"/>
                  <a:pt x="3765914" y="351371"/>
                </a:cubicBezTo>
                <a:cubicBezTo>
                  <a:pt x="3776707" y="337926"/>
                  <a:pt x="3782103" y="315379"/>
                  <a:pt x="3782103" y="283731"/>
                </a:cubicBezTo>
                <a:lnTo>
                  <a:pt x="3782103" y="127322"/>
                </a:lnTo>
                <a:lnTo>
                  <a:pt x="3840276" y="127322"/>
                </a:lnTo>
                <a:lnTo>
                  <a:pt x="3840276" y="300195"/>
                </a:lnTo>
                <a:lnTo>
                  <a:pt x="3840276" y="319404"/>
                </a:lnTo>
                <a:lnTo>
                  <a:pt x="3840276" y="365503"/>
                </a:lnTo>
                <a:lnTo>
                  <a:pt x="3880339" y="371540"/>
                </a:lnTo>
                <a:lnTo>
                  <a:pt x="3880339" y="418188"/>
                </a:lnTo>
                <a:lnTo>
                  <a:pt x="3787043" y="420932"/>
                </a:lnTo>
                <a:lnTo>
                  <a:pt x="3782881" y="362210"/>
                </a:lnTo>
                <a:lnTo>
                  <a:pt x="3777713" y="362210"/>
                </a:lnTo>
                <a:cubicBezTo>
                  <a:pt x="3773139" y="381967"/>
                  <a:pt x="3764176" y="397151"/>
                  <a:pt x="3750821" y="407761"/>
                </a:cubicBezTo>
                <a:cubicBezTo>
                  <a:pt x="3737467" y="418371"/>
                  <a:pt x="3721003" y="423676"/>
                  <a:pt x="3701429" y="423676"/>
                </a:cubicBezTo>
                <a:cubicBezTo>
                  <a:pt x="3670879" y="423676"/>
                  <a:pt x="3647234" y="414575"/>
                  <a:pt x="3630496" y="396373"/>
                </a:cubicBezTo>
                <a:cubicBezTo>
                  <a:pt x="3613757" y="378171"/>
                  <a:pt x="3605388" y="352515"/>
                  <a:pt x="3605389" y="319404"/>
                </a:cubicBezTo>
                <a:close/>
                <a:moveTo>
                  <a:pt x="358620" y="127322"/>
                </a:moveTo>
                <a:lnTo>
                  <a:pt x="511187" y="127322"/>
                </a:lnTo>
                <a:lnTo>
                  <a:pt x="511187" y="143786"/>
                </a:lnTo>
                <a:lnTo>
                  <a:pt x="511187" y="178361"/>
                </a:lnTo>
                <a:lnTo>
                  <a:pt x="511187" y="367149"/>
                </a:lnTo>
                <a:lnTo>
                  <a:pt x="600642" y="367149"/>
                </a:lnTo>
                <a:lnTo>
                  <a:pt x="600642" y="418188"/>
                </a:lnTo>
                <a:lnTo>
                  <a:pt x="511187" y="418188"/>
                </a:lnTo>
                <a:lnTo>
                  <a:pt x="505699" y="418188"/>
                </a:lnTo>
                <a:lnTo>
                  <a:pt x="458502" y="418188"/>
                </a:lnTo>
                <a:lnTo>
                  <a:pt x="453014" y="418188"/>
                </a:lnTo>
                <a:lnTo>
                  <a:pt x="342156" y="418188"/>
                </a:lnTo>
                <a:lnTo>
                  <a:pt x="342156" y="367149"/>
                </a:lnTo>
                <a:lnTo>
                  <a:pt x="453014" y="367149"/>
                </a:lnTo>
                <a:lnTo>
                  <a:pt x="453014" y="178361"/>
                </a:lnTo>
                <a:lnTo>
                  <a:pt x="358620" y="178361"/>
                </a:lnTo>
                <a:close/>
                <a:moveTo>
                  <a:pt x="2091668" y="121834"/>
                </a:moveTo>
                <a:cubicBezTo>
                  <a:pt x="2132096" y="121834"/>
                  <a:pt x="2163423" y="134960"/>
                  <a:pt x="2185650" y="161211"/>
                </a:cubicBezTo>
                <a:cubicBezTo>
                  <a:pt x="2207877" y="187462"/>
                  <a:pt x="2218990" y="224643"/>
                  <a:pt x="2218990" y="272755"/>
                </a:cubicBezTo>
                <a:cubicBezTo>
                  <a:pt x="2218990" y="320684"/>
                  <a:pt x="2207877" y="357820"/>
                  <a:pt x="2185650" y="384162"/>
                </a:cubicBezTo>
                <a:cubicBezTo>
                  <a:pt x="2163423" y="410505"/>
                  <a:pt x="2132096" y="423676"/>
                  <a:pt x="2091668" y="423676"/>
                </a:cubicBezTo>
                <a:cubicBezTo>
                  <a:pt x="2051422" y="423676"/>
                  <a:pt x="2020140" y="410505"/>
                  <a:pt x="1997822" y="384162"/>
                </a:cubicBezTo>
                <a:cubicBezTo>
                  <a:pt x="1975504" y="357820"/>
                  <a:pt x="1964345" y="320684"/>
                  <a:pt x="1964345" y="272755"/>
                </a:cubicBezTo>
                <a:cubicBezTo>
                  <a:pt x="1964345" y="224643"/>
                  <a:pt x="1975504" y="187462"/>
                  <a:pt x="1997822" y="161211"/>
                </a:cubicBezTo>
                <a:cubicBezTo>
                  <a:pt x="2020140" y="134960"/>
                  <a:pt x="2051422" y="121834"/>
                  <a:pt x="2091668" y="121834"/>
                </a:cubicBezTo>
                <a:close/>
                <a:moveTo>
                  <a:pt x="1814661" y="121834"/>
                </a:moveTo>
                <a:cubicBezTo>
                  <a:pt x="1828747" y="121834"/>
                  <a:pt x="1841873" y="122246"/>
                  <a:pt x="1854038" y="123069"/>
                </a:cubicBezTo>
                <a:cubicBezTo>
                  <a:pt x="1866203" y="123892"/>
                  <a:pt x="1878688" y="125310"/>
                  <a:pt x="1891494" y="127322"/>
                </a:cubicBezTo>
                <a:lnTo>
                  <a:pt x="1885457" y="177812"/>
                </a:lnTo>
                <a:cubicBezTo>
                  <a:pt x="1870639" y="176349"/>
                  <a:pt x="1857559" y="175343"/>
                  <a:pt x="1846217" y="174794"/>
                </a:cubicBezTo>
                <a:cubicBezTo>
                  <a:pt x="1834875" y="174245"/>
                  <a:pt x="1823808" y="173971"/>
                  <a:pt x="1813015" y="173971"/>
                </a:cubicBezTo>
                <a:cubicBezTo>
                  <a:pt x="1780452" y="173971"/>
                  <a:pt x="1756853" y="176760"/>
                  <a:pt x="1742219" y="182340"/>
                </a:cubicBezTo>
                <a:cubicBezTo>
                  <a:pt x="1727584" y="187919"/>
                  <a:pt x="1720267" y="197020"/>
                  <a:pt x="1720267" y="209643"/>
                </a:cubicBezTo>
                <a:cubicBezTo>
                  <a:pt x="1720267" y="218058"/>
                  <a:pt x="1723285" y="224140"/>
                  <a:pt x="1729322" y="227891"/>
                </a:cubicBezTo>
                <a:cubicBezTo>
                  <a:pt x="1735359" y="231641"/>
                  <a:pt x="1744597" y="235071"/>
                  <a:pt x="1757037" y="238181"/>
                </a:cubicBezTo>
                <a:lnTo>
                  <a:pt x="1810819" y="251352"/>
                </a:lnTo>
                <a:cubicBezTo>
                  <a:pt x="1841369" y="258669"/>
                  <a:pt x="1863733" y="268456"/>
                  <a:pt x="1877911" y="280713"/>
                </a:cubicBezTo>
                <a:cubicBezTo>
                  <a:pt x="1892088" y="292970"/>
                  <a:pt x="1899177" y="310806"/>
                  <a:pt x="1899177" y="334221"/>
                </a:cubicBezTo>
                <a:cubicBezTo>
                  <a:pt x="1899177" y="365503"/>
                  <a:pt x="1887743" y="388233"/>
                  <a:pt x="1864877" y="402410"/>
                </a:cubicBezTo>
                <a:cubicBezTo>
                  <a:pt x="1842010" y="416588"/>
                  <a:pt x="1805331" y="423676"/>
                  <a:pt x="1754842" y="423676"/>
                </a:cubicBezTo>
                <a:cubicBezTo>
                  <a:pt x="1732889" y="423676"/>
                  <a:pt x="1714093" y="423036"/>
                  <a:pt x="1698452" y="421755"/>
                </a:cubicBezTo>
                <a:cubicBezTo>
                  <a:pt x="1682811" y="420475"/>
                  <a:pt x="1668496" y="418371"/>
                  <a:pt x="1655508" y="415444"/>
                </a:cubicBezTo>
                <a:lnTo>
                  <a:pt x="1662094" y="362759"/>
                </a:lnTo>
                <a:cubicBezTo>
                  <a:pt x="1681302" y="365686"/>
                  <a:pt x="1698269" y="367881"/>
                  <a:pt x="1712995" y="369345"/>
                </a:cubicBezTo>
                <a:cubicBezTo>
                  <a:pt x="1727721" y="370808"/>
                  <a:pt x="1741670" y="371540"/>
                  <a:pt x="1754842" y="371540"/>
                </a:cubicBezTo>
                <a:cubicBezTo>
                  <a:pt x="1784294" y="371540"/>
                  <a:pt x="1805651" y="368659"/>
                  <a:pt x="1818914" y="362896"/>
                </a:cubicBezTo>
                <a:cubicBezTo>
                  <a:pt x="1832177" y="357134"/>
                  <a:pt x="1838808" y="347941"/>
                  <a:pt x="1838808" y="335319"/>
                </a:cubicBezTo>
                <a:cubicBezTo>
                  <a:pt x="1838808" y="326538"/>
                  <a:pt x="1836476" y="319998"/>
                  <a:pt x="1831811" y="315699"/>
                </a:cubicBezTo>
                <a:cubicBezTo>
                  <a:pt x="1827146" y="311400"/>
                  <a:pt x="1819966" y="308062"/>
                  <a:pt x="1810271" y="305683"/>
                </a:cubicBezTo>
                <a:lnTo>
                  <a:pt x="1743316" y="288671"/>
                </a:lnTo>
                <a:cubicBezTo>
                  <a:pt x="1714596" y="281353"/>
                  <a:pt x="1693513" y="272298"/>
                  <a:pt x="1680067" y="261505"/>
                </a:cubicBezTo>
                <a:cubicBezTo>
                  <a:pt x="1666621" y="250712"/>
                  <a:pt x="1659898" y="234339"/>
                  <a:pt x="1659899" y="212387"/>
                </a:cubicBezTo>
                <a:cubicBezTo>
                  <a:pt x="1659898" y="180556"/>
                  <a:pt x="1672109" y="157506"/>
                  <a:pt x="1696531" y="143238"/>
                </a:cubicBezTo>
                <a:cubicBezTo>
                  <a:pt x="1720953" y="128969"/>
                  <a:pt x="1760329" y="121834"/>
                  <a:pt x="1814661" y="121834"/>
                </a:cubicBezTo>
                <a:close/>
                <a:moveTo>
                  <a:pt x="1443967" y="121834"/>
                </a:moveTo>
                <a:cubicBezTo>
                  <a:pt x="1484396" y="121834"/>
                  <a:pt x="1515724" y="134960"/>
                  <a:pt x="1537950" y="161211"/>
                </a:cubicBezTo>
                <a:cubicBezTo>
                  <a:pt x="1560176" y="187462"/>
                  <a:pt x="1571290" y="224643"/>
                  <a:pt x="1571290" y="272755"/>
                </a:cubicBezTo>
                <a:cubicBezTo>
                  <a:pt x="1571290" y="320684"/>
                  <a:pt x="1560176" y="357820"/>
                  <a:pt x="1537950" y="384162"/>
                </a:cubicBezTo>
                <a:cubicBezTo>
                  <a:pt x="1515724" y="410505"/>
                  <a:pt x="1484396" y="423676"/>
                  <a:pt x="1443967" y="423676"/>
                </a:cubicBezTo>
                <a:cubicBezTo>
                  <a:pt x="1403722" y="423676"/>
                  <a:pt x="1372440" y="410505"/>
                  <a:pt x="1350122" y="384162"/>
                </a:cubicBezTo>
                <a:cubicBezTo>
                  <a:pt x="1327804" y="357820"/>
                  <a:pt x="1316645" y="320684"/>
                  <a:pt x="1316645" y="272755"/>
                </a:cubicBezTo>
                <a:cubicBezTo>
                  <a:pt x="1316645" y="224643"/>
                  <a:pt x="1327804" y="187462"/>
                  <a:pt x="1350122" y="161211"/>
                </a:cubicBezTo>
                <a:cubicBezTo>
                  <a:pt x="1372440" y="134960"/>
                  <a:pt x="1403722" y="121834"/>
                  <a:pt x="1443967" y="121834"/>
                </a:cubicBezTo>
                <a:close/>
                <a:moveTo>
                  <a:pt x="1185974" y="121834"/>
                </a:moveTo>
                <a:cubicBezTo>
                  <a:pt x="1215975" y="121834"/>
                  <a:pt x="1237744" y="130432"/>
                  <a:pt x="1251282" y="147628"/>
                </a:cubicBezTo>
                <a:cubicBezTo>
                  <a:pt x="1264819" y="164824"/>
                  <a:pt x="1271588" y="192630"/>
                  <a:pt x="1271588" y="231046"/>
                </a:cubicBezTo>
                <a:lnTo>
                  <a:pt x="1213963" y="231046"/>
                </a:lnTo>
                <a:cubicBezTo>
                  <a:pt x="1213963" y="209826"/>
                  <a:pt x="1210807" y="194551"/>
                  <a:pt x="1204496" y="185221"/>
                </a:cubicBezTo>
                <a:cubicBezTo>
                  <a:pt x="1198185" y="175891"/>
                  <a:pt x="1187986" y="171227"/>
                  <a:pt x="1173900" y="171227"/>
                </a:cubicBezTo>
                <a:cubicBezTo>
                  <a:pt x="1149204" y="171227"/>
                  <a:pt x="1130773" y="181791"/>
                  <a:pt x="1118608" y="202920"/>
                </a:cubicBezTo>
                <a:cubicBezTo>
                  <a:pt x="1106443" y="224049"/>
                  <a:pt x="1100361" y="254096"/>
                  <a:pt x="1100361" y="293061"/>
                </a:cubicBezTo>
                <a:lnTo>
                  <a:pt x="1100361" y="367149"/>
                </a:lnTo>
                <a:lnTo>
                  <a:pt x="1171705" y="367149"/>
                </a:lnTo>
                <a:lnTo>
                  <a:pt x="1171705" y="418188"/>
                </a:lnTo>
                <a:lnTo>
                  <a:pt x="1100361" y="418188"/>
                </a:lnTo>
                <a:lnTo>
                  <a:pt x="1042187" y="418188"/>
                </a:lnTo>
                <a:lnTo>
                  <a:pt x="977428" y="418188"/>
                </a:lnTo>
                <a:lnTo>
                  <a:pt x="977428" y="367149"/>
                </a:lnTo>
                <a:lnTo>
                  <a:pt x="1042187" y="367149"/>
                </a:lnTo>
                <a:lnTo>
                  <a:pt x="1042187" y="178361"/>
                </a:lnTo>
                <a:lnTo>
                  <a:pt x="988405" y="178361"/>
                </a:lnTo>
                <a:lnTo>
                  <a:pt x="988405" y="127322"/>
                </a:lnTo>
                <a:lnTo>
                  <a:pt x="1042187" y="127322"/>
                </a:lnTo>
                <a:lnTo>
                  <a:pt x="1085543" y="127322"/>
                </a:lnTo>
                <a:lnTo>
                  <a:pt x="1089385" y="127322"/>
                </a:lnTo>
                <a:lnTo>
                  <a:pt x="1099205" y="201960"/>
                </a:lnTo>
                <a:lnTo>
                  <a:pt x="1105849" y="201960"/>
                </a:lnTo>
                <a:cubicBezTo>
                  <a:pt x="1109141" y="148543"/>
                  <a:pt x="1135850" y="121834"/>
                  <a:pt x="1185974" y="121834"/>
                </a:cubicBezTo>
                <a:close/>
                <a:moveTo>
                  <a:pt x="807048" y="121834"/>
                </a:moveTo>
                <a:cubicBezTo>
                  <a:pt x="835403" y="121834"/>
                  <a:pt x="859687" y="127094"/>
                  <a:pt x="879902" y="137612"/>
                </a:cubicBezTo>
                <a:cubicBezTo>
                  <a:pt x="900116" y="148131"/>
                  <a:pt x="914522" y="162995"/>
                  <a:pt x="923120" y="182203"/>
                </a:cubicBezTo>
                <a:lnTo>
                  <a:pt x="878393" y="215954"/>
                </a:lnTo>
                <a:cubicBezTo>
                  <a:pt x="870161" y="202600"/>
                  <a:pt x="859642" y="192264"/>
                  <a:pt x="846836" y="184947"/>
                </a:cubicBezTo>
                <a:cubicBezTo>
                  <a:pt x="834031" y="177629"/>
                  <a:pt x="820036" y="173971"/>
                  <a:pt x="804853" y="173971"/>
                </a:cubicBezTo>
                <a:cubicBezTo>
                  <a:pt x="777413" y="173971"/>
                  <a:pt x="756101" y="182248"/>
                  <a:pt x="740917" y="198804"/>
                </a:cubicBezTo>
                <a:cubicBezTo>
                  <a:pt x="725734" y="215360"/>
                  <a:pt x="718142" y="238912"/>
                  <a:pt x="718142" y="269462"/>
                </a:cubicBezTo>
                <a:cubicBezTo>
                  <a:pt x="718142" y="302574"/>
                  <a:pt x="727060" y="327864"/>
                  <a:pt x="744896" y="345335"/>
                </a:cubicBezTo>
                <a:cubicBezTo>
                  <a:pt x="762732" y="362805"/>
                  <a:pt x="788206" y="371540"/>
                  <a:pt x="821317" y="371540"/>
                </a:cubicBezTo>
                <a:cubicBezTo>
                  <a:pt x="834854" y="371540"/>
                  <a:pt x="848391" y="370900"/>
                  <a:pt x="861928" y="369619"/>
                </a:cubicBezTo>
                <a:cubicBezTo>
                  <a:pt x="875466" y="368339"/>
                  <a:pt x="888637" y="366601"/>
                  <a:pt x="901442" y="364405"/>
                </a:cubicBezTo>
                <a:lnTo>
                  <a:pt x="908028" y="415444"/>
                </a:lnTo>
                <a:cubicBezTo>
                  <a:pt x="893027" y="418737"/>
                  <a:pt x="877524" y="420932"/>
                  <a:pt x="861517" y="422030"/>
                </a:cubicBezTo>
                <a:cubicBezTo>
                  <a:pt x="845510" y="423127"/>
                  <a:pt x="829915" y="423676"/>
                  <a:pt x="814731" y="423676"/>
                </a:cubicBezTo>
                <a:cubicBezTo>
                  <a:pt x="765156" y="423676"/>
                  <a:pt x="726877" y="410642"/>
                  <a:pt x="699894" y="384574"/>
                </a:cubicBezTo>
                <a:cubicBezTo>
                  <a:pt x="672911" y="358506"/>
                  <a:pt x="659420" y="321050"/>
                  <a:pt x="659420" y="272206"/>
                </a:cubicBezTo>
                <a:cubicBezTo>
                  <a:pt x="659420" y="224644"/>
                  <a:pt x="672180" y="187691"/>
                  <a:pt x="697699" y="161348"/>
                </a:cubicBezTo>
                <a:cubicBezTo>
                  <a:pt x="723218" y="135006"/>
                  <a:pt x="759668" y="121834"/>
                  <a:pt x="807048" y="121834"/>
                </a:cubicBezTo>
                <a:close/>
                <a:moveTo>
                  <a:pt x="3342456" y="80674"/>
                </a:moveTo>
                <a:lnTo>
                  <a:pt x="3342456" y="186319"/>
                </a:lnTo>
                <a:lnTo>
                  <a:pt x="3402276" y="186319"/>
                </a:lnTo>
                <a:cubicBezTo>
                  <a:pt x="3422947" y="186319"/>
                  <a:pt x="3439000" y="181700"/>
                  <a:pt x="3450433" y="172461"/>
                </a:cubicBezTo>
                <a:cubicBezTo>
                  <a:pt x="3461866" y="163223"/>
                  <a:pt x="3467583" y="150006"/>
                  <a:pt x="3467583" y="132810"/>
                </a:cubicBezTo>
                <a:cubicBezTo>
                  <a:pt x="3467583" y="115980"/>
                  <a:pt x="3461592" y="103083"/>
                  <a:pt x="3449610" y="94120"/>
                </a:cubicBezTo>
                <a:cubicBezTo>
                  <a:pt x="3437628" y="85156"/>
                  <a:pt x="3420569" y="80674"/>
                  <a:pt x="3398434" y="80674"/>
                </a:cubicBezTo>
                <a:close/>
                <a:moveTo>
                  <a:pt x="2685975" y="39514"/>
                </a:moveTo>
                <a:lnTo>
                  <a:pt x="2744149" y="39514"/>
                </a:lnTo>
                <a:lnTo>
                  <a:pt x="2744149" y="127322"/>
                </a:lnTo>
                <a:lnTo>
                  <a:pt x="2876410" y="127322"/>
                </a:lnTo>
                <a:lnTo>
                  <a:pt x="2876410" y="178361"/>
                </a:lnTo>
                <a:lnTo>
                  <a:pt x="2744149" y="178361"/>
                </a:lnTo>
                <a:lnTo>
                  <a:pt x="2744149" y="259035"/>
                </a:lnTo>
                <a:lnTo>
                  <a:pt x="2744149" y="280987"/>
                </a:lnTo>
                <a:lnTo>
                  <a:pt x="2744149" y="305683"/>
                </a:lnTo>
                <a:cubicBezTo>
                  <a:pt x="2744149" y="328733"/>
                  <a:pt x="2749774" y="345472"/>
                  <a:pt x="2761024" y="355899"/>
                </a:cubicBezTo>
                <a:cubicBezTo>
                  <a:pt x="2772275" y="366326"/>
                  <a:pt x="2790797" y="371540"/>
                  <a:pt x="2816591" y="371540"/>
                </a:cubicBezTo>
                <a:cubicBezTo>
                  <a:pt x="2825737" y="371540"/>
                  <a:pt x="2835433" y="371037"/>
                  <a:pt x="2845677" y="370031"/>
                </a:cubicBezTo>
                <a:cubicBezTo>
                  <a:pt x="2855921" y="369025"/>
                  <a:pt x="2867629" y="367698"/>
                  <a:pt x="2880801" y="366052"/>
                </a:cubicBezTo>
                <a:lnTo>
                  <a:pt x="2887386" y="417091"/>
                </a:lnTo>
                <a:cubicBezTo>
                  <a:pt x="2874580" y="419286"/>
                  <a:pt x="2862095" y="420932"/>
                  <a:pt x="2849931" y="422030"/>
                </a:cubicBezTo>
                <a:cubicBezTo>
                  <a:pt x="2837765" y="423127"/>
                  <a:pt x="2824823" y="423676"/>
                  <a:pt x="2811103" y="423676"/>
                </a:cubicBezTo>
                <a:cubicBezTo>
                  <a:pt x="2767015" y="423676"/>
                  <a:pt x="2735139" y="414530"/>
                  <a:pt x="2715474" y="396236"/>
                </a:cubicBezTo>
                <a:cubicBezTo>
                  <a:pt x="2695808" y="377943"/>
                  <a:pt x="2685975" y="348673"/>
                  <a:pt x="2685975" y="308427"/>
                </a:cubicBezTo>
                <a:lnTo>
                  <a:pt x="2685975" y="280987"/>
                </a:lnTo>
                <a:lnTo>
                  <a:pt x="2685975" y="259035"/>
                </a:lnTo>
                <a:lnTo>
                  <a:pt x="2685975" y="178361"/>
                </a:lnTo>
                <a:lnTo>
                  <a:pt x="2612985" y="178361"/>
                </a:lnTo>
                <a:lnTo>
                  <a:pt x="2612985" y="127322"/>
                </a:lnTo>
                <a:lnTo>
                  <a:pt x="2685975" y="127322"/>
                </a:lnTo>
                <a:close/>
                <a:moveTo>
                  <a:pt x="3285380" y="28538"/>
                </a:moveTo>
                <a:lnTo>
                  <a:pt x="3333126" y="28538"/>
                </a:lnTo>
                <a:lnTo>
                  <a:pt x="3342456" y="28538"/>
                </a:lnTo>
                <a:lnTo>
                  <a:pt x="3401178" y="28538"/>
                </a:lnTo>
                <a:cubicBezTo>
                  <a:pt x="3440692" y="28538"/>
                  <a:pt x="3471242" y="37090"/>
                  <a:pt x="3492828" y="54194"/>
                </a:cubicBezTo>
                <a:cubicBezTo>
                  <a:pt x="3514414" y="71299"/>
                  <a:pt x="3525208" y="95675"/>
                  <a:pt x="3525208" y="127322"/>
                </a:cubicBezTo>
                <a:cubicBezTo>
                  <a:pt x="3525208" y="154214"/>
                  <a:pt x="3514963" y="174931"/>
                  <a:pt x="3494475" y="189474"/>
                </a:cubicBezTo>
                <a:cubicBezTo>
                  <a:pt x="3479108" y="200382"/>
                  <a:pt x="3458905" y="207199"/>
                  <a:pt x="3433866" y="209926"/>
                </a:cubicBezTo>
                <a:lnTo>
                  <a:pt x="3431911" y="210026"/>
                </a:lnTo>
                <a:lnTo>
                  <a:pt x="3431911" y="213672"/>
                </a:lnTo>
                <a:lnTo>
                  <a:pt x="3456573" y="215079"/>
                </a:lnTo>
                <a:cubicBezTo>
                  <a:pt x="3482847" y="218269"/>
                  <a:pt x="3504078" y="226244"/>
                  <a:pt x="3520268" y="239004"/>
                </a:cubicBezTo>
                <a:cubicBezTo>
                  <a:pt x="3541854" y="256017"/>
                  <a:pt x="3552648" y="280073"/>
                  <a:pt x="3552648" y="311172"/>
                </a:cubicBezTo>
                <a:cubicBezTo>
                  <a:pt x="3552648" y="345197"/>
                  <a:pt x="3542403" y="371540"/>
                  <a:pt x="3521915" y="390199"/>
                </a:cubicBezTo>
                <a:cubicBezTo>
                  <a:pt x="3501426" y="408859"/>
                  <a:pt x="3472339" y="418188"/>
                  <a:pt x="3434655" y="418188"/>
                </a:cubicBezTo>
                <a:lnTo>
                  <a:pt x="3342456" y="418188"/>
                </a:lnTo>
                <a:lnTo>
                  <a:pt x="3338614" y="418188"/>
                </a:lnTo>
                <a:lnTo>
                  <a:pt x="3285380" y="418188"/>
                </a:lnTo>
                <a:close/>
                <a:moveTo>
                  <a:pt x="0" y="28538"/>
                </a:moveTo>
                <a:lnTo>
                  <a:pt x="46099" y="28538"/>
                </a:lnTo>
                <a:lnTo>
                  <a:pt x="54880" y="28538"/>
                </a:lnTo>
                <a:lnTo>
                  <a:pt x="85064" y="28538"/>
                </a:lnTo>
                <a:lnTo>
                  <a:pt x="127322" y="195923"/>
                </a:lnTo>
                <a:lnTo>
                  <a:pt x="128420" y="195923"/>
                </a:lnTo>
                <a:lnTo>
                  <a:pt x="129517" y="195923"/>
                </a:lnTo>
                <a:lnTo>
                  <a:pt x="131713" y="195923"/>
                </a:lnTo>
                <a:lnTo>
                  <a:pt x="173970" y="28538"/>
                </a:lnTo>
                <a:lnTo>
                  <a:pt x="204155" y="28538"/>
                </a:lnTo>
                <a:lnTo>
                  <a:pt x="212936" y="28538"/>
                </a:lnTo>
                <a:lnTo>
                  <a:pt x="259035" y="28538"/>
                </a:lnTo>
                <a:lnTo>
                  <a:pt x="259035" y="418188"/>
                </a:lnTo>
                <a:lnTo>
                  <a:pt x="204155" y="418188"/>
                </a:lnTo>
                <a:lnTo>
                  <a:pt x="204155" y="97687"/>
                </a:lnTo>
                <a:lnTo>
                  <a:pt x="197020" y="97687"/>
                </a:lnTo>
                <a:lnTo>
                  <a:pt x="154762" y="259035"/>
                </a:lnTo>
                <a:lnTo>
                  <a:pt x="135005" y="259035"/>
                </a:lnTo>
                <a:lnTo>
                  <a:pt x="120188" y="259035"/>
                </a:lnTo>
                <a:lnTo>
                  <a:pt x="104272" y="259035"/>
                </a:lnTo>
                <a:lnTo>
                  <a:pt x="62015" y="97687"/>
                </a:lnTo>
                <a:lnTo>
                  <a:pt x="54880" y="97687"/>
                </a:lnTo>
                <a:lnTo>
                  <a:pt x="54880" y="418188"/>
                </a:lnTo>
                <a:lnTo>
                  <a:pt x="0" y="418188"/>
                </a:lnTo>
                <a:close/>
                <a:moveTo>
                  <a:pt x="4771411" y="6585"/>
                </a:moveTo>
                <a:lnTo>
                  <a:pt x="4829584" y="6585"/>
                </a:lnTo>
                <a:lnTo>
                  <a:pt x="4829584" y="418188"/>
                </a:lnTo>
                <a:lnTo>
                  <a:pt x="4777448" y="420932"/>
                </a:lnTo>
                <a:lnTo>
                  <a:pt x="4771585" y="365503"/>
                </a:lnTo>
                <a:lnTo>
                  <a:pt x="4765923" y="365503"/>
                </a:lnTo>
                <a:cubicBezTo>
                  <a:pt x="4764093" y="383797"/>
                  <a:pt x="4756364" y="398065"/>
                  <a:pt x="4742736" y="408310"/>
                </a:cubicBezTo>
                <a:cubicBezTo>
                  <a:pt x="4729107" y="418554"/>
                  <a:pt x="4711133" y="423676"/>
                  <a:pt x="4688816" y="423676"/>
                </a:cubicBezTo>
                <a:cubicBezTo>
                  <a:pt x="4650765" y="423676"/>
                  <a:pt x="4621907" y="411145"/>
                  <a:pt x="4602242" y="386083"/>
                </a:cubicBezTo>
                <a:cubicBezTo>
                  <a:pt x="4582576" y="361021"/>
                  <a:pt x="4572744" y="324160"/>
                  <a:pt x="4572744" y="275499"/>
                </a:cubicBezTo>
                <a:cubicBezTo>
                  <a:pt x="4572744" y="225009"/>
                  <a:pt x="4582576" y="186776"/>
                  <a:pt x="4602242" y="160799"/>
                </a:cubicBezTo>
                <a:cubicBezTo>
                  <a:pt x="4621907" y="134823"/>
                  <a:pt x="4650765" y="121834"/>
                  <a:pt x="4688816" y="121834"/>
                </a:cubicBezTo>
                <a:cubicBezTo>
                  <a:pt x="4710585" y="121834"/>
                  <a:pt x="4728283" y="126956"/>
                  <a:pt x="4741913" y="137201"/>
                </a:cubicBezTo>
                <a:cubicBezTo>
                  <a:pt x="4755541" y="147445"/>
                  <a:pt x="4763544" y="161714"/>
                  <a:pt x="4765923" y="180007"/>
                </a:cubicBezTo>
                <a:lnTo>
                  <a:pt x="4771411" y="180007"/>
                </a:lnTo>
                <a:close/>
                <a:moveTo>
                  <a:pt x="4249442" y="6585"/>
                </a:moveTo>
                <a:lnTo>
                  <a:pt x="4335056" y="6585"/>
                </a:lnTo>
                <a:lnTo>
                  <a:pt x="4339995" y="6585"/>
                </a:lnTo>
                <a:lnTo>
                  <a:pt x="4393229" y="6585"/>
                </a:lnTo>
                <a:lnTo>
                  <a:pt x="4393229" y="305683"/>
                </a:lnTo>
                <a:cubicBezTo>
                  <a:pt x="4393229" y="321050"/>
                  <a:pt x="4394692" y="333581"/>
                  <a:pt x="4397619" y="343277"/>
                </a:cubicBezTo>
                <a:cubicBezTo>
                  <a:pt x="4400546" y="352972"/>
                  <a:pt x="4406263" y="360106"/>
                  <a:pt x="4414769" y="364680"/>
                </a:cubicBezTo>
                <a:cubicBezTo>
                  <a:pt x="4423276" y="369253"/>
                  <a:pt x="4435852" y="371540"/>
                  <a:pt x="4452500" y="371540"/>
                </a:cubicBezTo>
                <a:cubicBezTo>
                  <a:pt x="4467683" y="371540"/>
                  <a:pt x="4487075" y="368064"/>
                  <a:pt x="4510673" y="361113"/>
                </a:cubicBezTo>
                <a:lnTo>
                  <a:pt x="4517259" y="412151"/>
                </a:lnTo>
                <a:cubicBezTo>
                  <a:pt x="4502441" y="416176"/>
                  <a:pt x="4488218" y="419103"/>
                  <a:pt x="4474589" y="420932"/>
                </a:cubicBezTo>
                <a:cubicBezTo>
                  <a:pt x="4460960" y="422762"/>
                  <a:pt x="4446280" y="423676"/>
                  <a:pt x="4430548" y="423676"/>
                </a:cubicBezTo>
                <a:cubicBezTo>
                  <a:pt x="4396887" y="423676"/>
                  <a:pt x="4372557" y="414530"/>
                  <a:pt x="4357557" y="396236"/>
                </a:cubicBezTo>
                <a:cubicBezTo>
                  <a:pt x="4342556" y="377943"/>
                  <a:pt x="4335056" y="348673"/>
                  <a:pt x="4335056" y="308427"/>
                </a:cubicBezTo>
                <a:lnTo>
                  <a:pt x="4335056" y="57624"/>
                </a:lnTo>
                <a:lnTo>
                  <a:pt x="4249442" y="57624"/>
                </a:lnTo>
                <a:close/>
                <a:moveTo>
                  <a:pt x="2508461" y="1097"/>
                </a:moveTo>
                <a:cubicBezTo>
                  <a:pt x="2529315" y="1097"/>
                  <a:pt x="2549438" y="2927"/>
                  <a:pt x="2568829" y="6585"/>
                </a:cubicBezTo>
                <a:lnTo>
                  <a:pt x="2562792" y="57075"/>
                </a:lnTo>
                <a:cubicBezTo>
                  <a:pt x="2551267" y="55612"/>
                  <a:pt x="2541114" y="54606"/>
                  <a:pt x="2532334" y="54057"/>
                </a:cubicBezTo>
                <a:cubicBezTo>
                  <a:pt x="2523553" y="53508"/>
                  <a:pt x="2515046" y="53234"/>
                  <a:pt x="2506814" y="53234"/>
                </a:cubicBezTo>
                <a:cubicBezTo>
                  <a:pt x="2454861" y="53234"/>
                  <a:pt x="2428884" y="85247"/>
                  <a:pt x="2428884" y="149274"/>
                </a:cubicBezTo>
                <a:lnTo>
                  <a:pt x="2428884" y="191532"/>
                </a:lnTo>
                <a:lnTo>
                  <a:pt x="2547975" y="191532"/>
                </a:lnTo>
                <a:lnTo>
                  <a:pt x="2547975" y="242571"/>
                </a:lnTo>
                <a:lnTo>
                  <a:pt x="2428884" y="242571"/>
                </a:lnTo>
                <a:lnTo>
                  <a:pt x="2428884" y="418188"/>
                </a:lnTo>
                <a:lnTo>
                  <a:pt x="2370711" y="418188"/>
                </a:lnTo>
                <a:lnTo>
                  <a:pt x="2370711" y="242571"/>
                </a:lnTo>
                <a:lnTo>
                  <a:pt x="2279061" y="242571"/>
                </a:lnTo>
                <a:lnTo>
                  <a:pt x="2279061" y="191532"/>
                </a:lnTo>
                <a:lnTo>
                  <a:pt x="2370711" y="191532"/>
                </a:lnTo>
                <a:lnTo>
                  <a:pt x="2370711" y="152018"/>
                </a:lnTo>
                <a:cubicBezTo>
                  <a:pt x="2370711" y="51404"/>
                  <a:pt x="2416627" y="1097"/>
                  <a:pt x="2508461" y="1097"/>
                </a:cubicBezTo>
                <a:close/>
                <a:moveTo>
                  <a:pt x="4080629" y="0"/>
                </a:moveTo>
                <a:cubicBezTo>
                  <a:pt x="4091971" y="0"/>
                  <a:pt x="4101575" y="3933"/>
                  <a:pt x="4109441" y="11799"/>
                </a:cubicBezTo>
                <a:cubicBezTo>
                  <a:pt x="4117308" y="19665"/>
                  <a:pt x="4121241" y="29269"/>
                  <a:pt x="4121241" y="40611"/>
                </a:cubicBezTo>
                <a:cubicBezTo>
                  <a:pt x="4121241" y="51770"/>
                  <a:pt x="4117308" y="61329"/>
                  <a:pt x="4109441" y="69286"/>
                </a:cubicBezTo>
                <a:cubicBezTo>
                  <a:pt x="4101575" y="77244"/>
                  <a:pt x="4091971" y="81223"/>
                  <a:pt x="4080629" y="81223"/>
                </a:cubicBezTo>
                <a:cubicBezTo>
                  <a:pt x="4069470" y="81223"/>
                  <a:pt x="4059912" y="77244"/>
                  <a:pt x="4051954" y="69286"/>
                </a:cubicBezTo>
                <a:cubicBezTo>
                  <a:pt x="4043996" y="61329"/>
                  <a:pt x="4040017" y="51770"/>
                  <a:pt x="4040018" y="40611"/>
                </a:cubicBezTo>
                <a:cubicBezTo>
                  <a:pt x="4040017" y="29269"/>
                  <a:pt x="4043996" y="19665"/>
                  <a:pt x="4051954" y="11799"/>
                </a:cubicBezTo>
                <a:cubicBezTo>
                  <a:pt x="4059912" y="3933"/>
                  <a:pt x="4069470" y="0"/>
                  <a:pt x="4080629" y="0"/>
                </a:cubicBezTo>
                <a:close/>
                <a:moveTo>
                  <a:pt x="480180" y="0"/>
                </a:moveTo>
                <a:cubicBezTo>
                  <a:pt x="491522" y="0"/>
                  <a:pt x="501126" y="3933"/>
                  <a:pt x="508992" y="11799"/>
                </a:cubicBezTo>
                <a:cubicBezTo>
                  <a:pt x="516858" y="19665"/>
                  <a:pt x="520791" y="29269"/>
                  <a:pt x="520791" y="40611"/>
                </a:cubicBezTo>
                <a:cubicBezTo>
                  <a:pt x="520791" y="51770"/>
                  <a:pt x="516858" y="61329"/>
                  <a:pt x="508992" y="69286"/>
                </a:cubicBezTo>
                <a:cubicBezTo>
                  <a:pt x="501126" y="77244"/>
                  <a:pt x="491522" y="81223"/>
                  <a:pt x="480180" y="81223"/>
                </a:cubicBezTo>
                <a:cubicBezTo>
                  <a:pt x="469021" y="81223"/>
                  <a:pt x="459462" y="77244"/>
                  <a:pt x="451505" y="69286"/>
                </a:cubicBezTo>
                <a:cubicBezTo>
                  <a:pt x="443547" y="61329"/>
                  <a:pt x="439568" y="51770"/>
                  <a:pt x="439568" y="40611"/>
                </a:cubicBezTo>
                <a:cubicBezTo>
                  <a:pt x="439568" y="29269"/>
                  <a:pt x="443547" y="19665"/>
                  <a:pt x="451505" y="11799"/>
                </a:cubicBezTo>
                <a:cubicBezTo>
                  <a:pt x="459462" y="3933"/>
                  <a:pt x="469021" y="0"/>
                  <a:pt x="480180" y="0"/>
                </a:cubicBezTo>
                <a:close/>
              </a:path>
            </a:pathLst>
          </a:custGeom>
          <a:solidFill>
            <a:srgbClr val="00A4EF"/>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4400">
              <a:solidFill>
                <a:srgbClr val="00A4EF"/>
              </a:solidFill>
              <a:latin typeface="Segoe UI" panose="020B0502040204020203" pitchFamily="34" charset="0"/>
              <a:ea typeface="Cascadia Code" panose="020B0609020000020004" pitchFamily="49" charset="0"/>
              <a:cs typeface="Segoe UI" panose="020B0502040204020203" pitchFamily="34" charset="0"/>
            </a:endParaRPr>
          </a:p>
        </p:txBody>
      </p:sp>
    </p:spTree>
    <p:extLst>
      <p:ext uri="{BB962C8B-B14F-4D97-AF65-F5344CB8AC3E}">
        <p14:creationId xmlns:p14="http://schemas.microsoft.com/office/powerpoint/2010/main" val="3284160212"/>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1" kern="1200" cap="none" spc="-50" baseline="0" dirty="0">
                <a:ln w="3175">
                  <a:noFill/>
                </a:ln>
                <a:solidFill>
                  <a:schemeClr val="tx1"/>
                </a:solidFill>
                <a:effectLst/>
                <a:latin typeface="+mj-lt"/>
                <a:ea typeface="+mn-ea"/>
                <a:cs typeface="Segoe UI" panose="020B0502040204020203" pitchFamily="34"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2" name="MS logo white - EMF" descr="Microsoft logo white text version">
            <a:extLst>
              <a:ext uri="{FF2B5EF4-FFF2-40B4-BE49-F238E27FC236}">
                <a16:creationId xmlns:a16="http://schemas.microsoft.com/office/drawing/2014/main" id="{8C97F8FC-6154-33A9-9E6C-1A787DA153C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248960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26011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9372799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09384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36329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7861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53088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367000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623277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998409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778757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5579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536498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4723280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mj-lt"/>
                <a:ea typeface="+mn-ea"/>
                <a:cs typeface="Segoe UI" panose="020B0502040204020203" pitchFamily="34"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6043481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18017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Section title</a:t>
            </a:r>
          </a:p>
        </p:txBody>
      </p:sp>
      <p:pic>
        <p:nvPicPr>
          <p:cNvPr id="4" name="Picture 3">
            <a:extLst>
              <a:ext uri="{FF2B5EF4-FFF2-40B4-BE49-F238E27FC236}">
                <a16:creationId xmlns:a16="http://schemas.microsoft.com/office/drawing/2014/main" id="{FBE92415-D13E-5E6D-DBFD-80D73DF1822E}"/>
              </a:ext>
            </a:extLst>
          </p:cNvPr>
          <p:cNvPicPr>
            <a:picLocks noChangeAspect="1"/>
          </p:cNvPicPr>
          <p:nvPr userDrawn="1"/>
        </p:nvPicPr>
        <p:blipFill>
          <a:blip r:embed="rId2"/>
          <a:srcRect l="11008" r="8017" b="55921"/>
          <a:stretch>
            <a:fillRect/>
          </a:stretch>
        </p:blipFill>
        <p:spPr>
          <a:xfrm flipH="1">
            <a:off x="0" y="3744563"/>
            <a:ext cx="12192000" cy="3113437"/>
          </a:xfrm>
          <a:prstGeom prst="rect">
            <a:avLst/>
          </a:prstGeom>
        </p:spPr>
      </p:pic>
    </p:spTree>
    <p:extLst>
      <p:ext uri="{BB962C8B-B14F-4D97-AF65-F5344CB8AC3E}">
        <p14:creationId xmlns:p14="http://schemas.microsoft.com/office/powerpoint/2010/main" val="23998986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56169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6" name="Text Placeholder 12">
            <a:extLst>
              <a:ext uri="{FF2B5EF4-FFF2-40B4-BE49-F238E27FC236}">
                <a16:creationId xmlns:a16="http://schemas.microsoft.com/office/drawing/2014/main" id="{DE9FE9EA-07F9-FF9E-060B-5186390F4424}"/>
              </a:ext>
            </a:extLst>
          </p:cNvPr>
          <p:cNvSpPr>
            <a:spLocks noGrp="1"/>
          </p:cNvSpPr>
          <p:nvPr>
            <p:ph type="body" sz="quarter" idx="11" hasCustomPrompt="1"/>
          </p:nvPr>
        </p:nvSpPr>
        <p:spPr>
          <a:xfrm>
            <a:off x="584199" y="2609211"/>
            <a:ext cx="8138887" cy="1369493"/>
          </a:xfrm>
          <a:prstGeom prst="rect">
            <a:avLst/>
          </a:prstGeom>
        </p:spPr>
        <p:txBody>
          <a:bodyPr lIns="0" tIns="0" rIns="0" bIns="0" anchor="t"/>
          <a:lstStyle>
            <a:lvl1pPr marL="0" indent="0">
              <a:lnSpc>
                <a:spcPct val="90000"/>
              </a:lnSpc>
              <a:buNone/>
              <a:defRPr sz="4400" b="1" i="0" spc="0">
                <a:solidFill>
                  <a:schemeClr val="bg1"/>
                </a:solidFill>
                <a:latin typeface="Segoe UI Variable Display Semibold" pitchFamily="2" charset="0"/>
              </a:defRPr>
            </a:lvl1pPr>
          </a:lstStyle>
          <a:p>
            <a:pPr lvl="0"/>
            <a:r>
              <a:rPr lang="en-US"/>
              <a:t>Lorem Ipsum</a:t>
            </a:r>
          </a:p>
        </p:txBody>
      </p:sp>
      <p:pic>
        <p:nvPicPr>
          <p:cNvPr id="5" name="Picture 4">
            <a:extLst>
              <a:ext uri="{FF2B5EF4-FFF2-40B4-BE49-F238E27FC236}">
                <a16:creationId xmlns:a16="http://schemas.microsoft.com/office/drawing/2014/main" id="{D05D39D9-3533-F603-7AB6-EE6B9DD4BCD8}"/>
              </a:ext>
            </a:extLst>
          </p:cNvPr>
          <p:cNvPicPr>
            <a:picLocks noChangeAspect="1"/>
          </p:cNvPicPr>
          <p:nvPr userDrawn="1"/>
        </p:nvPicPr>
        <p:blipFill rotWithShape="1">
          <a:blip r:embed="rId2" cstate="print">
            <a:alphaModFix amt="51000"/>
            <a:extLst>
              <a:ext uri="{28A0092B-C50C-407E-A947-70E740481C1C}">
                <a14:useLocalDpi xmlns:a14="http://schemas.microsoft.com/office/drawing/2010/main" val="0"/>
              </a:ext>
            </a:extLst>
          </a:blip>
          <a:srcRect l="21521" t="42191" r="2205" b="5358"/>
          <a:stretch/>
        </p:blipFill>
        <p:spPr>
          <a:xfrm rot="5400000">
            <a:off x="8213207" y="798163"/>
            <a:ext cx="4776954" cy="3180632"/>
          </a:xfrm>
          <a:prstGeom prst="rect">
            <a:avLst/>
          </a:prstGeom>
        </p:spPr>
      </p:pic>
      <p:sp>
        <p:nvSpPr>
          <p:cNvPr id="3" name="Text Placeholder 12">
            <a:extLst>
              <a:ext uri="{FF2B5EF4-FFF2-40B4-BE49-F238E27FC236}">
                <a16:creationId xmlns:a16="http://schemas.microsoft.com/office/drawing/2014/main" id="{497C7890-7060-4DB4-16A3-9B701BF9DE00}"/>
              </a:ext>
            </a:extLst>
          </p:cNvPr>
          <p:cNvSpPr>
            <a:spLocks noGrp="1"/>
          </p:cNvSpPr>
          <p:nvPr>
            <p:ph type="body" sz="quarter" idx="12" hasCustomPrompt="1"/>
          </p:nvPr>
        </p:nvSpPr>
        <p:spPr>
          <a:xfrm>
            <a:off x="584199" y="4313760"/>
            <a:ext cx="8138887" cy="710063"/>
          </a:xfrm>
          <a:prstGeom prst="rect">
            <a:avLst/>
          </a:prstGeom>
        </p:spPr>
        <p:txBody>
          <a:bodyPr lIns="0" tIns="0" rIns="0" bIns="0" anchor="t"/>
          <a:lstStyle>
            <a:lvl1pPr marL="0" indent="0">
              <a:lnSpc>
                <a:spcPct val="90000"/>
              </a:lnSpc>
              <a:buNone/>
              <a:defRPr sz="2000" b="1" i="0" spc="0">
                <a:solidFill>
                  <a:schemeClr val="accent1"/>
                </a:solidFill>
                <a:latin typeface="Segoe UI Variable Display Semibold" pitchFamily="2" charset="0"/>
              </a:defRPr>
            </a:lvl1pPr>
          </a:lstStyle>
          <a:p>
            <a:pPr lvl="0"/>
            <a:r>
              <a:rPr lang="en-US"/>
              <a:t>FY24 Lorem</a:t>
            </a:r>
          </a:p>
          <a:p>
            <a:pPr lvl="0"/>
            <a:r>
              <a:rPr lang="en-US"/>
              <a:t>L100 Ipsum</a:t>
            </a:r>
          </a:p>
        </p:txBody>
      </p:sp>
    </p:spTree>
    <p:extLst>
      <p:ext uri="{BB962C8B-B14F-4D97-AF65-F5344CB8AC3E}">
        <p14:creationId xmlns:p14="http://schemas.microsoft.com/office/powerpoint/2010/main" val="987804673"/>
      </p:ext>
    </p:extLst>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566A8-6AC2-153F-BC84-94BD2F18825E}"/>
              </a:ext>
            </a:extLst>
          </p:cNvPr>
          <p:cNvSpPr>
            <a:spLocks noGrp="1"/>
          </p:cNvSpPr>
          <p:nvPr>
            <p:ph type="title"/>
          </p:nvPr>
        </p:nvSpPr>
        <p:spPr>
          <a:xfrm>
            <a:off x="584200" y="487681"/>
            <a:ext cx="11023600" cy="922020"/>
          </a:xfrm>
          <a:prstGeom prst="rect">
            <a:avLst/>
          </a:prstGeom>
        </p:spPr>
        <p:txBody>
          <a:bodyPr lIns="0" tIns="0" rIns="0" bIns="0"/>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180950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36">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6650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36">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Half Spli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A98A90A1-34A1-0E1C-5E46-5A952E5023F7}"/>
              </a:ext>
            </a:extLst>
          </p:cNvPr>
          <p:cNvSpPr>
            <a:spLocks noGrp="1"/>
          </p:cNvSpPr>
          <p:nvPr>
            <p:ph type="pic" sz="quarter" idx="15"/>
          </p:nvPr>
        </p:nvSpPr>
        <p:spPr>
          <a:xfrm>
            <a:off x="6913589" y="1341302"/>
            <a:ext cx="4601472" cy="4175395"/>
          </a:xfrm>
          <a:prstGeom prst="roundRect">
            <a:avLst/>
          </a:prstGeom>
          <a:solidFill>
            <a:schemeClr val="accent4"/>
          </a:solidFill>
        </p:spPr>
        <p:txBody>
          <a:bodyPr/>
          <a:lstStyle/>
          <a:p>
            <a:endParaRPr lang="en-US"/>
          </a:p>
        </p:txBody>
      </p:sp>
      <p:sp>
        <p:nvSpPr>
          <p:cNvPr id="7" name="Text Placeholder 6">
            <a:extLst>
              <a:ext uri="{FF2B5EF4-FFF2-40B4-BE49-F238E27FC236}">
                <a16:creationId xmlns:a16="http://schemas.microsoft.com/office/drawing/2014/main" id="{9BEE8F87-EE31-FED8-0EE6-24E5B41C5620}"/>
              </a:ext>
            </a:extLst>
          </p:cNvPr>
          <p:cNvSpPr>
            <a:spLocks noGrp="1"/>
          </p:cNvSpPr>
          <p:nvPr>
            <p:ph type="body" sz="quarter" idx="11" hasCustomPrompt="1"/>
          </p:nvPr>
        </p:nvSpPr>
        <p:spPr>
          <a:xfrm>
            <a:off x="572859" y="1586911"/>
            <a:ext cx="6077323" cy="2645935"/>
          </a:xfrm>
          <a:prstGeom prst="rect">
            <a:avLst/>
          </a:prstGeom>
        </p:spPr>
        <p:txBody>
          <a:bodyPr/>
          <a:lstStyle>
            <a:lvl1pPr marL="457200" indent="-457200">
              <a:lnSpc>
                <a:spcPct val="90000"/>
              </a:lnSpc>
              <a:buFont typeface="Arial" panose="020B0604020202020204" pitchFamily="34" charset="0"/>
              <a:buChar char="•"/>
              <a:defRPr sz="28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Lorem ipsum</a:t>
            </a:r>
            <a:br>
              <a:rPr lang="en-US"/>
            </a:br>
            <a:r>
              <a:rPr lang="en-US"/>
              <a:t> dolor sit </a:t>
            </a:r>
            <a:r>
              <a:rPr lang="en-US" err="1"/>
              <a:t>amet</a:t>
            </a:r>
            <a:r>
              <a:rPr lang="en-US"/>
              <a:t>, </a:t>
            </a:r>
            <a:r>
              <a:rPr lang="en-US" err="1"/>
              <a:t>consectetur</a:t>
            </a:r>
            <a:r>
              <a:rPr lang="en-US"/>
              <a:t> </a:t>
            </a:r>
            <a:br>
              <a:rPr lang="en-US"/>
            </a:br>
            <a:r>
              <a:rPr lang="en-US"/>
              <a:t> </a:t>
            </a:r>
            <a:r>
              <a:rPr lang="en-US" err="1"/>
              <a:t>adipiscing</a:t>
            </a:r>
            <a:r>
              <a:rPr lang="en-US"/>
              <a:t> </a:t>
            </a:r>
            <a:r>
              <a:rPr lang="en-US" err="1"/>
              <a:t>elit</a:t>
            </a:r>
            <a:r>
              <a:rPr lang="en-US"/>
              <a:t>, sed do </a:t>
            </a:r>
            <a:br>
              <a:rPr lang="en-US"/>
            </a:br>
            <a:r>
              <a:rPr lang="en-US"/>
              <a:t> </a:t>
            </a:r>
            <a:r>
              <a:rPr lang="en-US" err="1"/>
              <a:t>eiusmod</a:t>
            </a:r>
            <a:r>
              <a:rPr lang="en-US"/>
              <a:t> </a:t>
            </a:r>
            <a:r>
              <a:rPr lang="en-US" err="1"/>
              <a:t>tempor</a:t>
            </a:r>
            <a:r>
              <a:rPr lang="en-US"/>
              <a:t> </a:t>
            </a:r>
            <a:r>
              <a:rPr lang="en-US" err="1"/>
              <a:t>incididunt</a:t>
            </a:r>
            <a:r>
              <a:rPr lang="en-US"/>
              <a:t> </a:t>
            </a:r>
            <a:br>
              <a:rPr lang="en-US"/>
            </a:br>
            <a:r>
              <a:rPr lang="en-US"/>
              <a:t> </a:t>
            </a:r>
            <a:r>
              <a:rPr lang="en-US" err="1"/>
              <a:t>ut</a:t>
            </a:r>
            <a:r>
              <a:rPr lang="en-US"/>
              <a:t> labore et dolore magna.”</a:t>
            </a:r>
          </a:p>
        </p:txBody>
      </p:sp>
      <p:sp>
        <p:nvSpPr>
          <p:cNvPr id="9" name="Text Placeholder 6">
            <a:extLst>
              <a:ext uri="{FF2B5EF4-FFF2-40B4-BE49-F238E27FC236}">
                <a16:creationId xmlns:a16="http://schemas.microsoft.com/office/drawing/2014/main" id="{ADE482EF-2E34-4A71-7D2E-471885742260}"/>
              </a:ext>
            </a:extLst>
          </p:cNvPr>
          <p:cNvSpPr>
            <a:spLocks noGrp="1"/>
          </p:cNvSpPr>
          <p:nvPr>
            <p:ph type="body" sz="quarter" idx="13" hasCustomPrompt="1"/>
          </p:nvPr>
        </p:nvSpPr>
        <p:spPr>
          <a:xfrm>
            <a:off x="676938" y="4596673"/>
            <a:ext cx="4305732" cy="519833"/>
          </a:xfrm>
          <a:prstGeom prst="rect">
            <a:avLst/>
          </a:prstGeom>
        </p:spPr>
        <p:txBody>
          <a:bodyPr/>
          <a:lstStyle>
            <a:lvl1pPr marL="0" indent="0">
              <a:buNone/>
              <a:defRPr sz="2400" b="1" i="0" spc="0">
                <a:solidFill>
                  <a:schemeClr val="accent1"/>
                </a:solidFill>
                <a:latin typeface="Segoe UI Variable Display Semibold"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First Last</a:t>
            </a:r>
          </a:p>
        </p:txBody>
      </p:sp>
      <p:sp>
        <p:nvSpPr>
          <p:cNvPr id="10" name="Text Placeholder 6">
            <a:extLst>
              <a:ext uri="{FF2B5EF4-FFF2-40B4-BE49-F238E27FC236}">
                <a16:creationId xmlns:a16="http://schemas.microsoft.com/office/drawing/2014/main" id="{8C29160E-DED4-785D-B898-ABC6899C8EF2}"/>
              </a:ext>
            </a:extLst>
          </p:cNvPr>
          <p:cNvSpPr>
            <a:spLocks noGrp="1"/>
          </p:cNvSpPr>
          <p:nvPr>
            <p:ph type="body" sz="quarter" idx="14" hasCustomPrompt="1"/>
          </p:nvPr>
        </p:nvSpPr>
        <p:spPr>
          <a:xfrm>
            <a:off x="676938" y="5012596"/>
            <a:ext cx="4305732" cy="519833"/>
          </a:xfrm>
          <a:prstGeom prst="rect">
            <a:avLst/>
          </a:prstGeom>
        </p:spPr>
        <p:txBody>
          <a:bodyPr/>
          <a:lstStyle>
            <a:lvl1pPr marL="0" indent="0">
              <a:buNone/>
              <a:defRPr sz="1400" b="1" i="0" spc="0">
                <a:solidFill>
                  <a:schemeClr val="bg1"/>
                </a:solidFill>
                <a:latin typeface="Segoe UI Variable Display Semibold"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Title, Company</a:t>
            </a:r>
          </a:p>
        </p:txBody>
      </p:sp>
    </p:spTree>
    <p:extLst>
      <p:ext uri="{BB962C8B-B14F-4D97-AF65-F5344CB8AC3E}">
        <p14:creationId xmlns:p14="http://schemas.microsoft.com/office/powerpoint/2010/main" val="830992577"/>
      </p:ext>
    </p:extLst>
  </p:cSld>
  <p:clrMapOvr>
    <a:masterClrMapping/>
  </p:clrMapOvr>
  <p:transition>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104F74B-185F-3B29-5A1E-D3F49AF062A1}"/>
              </a:ext>
              <a:ext uri="{C183D7F6-B498-43B3-948B-1728B52AA6E4}">
                <adec:decorative xmlns:adec="http://schemas.microsoft.com/office/drawing/2017/decorative" val="1"/>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183" t="51789" r="48817" b="-4240"/>
          <a:stretch/>
        </p:blipFill>
        <p:spPr>
          <a:xfrm rot="16200000">
            <a:off x="-4634" y="-14609"/>
            <a:ext cx="1859270" cy="1888489"/>
          </a:xfrm>
          <a:prstGeom prst="rect">
            <a:avLst/>
          </a:prstGeom>
        </p:spPr>
      </p:pic>
      <p:sp>
        <p:nvSpPr>
          <p:cNvPr id="13" name="Text Placeholder 12">
            <a:extLst>
              <a:ext uri="{FF2B5EF4-FFF2-40B4-BE49-F238E27FC236}">
                <a16:creationId xmlns:a16="http://schemas.microsoft.com/office/drawing/2014/main" id="{96D5B247-125F-0E8F-4BA7-01F854EEF4DD}"/>
              </a:ext>
            </a:extLst>
          </p:cNvPr>
          <p:cNvSpPr>
            <a:spLocks noGrp="1"/>
          </p:cNvSpPr>
          <p:nvPr>
            <p:ph type="body" sz="quarter" idx="11" hasCustomPrompt="1"/>
          </p:nvPr>
        </p:nvSpPr>
        <p:spPr>
          <a:xfrm>
            <a:off x="1088373" y="1"/>
            <a:ext cx="3585798" cy="6858000"/>
          </a:xfrm>
          <a:prstGeom prst="rect">
            <a:avLst/>
          </a:prstGeom>
        </p:spPr>
        <p:txBody>
          <a:bodyPr anchor="ctr"/>
          <a:lstStyle>
            <a:lvl1pPr marL="0" indent="0">
              <a:lnSpc>
                <a:spcPts val="4000"/>
              </a:lnSpc>
              <a:buNone/>
              <a:defRPr sz="4000" b="1" i="0" spc="0">
                <a:solidFill>
                  <a:schemeClr val="bg1"/>
                </a:solidFill>
                <a:latin typeface="Segoe UI Variable Display Semibold"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a:t>
            </a:r>
            <a:endParaRPr lang="en-US"/>
          </a:p>
        </p:txBody>
      </p:sp>
      <p:sp>
        <p:nvSpPr>
          <p:cNvPr id="15" name="Text Placeholder 6">
            <a:extLst>
              <a:ext uri="{FF2B5EF4-FFF2-40B4-BE49-F238E27FC236}">
                <a16:creationId xmlns:a16="http://schemas.microsoft.com/office/drawing/2014/main" id="{9C4D0B9B-6094-9D96-8740-225242B34910}"/>
              </a:ext>
            </a:extLst>
          </p:cNvPr>
          <p:cNvSpPr>
            <a:spLocks noGrp="1"/>
          </p:cNvSpPr>
          <p:nvPr>
            <p:ph type="body" sz="quarter" idx="13" hasCustomPrompt="1"/>
          </p:nvPr>
        </p:nvSpPr>
        <p:spPr>
          <a:xfrm>
            <a:off x="7786869" y="830322"/>
            <a:ext cx="3992171" cy="839815"/>
          </a:xfrm>
          <a:prstGeom prst="rect">
            <a:avLst/>
          </a:prstGeom>
        </p:spPr>
        <p:txBody>
          <a:bodyPr/>
          <a:lstStyle>
            <a:lvl1pPr marL="457200" indent="-457200" algn="l">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17" name="Text Placeholder 6">
            <a:extLst>
              <a:ext uri="{FF2B5EF4-FFF2-40B4-BE49-F238E27FC236}">
                <a16:creationId xmlns:a16="http://schemas.microsoft.com/office/drawing/2014/main" id="{BF8AE22E-9212-9915-956C-064FD53755CA}"/>
              </a:ext>
            </a:extLst>
          </p:cNvPr>
          <p:cNvSpPr>
            <a:spLocks noGrp="1"/>
          </p:cNvSpPr>
          <p:nvPr>
            <p:ph type="body" sz="quarter" idx="15" hasCustomPrompt="1"/>
          </p:nvPr>
        </p:nvSpPr>
        <p:spPr>
          <a:xfrm>
            <a:off x="7786869" y="2279770"/>
            <a:ext cx="3992171" cy="839815"/>
          </a:xfrm>
          <a:prstGeom prst="rect">
            <a:avLst/>
          </a:prstGeom>
        </p:spPr>
        <p:txBody>
          <a:bodyPr/>
          <a:lstStyle>
            <a:lvl1pPr marL="457200" indent="-457200" algn="r">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19" name="Text Placeholder 6">
            <a:extLst>
              <a:ext uri="{FF2B5EF4-FFF2-40B4-BE49-F238E27FC236}">
                <a16:creationId xmlns:a16="http://schemas.microsoft.com/office/drawing/2014/main" id="{F04EF941-D1C9-ADBC-81ED-C46D05B9F169}"/>
              </a:ext>
            </a:extLst>
          </p:cNvPr>
          <p:cNvSpPr>
            <a:spLocks noGrp="1"/>
          </p:cNvSpPr>
          <p:nvPr>
            <p:ph type="body" sz="quarter" idx="17" hasCustomPrompt="1"/>
          </p:nvPr>
        </p:nvSpPr>
        <p:spPr>
          <a:xfrm>
            <a:off x="7786869" y="3729218"/>
            <a:ext cx="3992171" cy="839815"/>
          </a:xfrm>
          <a:prstGeom prst="rect">
            <a:avLst/>
          </a:prstGeom>
        </p:spPr>
        <p:txBody>
          <a:bodyPr/>
          <a:lstStyle>
            <a:lvl1pPr marL="457200" indent="-457200" algn="r">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21" name="Text Placeholder 6">
            <a:extLst>
              <a:ext uri="{FF2B5EF4-FFF2-40B4-BE49-F238E27FC236}">
                <a16:creationId xmlns:a16="http://schemas.microsoft.com/office/drawing/2014/main" id="{AFA00F78-6E18-5920-FD63-84D71E21D346}"/>
              </a:ext>
            </a:extLst>
          </p:cNvPr>
          <p:cNvSpPr>
            <a:spLocks noGrp="1"/>
          </p:cNvSpPr>
          <p:nvPr>
            <p:ph type="body" sz="quarter" idx="19" hasCustomPrompt="1"/>
          </p:nvPr>
        </p:nvSpPr>
        <p:spPr>
          <a:xfrm>
            <a:off x="7786869" y="5178666"/>
            <a:ext cx="3992171" cy="839815"/>
          </a:xfrm>
          <a:prstGeom prst="rect">
            <a:avLst/>
          </a:prstGeom>
        </p:spPr>
        <p:txBody>
          <a:bodyPr/>
          <a:lstStyle>
            <a:lvl1pPr marL="457200" indent="-457200" algn="r">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23" name="Text Placeholder 22">
            <a:extLst>
              <a:ext uri="{FF2B5EF4-FFF2-40B4-BE49-F238E27FC236}">
                <a16:creationId xmlns:a16="http://schemas.microsoft.com/office/drawing/2014/main" id="{5A649A2B-810B-7B78-1BAE-9908F1F10804}"/>
              </a:ext>
            </a:extLst>
          </p:cNvPr>
          <p:cNvSpPr>
            <a:spLocks noGrp="1"/>
          </p:cNvSpPr>
          <p:nvPr>
            <p:ph type="body" sz="quarter" idx="20" hasCustomPrompt="1"/>
          </p:nvPr>
        </p:nvSpPr>
        <p:spPr>
          <a:xfrm>
            <a:off x="5320954" y="754290"/>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sp>
        <p:nvSpPr>
          <p:cNvPr id="24" name="Text Placeholder 22">
            <a:extLst>
              <a:ext uri="{FF2B5EF4-FFF2-40B4-BE49-F238E27FC236}">
                <a16:creationId xmlns:a16="http://schemas.microsoft.com/office/drawing/2014/main" id="{20F47A50-36B8-C0BD-4629-CF486284264D}"/>
              </a:ext>
            </a:extLst>
          </p:cNvPr>
          <p:cNvSpPr>
            <a:spLocks noGrp="1"/>
          </p:cNvSpPr>
          <p:nvPr>
            <p:ph type="body" sz="quarter" idx="21" hasCustomPrompt="1"/>
          </p:nvPr>
        </p:nvSpPr>
        <p:spPr>
          <a:xfrm>
            <a:off x="5320954" y="2201274"/>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sp>
        <p:nvSpPr>
          <p:cNvPr id="25" name="Text Placeholder 22">
            <a:extLst>
              <a:ext uri="{FF2B5EF4-FFF2-40B4-BE49-F238E27FC236}">
                <a16:creationId xmlns:a16="http://schemas.microsoft.com/office/drawing/2014/main" id="{2DEC9F45-9EF3-A424-59F7-14C170C109FE}"/>
              </a:ext>
            </a:extLst>
          </p:cNvPr>
          <p:cNvSpPr>
            <a:spLocks noGrp="1"/>
          </p:cNvSpPr>
          <p:nvPr>
            <p:ph type="body" sz="quarter" idx="22" hasCustomPrompt="1"/>
          </p:nvPr>
        </p:nvSpPr>
        <p:spPr>
          <a:xfrm>
            <a:off x="5320954" y="3648258"/>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sp>
        <p:nvSpPr>
          <p:cNvPr id="26" name="Text Placeholder 22">
            <a:extLst>
              <a:ext uri="{FF2B5EF4-FFF2-40B4-BE49-F238E27FC236}">
                <a16:creationId xmlns:a16="http://schemas.microsoft.com/office/drawing/2014/main" id="{BBBFD6DE-6E77-D1C3-A842-1405E69B03ED}"/>
              </a:ext>
            </a:extLst>
          </p:cNvPr>
          <p:cNvSpPr>
            <a:spLocks noGrp="1"/>
          </p:cNvSpPr>
          <p:nvPr>
            <p:ph type="body" sz="quarter" idx="23" hasCustomPrompt="1"/>
          </p:nvPr>
        </p:nvSpPr>
        <p:spPr>
          <a:xfrm>
            <a:off x="5320954" y="5095242"/>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cxnSp>
        <p:nvCxnSpPr>
          <p:cNvPr id="27" name="Straight Connector 26">
            <a:extLst>
              <a:ext uri="{FF2B5EF4-FFF2-40B4-BE49-F238E27FC236}">
                <a16:creationId xmlns:a16="http://schemas.microsoft.com/office/drawing/2014/main" id="{B4E06B24-3366-3CE1-9C1B-AC721C37035B}"/>
              </a:ext>
            </a:extLst>
          </p:cNvPr>
          <p:cNvCxnSpPr>
            <a:cxnSpLocks/>
          </p:cNvCxnSpPr>
          <p:nvPr userDrawn="1"/>
        </p:nvCxnSpPr>
        <p:spPr>
          <a:xfrm flipV="1">
            <a:off x="7599365" y="611868"/>
            <a:ext cx="0" cy="5634263"/>
          </a:xfrm>
          <a:prstGeom prst="line">
            <a:avLst/>
          </a:prstGeom>
          <a:noFill/>
          <a:ln w="6350" cap="rnd" cmpd="sng" algn="ctr">
            <a:gradFill flip="none" rotWithShape="1">
              <a:gsLst>
                <a:gs pos="14000">
                  <a:srgbClr val="8EC8E8">
                    <a:lumMod val="99000"/>
                  </a:srgbClr>
                </a:gs>
                <a:gs pos="100000">
                  <a:srgbClr val="CD9AD0"/>
                </a:gs>
              </a:gsLst>
              <a:lin ang="18900000" scaled="1"/>
              <a:tileRect/>
            </a:gradFill>
            <a:prstDash val="solid"/>
            <a:headEnd type="none" w="med" len="med"/>
            <a:tailEnd type="none" w="med" len="med"/>
          </a:ln>
          <a:effectLst/>
        </p:spPr>
      </p:cxnSp>
    </p:spTree>
    <p:extLst>
      <p:ext uri="{BB962C8B-B14F-4D97-AF65-F5344CB8AC3E}">
        <p14:creationId xmlns:p14="http://schemas.microsoft.com/office/powerpoint/2010/main" val="2061463029"/>
      </p:ext>
    </p:extLst>
  </p:cSld>
  <p:clrMapOvr>
    <a:masterClrMapping/>
  </p:clrMapOvr>
  <p:transition>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6D5B247-125F-0E8F-4BA7-01F854EEF4DD}"/>
              </a:ext>
            </a:extLst>
          </p:cNvPr>
          <p:cNvSpPr>
            <a:spLocks noGrp="1"/>
          </p:cNvSpPr>
          <p:nvPr>
            <p:ph type="body" sz="quarter" idx="11" hasCustomPrompt="1"/>
          </p:nvPr>
        </p:nvSpPr>
        <p:spPr>
          <a:xfrm>
            <a:off x="1088373" y="1"/>
            <a:ext cx="3585798" cy="6858000"/>
          </a:xfrm>
          <a:prstGeom prst="rect">
            <a:avLst/>
          </a:prstGeom>
        </p:spPr>
        <p:txBody>
          <a:bodyPr anchor="ctr"/>
          <a:lstStyle>
            <a:lvl1pPr marL="0" indent="0">
              <a:lnSpc>
                <a:spcPts val="4000"/>
              </a:lnSpc>
              <a:buNone/>
              <a:defRPr sz="4000" b="1" i="0" spc="0">
                <a:solidFill>
                  <a:schemeClr val="bg1"/>
                </a:solidFill>
                <a:latin typeface="Segoe UI Variable Display Semibold"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a:t>
            </a:r>
            <a:endParaRPr lang="en-US"/>
          </a:p>
        </p:txBody>
      </p:sp>
      <p:sp>
        <p:nvSpPr>
          <p:cNvPr id="15" name="Text Placeholder 6">
            <a:extLst>
              <a:ext uri="{FF2B5EF4-FFF2-40B4-BE49-F238E27FC236}">
                <a16:creationId xmlns:a16="http://schemas.microsoft.com/office/drawing/2014/main" id="{9C4D0B9B-6094-9D96-8740-225242B34910}"/>
              </a:ext>
            </a:extLst>
          </p:cNvPr>
          <p:cNvSpPr>
            <a:spLocks noGrp="1"/>
          </p:cNvSpPr>
          <p:nvPr>
            <p:ph type="body" sz="quarter" idx="13" hasCustomPrompt="1"/>
          </p:nvPr>
        </p:nvSpPr>
        <p:spPr>
          <a:xfrm>
            <a:off x="7786870" y="830322"/>
            <a:ext cx="3714306" cy="839815"/>
          </a:xfrm>
          <a:prstGeom prst="rect">
            <a:avLst/>
          </a:prstGeom>
        </p:spPr>
        <p:txBody>
          <a:bodyPr/>
          <a:lstStyle>
            <a:lvl1pPr marL="457200" indent="-457200" algn="l">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17" name="Text Placeholder 6">
            <a:extLst>
              <a:ext uri="{FF2B5EF4-FFF2-40B4-BE49-F238E27FC236}">
                <a16:creationId xmlns:a16="http://schemas.microsoft.com/office/drawing/2014/main" id="{BF8AE22E-9212-9915-956C-064FD53755CA}"/>
              </a:ext>
            </a:extLst>
          </p:cNvPr>
          <p:cNvSpPr>
            <a:spLocks noGrp="1"/>
          </p:cNvSpPr>
          <p:nvPr>
            <p:ph type="body" sz="quarter" idx="15" hasCustomPrompt="1"/>
          </p:nvPr>
        </p:nvSpPr>
        <p:spPr>
          <a:xfrm>
            <a:off x="7786870" y="2279770"/>
            <a:ext cx="3714306" cy="839815"/>
          </a:xfrm>
          <a:prstGeom prst="rect">
            <a:avLst/>
          </a:prstGeom>
        </p:spPr>
        <p:txBody>
          <a:bodyPr/>
          <a:lstStyle>
            <a:lvl1pPr marL="457200" indent="-457200" algn="r">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19" name="Text Placeholder 6">
            <a:extLst>
              <a:ext uri="{FF2B5EF4-FFF2-40B4-BE49-F238E27FC236}">
                <a16:creationId xmlns:a16="http://schemas.microsoft.com/office/drawing/2014/main" id="{F04EF941-D1C9-ADBC-81ED-C46D05B9F169}"/>
              </a:ext>
            </a:extLst>
          </p:cNvPr>
          <p:cNvSpPr>
            <a:spLocks noGrp="1"/>
          </p:cNvSpPr>
          <p:nvPr>
            <p:ph type="body" sz="quarter" idx="17" hasCustomPrompt="1"/>
          </p:nvPr>
        </p:nvSpPr>
        <p:spPr>
          <a:xfrm>
            <a:off x="7786870" y="3729218"/>
            <a:ext cx="3714306" cy="839815"/>
          </a:xfrm>
          <a:prstGeom prst="rect">
            <a:avLst/>
          </a:prstGeom>
        </p:spPr>
        <p:txBody>
          <a:bodyPr/>
          <a:lstStyle>
            <a:lvl1pPr marL="457200" indent="-457200" algn="r">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21" name="Text Placeholder 6">
            <a:extLst>
              <a:ext uri="{FF2B5EF4-FFF2-40B4-BE49-F238E27FC236}">
                <a16:creationId xmlns:a16="http://schemas.microsoft.com/office/drawing/2014/main" id="{AFA00F78-6E18-5920-FD63-84D71E21D346}"/>
              </a:ext>
            </a:extLst>
          </p:cNvPr>
          <p:cNvSpPr>
            <a:spLocks noGrp="1"/>
          </p:cNvSpPr>
          <p:nvPr>
            <p:ph type="body" sz="quarter" idx="19" hasCustomPrompt="1"/>
          </p:nvPr>
        </p:nvSpPr>
        <p:spPr>
          <a:xfrm>
            <a:off x="7786870" y="5178666"/>
            <a:ext cx="3714306" cy="839815"/>
          </a:xfrm>
          <a:prstGeom prst="rect">
            <a:avLst/>
          </a:prstGeom>
        </p:spPr>
        <p:txBody>
          <a:bodyPr/>
          <a:lstStyle>
            <a:lvl1pPr marL="457200" indent="-457200" algn="r">
              <a:buFont typeface="Arial" panose="020B0604020202020204" pitchFamily="34" charset="0"/>
              <a:buChar char="•"/>
              <a:defRPr sz="1400" b="0" i="0" spc="0">
                <a:solidFill>
                  <a:schemeClr val="bg1"/>
                </a:solidFill>
                <a:latin typeface="Segoe UI Variable Text"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23" name="Text Placeholder 22">
            <a:extLst>
              <a:ext uri="{FF2B5EF4-FFF2-40B4-BE49-F238E27FC236}">
                <a16:creationId xmlns:a16="http://schemas.microsoft.com/office/drawing/2014/main" id="{5A649A2B-810B-7B78-1BAE-9908F1F10804}"/>
              </a:ext>
            </a:extLst>
          </p:cNvPr>
          <p:cNvSpPr>
            <a:spLocks noGrp="1"/>
          </p:cNvSpPr>
          <p:nvPr>
            <p:ph type="body" sz="quarter" idx="20" hasCustomPrompt="1"/>
          </p:nvPr>
        </p:nvSpPr>
        <p:spPr>
          <a:xfrm>
            <a:off x="5320954" y="754290"/>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sp>
        <p:nvSpPr>
          <p:cNvPr id="24" name="Text Placeholder 22">
            <a:extLst>
              <a:ext uri="{FF2B5EF4-FFF2-40B4-BE49-F238E27FC236}">
                <a16:creationId xmlns:a16="http://schemas.microsoft.com/office/drawing/2014/main" id="{20F47A50-36B8-C0BD-4629-CF486284264D}"/>
              </a:ext>
            </a:extLst>
          </p:cNvPr>
          <p:cNvSpPr>
            <a:spLocks noGrp="1"/>
          </p:cNvSpPr>
          <p:nvPr>
            <p:ph type="body" sz="quarter" idx="21" hasCustomPrompt="1"/>
          </p:nvPr>
        </p:nvSpPr>
        <p:spPr>
          <a:xfrm>
            <a:off x="5320954" y="2201274"/>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sp>
        <p:nvSpPr>
          <p:cNvPr id="25" name="Text Placeholder 22">
            <a:extLst>
              <a:ext uri="{FF2B5EF4-FFF2-40B4-BE49-F238E27FC236}">
                <a16:creationId xmlns:a16="http://schemas.microsoft.com/office/drawing/2014/main" id="{2DEC9F45-9EF3-A424-59F7-14C170C109FE}"/>
              </a:ext>
            </a:extLst>
          </p:cNvPr>
          <p:cNvSpPr>
            <a:spLocks noGrp="1"/>
          </p:cNvSpPr>
          <p:nvPr>
            <p:ph type="body" sz="quarter" idx="22" hasCustomPrompt="1"/>
          </p:nvPr>
        </p:nvSpPr>
        <p:spPr>
          <a:xfrm>
            <a:off x="5320954" y="3648258"/>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sp>
        <p:nvSpPr>
          <p:cNvPr id="26" name="Text Placeholder 22">
            <a:extLst>
              <a:ext uri="{FF2B5EF4-FFF2-40B4-BE49-F238E27FC236}">
                <a16:creationId xmlns:a16="http://schemas.microsoft.com/office/drawing/2014/main" id="{BBBFD6DE-6E77-D1C3-A842-1405E69B03ED}"/>
              </a:ext>
            </a:extLst>
          </p:cNvPr>
          <p:cNvSpPr>
            <a:spLocks noGrp="1"/>
          </p:cNvSpPr>
          <p:nvPr>
            <p:ph type="body" sz="quarter" idx="23" hasCustomPrompt="1"/>
          </p:nvPr>
        </p:nvSpPr>
        <p:spPr>
          <a:xfrm>
            <a:off x="5320954" y="5095242"/>
            <a:ext cx="2092968" cy="996805"/>
          </a:xfrm>
          <a:prstGeom prst="rect">
            <a:avLst/>
          </a:prstGeom>
        </p:spPr>
        <p:txBody>
          <a:bodyPr anchor="ctr"/>
          <a:lstStyle>
            <a:lvl1pPr marL="0" indent="0" algn="r">
              <a:lnSpc>
                <a:spcPts val="2400"/>
              </a:lnSpc>
              <a:buNone/>
              <a:defRPr sz="2400" b="1" i="0">
                <a:solidFill>
                  <a:schemeClr val="accent3"/>
                </a:solidFill>
                <a:latin typeface="Segoe UI Variable Display Semibold" pitchFamily="2" charset="0"/>
              </a:defRPr>
            </a:lvl1pPr>
          </a:lstStyle>
          <a:p>
            <a:pPr lvl="0"/>
            <a:r>
              <a:rPr lang="en-US"/>
              <a:t>Lorem Ipsum</a:t>
            </a:r>
          </a:p>
        </p:txBody>
      </p:sp>
      <p:cxnSp>
        <p:nvCxnSpPr>
          <p:cNvPr id="27" name="Straight Connector 26">
            <a:extLst>
              <a:ext uri="{FF2B5EF4-FFF2-40B4-BE49-F238E27FC236}">
                <a16:creationId xmlns:a16="http://schemas.microsoft.com/office/drawing/2014/main" id="{B4E06B24-3366-3CE1-9C1B-AC721C37035B}"/>
              </a:ext>
            </a:extLst>
          </p:cNvPr>
          <p:cNvCxnSpPr>
            <a:cxnSpLocks/>
          </p:cNvCxnSpPr>
          <p:nvPr userDrawn="1"/>
        </p:nvCxnSpPr>
        <p:spPr>
          <a:xfrm flipV="1">
            <a:off x="7599365" y="611868"/>
            <a:ext cx="0" cy="5634263"/>
          </a:xfrm>
          <a:prstGeom prst="line">
            <a:avLst/>
          </a:prstGeom>
          <a:noFill/>
          <a:ln w="6350" cap="rnd" cmpd="sng" algn="ctr">
            <a:gradFill flip="none" rotWithShape="1">
              <a:gsLst>
                <a:gs pos="14000">
                  <a:srgbClr val="8EC8E8">
                    <a:lumMod val="99000"/>
                  </a:srgbClr>
                </a:gs>
                <a:gs pos="100000">
                  <a:srgbClr val="CD9AD0"/>
                </a:gs>
              </a:gsLst>
              <a:lin ang="18900000" scaled="1"/>
              <a:tileRect/>
            </a:gradFill>
            <a:prstDash val="solid"/>
            <a:headEnd type="none" w="med" len="med"/>
            <a:tailEnd type="none" w="med" len="med"/>
          </a:ln>
          <a:effectLst/>
        </p:spPr>
      </p:cxnSp>
      <p:pic>
        <p:nvPicPr>
          <p:cNvPr id="2" name="Picture 1" descr="A picture containing text, vector graphics&#10;&#10;Description automatically generated">
            <a:extLst>
              <a:ext uri="{FF2B5EF4-FFF2-40B4-BE49-F238E27FC236}">
                <a16:creationId xmlns:a16="http://schemas.microsoft.com/office/drawing/2014/main" id="{369DE330-DCA2-5B4A-B208-A0465BF229CB}"/>
              </a:ext>
            </a:extLst>
          </p:cNvPr>
          <p:cNvPicPr>
            <a:picLocks noChangeAspect="1"/>
          </p:cNvPicPr>
          <p:nvPr userDrawn="1"/>
        </p:nvPicPr>
        <p:blipFill>
          <a:blip r:embed="rId2" cstate="print">
            <a:alphaModFix amt="60000"/>
            <a:extLst>
              <a:ext uri="{28A0092B-C50C-407E-A947-70E740481C1C}">
                <a14:useLocalDpi xmlns:a14="http://schemas.microsoft.com/office/drawing/2010/main" val="0"/>
              </a:ext>
            </a:extLst>
          </a:blip>
          <a:stretch>
            <a:fillRect/>
          </a:stretch>
        </p:blipFill>
        <p:spPr>
          <a:xfrm flipH="1">
            <a:off x="0" y="1"/>
            <a:ext cx="3873910" cy="2181180"/>
          </a:xfrm>
          <a:prstGeom prst="rect">
            <a:avLst/>
          </a:prstGeom>
        </p:spPr>
      </p:pic>
    </p:spTree>
    <p:extLst>
      <p:ext uri="{BB962C8B-B14F-4D97-AF65-F5344CB8AC3E}">
        <p14:creationId xmlns:p14="http://schemas.microsoft.com/office/powerpoint/2010/main" val="638355316"/>
      </p:ext>
    </p:extLst>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1_Half Quote 1">
    <p:spTree>
      <p:nvGrpSpPr>
        <p:cNvPr id="1" name=""/>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4E0F8BF0-7D23-774C-6C25-3BBCA9B92190}"/>
              </a:ext>
            </a:extLst>
          </p:cNvPr>
          <p:cNvSpPr>
            <a:spLocks noGrp="1"/>
          </p:cNvSpPr>
          <p:nvPr>
            <p:ph sz="quarter" idx="15"/>
          </p:nvPr>
        </p:nvSpPr>
        <p:spPr>
          <a:xfrm>
            <a:off x="6095998" y="461255"/>
            <a:ext cx="5374017" cy="5935448"/>
          </a:xfrm>
          <a:prstGeom prst="roundRect">
            <a:avLst/>
          </a:prstGeom>
          <a:solidFill>
            <a:schemeClr val="accent4"/>
          </a:solidFill>
        </p:spPr>
        <p:txBody>
          <a:bodyPr/>
          <a:lstStyle>
            <a:lvl1pPr marL="0" indent="0">
              <a:buNone/>
              <a:defRPr/>
            </a:lvl1pPr>
          </a:lstStyle>
          <a:p>
            <a:pPr lvl="0"/>
            <a:endParaRPr lang="en-US"/>
          </a:p>
        </p:txBody>
      </p:sp>
      <p:cxnSp>
        <p:nvCxnSpPr>
          <p:cNvPr id="6" name="Straight Connector 5">
            <a:extLst>
              <a:ext uri="{FF2B5EF4-FFF2-40B4-BE49-F238E27FC236}">
                <a16:creationId xmlns:a16="http://schemas.microsoft.com/office/drawing/2014/main" id="{41035935-0393-A7C4-0929-FE736F4BFEE2}"/>
              </a:ext>
            </a:extLst>
          </p:cNvPr>
          <p:cNvCxnSpPr>
            <a:cxnSpLocks/>
          </p:cNvCxnSpPr>
          <p:nvPr userDrawn="1"/>
        </p:nvCxnSpPr>
        <p:spPr>
          <a:xfrm>
            <a:off x="1174173" y="2095872"/>
            <a:ext cx="2535382" cy="0"/>
          </a:xfrm>
          <a:prstGeom prst="line">
            <a:avLst/>
          </a:prstGeom>
          <a:noFill/>
          <a:ln w="6350" cap="rnd" cmpd="sng" algn="ctr">
            <a:solidFill>
              <a:srgbClr val="0078D4"/>
            </a:solidFill>
            <a:prstDash val="solid"/>
            <a:headEnd type="none" w="med" len="med"/>
            <a:tailEnd type="none" w="med" len="med"/>
          </a:ln>
          <a:effectLst>
            <a:outerShdw blurRad="63500" dist="63500" dir="2700000" algn="tl" rotWithShape="0">
              <a:srgbClr val="737373">
                <a:alpha val="20000"/>
              </a:srgbClr>
            </a:outerShdw>
          </a:effectLst>
        </p:spPr>
      </p:cxnSp>
      <p:sp>
        <p:nvSpPr>
          <p:cNvPr id="13" name="Title 12">
            <a:extLst>
              <a:ext uri="{FF2B5EF4-FFF2-40B4-BE49-F238E27FC236}">
                <a16:creationId xmlns:a16="http://schemas.microsoft.com/office/drawing/2014/main" id="{89DE4175-E69B-AA7C-EEAA-EDAB31A4667A}"/>
              </a:ext>
            </a:extLst>
          </p:cNvPr>
          <p:cNvSpPr>
            <a:spLocks noGrp="1"/>
          </p:cNvSpPr>
          <p:nvPr>
            <p:ph type="title" hasCustomPrompt="1"/>
          </p:nvPr>
        </p:nvSpPr>
        <p:spPr>
          <a:xfrm>
            <a:off x="1088375" y="843582"/>
            <a:ext cx="3639488" cy="1105718"/>
          </a:xfrm>
          <a:prstGeom prst="rect">
            <a:avLst/>
          </a:prstGeom>
        </p:spPr>
        <p:txBody>
          <a:bodyPr/>
          <a:lstStyle>
            <a:lvl1pPr>
              <a:lnSpc>
                <a:spcPts val="4000"/>
              </a:lnSpc>
              <a:defRPr sz="4000" b="1" i="0" spc="0">
                <a:solidFill>
                  <a:schemeClr val="bg1"/>
                </a:solidFill>
                <a:latin typeface="Segoe UI Variable Display Semibold" pitchFamily="2" charset="0"/>
              </a:defRPr>
            </a:lvl1pPr>
          </a:lstStyle>
          <a:p>
            <a:r>
              <a:rPr lang="en-US"/>
              <a:t>Title</a:t>
            </a:r>
            <a:br>
              <a:rPr lang="en-US"/>
            </a:br>
            <a:r>
              <a:rPr lang="en-US"/>
              <a:t>Example</a:t>
            </a:r>
          </a:p>
        </p:txBody>
      </p:sp>
      <p:sp>
        <p:nvSpPr>
          <p:cNvPr id="17" name="Text Placeholder 16">
            <a:extLst>
              <a:ext uri="{FF2B5EF4-FFF2-40B4-BE49-F238E27FC236}">
                <a16:creationId xmlns:a16="http://schemas.microsoft.com/office/drawing/2014/main" id="{32A9BA5D-023A-B777-01B4-9E119E17AE66}"/>
              </a:ext>
            </a:extLst>
          </p:cNvPr>
          <p:cNvSpPr>
            <a:spLocks noGrp="1"/>
          </p:cNvSpPr>
          <p:nvPr>
            <p:ph type="body" sz="quarter" idx="10" hasCustomPrompt="1"/>
          </p:nvPr>
        </p:nvSpPr>
        <p:spPr>
          <a:xfrm>
            <a:off x="1088374" y="2228160"/>
            <a:ext cx="3639489" cy="400778"/>
          </a:xfrm>
          <a:prstGeom prst="rect">
            <a:avLst/>
          </a:prstGeom>
        </p:spPr>
        <p:txBody>
          <a:bodyPr/>
          <a:lstStyle>
            <a:lvl1pPr marL="0" indent="0">
              <a:buNone/>
              <a:defRPr sz="2000" b="0" i="0">
                <a:solidFill>
                  <a:schemeClr val="accent1"/>
                </a:solidFill>
                <a:latin typeface="Segoe UI Variable Display"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Sub-head</a:t>
            </a:r>
          </a:p>
        </p:txBody>
      </p:sp>
      <p:sp>
        <p:nvSpPr>
          <p:cNvPr id="18" name="Text Placeholder 16">
            <a:extLst>
              <a:ext uri="{FF2B5EF4-FFF2-40B4-BE49-F238E27FC236}">
                <a16:creationId xmlns:a16="http://schemas.microsoft.com/office/drawing/2014/main" id="{E94C1CEF-5F56-C093-150E-C9C81CEEB1BD}"/>
              </a:ext>
            </a:extLst>
          </p:cNvPr>
          <p:cNvSpPr>
            <a:spLocks noGrp="1"/>
          </p:cNvSpPr>
          <p:nvPr>
            <p:ph type="body" sz="quarter" idx="11" hasCustomPrompt="1"/>
          </p:nvPr>
        </p:nvSpPr>
        <p:spPr>
          <a:xfrm>
            <a:off x="1088374" y="2974584"/>
            <a:ext cx="3639489" cy="1592575"/>
          </a:xfrm>
          <a:prstGeom prst="rect">
            <a:avLst/>
          </a:prstGeom>
        </p:spPr>
        <p:txBody>
          <a:bodyPr/>
          <a:lstStyle>
            <a:lvl1pPr marL="0" indent="0">
              <a:buNone/>
              <a:defRPr sz="2000" b="0" i="0">
                <a:solidFill>
                  <a:schemeClr val="bg1"/>
                </a:solidFill>
                <a:latin typeface="Segoe UI Variable Text"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27" name="Text Placeholder 6">
            <a:extLst>
              <a:ext uri="{FF2B5EF4-FFF2-40B4-BE49-F238E27FC236}">
                <a16:creationId xmlns:a16="http://schemas.microsoft.com/office/drawing/2014/main" id="{DA6F3126-E404-F56F-0985-BEAABAF925C1}"/>
              </a:ext>
            </a:extLst>
          </p:cNvPr>
          <p:cNvSpPr>
            <a:spLocks noGrp="1"/>
          </p:cNvSpPr>
          <p:nvPr>
            <p:ph type="body" sz="quarter" idx="13" hasCustomPrompt="1"/>
          </p:nvPr>
        </p:nvSpPr>
        <p:spPr>
          <a:xfrm>
            <a:off x="1088374" y="5152176"/>
            <a:ext cx="4305732" cy="519833"/>
          </a:xfrm>
          <a:prstGeom prst="rect">
            <a:avLst/>
          </a:prstGeom>
        </p:spPr>
        <p:txBody>
          <a:bodyPr/>
          <a:lstStyle>
            <a:lvl1pPr marL="0" indent="0">
              <a:buNone/>
              <a:defRPr sz="2000" b="1" i="0" spc="0">
                <a:solidFill>
                  <a:schemeClr val="bg1"/>
                </a:solidFill>
                <a:latin typeface="Segoe UI Variable Display Semibold"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Job Title</a:t>
            </a:r>
          </a:p>
        </p:txBody>
      </p:sp>
      <p:sp>
        <p:nvSpPr>
          <p:cNvPr id="28" name="Text Placeholder 6">
            <a:extLst>
              <a:ext uri="{FF2B5EF4-FFF2-40B4-BE49-F238E27FC236}">
                <a16:creationId xmlns:a16="http://schemas.microsoft.com/office/drawing/2014/main" id="{F58DFC78-CF64-0FB9-45FE-54037AD72886}"/>
              </a:ext>
            </a:extLst>
          </p:cNvPr>
          <p:cNvSpPr>
            <a:spLocks noGrp="1"/>
          </p:cNvSpPr>
          <p:nvPr>
            <p:ph type="body" sz="quarter" idx="14" hasCustomPrompt="1"/>
          </p:nvPr>
        </p:nvSpPr>
        <p:spPr>
          <a:xfrm>
            <a:off x="1088374" y="5494585"/>
            <a:ext cx="4305732" cy="519833"/>
          </a:xfrm>
          <a:prstGeom prst="rect">
            <a:avLst/>
          </a:prstGeom>
        </p:spPr>
        <p:txBody>
          <a:bodyPr/>
          <a:lstStyle>
            <a:lvl1pPr marL="0" indent="0">
              <a:buNone/>
              <a:defRPr sz="2000" b="0" i="0" spc="0">
                <a:solidFill>
                  <a:schemeClr val="accent1"/>
                </a:solidFill>
                <a:latin typeface="Segoe UI Variable Display" pitchFamily="2"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Company</a:t>
            </a:r>
          </a:p>
        </p:txBody>
      </p:sp>
    </p:spTree>
    <p:extLst>
      <p:ext uri="{BB962C8B-B14F-4D97-AF65-F5344CB8AC3E}">
        <p14:creationId xmlns:p14="http://schemas.microsoft.com/office/powerpoint/2010/main" val="1456525954"/>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97FA370-82E8-A524-1FA6-381C79E4B95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85" t="48206" r="-1907" b="-7353"/>
          <a:stretch/>
        </p:blipFill>
        <p:spPr>
          <a:xfrm rot="10800000">
            <a:off x="8913053" y="5426091"/>
            <a:ext cx="2604043" cy="1439590"/>
          </a:xfrm>
          <a:prstGeom prst="rect">
            <a:avLst/>
          </a:prstGeom>
        </p:spPr>
      </p:pic>
      <p:sp>
        <p:nvSpPr>
          <p:cNvPr id="12" name="Text Placeholder 11">
            <a:extLst>
              <a:ext uri="{FF2B5EF4-FFF2-40B4-BE49-F238E27FC236}">
                <a16:creationId xmlns:a16="http://schemas.microsoft.com/office/drawing/2014/main" id="{D410EC5F-ACC1-D207-EB99-2029D6D7AD3D}"/>
              </a:ext>
            </a:extLst>
          </p:cNvPr>
          <p:cNvSpPr>
            <a:spLocks noGrp="1"/>
          </p:cNvSpPr>
          <p:nvPr>
            <p:ph type="body" sz="quarter" idx="11" hasCustomPrompt="1"/>
          </p:nvPr>
        </p:nvSpPr>
        <p:spPr>
          <a:xfrm>
            <a:off x="-2" y="5237221"/>
            <a:ext cx="12191999" cy="550572"/>
          </a:xfrm>
          <a:prstGeom prst="rect">
            <a:avLst/>
          </a:prstGeom>
        </p:spPr>
        <p:txBody>
          <a:bodyPr/>
          <a:lstStyle>
            <a:lvl1pPr marL="0" indent="0" algn="ctr">
              <a:buNone/>
              <a:defRPr sz="2800" b="1" i="0" spc="0">
                <a:solidFill>
                  <a:schemeClr val="accent3"/>
                </a:solidFill>
                <a:latin typeface="Segoe UI Variable Display Semibold" pitchFamily="2" charset="0"/>
                <a:cs typeface="Segoe UI Semibold 8" panose="020B0502040204020203" pitchFamily="34" charset="0"/>
              </a:defRPr>
            </a:lvl1pPr>
          </a:lstStyle>
          <a:p>
            <a:pPr lvl="0"/>
            <a:r>
              <a:rPr lang="en-US"/>
              <a:t>Title FPO</a:t>
            </a:r>
          </a:p>
        </p:txBody>
      </p:sp>
      <p:sp>
        <p:nvSpPr>
          <p:cNvPr id="13" name="Text Placeholder 11">
            <a:extLst>
              <a:ext uri="{FF2B5EF4-FFF2-40B4-BE49-F238E27FC236}">
                <a16:creationId xmlns:a16="http://schemas.microsoft.com/office/drawing/2014/main" id="{87D2C8B0-875C-2726-703B-C35C64E453DE}"/>
              </a:ext>
            </a:extLst>
          </p:cNvPr>
          <p:cNvSpPr>
            <a:spLocks noGrp="1"/>
          </p:cNvSpPr>
          <p:nvPr>
            <p:ph type="body" sz="quarter" idx="12" hasCustomPrompt="1"/>
          </p:nvPr>
        </p:nvSpPr>
        <p:spPr>
          <a:xfrm>
            <a:off x="-1" y="5705725"/>
            <a:ext cx="12191999" cy="410165"/>
          </a:xfrm>
          <a:prstGeom prst="rect">
            <a:avLst/>
          </a:prstGeom>
        </p:spPr>
        <p:txBody>
          <a:bodyPr/>
          <a:lstStyle>
            <a:lvl1pPr marL="0" indent="0" algn="ctr">
              <a:buNone/>
              <a:defRPr sz="2000" b="0" i="0" spc="0">
                <a:solidFill>
                  <a:schemeClr val="bg1"/>
                </a:solidFill>
                <a:latin typeface="Segoe UI Variable Text" pitchFamily="2" charset="0"/>
                <a:cs typeface="Segoe UI" panose="020B0502040204020203" pitchFamily="34" charset="0"/>
              </a:defRPr>
            </a:lvl1pPr>
          </a:lstStyle>
          <a:p>
            <a:pPr lvl="0"/>
            <a:r>
              <a:rPr lang="en-US"/>
              <a:t>Sub-head</a:t>
            </a:r>
          </a:p>
        </p:txBody>
      </p:sp>
      <p:sp>
        <p:nvSpPr>
          <p:cNvPr id="10" name="Text Placeholder 2">
            <a:extLst>
              <a:ext uri="{FF2B5EF4-FFF2-40B4-BE49-F238E27FC236}">
                <a16:creationId xmlns:a16="http://schemas.microsoft.com/office/drawing/2014/main" id="{404CE4C6-CB3E-79C0-902C-77F867551865}"/>
              </a:ext>
            </a:extLst>
          </p:cNvPr>
          <p:cNvSpPr>
            <a:spLocks noGrp="1"/>
          </p:cNvSpPr>
          <p:nvPr>
            <p:ph type="body" sz="quarter" idx="14" hasCustomPrompt="1"/>
          </p:nvPr>
        </p:nvSpPr>
        <p:spPr>
          <a:xfrm>
            <a:off x="726493" y="2339340"/>
            <a:ext cx="3390900" cy="1975009"/>
          </a:xfrm>
          <a:prstGeom prst="roundRect">
            <a:avLst/>
          </a:prstGeom>
          <a:ln>
            <a:noFill/>
          </a:ln>
        </p:spPr>
        <p:style>
          <a:lnRef idx="2">
            <a:schemeClr val="dk1"/>
          </a:lnRef>
          <a:fillRef idx="1">
            <a:schemeClr val="lt1"/>
          </a:fillRef>
          <a:effectRef idx="0">
            <a:schemeClr val="dk1"/>
          </a:effectRef>
          <a:fontRef idx="minor">
            <a:schemeClr val="dk1"/>
          </a:fontRef>
        </p:style>
        <p:txBody>
          <a:bodyPr wrap="square" lIns="182880" tIns="274320" rIns="274320" bIns="274320">
            <a:spAutoFit/>
          </a:bodyPr>
          <a:lstStyle>
            <a:lvl1pPr marL="0" indent="0">
              <a:buNone/>
              <a:defRPr sz="2000" b="0" i="0">
                <a:solidFill>
                  <a:schemeClr val="bg1"/>
                </a:solidFill>
                <a:latin typeface="Segoe UI Variable Text" pitchFamily="2" charset="0"/>
              </a:defRPr>
            </a:lvl1pPr>
          </a:lstStyle>
          <a:p>
            <a:pPr lvl="0"/>
            <a:r>
              <a:rPr lang="en-US"/>
              <a:t>Lorem ipsum dolor sit </a:t>
            </a:r>
            <a:r>
              <a:rPr lang="en-US" err="1"/>
              <a:t>amet</a:t>
            </a:r>
            <a:r>
              <a:rPr lang="en-US"/>
              <a:t>, </a:t>
            </a:r>
            <a:r>
              <a:rPr lang="en-US" err="1"/>
              <a:t>consectetur</a:t>
            </a:r>
            <a:r>
              <a:rPr lang="en-US"/>
              <a:t> </a:t>
            </a:r>
            <a:r>
              <a:rPr lang="en-US" err="1"/>
              <a:t>adip</a:t>
            </a:r>
            <a:r>
              <a:rPr lang="en-US"/>
              <a:t> </a:t>
            </a:r>
            <a:r>
              <a:rPr lang="en-US" err="1"/>
              <a:t>iscing</a:t>
            </a:r>
            <a:r>
              <a:rPr lang="en-US"/>
              <a:t> </a:t>
            </a:r>
            <a:r>
              <a:rPr lang="en-US" err="1"/>
              <a:t>elit</a:t>
            </a:r>
            <a:r>
              <a:rPr lang="en-US"/>
              <a:t>, sed do </a:t>
            </a:r>
            <a:r>
              <a:rPr lang="en-US" err="1"/>
              <a:t>eius</a:t>
            </a:r>
            <a:r>
              <a:rPr lang="en-US"/>
              <a:t> mod </a:t>
            </a:r>
            <a:r>
              <a:rPr lang="en-US" err="1"/>
              <a:t>tempor</a:t>
            </a:r>
            <a:r>
              <a:rPr lang="en-US"/>
              <a:t>.</a:t>
            </a:r>
          </a:p>
        </p:txBody>
      </p:sp>
      <p:sp>
        <p:nvSpPr>
          <p:cNvPr id="15" name="Text Placeholder 11">
            <a:extLst>
              <a:ext uri="{FF2B5EF4-FFF2-40B4-BE49-F238E27FC236}">
                <a16:creationId xmlns:a16="http://schemas.microsoft.com/office/drawing/2014/main" id="{E92B8597-484F-F371-4C77-59126F7772CD}"/>
              </a:ext>
            </a:extLst>
          </p:cNvPr>
          <p:cNvSpPr>
            <a:spLocks noGrp="1"/>
          </p:cNvSpPr>
          <p:nvPr>
            <p:ph type="body" sz="quarter" idx="17" hasCustomPrompt="1"/>
          </p:nvPr>
        </p:nvSpPr>
        <p:spPr>
          <a:xfrm>
            <a:off x="-2122" y="852247"/>
            <a:ext cx="12191999" cy="435920"/>
          </a:xfrm>
          <a:prstGeom prst="rect">
            <a:avLst/>
          </a:prstGeom>
        </p:spPr>
        <p:txBody>
          <a:bodyPr/>
          <a:lstStyle>
            <a:lvl1pPr marL="0" indent="0" algn="ctr">
              <a:lnSpc>
                <a:spcPts val="4000"/>
              </a:lnSpc>
              <a:buNone/>
              <a:defRPr sz="4000" b="1" i="0" spc="0">
                <a:solidFill>
                  <a:schemeClr val="bg1"/>
                </a:solidFill>
                <a:latin typeface="Segoe UI Variable Display Semibold" pitchFamily="2" charset="0"/>
                <a:cs typeface="Segoe UI Semibold 8" panose="020B0502040204020203" pitchFamily="34" charset="0"/>
              </a:defRPr>
            </a:lvl1pPr>
          </a:lstStyle>
          <a:p>
            <a:pPr lvl="0"/>
            <a:r>
              <a:rPr lang="en-US"/>
              <a:t>Title FPO</a:t>
            </a:r>
          </a:p>
        </p:txBody>
      </p:sp>
      <p:sp>
        <p:nvSpPr>
          <p:cNvPr id="16" name="Text Placeholder 11">
            <a:extLst>
              <a:ext uri="{FF2B5EF4-FFF2-40B4-BE49-F238E27FC236}">
                <a16:creationId xmlns:a16="http://schemas.microsoft.com/office/drawing/2014/main" id="{2CA77622-835F-2B79-5253-06B374A6797E}"/>
              </a:ext>
            </a:extLst>
          </p:cNvPr>
          <p:cNvSpPr>
            <a:spLocks noGrp="1"/>
          </p:cNvSpPr>
          <p:nvPr>
            <p:ph type="body" sz="quarter" idx="18" hasCustomPrompt="1"/>
          </p:nvPr>
        </p:nvSpPr>
        <p:spPr>
          <a:xfrm>
            <a:off x="-135467" y="-973082"/>
            <a:ext cx="12191999" cy="435920"/>
          </a:xfrm>
          <a:prstGeom prst="rect">
            <a:avLst/>
          </a:prstGeom>
        </p:spPr>
        <p:txBody>
          <a:bodyPr/>
          <a:lstStyle>
            <a:lvl1pPr marL="0" indent="0" algn="ctr">
              <a:lnSpc>
                <a:spcPts val="4000"/>
              </a:lnSpc>
              <a:buNone/>
              <a:defRPr sz="2800" b="0" i="0" spc="0">
                <a:solidFill>
                  <a:schemeClr val="bg1"/>
                </a:solidFill>
                <a:latin typeface="Segoe UI Variable Display" pitchFamily="2" charset="0"/>
                <a:cs typeface="Segoe UI Semibold 8" panose="020B0502040204020203" pitchFamily="34" charset="0"/>
              </a:defRPr>
            </a:lvl1pPr>
          </a:lstStyle>
          <a:p>
            <a:pPr lvl="0"/>
            <a:r>
              <a:rPr lang="en-US"/>
              <a:t>Sub-head</a:t>
            </a:r>
          </a:p>
        </p:txBody>
      </p:sp>
      <p:sp>
        <p:nvSpPr>
          <p:cNvPr id="17" name="Text Placeholder 2">
            <a:extLst>
              <a:ext uri="{FF2B5EF4-FFF2-40B4-BE49-F238E27FC236}">
                <a16:creationId xmlns:a16="http://schemas.microsoft.com/office/drawing/2014/main" id="{82EB7F2D-7AC9-291F-0C9E-BE5B2FEA9BA3}"/>
              </a:ext>
            </a:extLst>
          </p:cNvPr>
          <p:cNvSpPr>
            <a:spLocks noGrp="1"/>
          </p:cNvSpPr>
          <p:nvPr>
            <p:ph type="body" sz="quarter" idx="19" hasCustomPrompt="1"/>
          </p:nvPr>
        </p:nvSpPr>
        <p:spPr>
          <a:xfrm>
            <a:off x="4400547" y="2339340"/>
            <a:ext cx="3390900" cy="1975009"/>
          </a:xfrm>
          <a:prstGeom prst="roundRect">
            <a:avLst/>
          </a:prstGeom>
          <a:ln>
            <a:noFill/>
          </a:ln>
        </p:spPr>
        <p:style>
          <a:lnRef idx="2">
            <a:schemeClr val="dk1"/>
          </a:lnRef>
          <a:fillRef idx="1">
            <a:schemeClr val="lt1"/>
          </a:fillRef>
          <a:effectRef idx="0">
            <a:schemeClr val="dk1"/>
          </a:effectRef>
          <a:fontRef idx="minor">
            <a:schemeClr val="dk1"/>
          </a:fontRef>
        </p:style>
        <p:txBody>
          <a:bodyPr wrap="square" lIns="182880" tIns="274320" rIns="182880" bIns="274320">
            <a:spAutoFit/>
          </a:bodyPr>
          <a:lstStyle>
            <a:lvl1pPr marL="0" indent="0">
              <a:buNone/>
              <a:defRPr sz="2000" b="0" i="0">
                <a:solidFill>
                  <a:schemeClr val="bg1"/>
                </a:solidFill>
                <a:latin typeface="Segoe UI Variable Text" pitchFamily="2" charset="0"/>
              </a:defRPr>
            </a:lvl1pPr>
          </a:lstStyle>
          <a:p>
            <a:pPr lvl="0"/>
            <a:r>
              <a:rPr lang="en-US"/>
              <a:t>Lorem ipsum dolor sit </a:t>
            </a:r>
            <a:r>
              <a:rPr lang="en-US" err="1"/>
              <a:t>amet</a:t>
            </a:r>
            <a:r>
              <a:rPr lang="en-US"/>
              <a:t>, </a:t>
            </a:r>
            <a:r>
              <a:rPr lang="en-US" err="1"/>
              <a:t>consectetur</a:t>
            </a:r>
            <a:r>
              <a:rPr lang="en-US"/>
              <a:t> </a:t>
            </a:r>
            <a:r>
              <a:rPr lang="en-US" err="1"/>
              <a:t>adip</a:t>
            </a:r>
            <a:r>
              <a:rPr lang="en-US"/>
              <a:t> </a:t>
            </a:r>
            <a:r>
              <a:rPr lang="en-US" err="1"/>
              <a:t>iscing</a:t>
            </a:r>
            <a:r>
              <a:rPr lang="en-US"/>
              <a:t> </a:t>
            </a:r>
            <a:r>
              <a:rPr lang="en-US" err="1"/>
              <a:t>elit</a:t>
            </a:r>
            <a:r>
              <a:rPr lang="en-US"/>
              <a:t>, sed do </a:t>
            </a:r>
            <a:r>
              <a:rPr lang="en-US" err="1"/>
              <a:t>eius</a:t>
            </a:r>
            <a:r>
              <a:rPr lang="en-US"/>
              <a:t> mod </a:t>
            </a:r>
            <a:r>
              <a:rPr lang="en-US" err="1"/>
              <a:t>tempor</a:t>
            </a:r>
            <a:r>
              <a:rPr lang="en-US"/>
              <a:t>.</a:t>
            </a:r>
          </a:p>
        </p:txBody>
      </p:sp>
      <p:sp>
        <p:nvSpPr>
          <p:cNvPr id="18" name="Text Placeholder 2">
            <a:extLst>
              <a:ext uri="{FF2B5EF4-FFF2-40B4-BE49-F238E27FC236}">
                <a16:creationId xmlns:a16="http://schemas.microsoft.com/office/drawing/2014/main" id="{E450536C-D076-CBA2-FF64-F89875C33CAF}"/>
              </a:ext>
            </a:extLst>
          </p:cNvPr>
          <p:cNvSpPr>
            <a:spLocks noGrp="1"/>
          </p:cNvSpPr>
          <p:nvPr>
            <p:ph type="body" sz="quarter" idx="20" hasCustomPrompt="1"/>
          </p:nvPr>
        </p:nvSpPr>
        <p:spPr>
          <a:xfrm>
            <a:off x="8074601" y="2339340"/>
            <a:ext cx="3390900" cy="1975009"/>
          </a:xfrm>
          <a:prstGeom prst="roundRect">
            <a:avLst/>
          </a:prstGeom>
          <a:ln>
            <a:noFill/>
          </a:ln>
        </p:spPr>
        <p:style>
          <a:lnRef idx="2">
            <a:schemeClr val="dk1"/>
          </a:lnRef>
          <a:fillRef idx="1">
            <a:schemeClr val="lt1"/>
          </a:fillRef>
          <a:effectRef idx="0">
            <a:schemeClr val="dk1"/>
          </a:effectRef>
          <a:fontRef idx="minor">
            <a:schemeClr val="dk1"/>
          </a:fontRef>
        </p:style>
        <p:txBody>
          <a:bodyPr wrap="square" lIns="182880" tIns="274320" rIns="182880" bIns="274320">
            <a:spAutoFit/>
          </a:bodyPr>
          <a:lstStyle>
            <a:lvl1pPr marL="0" indent="0">
              <a:buNone/>
              <a:defRPr sz="2000" b="0" i="0">
                <a:solidFill>
                  <a:schemeClr val="bg1"/>
                </a:solidFill>
                <a:latin typeface="Segoe UI Variable Text" pitchFamily="2" charset="0"/>
              </a:defRPr>
            </a:lvl1pPr>
          </a:lstStyle>
          <a:p>
            <a:pPr lvl="0"/>
            <a:r>
              <a:rPr lang="en-US"/>
              <a:t>Lorem ipsum dolor sit </a:t>
            </a:r>
            <a:r>
              <a:rPr lang="en-US" err="1"/>
              <a:t>amet</a:t>
            </a:r>
            <a:r>
              <a:rPr lang="en-US"/>
              <a:t>, </a:t>
            </a:r>
            <a:r>
              <a:rPr lang="en-US" err="1"/>
              <a:t>consectetur</a:t>
            </a:r>
            <a:r>
              <a:rPr lang="en-US"/>
              <a:t> </a:t>
            </a:r>
            <a:r>
              <a:rPr lang="en-US" err="1"/>
              <a:t>adip</a:t>
            </a:r>
            <a:r>
              <a:rPr lang="en-US"/>
              <a:t> </a:t>
            </a:r>
            <a:r>
              <a:rPr lang="en-US" err="1"/>
              <a:t>iscing</a:t>
            </a:r>
            <a:r>
              <a:rPr lang="en-US"/>
              <a:t> </a:t>
            </a:r>
            <a:r>
              <a:rPr lang="en-US" err="1"/>
              <a:t>elit</a:t>
            </a:r>
            <a:r>
              <a:rPr lang="en-US"/>
              <a:t>, sed do </a:t>
            </a:r>
            <a:r>
              <a:rPr lang="en-US" err="1"/>
              <a:t>eius</a:t>
            </a:r>
            <a:r>
              <a:rPr lang="en-US"/>
              <a:t> mod </a:t>
            </a:r>
            <a:r>
              <a:rPr lang="en-US" err="1"/>
              <a:t>tempor</a:t>
            </a:r>
            <a:r>
              <a:rPr lang="en-US"/>
              <a:t>.</a:t>
            </a:r>
          </a:p>
        </p:txBody>
      </p:sp>
    </p:spTree>
    <p:extLst>
      <p:ext uri="{BB962C8B-B14F-4D97-AF65-F5344CB8AC3E}">
        <p14:creationId xmlns:p14="http://schemas.microsoft.com/office/powerpoint/2010/main" val="522511451"/>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3 Bubble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59C57A2-D7D7-A601-F370-3839A2BAC92F}"/>
              </a:ext>
            </a:extLst>
          </p:cNvPr>
          <p:cNvSpPr>
            <a:spLocks noGrp="1"/>
          </p:cNvSpPr>
          <p:nvPr>
            <p:ph type="body" sz="quarter" idx="11" hasCustomPrompt="1"/>
          </p:nvPr>
        </p:nvSpPr>
        <p:spPr>
          <a:xfrm>
            <a:off x="1063568" y="1"/>
            <a:ext cx="3724514" cy="6858000"/>
          </a:xfrm>
          <a:prstGeom prst="rect">
            <a:avLst/>
          </a:prstGeom>
        </p:spPr>
        <p:txBody>
          <a:bodyPr anchor="ctr"/>
          <a:lstStyle>
            <a:lvl1pPr marL="0" indent="0">
              <a:lnSpc>
                <a:spcPct val="90000"/>
              </a:lnSpc>
              <a:buNone/>
              <a:defRPr sz="2800" b="1" i="0" spc="0">
                <a:solidFill>
                  <a:schemeClr val="bg1"/>
                </a:solidFill>
                <a:latin typeface="Segoe UI Variable Display Semibold"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16" name="Picture Placeholder 15">
            <a:extLst>
              <a:ext uri="{FF2B5EF4-FFF2-40B4-BE49-F238E27FC236}">
                <a16:creationId xmlns:a16="http://schemas.microsoft.com/office/drawing/2014/main" id="{0EBFA095-3E68-277E-B955-A4D46EB5D83F}"/>
              </a:ext>
            </a:extLst>
          </p:cNvPr>
          <p:cNvSpPr>
            <a:spLocks noGrp="1"/>
          </p:cNvSpPr>
          <p:nvPr>
            <p:ph type="pic" sz="quarter" idx="12"/>
          </p:nvPr>
        </p:nvSpPr>
        <p:spPr>
          <a:xfrm>
            <a:off x="5230969" y="1077911"/>
            <a:ext cx="1040829" cy="1038513"/>
          </a:xfrm>
          <a:prstGeom prst="roundRect">
            <a:avLst/>
          </a:prstGeom>
          <a:solidFill>
            <a:srgbClr val="9288E7"/>
          </a:solidFill>
          <a:effectLst>
            <a:softEdge rad="0"/>
          </a:effectLst>
        </p:spPr>
        <p:txBody>
          <a:bodyPr/>
          <a:lstStyle>
            <a:lvl1pPr marL="0" indent="0">
              <a:buNone/>
              <a:defRPr/>
            </a:lvl1pPr>
          </a:lstStyle>
          <a:p>
            <a:endParaRPr lang="en-US"/>
          </a:p>
        </p:txBody>
      </p:sp>
      <p:sp>
        <p:nvSpPr>
          <p:cNvPr id="22" name="Text Placeholder 21">
            <a:extLst>
              <a:ext uri="{FF2B5EF4-FFF2-40B4-BE49-F238E27FC236}">
                <a16:creationId xmlns:a16="http://schemas.microsoft.com/office/drawing/2014/main" id="{CF103425-671C-E347-22B4-3B434CDE89DE}"/>
              </a:ext>
            </a:extLst>
          </p:cNvPr>
          <p:cNvSpPr>
            <a:spLocks noGrp="1"/>
          </p:cNvSpPr>
          <p:nvPr>
            <p:ph type="body" sz="quarter" idx="13" hasCustomPrompt="1"/>
          </p:nvPr>
        </p:nvSpPr>
        <p:spPr>
          <a:xfrm>
            <a:off x="7350126" y="3134769"/>
            <a:ext cx="3957800" cy="883809"/>
          </a:xfrm>
          <a:prstGeom prst="rect">
            <a:avLst/>
          </a:prstGeom>
        </p:spPr>
        <p:txBody>
          <a:bodyPr/>
          <a:lstStyle>
            <a:lvl1pPr marL="0" indent="0" algn="l">
              <a:buNone/>
              <a:defRPr sz="1600" b="0" i="0">
                <a:solidFill>
                  <a:schemeClr val="bg1"/>
                </a:solidFill>
                <a:latin typeface="Segoe UI Variable Text"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23" name="Text Placeholder 21">
            <a:extLst>
              <a:ext uri="{FF2B5EF4-FFF2-40B4-BE49-F238E27FC236}">
                <a16:creationId xmlns:a16="http://schemas.microsoft.com/office/drawing/2014/main" id="{47738FB2-E8A3-9888-C46E-3D1C4F59BB50}"/>
              </a:ext>
            </a:extLst>
          </p:cNvPr>
          <p:cNvSpPr>
            <a:spLocks noGrp="1"/>
          </p:cNvSpPr>
          <p:nvPr>
            <p:ph type="body" sz="quarter" idx="14" hasCustomPrompt="1"/>
          </p:nvPr>
        </p:nvSpPr>
        <p:spPr>
          <a:xfrm>
            <a:off x="7350125" y="2742622"/>
            <a:ext cx="3957801" cy="499340"/>
          </a:xfrm>
          <a:prstGeom prst="rect">
            <a:avLst/>
          </a:prstGeom>
        </p:spPr>
        <p:txBody>
          <a:bodyPr/>
          <a:lstStyle>
            <a:lvl1pPr marL="0" indent="0">
              <a:buNone/>
              <a:defRPr sz="2200" b="1" i="0">
                <a:solidFill>
                  <a:schemeClr val="accent1"/>
                </a:solidFill>
                <a:latin typeface="Segoe UI Variable Display Semibold" pitchFamily="2" charset="0"/>
              </a:defRPr>
            </a:lvl1pPr>
          </a:lstStyle>
          <a:p>
            <a:pPr lvl="0"/>
            <a:r>
              <a:rPr lang="en-US"/>
              <a:t>Lorem ipsum</a:t>
            </a:r>
          </a:p>
        </p:txBody>
      </p:sp>
      <p:sp>
        <p:nvSpPr>
          <p:cNvPr id="24" name="Picture Placeholder 15">
            <a:extLst>
              <a:ext uri="{FF2B5EF4-FFF2-40B4-BE49-F238E27FC236}">
                <a16:creationId xmlns:a16="http://schemas.microsoft.com/office/drawing/2014/main" id="{2B63918D-6BC3-B0A8-8058-0312122E9D24}"/>
              </a:ext>
            </a:extLst>
          </p:cNvPr>
          <p:cNvSpPr>
            <a:spLocks noGrp="1"/>
          </p:cNvSpPr>
          <p:nvPr>
            <p:ph type="pic" sz="quarter" idx="15"/>
          </p:nvPr>
        </p:nvSpPr>
        <p:spPr>
          <a:xfrm>
            <a:off x="6067011" y="2909741"/>
            <a:ext cx="1040829" cy="1038513"/>
          </a:xfrm>
          <a:prstGeom prst="roundRect">
            <a:avLst/>
          </a:prstGeom>
          <a:solidFill>
            <a:srgbClr val="9288E7"/>
          </a:solidFill>
          <a:effectLst>
            <a:softEdge rad="0"/>
          </a:effectLst>
        </p:spPr>
        <p:txBody>
          <a:bodyPr/>
          <a:lstStyle>
            <a:lvl1pPr marL="0" indent="0">
              <a:buNone/>
              <a:defRPr/>
            </a:lvl1pPr>
          </a:lstStyle>
          <a:p>
            <a:endParaRPr lang="en-US"/>
          </a:p>
        </p:txBody>
      </p:sp>
      <p:sp>
        <p:nvSpPr>
          <p:cNvPr id="25" name="Picture Placeholder 15">
            <a:extLst>
              <a:ext uri="{FF2B5EF4-FFF2-40B4-BE49-F238E27FC236}">
                <a16:creationId xmlns:a16="http://schemas.microsoft.com/office/drawing/2014/main" id="{131C4A08-53A2-E7D1-8B35-C885D2C02C8A}"/>
              </a:ext>
            </a:extLst>
          </p:cNvPr>
          <p:cNvSpPr>
            <a:spLocks noGrp="1"/>
          </p:cNvSpPr>
          <p:nvPr>
            <p:ph type="pic" sz="quarter" idx="16"/>
          </p:nvPr>
        </p:nvSpPr>
        <p:spPr>
          <a:xfrm>
            <a:off x="5230969" y="4741571"/>
            <a:ext cx="1040829" cy="1038513"/>
          </a:xfrm>
          <a:prstGeom prst="roundRect">
            <a:avLst/>
          </a:prstGeom>
          <a:solidFill>
            <a:srgbClr val="9288E7"/>
          </a:solidFill>
          <a:effectLst>
            <a:softEdge rad="0"/>
          </a:effectLst>
        </p:spPr>
        <p:txBody>
          <a:bodyPr/>
          <a:lstStyle>
            <a:lvl1pPr marL="0" indent="0">
              <a:buNone/>
              <a:defRPr/>
            </a:lvl1pPr>
          </a:lstStyle>
          <a:p>
            <a:endParaRPr lang="en-US"/>
          </a:p>
        </p:txBody>
      </p:sp>
      <p:sp>
        <p:nvSpPr>
          <p:cNvPr id="26" name="Text Placeholder 21">
            <a:extLst>
              <a:ext uri="{FF2B5EF4-FFF2-40B4-BE49-F238E27FC236}">
                <a16:creationId xmlns:a16="http://schemas.microsoft.com/office/drawing/2014/main" id="{2EB3CC18-96FC-7A4F-28AC-93733ABF633D}"/>
              </a:ext>
            </a:extLst>
          </p:cNvPr>
          <p:cNvSpPr>
            <a:spLocks noGrp="1"/>
          </p:cNvSpPr>
          <p:nvPr>
            <p:ph type="body" sz="quarter" idx="17" hasCustomPrompt="1"/>
          </p:nvPr>
        </p:nvSpPr>
        <p:spPr>
          <a:xfrm>
            <a:off x="6591588" y="1285187"/>
            <a:ext cx="3843501" cy="883809"/>
          </a:xfrm>
          <a:prstGeom prst="rect">
            <a:avLst/>
          </a:prstGeom>
        </p:spPr>
        <p:txBody>
          <a:bodyPr/>
          <a:lstStyle>
            <a:lvl1pPr marL="0" indent="0" algn="l">
              <a:buNone/>
              <a:defRPr sz="1600" b="0" i="0">
                <a:solidFill>
                  <a:schemeClr val="bg1"/>
                </a:solidFill>
                <a:latin typeface="Segoe UI Variable Text"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27" name="Text Placeholder 21">
            <a:extLst>
              <a:ext uri="{FF2B5EF4-FFF2-40B4-BE49-F238E27FC236}">
                <a16:creationId xmlns:a16="http://schemas.microsoft.com/office/drawing/2014/main" id="{D6C3E674-77A5-7619-AE80-4E04E2D6D929}"/>
              </a:ext>
            </a:extLst>
          </p:cNvPr>
          <p:cNvSpPr>
            <a:spLocks noGrp="1"/>
          </p:cNvSpPr>
          <p:nvPr>
            <p:ph type="body" sz="quarter" idx="18" hasCustomPrompt="1"/>
          </p:nvPr>
        </p:nvSpPr>
        <p:spPr>
          <a:xfrm>
            <a:off x="6591588" y="893040"/>
            <a:ext cx="3843501" cy="499340"/>
          </a:xfrm>
          <a:prstGeom prst="rect">
            <a:avLst/>
          </a:prstGeom>
        </p:spPr>
        <p:txBody>
          <a:bodyPr/>
          <a:lstStyle>
            <a:lvl1pPr marL="0" indent="0">
              <a:buNone/>
              <a:defRPr sz="2200" b="1" i="0">
                <a:solidFill>
                  <a:schemeClr val="accent1"/>
                </a:solidFill>
                <a:latin typeface="Segoe UI Variable Display Semibold" pitchFamily="2" charset="0"/>
              </a:defRPr>
            </a:lvl1pPr>
          </a:lstStyle>
          <a:p>
            <a:pPr lvl="0"/>
            <a:r>
              <a:rPr lang="en-US"/>
              <a:t>Lorem ipsum</a:t>
            </a:r>
          </a:p>
        </p:txBody>
      </p:sp>
      <p:sp>
        <p:nvSpPr>
          <p:cNvPr id="28" name="Text Placeholder 21">
            <a:extLst>
              <a:ext uri="{FF2B5EF4-FFF2-40B4-BE49-F238E27FC236}">
                <a16:creationId xmlns:a16="http://schemas.microsoft.com/office/drawing/2014/main" id="{149CED79-6E9E-B4AA-F70C-83D2F2E6FE5D}"/>
              </a:ext>
            </a:extLst>
          </p:cNvPr>
          <p:cNvSpPr>
            <a:spLocks noGrp="1"/>
          </p:cNvSpPr>
          <p:nvPr>
            <p:ph type="body" sz="quarter" idx="19" hasCustomPrompt="1"/>
          </p:nvPr>
        </p:nvSpPr>
        <p:spPr>
          <a:xfrm>
            <a:off x="6591589" y="4984351"/>
            <a:ext cx="3843500" cy="883809"/>
          </a:xfrm>
          <a:prstGeom prst="rect">
            <a:avLst/>
          </a:prstGeom>
        </p:spPr>
        <p:txBody>
          <a:bodyPr/>
          <a:lstStyle>
            <a:lvl1pPr marL="0" indent="0" algn="l">
              <a:buNone/>
              <a:defRPr sz="1600" b="0" i="0">
                <a:solidFill>
                  <a:schemeClr val="bg1"/>
                </a:solidFill>
                <a:latin typeface="Segoe UI Variable Text"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a:t>
            </a:r>
          </a:p>
        </p:txBody>
      </p:sp>
      <p:sp>
        <p:nvSpPr>
          <p:cNvPr id="29" name="Text Placeholder 21">
            <a:extLst>
              <a:ext uri="{FF2B5EF4-FFF2-40B4-BE49-F238E27FC236}">
                <a16:creationId xmlns:a16="http://schemas.microsoft.com/office/drawing/2014/main" id="{AAC579A6-D1D1-8F46-560F-D6005F4884C6}"/>
              </a:ext>
            </a:extLst>
          </p:cNvPr>
          <p:cNvSpPr>
            <a:spLocks noGrp="1"/>
          </p:cNvSpPr>
          <p:nvPr>
            <p:ph type="body" sz="quarter" idx="20" hasCustomPrompt="1"/>
          </p:nvPr>
        </p:nvSpPr>
        <p:spPr>
          <a:xfrm>
            <a:off x="6591589" y="4592204"/>
            <a:ext cx="3843500" cy="499340"/>
          </a:xfrm>
          <a:prstGeom prst="rect">
            <a:avLst/>
          </a:prstGeom>
        </p:spPr>
        <p:txBody>
          <a:bodyPr/>
          <a:lstStyle>
            <a:lvl1pPr marL="0" indent="0">
              <a:buNone/>
              <a:defRPr sz="2200" b="1" i="0">
                <a:solidFill>
                  <a:schemeClr val="accent1"/>
                </a:solidFill>
                <a:latin typeface="Segoe UI Variable Display Semibold" pitchFamily="2" charset="0"/>
              </a:defRPr>
            </a:lvl1pPr>
          </a:lstStyle>
          <a:p>
            <a:pPr lvl="0"/>
            <a:r>
              <a:rPr lang="en-US"/>
              <a:t>Lorem ipsum</a:t>
            </a:r>
          </a:p>
        </p:txBody>
      </p:sp>
      <p:sp>
        <p:nvSpPr>
          <p:cNvPr id="32" name="Text Placeholder 21">
            <a:extLst>
              <a:ext uri="{FF2B5EF4-FFF2-40B4-BE49-F238E27FC236}">
                <a16:creationId xmlns:a16="http://schemas.microsoft.com/office/drawing/2014/main" id="{05827CCD-2347-AA7C-E807-036BB170DA40}"/>
              </a:ext>
            </a:extLst>
          </p:cNvPr>
          <p:cNvSpPr>
            <a:spLocks noGrp="1"/>
          </p:cNvSpPr>
          <p:nvPr>
            <p:ph type="body" sz="quarter" idx="21" hasCustomPrompt="1"/>
          </p:nvPr>
        </p:nvSpPr>
        <p:spPr>
          <a:xfrm>
            <a:off x="7553194" y="2179411"/>
            <a:ext cx="2881895" cy="395148"/>
          </a:xfrm>
          <a:prstGeom prst="rect">
            <a:avLst/>
          </a:prstGeom>
        </p:spPr>
        <p:txBody>
          <a:bodyPr/>
          <a:lstStyle>
            <a:lvl1pPr marL="0" indent="0" algn="l">
              <a:buNone/>
              <a:defRPr sz="1600" b="0" i="0">
                <a:solidFill>
                  <a:schemeClr val="bg1"/>
                </a:solidFill>
                <a:latin typeface="Segoe UI Variable Text" pitchFamily="2" charset="0"/>
              </a:defRPr>
            </a:lvl1pPr>
          </a:lstStyle>
          <a:p>
            <a:pPr lvl="0" algn="r">
              <a:lnSpc>
                <a:spcPct val="90000"/>
              </a:lnSpc>
              <a:defRPr/>
            </a:pPr>
            <a:r>
              <a:rPr lang="en-US" sz="1600">
                <a:solidFill>
                  <a:schemeClr val="bg1"/>
                </a:solidFill>
                <a:latin typeface="Segoe UI" panose="020B0502040204020203" pitchFamily="34" charset="0"/>
                <a:cs typeface="Segoe UI" panose="020B0502040204020203" pitchFamily="34" charset="0"/>
                <a:sym typeface="Wingdings" panose="05000000000000000000" pitchFamily="2" charset="2"/>
              </a:rPr>
              <a:t> </a:t>
            </a:r>
            <a:r>
              <a:rPr lang="en-US" sz="1600">
                <a:solidFill>
                  <a:schemeClr val="bg1"/>
                </a:solidFill>
                <a:latin typeface="Segoe UI" panose="020B0502040204020203" pitchFamily="34" charset="0"/>
                <a:cs typeface="Segoe UI" panose="020B0502040204020203" pitchFamily="34" charset="0"/>
              </a:rPr>
              <a:t>See how </a:t>
            </a:r>
            <a:r>
              <a:rPr lang="en-US" sz="1600">
                <a:latin typeface="Segoe UI" panose="020B0502040204020203" pitchFamily="34" charset="0"/>
                <a:cs typeface="Segoe UI" panose="020B0502040204020203" pitchFamily="34" charset="0"/>
                <a:hlinkClick r:id="rId2"/>
              </a:rPr>
              <a:t>the BBC</a:t>
            </a:r>
            <a:r>
              <a:rPr lang="en-US" sz="1600">
                <a:latin typeface="Segoe UI" panose="020B0502040204020203" pitchFamily="34" charset="0"/>
                <a:cs typeface="Segoe UI" panose="020B0502040204020203" pitchFamily="34" charset="0"/>
              </a:rPr>
              <a:t> </a:t>
            </a:r>
            <a:r>
              <a:rPr lang="en-US" sz="1600">
                <a:solidFill>
                  <a:schemeClr val="bg1"/>
                </a:solidFill>
                <a:latin typeface="Segoe UI" panose="020B0502040204020203" pitchFamily="34" charset="0"/>
                <a:cs typeface="Segoe UI" panose="020B0502040204020203" pitchFamily="34" charset="0"/>
              </a:rPr>
              <a:t>did it</a:t>
            </a:r>
          </a:p>
        </p:txBody>
      </p:sp>
      <p:sp>
        <p:nvSpPr>
          <p:cNvPr id="33" name="Text Placeholder 21">
            <a:extLst>
              <a:ext uri="{FF2B5EF4-FFF2-40B4-BE49-F238E27FC236}">
                <a16:creationId xmlns:a16="http://schemas.microsoft.com/office/drawing/2014/main" id="{7A619965-B569-A6DA-0C01-8FE6B51D04AA}"/>
              </a:ext>
            </a:extLst>
          </p:cNvPr>
          <p:cNvSpPr>
            <a:spLocks noGrp="1"/>
          </p:cNvSpPr>
          <p:nvPr>
            <p:ph type="body" sz="quarter" idx="22" hasCustomPrompt="1"/>
          </p:nvPr>
        </p:nvSpPr>
        <p:spPr>
          <a:xfrm>
            <a:off x="8426031" y="4036640"/>
            <a:ext cx="2881895" cy="395148"/>
          </a:xfrm>
          <a:prstGeom prst="rect">
            <a:avLst/>
          </a:prstGeom>
        </p:spPr>
        <p:txBody>
          <a:bodyPr/>
          <a:lstStyle>
            <a:lvl1pPr marL="0" indent="0" algn="l">
              <a:buNone/>
              <a:defRPr sz="1600" b="0" i="0">
                <a:solidFill>
                  <a:schemeClr val="bg1"/>
                </a:solidFill>
                <a:latin typeface="Segoe UI Variable Text" pitchFamily="2" charset="0"/>
              </a:defRPr>
            </a:lvl1pPr>
          </a:lstStyle>
          <a:p>
            <a:pPr lvl="0" algn="r">
              <a:lnSpc>
                <a:spcPct val="90000"/>
              </a:lnSpc>
              <a:defRPr/>
            </a:pPr>
            <a:r>
              <a:rPr lang="en-US" sz="1600">
                <a:solidFill>
                  <a:schemeClr val="bg1"/>
                </a:solidFill>
                <a:latin typeface="Segoe UI" panose="020B0502040204020203" pitchFamily="34" charset="0"/>
                <a:cs typeface="Segoe UI" panose="020B0502040204020203" pitchFamily="34" charset="0"/>
                <a:sym typeface="Wingdings" panose="05000000000000000000" pitchFamily="2" charset="2"/>
              </a:rPr>
              <a:t> </a:t>
            </a:r>
            <a:r>
              <a:rPr lang="en-US" sz="1600">
                <a:solidFill>
                  <a:schemeClr val="bg1"/>
                </a:solidFill>
                <a:latin typeface="Segoe UI" panose="020B0502040204020203" pitchFamily="34" charset="0"/>
                <a:cs typeface="Segoe UI" panose="020B0502040204020203" pitchFamily="34" charset="0"/>
              </a:rPr>
              <a:t>See how </a:t>
            </a:r>
            <a:r>
              <a:rPr lang="en-US" sz="1600">
                <a:latin typeface="Segoe UI" panose="020B0502040204020203" pitchFamily="34" charset="0"/>
                <a:cs typeface="Segoe UI" panose="020B0502040204020203" pitchFamily="34" charset="0"/>
                <a:hlinkClick r:id="rId2"/>
              </a:rPr>
              <a:t>the BBC</a:t>
            </a:r>
            <a:r>
              <a:rPr lang="en-US" sz="1600">
                <a:latin typeface="Segoe UI" panose="020B0502040204020203" pitchFamily="34" charset="0"/>
                <a:cs typeface="Segoe UI" panose="020B0502040204020203" pitchFamily="34" charset="0"/>
              </a:rPr>
              <a:t> </a:t>
            </a:r>
            <a:r>
              <a:rPr lang="en-US" sz="1600">
                <a:solidFill>
                  <a:schemeClr val="bg1"/>
                </a:solidFill>
                <a:latin typeface="Segoe UI" panose="020B0502040204020203" pitchFamily="34" charset="0"/>
                <a:cs typeface="Segoe UI" panose="020B0502040204020203" pitchFamily="34" charset="0"/>
              </a:rPr>
              <a:t>did it</a:t>
            </a:r>
          </a:p>
        </p:txBody>
      </p:sp>
      <p:sp>
        <p:nvSpPr>
          <p:cNvPr id="34" name="Text Placeholder 21">
            <a:extLst>
              <a:ext uri="{FF2B5EF4-FFF2-40B4-BE49-F238E27FC236}">
                <a16:creationId xmlns:a16="http://schemas.microsoft.com/office/drawing/2014/main" id="{BF75FFA0-5C37-B298-1C7A-C3A3BA59A35D}"/>
              </a:ext>
            </a:extLst>
          </p:cNvPr>
          <p:cNvSpPr>
            <a:spLocks noGrp="1"/>
          </p:cNvSpPr>
          <p:nvPr>
            <p:ph type="body" sz="quarter" idx="23" hasCustomPrompt="1"/>
          </p:nvPr>
        </p:nvSpPr>
        <p:spPr>
          <a:xfrm>
            <a:off x="7553194" y="5865159"/>
            <a:ext cx="2881895" cy="395148"/>
          </a:xfrm>
          <a:prstGeom prst="rect">
            <a:avLst/>
          </a:prstGeom>
        </p:spPr>
        <p:txBody>
          <a:bodyPr/>
          <a:lstStyle>
            <a:lvl1pPr marL="0" indent="0" algn="l">
              <a:buNone/>
              <a:defRPr sz="1600" b="0" i="0">
                <a:solidFill>
                  <a:schemeClr val="bg1"/>
                </a:solidFill>
                <a:latin typeface="Segoe UI Variable Text" pitchFamily="2" charset="0"/>
              </a:defRPr>
            </a:lvl1pPr>
          </a:lstStyle>
          <a:p>
            <a:pPr lvl="0" algn="r">
              <a:lnSpc>
                <a:spcPct val="90000"/>
              </a:lnSpc>
              <a:defRPr/>
            </a:pPr>
            <a:r>
              <a:rPr lang="en-US" sz="1600">
                <a:solidFill>
                  <a:schemeClr val="bg1"/>
                </a:solidFill>
                <a:latin typeface="Segoe UI" panose="020B0502040204020203" pitchFamily="34" charset="0"/>
                <a:cs typeface="Segoe UI" panose="020B0502040204020203" pitchFamily="34" charset="0"/>
                <a:sym typeface="Wingdings" panose="05000000000000000000" pitchFamily="2" charset="2"/>
              </a:rPr>
              <a:t> </a:t>
            </a:r>
            <a:r>
              <a:rPr lang="en-US" sz="1600">
                <a:solidFill>
                  <a:schemeClr val="bg1"/>
                </a:solidFill>
                <a:latin typeface="Segoe UI" panose="020B0502040204020203" pitchFamily="34" charset="0"/>
                <a:cs typeface="Segoe UI" panose="020B0502040204020203" pitchFamily="34" charset="0"/>
              </a:rPr>
              <a:t>See how </a:t>
            </a:r>
            <a:r>
              <a:rPr lang="en-US" sz="1600">
                <a:latin typeface="Segoe UI" panose="020B0502040204020203" pitchFamily="34" charset="0"/>
                <a:cs typeface="Segoe UI" panose="020B0502040204020203" pitchFamily="34" charset="0"/>
                <a:hlinkClick r:id="rId2"/>
              </a:rPr>
              <a:t>the BBC</a:t>
            </a:r>
            <a:r>
              <a:rPr lang="en-US" sz="1600">
                <a:latin typeface="Segoe UI" panose="020B0502040204020203" pitchFamily="34" charset="0"/>
                <a:cs typeface="Segoe UI" panose="020B0502040204020203" pitchFamily="34" charset="0"/>
              </a:rPr>
              <a:t> </a:t>
            </a:r>
            <a:r>
              <a:rPr lang="en-US" sz="1600">
                <a:solidFill>
                  <a:schemeClr val="bg1"/>
                </a:solidFill>
                <a:latin typeface="Segoe UI" panose="020B0502040204020203" pitchFamily="34" charset="0"/>
                <a:cs typeface="Segoe UI" panose="020B0502040204020203" pitchFamily="34" charset="0"/>
              </a:rPr>
              <a:t>did it</a:t>
            </a:r>
          </a:p>
        </p:txBody>
      </p:sp>
      <p:pic>
        <p:nvPicPr>
          <p:cNvPr id="2" name="Picture 1" descr="A close up of a jellyfish&#10;&#10;Description automatically generated with low confidence">
            <a:extLst>
              <a:ext uri="{FF2B5EF4-FFF2-40B4-BE49-F238E27FC236}">
                <a16:creationId xmlns:a16="http://schemas.microsoft.com/office/drawing/2014/main" id="{2CFD0EB8-88F9-24B4-7558-683E61684E00}"/>
              </a:ext>
            </a:extLst>
          </p:cNvPr>
          <p:cNvPicPr>
            <a:picLocks noChangeAspect="1"/>
          </p:cNvPicPr>
          <p:nvPr userDrawn="1"/>
        </p:nvPicPr>
        <p:blipFill rotWithShape="1">
          <a:blip r:embed="rId3" cstate="print">
            <a:alphaModFix amt="45000"/>
            <a:extLst>
              <a:ext uri="{28A0092B-C50C-407E-A947-70E740481C1C}">
                <a14:useLocalDpi xmlns:a14="http://schemas.microsoft.com/office/drawing/2010/main" val="0"/>
              </a:ext>
            </a:extLst>
          </a:blip>
          <a:srcRect l="22074" t="9546" r="41881" b="7219"/>
          <a:stretch/>
        </p:blipFill>
        <p:spPr>
          <a:xfrm flipH="1">
            <a:off x="0" y="-1"/>
            <a:ext cx="5279923" cy="6858001"/>
          </a:xfrm>
          <a:prstGeom prst="rect">
            <a:avLst/>
          </a:prstGeom>
        </p:spPr>
      </p:pic>
    </p:spTree>
    <p:extLst>
      <p:ext uri="{BB962C8B-B14F-4D97-AF65-F5344CB8AC3E}">
        <p14:creationId xmlns:p14="http://schemas.microsoft.com/office/powerpoint/2010/main" val="2101902424"/>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val="0"/>
              </a:ext>
            </a:extLst>
          </a:blip>
          <a:stretch>
            <a:fillRect/>
          </a:stretch>
        </p:blipFill>
        <p:spPr>
          <a:xfrm>
            <a:off x="6520543" y="0"/>
            <a:ext cx="5671457" cy="3193277"/>
          </a:xfrm>
          <a:prstGeom prst="rect">
            <a:avLst/>
          </a:prstGeom>
        </p:spPr>
      </p:pic>
    </p:spTree>
    <p:extLst>
      <p:ext uri="{BB962C8B-B14F-4D97-AF65-F5344CB8AC3E}">
        <p14:creationId xmlns:p14="http://schemas.microsoft.com/office/powerpoint/2010/main" val="2948247923"/>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val="0"/>
              </a:ext>
            </a:extLst>
          </a:blip>
          <a:srcRect l="32876" t="9546" r="31079" b="7219"/>
          <a:stretch/>
        </p:blipFill>
        <p:spPr>
          <a:xfrm flipH="1">
            <a:off x="0" y="-1"/>
            <a:ext cx="5279923" cy="6858001"/>
          </a:xfrm>
          <a:prstGeom prst="rect">
            <a:avLst/>
          </a:prstGeom>
        </p:spPr>
      </p:pic>
    </p:spTree>
    <p:extLst>
      <p:ext uri="{BB962C8B-B14F-4D97-AF65-F5344CB8AC3E}">
        <p14:creationId xmlns:p14="http://schemas.microsoft.com/office/powerpoint/2010/main" val="2277850346"/>
      </p:ext>
    </p:extLst>
  </p:cSld>
  <p:clrMapOvr>
    <a:masterClrMapping/>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val="0"/>
              </a:ext>
            </a:extLst>
          </a:blip>
          <a:srcRect l="32876" t="9546" r="31079" b="7219"/>
          <a:stretch/>
        </p:blipFill>
        <p:spPr>
          <a:xfrm>
            <a:off x="6912077" y="-1"/>
            <a:ext cx="5279923" cy="6858001"/>
          </a:xfrm>
          <a:prstGeom prst="rect">
            <a:avLst/>
          </a:prstGeom>
        </p:spPr>
      </p:pic>
    </p:spTree>
    <p:extLst>
      <p:ext uri="{BB962C8B-B14F-4D97-AF65-F5344CB8AC3E}">
        <p14:creationId xmlns:p14="http://schemas.microsoft.com/office/powerpoint/2010/main" val="217780406"/>
      </p:ext>
    </p:extLst>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3_Graphic">
    <p:spTree>
      <p:nvGrpSpPr>
        <p:cNvPr id="1" name=""/>
        <p:cNvGrpSpPr/>
        <p:nvPr/>
      </p:nvGrpSpPr>
      <p:grpSpPr>
        <a:xfrm>
          <a:off x="0" y="0"/>
          <a:ext cx="0" cy="0"/>
          <a:chOff x="0" y="0"/>
          <a:chExt cx="0" cy="0"/>
        </a:xfrm>
      </p:grpSpPr>
      <p:pic>
        <p:nvPicPr>
          <p:cNvPr id="4" name="Picture 3" descr="A picture containing bird, parrot&#10;&#10;Description automatically generated">
            <a:extLst>
              <a:ext uri="{FF2B5EF4-FFF2-40B4-BE49-F238E27FC236}">
                <a16:creationId xmlns:a16="http://schemas.microsoft.com/office/drawing/2014/main" id="{B6C67116-D23B-FFB4-4BF9-4EBB603DB725}"/>
              </a:ext>
            </a:extLst>
          </p:cNvPr>
          <p:cNvPicPr>
            <a:picLocks noChangeAspect="1"/>
          </p:cNvPicPr>
          <p:nvPr userDrawn="1"/>
        </p:nvPicPr>
        <p:blipFill rotWithShape="1">
          <a:blip r:embed="rId2" cstate="print">
            <a:alphaModFix amt="51000"/>
            <a:extLst>
              <a:ext uri="{28A0092B-C50C-407E-A947-70E740481C1C}">
                <a14:useLocalDpi xmlns:a14="http://schemas.microsoft.com/office/drawing/2010/main" val="0"/>
              </a:ext>
            </a:extLst>
          </a:blip>
          <a:srcRect l="34800" t="48489" r="8927" b="-491"/>
          <a:stretch/>
        </p:blipFill>
        <p:spPr>
          <a:xfrm rot="1200000" flipH="1">
            <a:off x="7572751" y="-710028"/>
            <a:ext cx="5701622" cy="2963787"/>
          </a:xfrm>
          <a:prstGeom prst="rect">
            <a:avLst/>
          </a:prstGeom>
        </p:spPr>
      </p:pic>
    </p:spTree>
    <p:extLst>
      <p:ext uri="{BB962C8B-B14F-4D97-AF65-F5344CB8AC3E}">
        <p14:creationId xmlns:p14="http://schemas.microsoft.com/office/powerpoint/2010/main" val="73758120"/>
      </p:ext>
    </p:extLst>
  </p:cSld>
  <p:clrMapOvr>
    <a:masterClrMapping/>
  </p:clrMapOvr>
  <p:transition>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4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a:alphaModFix amt="30000"/>
            <a:extLst>
              <a:ext uri="{28A0092B-C50C-407E-A947-70E740481C1C}">
                <a14:useLocalDpi xmlns:a14="http://schemas.microsoft.com/office/drawing/2010/main" val="0"/>
              </a:ext>
            </a:extLst>
          </a:blip>
          <a:srcRect l="-32952" r="32952"/>
          <a:stretch/>
        </p:blipFill>
        <p:spPr>
          <a:xfrm flipH="1">
            <a:off x="0" y="0"/>
            <a:ext cx="12192000" cy="6864626"/>
          </a:xfrm>
          <a:prstGeom prst="rect">
            <a:avLst/>
          </a:prstGeom>
        </p:spPr>
      </p:pic>
    </p:spTree>
    <p:extLst>
      <p:ext uri="{BB962C8B-B14F-4D97-AF65-F5344CB8AC3E}">
        <p14:creationId xmlns:p14="http://schemas.microsoft.com/office/powerpoint/2010/main" val="3052397255"/>
      </p:ext>
    </p:extLst>
  </p:cSld>
  <p:clrMapOvr>
    <a:masterClrMapping/>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10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a:alphaModFix amt="30000"/>
            <a:extLst>
              <a:ext uri="{28A0092B-C50C-407E-A947-70E740481C1C}">
                <a14:useLocalDpi xmlns:a14="http://schemas.microsoft.com/office/drawing/2010/main" val="0"/>
              </a:ext>
            </a:extLst>
          </a:blip>
          <a:srcRect l="-32952" r="32952"/>
          <a:stretch/>
        </p:blipFill>
        <p:spPr>
          <a:xfrm>
            <a:off x="0" y="0"/>
            <a:ext cx="12192000" cy="6864626"/>
          </a:xfrm>
          <a:prstGeom prst="rect">
            <a:avLst/>
          </a:prstGeom>
        </p:spPr>
      </p:pic>
    </p:spTree>
    <p:extLst>
      <p:ext uri="{BB962C8B-B14F-4D97-AF65-F5344CB8AC3E}">
        <p14:creationId xmlns:p14="http://schemas.microsoft.com/office/powerpoint/2010/main" val="2607684400"/>
      </p:ext>
    </p:extLst>
  </p:cSld>
  <p:clrMapOvr>
    <a:masterClrMapping/>
  </p:clrMapOvr>
  <p:transition>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21524" t="21453" r="44602" b="-2007"/>
          <a:stretch/>
        </p:blipFill>
        <p:spPr>
          <a:xfrm>
            <a:off x="7472516" y="0"/>
            <a:ext cx="4719484" cy="6312924"/>
          </a:xfrm>
          <a:prstGeom prst="rect">
            <a:avLst/>
          </a:prstGeom>
        </p:spPr>
      </p:pic>
    </p:spTree>
    <p:extLst>
      <p:ext uri="{BB962C8B-B14F-4D97-AF65-F5344CB8AC3E}">
        <p14:creationId xmlns:p14="http://schemas.microsoft.com/office/powerpoint/2010/main" val="1458093884"/>
      </p:ext>
    </p:extLst>
  </p:cSld>
  <p:clrMapOvr>
    <a:masterClrMapping/>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a:alphaModFix amt="40000"/>
            <a:extLst>
              <a:ext uri="{28A0092B-C50C-407E-A947-70E740481C1C}">
                <a14:useLocalDpi xmlns:a14="http://schemas.microsoft.com/office/drawing/2010/main" val="0"/>
              </a:ext>
            </a:extLst>
          </a:blip>
          <a:srcRect l="42486" t="-10652" r="7514" b="58201"/>
          <a:stretch/>
        </p:blipFill>
        <p:spPr>
          <a:xfrm>
            <a:off x="0" y="2473263"/>
            <a:ext cx="4316896" cy="4384737"/>
          </a:xfrm>
          <a:prstGeom prst="rect">
            <a:avLst/>
          </a:prstGeom>
        </p:spPr>
      </p:pic>
    </p:spTree>
    <p:extLst>
      <p:ext uri="{BB962C8B-B14F-4D97-AF65-F5344CB8AC3E}">
        <p14:creationId xmlns:p14="http://schemas.microsoft.com/office/powerpoint/2010/main" val="1442958257"/>
      </p:ext>
    </p:extLst>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8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64424" t="32792" r="-2343" b="-13640"/>
          <a:stretch/>
        </p:blipFill>
        <p:spPr>
          <a:xfrm>
            <a:off x="0" y="0"/>
            <a:ext cx="2840019" cy="5862918"/>
          </a:xfrm>
          <a:prstGeom prst="rect">
            <a:avLst/>
          </a:prstGeom>
        </p:spPr>
      </p:pic>
    </p:spTree>
    <p:extLst>
      <p:ext uri="{BB962C8B-B14F-4D97-AF65-F5344CB8AC3E}">
        <p14:creationId xmlns:p14="http://schemas.microsoft.com/office/powerpoint/2010/main" val="2488371117"/>
      </p:ext>
    </p:extLst>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9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66571" t="50000" r="-4490" b="-30848"/>
          <a:stretch/>
        </p:blipFill>
        <p:spPr>
          <a:xfrm>
            <a:off x="0" y="0"/>
            <a:ext cx="2840019" cy="5862918"/>
          </a:xfrm>
          <a:prstGeom prst="rect">
            <a:avLst/>
          </a:prstGeom>
        </p:spPr>
      </p:pic>
    </p:spTree>
    <p:extLst>
      <p:ext uri="{BB962C8B-B14F-4D97-AF65-F5344CB8AC3E}">
        <p14:creationId xmlns:p14="http://schemas.microsoft.com/office/powerpoint/2010/main" val="2968350393"/>
      </p:ext>
    </p:extLst>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1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66571" t="50000" r="-4490" b="-30848"/>
          <a:stretch/>
        </p:blipFill>
        <p:spPr>
          <a:xfrm flipH="1">
            <a:off x="9351981" y="0"/>
            <a:ext cx="2840019" cy="5862918"/>
          </a:xfrm>
          <a:prstGeom prst="rect">
            <a:avLst/>
          </a:prstGeom>
        </p:spPr>
      </p:pic>
    </p:spTree>
    <p:extLst>
      <p:ext uri="{BB962C8B-B14F-4D97-AF65-F5344CB8AC3E}">
        <p14:creationId xmlns:p14="http://schemas.microsoft.com/office/powerpoint/2010/main" val="1394969948"/>
      </p:ext>
    </p:extLst>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7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val="0"/>
              </a:ext>
            </a:extLst>
          </a:blip>
          <a:stretch>
            <a:fillRect/>
          </a:stretch>
        </p:blipFill>
        <p:spPr>
          <a:xfrm flipH="1">
            <a:off x="0" y="0"/>
            <a:ext cx="5671457" cy="3193277"/>
          </a:xfrm>
          <a:prstGeom prst="rect">
            <a:avLst/>
          </a:prstGeom>
        </p:spPr>
      </p:pic>
    </p:spTree>
    <p:extLst>
      <p:ext uri="{BB962C8B-B14F-4D97-AF65-F5344CB8AC3E}">
        <p14:creationId xmlns:p14="http://schemas.microsoft.com/office/powerpoint/2010/main" val="1029951644"/>
      </p:ext>
    </p:extLst>
  </p:cSld>
  <p:clrMapOvr>
    <a:masterClrMapping/>
  </p:clrMapOvr>
  <p:transition>
    <p:fade/>
  </p:transition>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6950548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6919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5347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cSld name="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23324189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339057"/>
            <a:ext cx="11018520" cy="430887"/>
          </a:xfrm>
        </p:spPr>
        <p:txBody>
          <a:bodyPr/>
          <a:lstStyle>
            <a:lvl1pPr>
              <a:defRPr sz="2800"/>
            </a:lvl1pPr>
          </a:lstStyle>
          <a:p>
            <a:r>
              <a:rPr lang="en-US"/>
              <a:t>Click to edit Master title style</a:t>
            </a:r>
          </a:p>
        </p:txBody>
      </p:sp>
    </p:spTree>
    <p:extLst>
      <p:ext uri="{BB962C8B-B14F-4D97-AF65-F5344CB8AC3E}">
        <p14:creationId xmlns:p14="http://schemas.microsoft.com/office/powerpoint/2010/main" val="32045601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222028" rtl="0" eaLnBrk="1" fontAlgn="base" latinLnBrk="0" hangingPunct="1">
                <a:lnSpc>
                  <a:spcPct val="100000"/>
                </a:lnSpc>
                <a:spcBef>
                  <a:spcPct val="0"/>
                </a:spcBef>
                <a:spcAft>
                  <a:spcPct val="0"/>
                </a:spcAft>
                <a:buClrTx/>
                <a:buSzTx/>
                <a:buFontTx/>
                <a:buNone/>
                <a:tabLst/>
                <a:defRPr/>
              </a:pPr>
              <a:endParaRPr kumimoji="0" lang="en-US" sz="476"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3" cstate="print">
              <a:alphaModFix/>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222028" rtl="0" eaLnBrk="1" fontAlgn="base" latinLnBrk="0" hangingPunct="1">
                <a:lnSpc>
                  <a:spcPct val="100000"/>
                </a:lnSpc>
                <a:spcBef>
                  <a:spcPct val="0"/>
                </a:spcBef>
                <a:spcAft>
                  <a:spcPct val="0"/>
                </a:spcAft>
                <a:buClrTx/>
                <a:buSzTx/>
                <a:buFontTx/>
                <a:buNone/>
                <a:tabLst/>
                <a:defRPr/>
              </a:pPr>
              <a:endParaRPr kumimoji="0" lang="en-US" sz="476" b="0" i="0" u="none" strike="noStrike" kern="1200" cap="none" spc="0" normalizeH="0" baseline="0" noProof="0">
                <a:ln>
                  <a:noFill/>
                </a:ln>
                <a:solidFill>
                  <a:srgbClr val="091F2C"/>
                </a:solidFill>
                <a:effectLst/>
                <a:uLnTx/>
                <a:uFillTx/>
                <a:latin typeface="Segoe UI"/>
                <a:ea typeface="+mn-ea"/>
                <a:cs typeface="Segoe UI" pitchFamily="34" charset="0"/>
              </a:endParaRPr>
            </a:p>
          </p:txBody>
        </p:sp>
      </p:grpSp>
    </p:spTree>
    <p:extLst>
      <p:ext uri="{BB962C8B-B14F-4D97-AF65-F5344CB8AC3E}">
        <p14:creationId xmlns:p14="http://schemas.microsoft.com/office/powerpoint/2010/main" val="2780744933"/>
      </p:ext>
    </p:extLst>
  </p:cSld>
  <p:clrMapOvr>
    <a:masterClrMapping/>
  </p:clrMapOvr>
  <p:transition>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p:cSld name="Demo slide">
    <p:bg>
      <p:bgPr>
        <a:solidFill>
          <a:srgbClr val="2A446F"/>
        </a:solidFill>
        <a:effectLst/>
      </p:bgPr>
    </p:bg>
    <p:spTree>
      <p:nvGrpSpPr>
        <p:cNvPr id="1" name=""/>
        <p:cNvGrpSpPr/>
        <p:nvPr/>
      </p:nvGrpSpPr>
      <p:grpSpPr>
        <a:xfrm>
          <a:off x="0" y="0"/>
          <a:ext cx="0" cy="0"/>
          <a:chOff x="0" y="0"/>
          <a:chExt cx="0" cy="0"/>
        </a:xfrm>
      </p:grpSpPr>
      <p:pic>
        <p:nvPicPr>
          <p:cNvPr id="4" name="Picture 3" descr="A colorful background with triangles&#10;&#10;Description automatically generated">
            <a:extLst>
              <a:ext uri="{FF2B5EF4-FFF2-40B4-BE49-F238E27FC236}">
                <a16:creationId xmlns:a16="http://schemas.microsoft.com/office/drawing/2014/main" id="{40EB3F15-C693-2441-74BA-3335074A8EE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ACE0D8"/>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76999"/>
          </a:xfrm>
          <a:noFill/>
        </p:spPr>
        <p:txBody>
          <a:bodyPr lIns="0" tIns="0" rIns="0" bIns="0">
            <a:spAutoFit/>
          </a:bodyPr>
          <a:lstStyle>
            <a:lvl1pPr marL="0" indent="0">
              <a:spcBef>
                <a:spcPts val="0"/>
              </a:spcBef>
              <a:spcAft>
                <a:spcPts val="0"/>
              </a:spcAft>
              <a:buFont typeface="Arial" panose="020B0604020202020204" pitchFamily="34" charset="0"/>
              <a:buNone/>
              <a:defRPr sz="18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666585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324779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668005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descr="A colorful background with triangles&#10;&#10;Description automatically generated">
            <a:extLst>
              <a:ext uri="{FF2B5EF4-FFF2-40B4-BE49-F238E27FC236}">
                <a16:creationId xmlns:a16="http://schemas.microsoft.com/office/drawing/2014/main" id="{217C0B9E-8B64-60FD-7477-6E9930BDDF3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ACE0D8"/>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699552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Picture 2" descr="Graphical user interface&#10;&#10;Description automatically generated">
            <a:extLst>
              <a:ext uri="{FF2B5EF4-FFF2-40B4-BE49-F238E27FC236}">
                <a16:creationId xmlns:a16="http://schemas.microsoft.com/office/drawing/2014/main" id="{61767209-4D4E-EDE3-DCAE-F7C6D0721788}"/>
              </a:ext>
            </a:extLst>
          </p:cNvPr>
          <p:cNvPicPr>
            <a:picLocks noChangeAspect="1"/>
          </p:cNvPicPr>
          <p:nvPr userDrawn="1"/>
        </p:nvPicPr>
        <p:blipFill>
          <a:blip r:embed="rId2" cstate="screen">
            <a:alphaModFix/>
            <a:duotone>
              <a:prstClr val="black"/>
              <a:schemeClr val="bg1">
                <a:tint val="45000"/>
                <a:satMod val="400000"/>
              </a:schemeClr>
            </a:duotone>
            <a:extLst>
              <a:ext uri="{BEBA8EAE-BF5A-486C-A8C5-ECC9F3942E4B}">
                <a14:imgProps xmlns:a14="http://schemas.microsoft.com/office/drawing/2010/main">
                  <a14:imgLayer r:embed="rId3">
                    <a14:imgEffect>
                      <a14:colorTemperature colorTemp="11500"/>
                    </a14:imgEffect>
                    <a14:imgEffect>
                      <a14:saturation sat="400000"/>
                    </a14:imgEffect>
                    <a14:imgEffect>
                      <a14:brightnessContrast bright="-100000"/>
                    </a14:imgEffect>
                  </a14:imgLayer>
                </a14:imgProps>
              </a:ext>
              <a:ext uri="{28A0092B-C50C-407E-A947-70E740481C1C}">
                <a14:useLocalDpi xmlns:a14="http://schemas.microsoft.com/office/drawing/2010/main"/>
              </a:ext>
            </a:extLst>
          </a:blip>
          <a:srcRect r="35447" b="13174"/>
          <a:stretch>
            <a:fillRect/>
          </a:stretch>
        </p:blipFill>
        <p:spPr>
          <a:xfrm>
            <a:off x="308694" y="317876"/>
            <a:ext cx="1605831" cy="703680"/>
          </a:xfrm>
          <a:prstGeom prst="rect">
            <a:avLst/>
          </a:prstGeom>
        </p:spPr>
      </p:pic>
    </p:spTree>
    <p:extLst>
      <p:ext uri="{BB962C8B-B14F-4D97-AF65-F5344CB8AC3E}">
        <p14:creationId xmlns:p14="http://schemas.microsoft.com/office/powerpoint/2010/main" val="29383970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cSld name="Title_Gradient_Dark Blue">
    <p:bg>
      <p:bgPr>
        <a:solidFill>
          <a:schemeClr val="bg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403E156-416A-78A4-E927-05953E6A98C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655" y="0"/>
            <a:ext cx="12188688" cy="6858000"/>
          </a:xfrm>
          <a:prstGeom prst="rect">
            <a:avLst/>
          </a:prstGeom>
        </p:spPr>
      </p:pic>
      <p:pic>
        <p:nvPicPr>
          <p:cNvPr id="11" name="Graphic 10">
            <a:extLst>
              <a:ext uri="{FF2B5EF4-FFF2-40B4-BE49-F238E27FC236}">
                <a16:creationId xmlns:a16="http://schemas.microsoft.com/office/drawing/2014/main" id="{B6052285-9AA3-E729-02F7-BE6405310F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200" y="585216"/>
            <a:ext cx="1216152" cy="259062"/>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338170"/>
            <a:ext cx="8193024" cy="1661993"/>
          </a:xfrm>
          <a:noFill/>
        </p:spPr>
        <p:txBody>
          <a:bodyPr wrap="square" lIns="0" tIns="0" rIns="0" bIns="0" anchor="b" anchorCtr="0">
            <a:spAutoFit/>
          </a:bodyPr>
          <a:lstStyle>
            <a:lvl1pPr>
              <a:lnSpc>
                <a:spcPct val="90000"/>
              </a:lnSpc>
              <a:defRPr sz="6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2737838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cSld name="1_Title_Gradient_Dark Blu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A649F3-A0C2-4A1D-DA0F-3F350CE3A11C}"/>
              </a:ext>
            </a:extLst>
          </p:cNvPr>
          <p:cNvPicPr>
            <a:picLocks noChangeAspect="1"/>
          </p:cNvPicPr>
          <p:nvPr/>
        </p:nvPicPr>
        <p:blipFill>
          <a:blip r:embed="rId2">
            <a:extLst>
              <a:ext uri="{BEBA8EAE-BF5A-486C-A8C5-ECC9F3942E4B}">
                <a14:imgProps xmlns:a14="http://schemas.microsoft.com/office/drawing/2010/main">
                  <a14:imgLayer r:embed="rId3">
                    <a14:imgEffect>
                      <a14:saturation sat="95000"/>
                    </a14:imgEffect>
                    <a14:imgEffect>
                      <a14:brightnessContrast bright="10000" contrast="-15000"/>
                    </a14:imgEffect>
                  </a14:imgLayer>
                </a14:imgProps>
              </a:ext>
            </a:extLst>
          </a:blip>
          <a:srcRect/>
          <a:stretch/>
        </p:blipFill>
        <p:spPr>
          <a:xfrm>
            <a:off x="0" y="0"/>
            <a:ext cx="12191999" cy="6857999"/>
          </a:xfrm>
          <a:prstGeom prst="rect">
            <a:avLst/>
          </a:prstGeom>
        </p:spPr>
      </p:pic>
      <p:pic>
        <p:nvPicPr>
          <p:cNvPr id="11" name="Graphic 10">
            <a:extLst>
              <a:ext uri="{FF2B5EF4-FFF2-40B4-BE49-F238E27FC236}">
                <a16:creationId xmlns:a16="http://schemas.microsoft.com/office/drawing/2014/main" id="{B6052285-9AA3-E729-02F7-BE6405310F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200" y="585216"/>
            <a:ext cx="1216152" cy="259062"/>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338170"/>
            <a:ext cx="8193024" cy="1661993"/>
          </a:xfrm>
          <a:noFill/>
        </p:spPr>
        <p:txBody>
          <a:bodyPr wrap="square" lIns="0" tIns="0" rIns="0" bIns="0" anchor="b" anchorCtr="0">
            <a:spAutoFit/>
          </a:bodyPr>
          <a:lstStyle>
            <a:lvl1pPr>
              <a:lnSpc>
                <a:spcPct val="90000"/>
              </a:lnSpc>
              <a:defRPr sz="6000" b="0" i="0" spc="-50" baseline="0">
                <a:solidFill>
                  <a:schemeClr val="tx2"/>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tx2"/>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321134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cSld name="Title_Photo">
    <p:bg>
      <p:bgPr>
        <a:solidFill>
          <a:schemeClr val="bg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403E156-416A-78A4-E927-05953E6A98CD}"/>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
                    </a14:imgEffect>
                  </a14:imgLayer>
                </a14:imgProps>
              </a:ext>
              <a:ext uri="{28A0092B-C50C-407E-A947-70E740481C1C}">
                <a14:useLocalDpi xmlns:a14="http://schemas.microsoft.com/office/drawing/2010/main"/>
              </a:ext>
            </a:extLst>
          </a:blip>
          <a:srcRect/>
          <a:stretch/>
        </p:blipFill>
        <p:spPr>
          <a:xfrm>
            <a:off x="1655" y="0"/>
            <a:ext cx="12188688" cy="6858000"/>
          </a:xfrm>
          <a:prstGeom prst="rect">
            <a:avLst/>
          </a:prstGeom>
        </p:spPr>
      </p:pic>
      <p:pic>
        <p:nvPicPr>
          <p:cNvPr id="11" name="Graphic 10">
            <a:extLst>
              <a:ext uri="{FF2B5EF4-FFF2-40B4-BE49-F238E27FC236}">
                <a16:creationId xmlns:a16="http://schemas.microsoft.com/office/drawing/2014/main" id="{B6052285-9AA3-E729-02F7-BE6405310F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200" y="585216"/>
            <a:ext cx="1216152" cy="259062"/>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338170"/>
            <a:ext cx="5526089" cy="1661993"/>
          </a:xfrm>
          <a:noFill/>
        </p:spPr>
        <p:txBody>
          <a:bodyPr wrap="square" lIns="0" tIns="0" rIns="0" bIns="0" anchor="b" anchorCtr="0">
            <a:spAutoFit/>
          </a:bodyPr>
          <a:lstStyle>
            <a:lvl1pPr>
              <a:lnSpc>
                <a:spcPct val="90000"/>
              </a:lnSpc>
              <a:defRPr sz="6000" b="0" i="0" spc="-50" baseline="0">
                <a:solidFill>
                  <a:schemeClr val="bg1"/>
                </a:solidFill>
                <a:latin typeface="+mn-lt"/>
                <a:cs typeface="Segoe UI" panose="020B0502040204020203" pitchFamily="34" charset="0"/>
              </a:defRPr>
            </a:lvl1pPr>
          </a:lstStyle>
          <a:p>
            <a:r>
              <a:rPr lang="en-US"/>
              <a:t>Presentation</a:t>
            </a:r>
            <a:br>
              <a:rPr lang="en-US"/>
            </a:br>
            <a:r>
              <a:rPr lang="en-US"/>
              <a:t>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5513958"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EA523042-24D9-0990-B0A2-F3227D559010}"/>
              </a:ext>
            </a:extLst>
          </p:cNvPr>
          <p:cNvSpPr>
            <a:spLocks noGrp="1"/>
          </p:cNvSpPr>
          <p:nvPr>
            <p:ph type="pic" sz="quarter" idx="15" hasCustomPrompt="1"/>
          </p:nvPr>
        </p:nvSpPr>
        <p:spPr bwMode="ltGray">
          <a:xfrm>
            <a:off x="6664256" y="579438"/>
            <a:ext cx="4937760" cy="5699124"/>
          </a:xfrm>
          <a:prstGeom prst="roundRect">
            <a:avLst>
              <a:gd name="adj" fmla="val 9740"/>
            </a:avLst>
          </a:prstGeom>
          <a:blipFill>
            <a:blip r:embed="rId5" cstate="print">
              <a:extLst>
                <a:ext uri="{28A0092B-C50C-407E-A947-70E740481C1C}">
                  <a14:useLocalDpi xmlns:a14="http://schemas.microsoft.com/office/drawing/2010/main"/>
                </a:ext>
              </a:extLst>
            </a:blip>
            <a:srcRect/>
            <a:stretch>
              <a:fillRect/>
            </a:stretch>
          </a:blipFill>
          <a:ln w="6350">
            <a:solidFill>
              <a:schemeClr val="tx1"/>
            </a:solidFill>
          </a:ln>
        </p:spPr>
        <p:txBody>
          <a:bodyPr lIns="0" tIns="0" rIns="0" bIns="1005840" anchor="ctr" anchorCtr="0">
            <a:noAutofit/>
          </a:bodyPr>
          <a:lstStyle>
            <a:lvl1pPr marL="0" indent="0" algn="ctr">
              <a:lnSpc>
                <a:spcPct val="100000"/>
              </a:lnSpc>
              <a:buNone/>
              <a:defRPr sz="1200" b="1">
                <a:solidFill>
                  <a:schemeClr val="tx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21173764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cSld name="3_Title_Gradient_Dark Blu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A649F3-A0C2-4A1D-DA0F-3F350CE3A11C}"/>
              </a:ext>
            </a:extLst>
          </p:cNvPr>
          <p:cNvPicPr>
            <a:picLocks noChangeAspect="1"/>
          </p:cNvPicPr>
          <p:nvPr/>
        </p:nvPicPr>
        <p:blipFill>
          <a:blip r:embed="rId2">
            <a:extLst>
              <a:ext uri="{BEBA8EAE-BF5A-486C-A8C5-ECC9F3942E4B}">
                <a14:imgProps xmlns:a14="http://schemas.microsoft.com/office/drawing/2010/main">
                  <a14:imgLayer r:embed="rId3">
                    <a14:imgEffect>
                      <a14:saturation sat="95000"/>
                    </a14:imgEffect>
                    <a14:imgEffect>
                      <a14:brightnessContrast bright="10000" contrast="-15000"/>
                    </a14:imgEffect>
                  </a14:imgLayer>
                </a14:imgProps>
              </a:ext>
            </a:extLst>
          </a:blip>
          <a:srcRect/>
          <a:stretch/>
        </p:blipFill>
        <p:spPr>
          <a:xfrm>
            <a:off x="0" y="0"/>
            <a:ext cx="12191999" cy="6857999"/>
          </a:xfrm>
          <a:prstGeom prst="rect">
            <a:avLst/>
          </a:prstGeom>
        </p:spPr>
      </p:pic>
      <p:pic>
        <p:nvPicPr>
          <p:cNvPr id="11" name="Graphic 10">
            <a:extLst>
              <a:ext uri="{FF2B5EF4-FFF2-40B4-BE49-F238E27FC236}">
                <a16:creationId xmlns:a16="http://schemas.microsoft.com/office/drawing/2014/main" id="{B6052285-9AA3-E729-02F7-BE6405310F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4200" y="585216"/>
            <a:ext cx="1216152" cy="259062"/>
          </a:xfrm>
          <a:prstGeom prst="rect">
            <a:avLst/>
          </a:prstGeom>
        </p:spPr>
      </p:pic>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8334371-3E47-1670-4322-90DCF99F12F0}"/>
              </a:ext>
            </a:extLst>
          </p:cNvPr>
          <p:cNvSpPr>
            <a:spLocks noGrp="1"/>
          </p:cNvSpPr>
          <p:nvPr>
            <p:ph type="pic" sz="quarter" idx="15" hasCustomPrompt="1"/>
          </p:nvPr>
        </p:nvSpPr>
        <p:spPr bwMode="ltGray">
          <a:xfrm>
            <a:off x="6664256" y="579438"/>
            <a:ext cx="4937760" cy="5699124"/>
          </a:xfrm>
          <a:prstGeom prst="roundRect">
            <a:avLst>
              <a:gd name="adj" fmla="val 9740"/>
            </a:avLst>
          </a:prstGeom>
          <a:blipFill>
            <a:blip r:embed="rId5" cstate="print">
              <a:extLst>
                <a:ext uri="{28A0092B-C50C-407E-A947-70E740481C1C}">
                  <a14:useLocalDpi xmlns:a14="http://schemas.microsoft.com/office/drawing/2010/main"/>
                </a:ext>
              </a:extLst>
            </a:blip>
            <a:srcRect/>
            <a:stretch>
              <a:fillRect/>
            </a:stretch>
          </a:blipFill>
          <a:ln w="6350">
            <a:solidFill>
              <a:srgbClr val="2A446F"/>
            </a:solidFill>
          </a:ln>
        </p:spPr>
        <p:txBody>
          <a:bodyPr lIns="0" tIns="0" rIns="0" bIns="1005840" anchor="ctr" anchorCtr="0">
            <a:noAutofit/>
          </a:bodyPr>
          <a:lstStyle>
            <a:lvl1pPr marL="0" indent="0" algn="ctr">
              <a:lnSpc>
                <a:spcPct val="100000"/>
              </a:lnSpc>
              <a:buNone/>
              <a:defRPr sz="1200" b="1">
                <a:solidFill>
                  <a:schemeClr val="tx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9" name="Title 1">
            <a:extLst>
              <a:ext uri="{FF2B5EF4-FFF2-40B4-BE49-F238E27FC236}">
                <a16:creationId xmlns:a16="http://schemas.microsoft.com/office/drawing/2014/main" id="{5BEC7F66-E12C-AF73-CDB0-532EFC89FA90}"/>
              </a:ext>
            </a:extLst>
          </p:cNvPr>
          <p:cNvSpPr>
            <a:spLocks noGrp="1"/>
          </p:cNvSpPr>
          <p:nvPr>
            <p:ph type="title" hasCustomPrompt="1"/>
          </p:nvPr>
        </p:nvSpPr>
        <p:spPr bwMode="white">
          <a:xfrm>
            <a:off x="569911" y="2338170"/>
            <a:ext cx="5526089" cy="1661993"/>
          </a:xfrm>
          <a:noFill/>
        </p:spPr>
        <p:txBody>
          <a:bodyPr wrap="square" lIns="0" tIns="0" rIns="0" bIns="0" anchor="b" anchorCtr="0">
            <a:spAutoFit/>
          </a:bodyPr>
          <a:lstStyle>
            <a:lvl1pPr>
              <a:lnSpc>
                <a:spcPct val="90000"/>
              </a:lnSpc>
              <a:defRPr sz="6000" b="0" i="0" spc="-50" baseline="0">
                <a:solidFill>
                  <a:schemeClr val="tx1"/>
                </a:solidFill>
                <a:latin typeface="+mn-lt"/>
                <a:cs typeface="Segoe UI" panose="020B0502040204020203" pitchFamily="34" charset="0"/>
              </a:defRPr>
            </a:lvl1pPr>
          </a:lstStyle>
          <a:p>
            <a:r>
              <a:rPr lang="en-US"/>
              <a:t>Presentation</a:t>
            </a:r>
            <a:br>
              <a:rPr lang="en-US"/>
            </a:br>
            <a:r>
              <a:rPr lang="en-US"/>
              <a:t>title</a:t>
            </a:r>
          </a:p>
        </p:txBody>
      </p:sp>
      <p:sp>
        <p:nvSpPr>
          <p:cNvPr id="10" name="Text Placeholder 4">
            <a:extLst>
              <a:ext uri="{FF2B5EF4-FFF2-40B4-BE49-F238E27FC236}">
                <a16:creationId xmlns:a16="http://schemas.microsoft.com/office/drawing/2014/main" id="{A4E6E5EA-96DF-BAF0-E495-B3DDBBF0221B}"/>
              </a:ext>
            </a:extLst>
          </p:cNvPr>
          <p:cNvSpPr>
            <a:spLocks noGrp="1"/>
          </p:cNvSpPr>
          <p:nvPr>
            <p:ph type="body" sz="quarter" idx="12" hasCustomPrompt="1"/>
          </p:nvPr>
        </p:nvSpPr>
        <p:spPr bwMode="white">
          <a:xfrm>
            <a:off x="582042" y="4215827"/>
            <a:ext cx="5513958"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832780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cSld name="Title_Photo_Accelerator_Light">
    <p:bg>
      <p:bgPr>
        <a:solidFill>
          <a:schemeClr val="bg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403E156-416A-78A4-E927-05953E6A98C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655" y="0"/>
            <a:ext cx="12188688" cy="6858000"/>
          </a:xfrm>
          <a:prstGeom prst="rect">
            <a:avLst/>
          </a:prstGeom>
        </p:spPr>
      </p:pic>
      <p:pic>
        <p:nvPicPr>
          <p:cNvPr id="11" name="Graphic 10">
            <a:extLst>
              <a:ext uri="{FF2B5EF4-FFF2-40B4-BE49-F238E27FC236}">
                <a16:creationId xmlns:a16="http://schemas.microsoft.com/office/drawing/2014/main" id="{B6052285-9AA3-E729-02F7-BE6405310F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200" y="585216"/>
            <a:ext cx="1216152" cy="259062"/>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1767008"/>
            <a:ext cx="5526089" cy="1661993"/>
          </a:xfrm>
          <a:noFill/>
        </p:spPr>
        <p:txBody>
          <a:bodyPr wrap="square" lIns="0" tIns="0" rIns="0" bIns="0" anchor="b" anchorCtr="0">
            <a:spAutoFit/>
          </a:bodyPr>
          <a:lstStyle>
            <a:lvl1pPr>
              <a:lnSpc>
                <a:spcPct val="90000"/>
              </a:lnSpc>
              <a:defRPr sz="6000" b="0" i="0" spc="-50" baseline="0">
                <a:solidFill>
                  <a:schemeClr val="bg1"/>
                </a:solidFill>
                <a:latin typeface="+mn-lt"/>
                <a:cs typeface="Segoe UI" panose="020B0502040204020203" pitchFamily="34" charset="0"/>
              </a:defRPr>
            </a:lvl1pPr>
          </a:lstStyle>
          <a:p>
            <a:r>
              <a:rPr lang="en-US"/>
              <a:t>Presentation</a:t>
            </a:r>
            <a:br>
              <a:rPr lang="en-US"/>
            </a:br>
            <a:r>
              <a:rPr lang="en-US"/>
              <a:t>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3644664"/>
            <a:ext cx="5513958"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6" name="Rectangle 5">
            <a:extLst>
              <a:ext uri="{FF2B5EF4-FFF2-40B4-BE49-F238E27FC236}">
                <a16:creationId xmlns:a16="http://schemas.microsoft.com/office/drawing/2014/main" id="{8BFD94B1-6E48-F942-C746-02B13A53F7D1}"/>
              </a:ext>
              <a:ext uri="{C183D7F6-B498-43B3-948B-1728B52AA6E4}">
                <adec:decorative xmlns:adec="http://schemas.microsoft.com/office/drawing/2017/decorative" val="1"/>
              </a:ext>
            </a:extLst>
          </p:cNvPr>
          <p:cNvSpPr/>
          <p:nvPr/>
        </p:nvSpPr>
        <p:spPr bwMode="auto">
          <a:xfrm>
            <a:off x="0" y="4202114"/>
            <a:ext cx="12192000" cy="2655886"/>
          </a:xfrm>
          <a:prstGeom prst="rect">
            <a:avLst/>
          </a:prstGeom>
          <a:gradFill flip="none" rotWithShape="1">
            <a:gsLst>
              <a:gs pos="0">
                <a:srgbClr val="E2E2E0"/>
              </a:gs>
              <a:gs pos="100000">
                <a:srgbClr val="E2E2E0">
                  <a:alpha val="60000"/>
                </a:srgbClr>
              </a:gs>
            </a:gsLst>
            <a:lin ang="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EA523042-24D9-0990-B0A2-F3227D559010}"/>
              </a:ext>
            </a:extLst>
          </p:cNvPr>
          <p:cNvSpPr>
            <a:spLocks noGrp="1"/>
          </p:cNvSpPr>
          <p:nvPr>
            <p:ph type="pic" sz="quarter" idx="15" hasCustomPrompt="1"/>
          </p:nvPr>
        </p:nvSpPr>
        <p:spPr bwMode="ltGray">
          <a:xfrm>
            <a:off x="6664256" y="579438"/>
            <a:ext cx="4937760" cy="5699124"/>
          </a:xfrm>
          <a:prstGeom prst="roundRect">
            <a:avLst>
              <a:gd name="adj" fmla="val 9740"/>
            </a:avLst>
          </a:prstGeom>
          <a:blipFill>
            <a:blip r:embed="rId4" cstate="print">
              <a:extLst>
                <a:ext uri="{28A0092B-C50C-407E-A947-70E740481C1C}">
                  <a14:useLocalDpi xmlns:a14="http://schemas.microsoft.com/office/drawing/2010/main"/>
                </a:ext>
              </a:extLst>
            </a:blip>
            <a:srcRect/>
            <a:stretch>
              <a:fillRect/>
            </a:stretch>
          </a:blipFill>
          <a:ln w="6350">
            <a:solidFill>
              <a:schemeClr val="tx1"/>
            </a:solidFill>
          </a:ln>
        </p:spPr>
        <p:txBody>
          <a:bodyPr lIns="0" tIns="0" rIns="0" bIns="1005840" anchor="ctr" anchorCtr="0">
            <a:noAutofit/>
          </a:bodyPr>
          <a:lstStyle>
            <a:lvl1pPr marL="0" indent="0" algn="ctr">
              <a:lnSpc>
                <a:spcPct val="100000"/>
              </a:lnSpc>
              <a:buNone/>
              <a:defRPr sz="1200" b="1">
                <a:solidFill>
                  <a:schemeClr val="tx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
        <p:nvSpPr>
          <p:cNvPr id="9" name="Text Placeholder 8">
            <a:extLst>
              <a:ext uri="{FF2B5EF4-FFF2-40B4-BE49-F238E27FC236}">
                <a16:creationId xmlns:a16="http://schemas.microsoft.com/office/drawing/2014/main" id="{9C354A84-627B-50A9-2A2E-69A1696F1FF0}"/>
              </a:ext>
            </a:extLst>
          </p:cNvPr>
          <p:cNvSpPr>
            <a:spLocks noGrp="1"/>
          </p:cNvSpPr>
          <p:nvPr>
            <p:ph type="body" sz="quarter" idx="16" hasCustomPrompt="1"/>
          </p:nvPr>
        </p:nvSpPr>
        <p:spPr>
          <a:xfrm>
            <a:off x="581025" y="4480560"/>
            <a:ext cx="1828800" cy="320040"/>
          </a:xfrm>
          <a:prstGeom prst="roundRect">
            <a:avLst>
              <a:gd name="adj" fmla="val 50000"/>
            </a:avLst>
          </a:prstGeom>
          <a:solidFill>
            <a:schemeClr val="tx2"/>
          </a:solidFill>
        </p:spPr>
        <p:txBody>
          <a:bodyPr wrap="none" lIns="137160" tIns="45720" rIns="137160" bIns="45720" anchor="ctr" anchorCtr="0">
            <a:noAutofit/>
          </a:bodyPr>
          <a:lstStyle>
            <a:lvl1pPr algn="ctr">
              <a:buNone/>
              <a:defRPr sz="1200">
                <a:latin typeface="+mn-lt"/>
              </a:defRPr>
            </a:lvl1pPr>
          </a:lstStyle>
          <a:p>
            <a:pPr lvl="0"/>
            <a:r>
              <a:rPr lang="en-US"/>
              <a:t>Product name</a:t>
            </a:r>
          </a:p>
        </p:txBody>
      </p:sp>
      <p:sp>
        <p:nvSpPr>
          <p:cNvPr id="12" name="Text Placeholder 8">
            <a:extLst>
              <a:ext uri="{FF2B5EF4-FFF2-40B4-BE49-F238E27FC236}">
                <a16:creationId xmlns:a16="http://schemas.microsoft.com/office/drawing/2014/main" id="{C68297D2-65B9-6848-0092-022154C12863}"/>
              </a:ext>
            </a:extLst>
          </p:cNvPr>
          <p:cNvSpPr>
            <a:spLocks noGrp="1"/>
          </p:cNvSpPr>
          <p:nvPr>
            <p:ph type="body" sz="quarter" idx="17" hasCustomPrompt="1"/>
          </p:nvPr>
        </p:nvSpPr>
        <p:spPr>
          <a:xfrm>
            <a:off x="581025" y="4937760"/>
            <a:ext cx="1828800" cy="320040"/>
          </a:xfrm>
          <a:prstGeom prst="roundRect">
            <a:avLst>
              <a:gd name="adj" fmla="val 50000"/>
            </a:avLst>
          </a:prstGeom>
          <a:solidFill>
            <a:schemeClr val="tx2"/>
          </a:solidFill>
        </p:spPr>
        <p:txBody>
          <a:bodyPr wrap="none" lIns="137160" tIns="45720" rIns="137160" bIns="45720" anchor="ctr" anchorCtr="0">
            <a:noAutofit/>
          </a:bodyPr>
          <a:lstStyle>
            <a:lvl1pPr algn="ctr">
              <a:buNone/>
              <a:defRPr sz="1200">
                <a:latin typeface="+mn-lt"/>
              </a:defRPr>
            </a:lvl1pPr>
          </a:lstStyle>
          <a:p>
            <a:pPr lvl="0"/>
            <a:r>
              <a:rPr lang="en-US"/>
              <a:t>Product name</a:t>
            </a:r>
          </a:p>
        </p:txBody>
      </p:sp>
      <p:sp>
        <p:nvSpPr>
          <p:cNvPr id="13" name="Text Placeholder 8">
            <a:extLst>
              <a:ext uri="{FF2B5EF4-FFF2-40B4-BE49-F238E27FC236}">
                <a16:creationId xmlns:a16="http://schemas.microsoft.com/office/drawing/2014/main" id="{6CC20F48-C7AF-B849-697E-26BCEE912594}"/>
              </a:ext>
            </a:extLst>
          </p:cNvPr>
          <p:cNvSpPr>
            <a:spLocks noGrp="1"/>
          </p:cNvSpPr>
          <p:nvPr>
            <p:ph type="body" sz="quarter" idx="18" hasCustomPrompt="1"/>
          </p:nvPr>
        </p:nvSpPr>
        <p:spPr>
          <a:xfrm>
            <a:off x="581025" y="5394960"/>
            <a:ext cx="1828800" cy="320040"/>
          </a:xfrm>
          <a:prstGeom prst="roundRect">
            <a:avLst>
              <a:gd name="adj" fmla="val 50000"/>
            </a:avLst>
          </a:prstGeom>
          <a:solidFill>
            <a:schemeClr val="tx2"/>
          </a:solidFill>
        </p:spPr>
        <p:txBody>
          <a:bodyPr wrap="none" lIns="137160" tIns="45720" rIns="137160" bIns="45720" anchor="ctr" anchorCtr="0">
            <a:noAutofit/>
          </a:bodyPr>
          <a:lstStyle>
            <a:lvl1pPr algn="ctr">
              <a:buNone/>
              <a:defRPr sz="1200">
                <a:latin typeface="+mn-lt"/>
              </a:defRPr>
            </a:lvl1pPr>
          </a:lstStyle>
          <a:p>
            <a:pPr lvl="0"/>
            <a:r>
              <a:rPr lang="en-US"/>
              <a:t>Product name</a:t>
            </a:r>
          </a:p>
        </p:txBody>
      </p:sp>
    </p:spTree>
    <p:extLst>
      <p:ext uri="{BB962C8B-B14F-4D97-AF65-F5344CB8AC3E}">
        <p14:creationId xmlns:p14="http://schemas.microsoft.com/office/powerpoint/2010/main" val="108091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cSld name="Title_Photo_Accelerator_Dark">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A649F3-A0C2-4A1D-DA0F-3F350CE3A11C}"/>
              </a:ext>
            </a:extLst>
          </p:cNvPr>
          <p:cNvPicPr>
            <a:picLocks noChangeAspect="1"/>
          </p:cNvPicPr>
          <p:nvPr/>
        </p:nvPicPr>
        <p:blipFill>
          <a:blip r:embed="rId2">
            <a:extLst>
              <a:ext uri="{BEBA8EAE-BF5A-486C-A8C5-ECC9F3942E4B}">
                <a14:imgProps xmlns:a14="http://schemas.microsoft.com/office/drawing/2010/main">
                  <a14:imgLayer r:embed="rId3">
                    <a14:imgEffect>
                      <a14:saturation sat="95000"/>
                    </a14:imgEffect>
                    <a14:imgEffect>
                      <a14:brightnessContrast bright="10000" contrast="-15000"/>
                    </a14:imgEffect>
                  </a14:imgLayer>
                </a14:imgProps>
              </a:ext>
            </a:extLst>
          </a:blip>
          <a:srcRect/>
          <a:stretch/>
        </p:blipFill>
        <p:spPr>
          <a:xfrm>
            <a:off x="0" y="0"/>
            <a:ext cx="12191999" cy="6857999"/>
          </a:xfrm>
          <a:prstGeom prst="rect">
            <a:avLst/>
          </a:prstGeom>
        </p:spPr>
      </p:pic>
      <p:sp>
        <p:nvSpPr>
          <p:cNvPr id="5" name="Rectangle 4">
            <a:extLst>
              <a:ext uri="{FF2B5EF4-FFF2-40B4-BE49-F238E27FC236}">
                <a16:creationId xmlns:a16="http://schemas.microsoft.com/office/drawing/2014/main" id="{C9E525D3-7C85-CD79-A689-DAD3AF6D2B9B}"/>
              </a:ext>
              <a:ext uri="{C183D7F6-B498-43B3-948B-1728B52AA6E4}">
                <adec:decorative xmlns:adec="http://schemas.microsoft.com/office/drawing/2017/decorative" val="1"/>
              </a:ext>
            </a:extLst>
          </p:cNvPr>
          <p:cNvSpPr/>
          <p:nvPr/>
        </p:nvSpPr>
        <p:spPr bwMode="auto">
          <a:xfrm>
            <a:off x="0" y="4202113"/>
            <a:ext cx="12192000" cy="2655887"/>
          </a:xfrm>
          <a:prstGeom prst="rect">
            <a:avLst/>
          </a:prstGeom>
          <a:gradFill flip="none" rotWithShape="1">
            <a:gsLst>
              <a:gs pos="0">
                <a:srgbClr val="0B0E28"/>
              </a:gs>
              <a:gs pos="100000">
                <a:srgbClr val="0B0E28">
                  <a:alpha val="60000"/>
                </a:srgbClr>
              </a:gs>
            </a:gsLst>
            <a:lin ang="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8159CA9C-C1C3-2576-9DC7-34CFD2760AE5}"/>
              </a:ext>
            </a:extLst>
          </p:cNvPr>
          <p:cNvSpPr>
            <a:spLocks noGrp="1"/>
          </p:cNvSpPr>
          <p:nvPr>
            <p:ph type="pic" sz="quarter" idx="15" hasCustomPrompt="1"/>
          </p:nvPr>
        </p:nvSpPr>
        <p:spPr bwMode="ltGray">
          <a:xfrm>
            <a:off x="6664256" y="579438"/>
            <a:ext cx="4937760" cy="5699124"/>
          </a:xfrm>
          <a:prstGeom prst="roundRect">
            <a:avLst>
              <a:gd name="adj" fmla="val 9740"/>
            </a:avLst>
          </a:prstGeom>
          <a:blipFill>
            <a:blip r:embed="rId4" cstate="print">
              <a:extLst>
                <a:ext uri="{28A0092B-C50C-407E-A947-70E740481C1C}">
                  <a14:useLocalDpi xmlns:a14="http://schemas.microsoft.com/office/drawing/2010/main"/>
                </a:ext>
              </a:extLst>
            </a:blip>
            <a:srcRect/>
            <a:stretch>
              <a:fillRect/>
            </a:stretch>
          </a:blipFill>
          <a:ln w="6350">
            <a:solidFill>
              <a:srgbClr val="2A446F"/>
            </a:solidFill>
          </a:ln>
        </p:spPr>
        <p:txBody>
          <a:bodyPr lIns="0" tIns="0" rIns="0" bIns="1005840" anchor="ctr" anchorCtr="0">
            <a:noAutofit/>
          </a:bodyPr>
          <a:lstStyle>
            <a:lvl1pPr marL="0" indent="0" algn="ctr">
              <a:lnSpc>
                <a:spcPct val="100000"/>
              </a:lnSpc>
              <a:buNone/>
              <a:defRPr sz="1200" b="1">
                <a:solidFill>
                  <a:schemeClr val="tx1"/>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11" name="Graphic 10">
            <a:extLst>
              <a:ext uri="{FF2B5EF4-FFF2-40B4-BE49-F238E27FC236}">
                <a16:creationId xmlns:a16="http://schemas.microsoft.com/office/drawing/2014/main" id="{B6052285-9AA3-E729-02F7-BE6405310F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4200" y="585216"/>
            <a:ext cx="1216152" cy="259062"/>
          </a:xfrm>
          <a:prstGeom prst="rect">
            <a:avLst/>
          </a:prstGeom>
        </p:spPr>
      </p:pic>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2"/>
                </a:solidFill>
                <a:latin typeface="+mn-lt"/>
                <a:cs typeface="Segoe UI" panose="020B0502040204020203" pitchFamily="34" charset="0"/>
              </a:defRPr>
            </a:lvl1pPr>
          </a:lstStyle>
          <a:p>
            <a:pPr lvl="0"/>
            <a:r>
              <a:rPr lang="en-US"/>
              <a:t>Microsoft confidential</a:t>
            </a:r>
          </a:p>
        </p:txBody>
      </p:sp>
      <p:sp>
        <p:nvSpPr>
          <p:cNvPr id="9" name="Title 1">
            <a:extLst>
              <a:ext uri="{FF2B5EF4-FFF2-40B4-BE49-F238E27FC236}">
                <a16:creationId xmlns:a16="http://schemas.microsoft.com/office/drawing/2014/main" id="{72765DCB-0316-1947-8C23-F26313029FFF}"/>
              </a:ext>
            </a:extLst>
          </p:cNvPr>
          <p:cNvSpPr>
            <a:spLocks noGrp="1"/>
          </p:cNvSpPr>
          <p:nvPr>
            <p:ph type="title" hasCustomPrompt="1"/>
          </p:nvPr>
        </p:nvSpPr>
        <p:spPr bwMode="white">
          <a:xfrm>
            <a:off x="569911" y="1767008"/>
            <a:ext cx="5526089" cy="1661993"/>
          </a:xfrm>
          <a:noFill/>
        </p:spPr>
        <p:txBody>
          <a:bodyPr wrap="square" lIns="0" tIns="0" rIns="0" bIns="0" anchor="b" anchorCtr="0">
            <a:spAutoFit/>
          </a:bodyPr>
          <a:lstStyle>
            <a:lvl1pPr>
              <a:lnSpc>
                <a:spcPct val="90000"/>
              </a:lnSpc>
              <a:defRPr sz="6000" b="0" i="0" spc="-50" baseline="0">
                <a:solidFill>
                  <a:schemeClr val="tx1"/>
                </a:solidFill>
                <a:latin typeface="+mn-lt"/>
                <a:cs typeface="Segoe UI" panose="020B0502040204020203" pitchFamily="34" charset="0"/>
              </a:defRPr>
            </a:lvl1pPr>
          </a:lstStyle>
          <a:p>
            <a:r>
              <a:rPr lang="en-US"/>
              <a:t>Presentation</a:t>
            </a:r>
            <a:br>
              <a:rPr lang="en-US"/>
            </a:br>
            <a:r>
              <a:rPr lang="en-US"/>
              <a:t>title</a:t>
            </a:r>
          </a:p>
        </p:txBody>
      </p:sp>
      <p:sp>
        <p:nvSpPr>
          <p:cNvPr id="10" name="Text Placeholder 4">
            <a:extLst>
              <a:ext uri="{FF2B5EF4-FFF2-40B4-BE49-F238E27FC236}">
                <a16:creationId xmlns:a16="http://schemas.microsoft.com/office/drawing/2014/main" id="{29461582-A5F7-966D-24F9-2801372832BA}"/>
              </a:ext>
            </a:extLst>
          </p:cNvPr>
          <p:cNvSpPr>
            <a:spLocks noGrp="1"/>
          </p:cNvSpPr>
          <p:nvPr>
            <p:ph type="body" sz="quarter" idx="12" hasCustomPrompt="1"/>
          </p:nvPr>
        </p:nvSpPr>
        <p:spPr bwMode="white">
          <a:xfrm>
            <a:off x="582042" y="3644664"/>
            <a:ext cx="5513958"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12" name="Text Placeholder 8">
            <a:extLst>
              <a:ext uri="{FF2B5EF4-FFF2-40B4-BE49-F238E27FC236}">
                <a16:creationId xmlns:a16="http://schemas.microsoft.com/office/drawing/2014/main" id="{AB946A89-A357-10CE-0A97-22305F658FDB}"/>
              </a:ext>
            </a:extLst>
          </p:cNvPr>
          <p:cNvSpPr>
            <a:spLocks noGrp="1"/>
          </p:cNvSpPr>
          <p:nvPr>
            <p:ph type="body" sz="quarter" idx="16" hasCustomPrompt="1"/>
          </p:nvPr>
        </p:nvSpPr>
        <p:spPr>
          <a:xfrm>
            <a:off x="581025" y="4480560"/>
            <a:ext cx="1828800" cy="320040"/>
          </a:xfrm>
          <a:prstGeom prst="roundRect">
            <a:avLst>
              <a:gd name="adj" fmla="val 50000"/>
            </a:avLst>
          </a:prstGeom>
          <a:solidFill>
            <a:schemeClr val="accent5"/>
          </a:solidFill>
        </p:spPr>
        <p:txBody>
          <a:bodyPr wrap="none" lIns="137160" tIns="45720" rIns="137160" bIns="45720" anchor="ctr" anchorCtr="0">
            <a:noAutofit/>
          </a:bodyPr>
          <a:lstStyle>
            <a:lvl1pPr algn="ctr">
              <a:buNone/>
              <a:defRPr sz="1200">
                <a:solidFill>
                  <a:schemeClr val="tx1"/>
                </a:solidFill>
                <a:latin typeface="+mn-lt"/>
              </a:defRPr>
            </a:lvl1pPr>
          </a:lstStyle>
          <a:p>
            <a:pPr lvl="0"/>
            <a:r>
              <a:rPr lang="en-US"/>
              <a:t>Product name</a:t>
            </a:r>
          </a:p>
        </p:txBody>
      </p:sp>
      <p:sp>
        <p:nvSpPr>
          <p:cNvPr id="13" name="Text Placeholder 8">
            <a:extLst>
              <a:ext uri="{FF2B5EF4-FFF2-40B4-BE49-F238E27FC236}">
                <a16:creationId xmlns:a16="http://schemas.microsoft.com/office/drawing/2014/main" id="{970E6483-FD8F-9590-7F4B-E280B75E448E}"/>
              </a:ext>
            </a:extLst>
          </p:cNvPr>
          <p:cNvSpPr>
            <a:spLocks noGrp="1"/>
          </p:cNvSpPr>
          <p:nvPr>
            <p:ph type="body" sz="quarter" idx="17" hasCustomPrompt="1"/>
          </p:nvPr>
        </p:nvSpPr>
        <p:spPr>
          <a:xfrm>
            <a:off x="581025" y="4937760"/>
            <a:ext cx="1828800" cy="320040"/>
          </a:xfrm>
          <a:prstGeom prst="roundRect">
            <a:avLst>
              <a:gd name="adj" fmla="val 50000"/>
            </a:avLst>
          </a:prstGeom>
          <a:solidFill>
            <a:schemeClr val="accent5"/>
          </a:solidFill>
        </p:spPr>
        <p:txBody>
          <a:bodyPr wrap="none" lIns="137160" tIns="45720" rIns="137160" bIns="45720" anchor="ctr" anchorCtr="0">
            <a:noAutofit/>
          </a:bodyPr>
          <a:lstStyle>
            <a:lvl1pPr algn="ctr">
              <a:buNone/>
              <a:defRPr sz="1200">
                <a:solidFill>
                  <a:schemeClr val="tx1"/>
                </a:solidFill>
                <a:latin typeface="+mn-lt"/>
              </a:defRPr>
            </a:lvl1pPr>
          </a:lstStyle>
          <a:p>
            <a:pPr lvl="0"/>
            <a:r>
              <a:rPr lang="en-US"/>
              <a:t>Product name</a:t>
            </a:r>
          </a:p>
        </p:txBody>
      </p:sp>
      <p:sp>
        <p:nvSpPr>
          <p:cNvPr id="14" name="Text Placeholder 8">
            <a:extLst>
              <a:ext uri="{FF2B5EF4-FFF2-40B4-BE49-F238E27FC236}">
                <a16:creationId xmlns:a16="http://schemas.microsoft.com/office/drawing/2014/main" id="{545412AB-DDB2-C496-2B34-14FA05606728}"/>
              </a:ext>
            </a:extLst>
          </p:cNvPr>
          <p:cNvSpPr>
            <a:spLocks noGrp="1"/>
          </p:cNvSpPr>
          <p:nvPr>
            <p:ph type="body" sz="quarter" idx="18" hasCustomPrompt="1"/>
          </p:nvPr>
        </p:nvSpPr>
        <p:spPr>
          <a:xfrm>
            <a:off x="581025" y="5394960"/>
            <a:ext cx="1828800" cy="320040"/>
          </a:xfrm>
          <a:prstGeom prst="roundRect">
            <a:avLst>
              <a:gd name="adj" fmla="val 50000"/>
            </a:avLst>
          </a:prstGeom>
          <a:solidFill>
            <a:schemeClr val="accent5"/>
          </a:solidFill>
        </p:spPr>
        <p:txBody>
          <a:bodyPr wrap="none" lIns="137160" tIns="45720" rIns="137160" bIns="45720" anchor="ctr" anchorCtr="0">
            <a:noAutofit/>
          </a:bodyPr>
          <a:lstStyle>
            <a:lvl1pPr algn="ctr">
              <a:buNone/>
              <a:defRPr sz="1200">
                <a:solidFill>
                  <a:schemeClr val="tx1"/>
                </a:solidFill>
                <a:latin typeface="+mn-lt"/>
              </a:defRPr>
            </a:lvl1pPr>
          </a:lstStyle>
          <a:p>
            <a:pPr lvl="0"/>
            <a:r>
              <a:rPr lang="en-US"/>
              <a:t>Product name</a:t>
            </a:r>
          </a:p>
        </p:txBody>
      </p:sp>
    </p:spTree>
    <p:extLst>
      <p:ext uri="{BB962C8B-B14F-4D97-AF65-F5344CB8AC3E}">
        <p14:creationId xmlns:p14="http://schemas.microsoft.com/office/powerpoint/2010/main" val="2993074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cSld name="Blank_with Large Header">
    <p:bg>
      <p:bgPr>
        <a:solidFill>
          <a:srgbClr val="E2E2E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4" y="580452"/>
            <a:ext cx="6303076" cy="1661993"/>
          </a:xfrm>
        </p:spPr>
        <p:txBody>
          <a:bodyPr/>
          <a:lstStyle>
            <a:lvl1pPr>
              <a:lnSpc>
                <a:spcPct val="90000"/>
              </a:lnSpc>
              <a:defRPr sz="6000" b="0" i="0">
                <a:solidFill>
                  <a:schemeClr val="bg1"/>
                </a:solidFill>
                <a:latin typeface="+mn-lt"/>
                <a:cs typeface="Segoe UI Semibold" panose="020B0502040204020203" pitchFamily="34" charset="0"/>
              </a:defRPr>
            </a:lvl1pPr>
          </a:lstStyle>
          <a:p>
            <a:r>
              <a:rPr lang="en-US"/>
              <a:t>Click to edit Master title style</a:t>
            </a:r>
          </a:p>
        </p:txBody>
      </p:sp>
      <p:grpSp>
        <p:nvGrpSpPr>
          <p:cNvPr id="5" name="Graphic 2">
            <a:extLst>
              <a:ext uri="{FF2B5EF4-FFF2-40B4-BE49-F238E27FC236}">
                <a16:creationId xmlns:a16="http://schemas.microsoft.com/office/drawing/2014/main" id="{0D9FD6C3-B22A-7B13-D2C8-678465B97BBD}"/>
              </a:ext>
            </a:extLst>
          </p:cNvPr>
          <p:cNvGrpSpPr/>
          <p:nvPr/>
        </p:nvGrpSpPr>
        <p:grpSpPr>
          <a:xfrm>
            <a:off x="11307688" y="6273800"/>
            <a:ext cx="292175" cy="292175"/>
            <a:chOff x="11116733" y="5843016"/>
            <a:chExt cx="292175" cy="292175"/>
          </a:xfrm>
          <a:solidFill>
            <a:schemeClr val="bg1"/>
          </a:solidFill>
        </p:grpSpPr>
        <p:sp>
          <p:nvSpPr>
            <p:cNvPr id="6" name="Rectangle 5">
              <a:extLst>
                <a:ext uri="{FF2B5EF4-FFF2-40B4-BE49-F238E27FC236}">
                  <a16:creationId xmlns:a16="http://schemas.microsoft.com/office/drawing/2014/main" id="{A702FE0F-2F5D-C0A3-3222-A70982B59E3A}"/>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E1521F6-0560-53C6-8C9E-9499F55BC801}"/>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3384E31E-F633-3F53-D69D-C31FD03AD0A3}"/>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3717024-E653-10B6-F162-CCD8A03409F5}"/>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1" name="Footer Placeholder 1">
            <a:extLst>
              <a:ext uri="{FF2B5EF4-FFF2-40B4-BE49-F238E27FC236}">
                <a16:creationId xmlns:a16="http://schemas.microsoft.com/office/drawing/2014/main" id="{B168A164-1963-9A4B-9A29-CAA6B7B5B770}"/>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21486437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cSld name="7_Blank_with Large Header">
    <p:bg>
      <p:bgPr>
        <a:solidFill>
          <a:srgbClr val="E2E2E0"/>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73348E8D-4872-1FB1-821A-C7205F8687C8}"/>
              </a:ext>
            </a:extLst>
          </p:cNvPr>
          <p:cNvPicPr>
            <a:picLocks noChangeAspect="1"/>
          </p:cNvPicPr>
          <p:nvPr/>
        </p:nvPicPr>
        <p:blipFill>
          <a:blip r:embed="rId2"/>
          <a:srcRect/>
          <a:stretch/>
        </p:blipFill>
        <p:spPr>
          <a:xfrm>
            <a:off x="232" y="0"/>
            <a:ext cx="12191535" cy="6858000"/>
          </a:xfrm>
          <a:prstGeom prst="rect">
            <a:avLst/>
          </a:prstGeom>
        </p:spPr>
      </p:pic>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4" y="580452"/>
            <a:ext cx="6303076" cy="1661993"/>
          </a:xfrm>
        </p:spPr>
        <p:txBody>
          <a:bodyPr/>
          <a:lstStyle>
            <a:lvl1pPr>
              <a:lnSpc>
                <a:spcPct val="90000"/>
              </a:lnSpc>
              <a:defRPr sz="6000" b="0" i="0">
                <a:solidFill>
                  <a:schemeClr val="bg1"/>
                </a:solidFill>
                <a:latin typeface="+mn-lt"/>
                <a:cs typeface="Segoe UI Semibold" panose="020B0502040204020203" pitchFamily="34" charset="0"/>
              </a:defRPr>
            </a:lvl1pPr>
          </a:lstStyle>
          <a:p>
            <a:r>
              <a:rPr lang="en-US"/>
              <a:t>Click to edit Master title style</a:t>
            </a:r>
          </a:p>
        </p:txBody>
      </p:sp>
      <p:grpSp>
        <p:nvGrpSpPr>
          <p:cNvPr id="5" name="Graphic 2">
            <a:extLst>
              <a:ext uri="{FF2B5EF4-FFF2-40B4-BE49-F238E27FC236}">
                <a16:creationId xmlns:a16="http://schemas.microsoft.com/office/drawing/2014/main" id="{0D9FD6C3-B22A-7B13-D2C8-678465B97BBD}"/>
              </a:ext>
            </a:extLst>
          </p:cNvPr>
          <p:cNvGrpSpPr/>
          <p:nvPr/>
        </p:nvGrpSpPr>
        <p:grpSpPr>
          <a:xfrm>
            <a:off x="11307688" y="6273800"/>
            <a:ext cx="292175" cy="292175"/>
            <a:chOff x="11116733" y="5843016"/>
            <a:chExt cx="292175" cy="292175"/>
          </a:xfrm>
          <a:solidFill>
            <a:schemeClr val="bg1"/>
          </a:solidFill>
        </p:grpSpPr>
        <p:sp>
          <p:nvSpPr>
            <p:cNvPr id="6" name="Rectangle 5">
              <a:extLst>
                <a:ext uri="{FF2B5EF4-FFF2-40B4-BE49-F238E27FC236}">
                  <a16:creationId xmlns:a16="http://schemas.microsoft.com/office/drawing/2014/main" id="{A702FE0F-2F5D-C0A3-3222-A70982B59E3A}"/>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E1521F6-0560-53C6-8C9E-9499F55BC801}"/>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3384E31E-F633-3F53-D69D-C31FD03AD0A3}"/>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3717024-E653-10B6-F162-CCD8A03409F5}"/>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1" name="Footer Placeholder 1">
            <a:extLst>
              <a:ext uri="{FF2B5EF4-FFF2-40B4-BE49-F238E27FC236}">
                <a16:creationId xmlns:a16="http://schemas.microsoft.com/office/drawing/2014/main" id="{B168A164-1963-9A4B-9A29-CAA6B7B5B770}"/>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14057916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cSld name="1_Blank_with Large Header">
    <p:bg>
      <p:bgPr>
        <a:solidFill>
          <a:srgbClr val="C6E3F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4" y="580452"/>
            <a:ext cx="6303076" cy="1661993"/>
          </a:xfrm>
        </p:spPr>
        <p:txBody>
          <a:bodyPr/>
          <a:lstStyle>
            <a:lvl1pPr>
              <a:lnSpc>
                <a:spcPct val="90000"/>
              </a:lnSpc>
              <a:defRPr sz="6000" b="0" i="0">
                <a:solidFill>
                  <a:schemeClr val="bg1"/>
                </a:solidFill>
                <a:latin typeface="+mn-lt"/>
                <a:cs typeface="Segoe UI Semibold" panose="020B0502040204020203" pitchFamily="34" charset="0"/>
              </a:defRPr>
            </a:lvl1pPr>
          </a:lstStyle>
          <a:p>
            <a:r>
              <a:rPr lang="en-US"/>
              <a:t>Click to edit Master title style</a:t>
            </a:r>
          </a:p>
        </p:txBody>
      </p:sp>
      <p:grpSp>
        <p:nvGrpSpPr>
          <p:cNvPr id="5" name="Graphic 2">
            <a:extLst>
              <a:ext uri="{FF2B5EF4-FFF2-40B4-BE49-F238E27FC236}">
                <a16:creationId xmlns:a16="http://schemas.microsoft.com/office/drawing/2014/main" id="{0D9FD6C3-B22A-7B13-D2C8-678465B97BBD}"/>
              </a:ext>
            </a:extLst>
          </p:cNvPr>
          <p:cNvGrpSpPr/>
          <p:nvPr/>
        </p:nvGrpSpPr>
        <p:grpSpPr>
          <a:xfrm>
            <a:off x="11307688" y="6273800"/>
            <a:ext cx="292175" cy="292175"/>
            <a:chOff x="11116733" y="5843016"/>
            <a:chExt cx="292175" cy="292175"/>
          </a:xfrm>
          <a:solidFill>
            <a:schemeClr val="bg1"/>
          </a:solidFill>
        </p:grpSpPr>
        <p:sp>
          <p:nvSpPr>
            <p:cNvPr id="6" name="Rectangle 5">
              <a:extLst>
                <a:ext uri="{FF2B5EF4-FFF2-40B4-BE49-F238E27FC236}">
                  <a16:creationId xmlns:a16="http://schemas.microsoft.com/office/drawing/2014/main" id="{A702FE0F-2F5D-C0A3-3222-A70982B59E3A}"/>
                </a:ext>
              </a:extLst>
            </p:cNvPr>
            <p:cNvSpPr/>
            <p:nvPr/>
          </p:nvSpPr>
          <p:spPr>
            <a:xfrm>
              <a:off x="11116733" y="5843016"/>
              <a:ext cx="138864" cy="138864"/>
            </a:xfrm>
            <a:prstGeom prst="rect">
              <a:avLst/>
            </a:prstGeom>
            <a:grpFill/>
            <a:ln w="4058" cap="flat">
              <a:noFill/>
              <a:prstDash val="solid"/>
              <a:miter/>
            </a:ln>
          </p:spPr>
          <p:txBody>
            <a:bodyPr/>
            <a:lstStyle/>
            <a:p>
              <a:endParaRPr lang="en-US">
                <a:solidFill>
                  <a:schemeClr val="bg1"/>
                </a:solidFill>
              </a:endParaRPr>
            </a:p>
          </p:txBody>
        </p:sp>
        <p:sp>
          <p:nvSpPr>
            <p:cNvPr id="7" name="Rectangle 6">
              <a:extLst>
                <a:ext uri="{FF2B5EF4-FFF2-40B4-BE49-F238E27FC236}">
                  <a16:creationId xmlns:a16="http://schemas.microsoft.com/office/drawing/2014/main" id="{CE1521F6-0560-53C6-8C9E-9499F55BC801}"/>
                </a:ext>
              </a:extLst>
            </p:cNvPr>
            <p:cNvSpPr/>
            <p:nvPr/>
          </p:nvSpPr>
          <p:spPr>
            <a:xfrm>
              <a:off x="11270043" y="5843016"/>
              <a:ext cx="138864" cy="138864"/>
            </a:xfrm>
            <a:prstGeom prst="rect">
              <a:avLst/>
            </a:prstGeom>
            <a:grpFill/>
            <a:ln w="4058" cap="flat">
              <a:noFill/>
              <a:prstDash val="solid"/>
              <a:miter/>
            </a:ln>
          </p:spPr>
          <p:txBody>
            <a:bodyPr/>
            <a:lstStyle/>
            <a:p>
              <a:endParaRPr lang="en-US">
                <a:solidFill>
                  <a:schemeClr val="bg1"/>
                </a:solidFill>
              </a:endParaRPr>
            </a:p>
          </p:txBody>
        </p:sp>
        <p:sp>
          <p:nvSpPr>
            <p:cNvPr id="8" name="Rectangle 7">
              <a:extLst>
                <a:ext uri="{FF2B5EF4-FFF2-40B4-BE49-F238E27FC236}">
                  <a16:creationId xmlns:a16="http://schemas.microsoft.com/office/drawing/2014/main" id="{3384E31E-F633-3F53-D69D-C31FD03AD0A3}"/>
                </a:ext>
              </a:extLst>
            </p:cNvPr>
            <p:cNvSpPr/>
            <p:nvPr/>
          </p:nvSpPr>
          <p:spPr>
            <a:xfrm>
              <a:off x="11116733" y="5996326"/>
              <a:ext cx="138864" cy="138864"/>
            </a:xfrm>
            <a:prstGeom prst="rect">
              <a:avLst/>
            </a:prstGeom>
            <a:grpFill/>
            <a:ln w="4058" cap="flat">
              <a:noFill/>
              <a:prstDash val="solid"/>
              <a:miter/>
            </a:ln>
          </p:spPr>
          <p:txBody>
            <a:bodyPr/>
            <a:lstStyle/>
            <a:p>
              <a:endParaRPr lang="en-US">
                <a:solidFill>
                  <a:schemeClr val="bg1"/>
                </a:solidFill>
              </a:endParaRPr>
            </a:p>
          </p:txBody>
        </p:sp>
        <p:sp>
          <p:nvSpPr>
            <p:cNvPr id="9" name="Rectangle 8">
              <a:extLst>
                <a:ext uri="{FF2B5EF4-FFF2-40B4-BE49-F238E27FC236}">
                  <a16:creationId xmlns:a16="http://schemas.microsoft.com/office/drawing/2014/main" id="{C3717024-E653-10B6-F162-CCD8A03409F5}"/>
                </a:ext>
              </a:extLst>
            </p:cNvPr>
            <p:cNvSpPr/>
            <p:nvPr/>
          </p:nvSpPr>
          <p:spPr>
            <a:xfrm>
              <a:off x="11270043" y="5996326"/>
              <a:ext cx="138864" cy="138864"/>
            </a:xfrm>
            <a:prstGeom prst="rect">
              <a:avLst/>
            </a:prstGeom>
            <a:grpFill/>
            <a:ln w="4058" cap="flat">
              <a:noFill/>
              <a:prstDash val="solid"/>
              <a:miter/>
            </a:ln>
          </p:spPr>
          <p:txBody>
            <a:bodyPr/>
            <a:lstStyle/>
            <a:p>
              <a:endParaRPr lang="en-US">
                <a:solidFill>
                  <a:schemeClr val="bg1"/>
                </a:solidFill>
              </a:endParaRPr>
            </a:p>
          </p:txBody>
        </p:sp>
      </p:grpSp>
      <p:sp>
        <p:nvSpPr>
          <p:cNvPr id="11" name="Footer Placeholder 1">
            <a:extLst>
              <a:ext uri="{FF2B5EF4-FFF2-40B4-BE49-F238E27FC236}">
                <a16:creationId xmlns:a16="http://schemas.microsoft.com/office/drawing/2014/main" id="{B168A164-1963-9A4B-9A29-CAA6B7B5B770}"/>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18945726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cSld name="3_Blank_with Large Header">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4" y="580452"/>
            <a:ext cx="6303076" cy="1661993"/>
          </a:xfrm>
        </p:spPr>
        <p:txBody>
          <a:bodyPr/>
          <a:lstStyle>
            <a:lvl1pPr>
              <a:lnSpc>
                <a:spcPct val="90000"/>
              </a:lnSpc>
              <a:defRPr sz="6000" b="0" i="0">
                <a:solidFill>
                  <a:schemeClr val="tx1"/>
                </a:solidFill>
                <a:latin typeface="+mn-lt"/>
                <a:cs typeface="Segoe UI Semibold" panose="020B0502040204020203" pitchFamily="34" charset="0"/>
              </a:defRPr>
            </a:lvl1pPr>
          </a:lstStyle>
          <a:p>
            <a:r>
              <a:rPr lang="en-US"/>
              <a:t>Click to edit Master title style</a:t>
            </a:r>
          </a:p>
        </p:txBody>
      </p:sp>
      <p:grpSp>
        <p:nvGrpSpPr>
          <p:cNvPr id="5" name="Graphic 2">
            <a:extLst>
              <a:ext uri="{FF2B5EF4-FFF2-40B4-BE49-F238E27FC236}">
                <a16:creationId xmlns:a16="http://schemas.microsoft.com/office/drawing/2014/main" id="{0D9FD6C3-B22A-7B13-D2C8-678465B97BBD}"/>
              </a:ext>
            </a:extLst>
          </p:cNvPr>
          <p:cNvGrpSpPr/>
          <p:nvPr/>
        </p:nvGrpSpPr>
        <p:grpSpPr>
          <a:xfrm>
            <a:off x="11307688" y="6273800"/>
            <a:ext cx="292175" cy="292175"/>
            <a:chOff x="11116733" y="5843016"/>
            <a:chExt cx="292175" cy="292175"/>
          </a:xfrm>
          <a:solidFill>
            <a:schemeClr val="tx1"/>
          </a:solidFill>
        </p:grpSpPr>
        <p:sp>
          <p:nvSpPr>
            <p:cNvPr id="6" name="Rectangle 5">
              <a:extLst>
                <a:ext uri="{FF2B5EF4-FFF2-40B4-BE49-F238E27FC236}">
                  <a16:creationId xmlns:a16="http://schemas.microsoft.com/office/drawing/2014/main" id="{A702FE0F-2F5D-C0A3-3222-A70982B59E3A}"/>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E1521F6-0560-53C6-8C9E-9499F55BC801}"/>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3384E31E-F633-3F53-D69D-C31FD03AD0A3}"/>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3717024-E653-10B6-F162-CCD8A03409F5}"/>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1" name="Footer Placeholder 1">
            <a:extLst>
              <a:ext uri="{FF2B5EF4-FFF2-40B4-BE49-F238E27FC236}">
                <a16:creationId xmlns:a16="http://schemas.microsoft.com/office/drawing/2014/main" id="{B168A164-1963-9A4B-9A29-CAA6B7B5B770}"/>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39457510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cSld name="6_Blank_with Large Header">
    <p:bg>
      <p:bgPr>
        <a:solidFill>
          <a:schemeClr val="accent5"/>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C2B136C5-B1C2-A492-6BD1-0FFD0F69CD5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500"/>
                    </a14:imgEffect>
                    <a14:imgEffect>
                      <a14:saturation sat="90000"/>
                    </a14:imgEffect>
                    <a14:imgEffect>
                      <a14:brightnessContrast bright="15000" contrast="-20000"/>
                    </a14:imgEffect>
                  </a14:imgLayer>
                </a14:imgProps>
              </a:ext>
            </a:extLst>
          </a:blip>
          <a:srcRect/>
          <a:stretch/>
        </p:blipFill>
        <p:spPr>
          <a:xfrm>
            <a:off x="1869" y="0"/>
            <a:ext cx="12188261" cy="6857999"/>
          </a:xfrm>
          <a:prstGeom prst="rect">
            <a:avLst/>
          </a:prstGeom>
        </p:spPr>
      </p:pic>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4" y="580452"/>
            <a:ext cx="6303076" cy="1661993"/>
          </a:xfrm>
        </p:spPr>
        <p:txBody>
          <a:bodyPr/>
          <a:lstStyle>
            <a:lvl1pPr>
              <a:lnSpc>
                <a:spcPct val="90000"/>
              </a:lnSpc>
              <a:defRPr sz="6000" b="0" i="0">
                <a:solidFill>
                  <a:schemeClr val="tx1"/>
                </a:solidFill>
                <a:latin typeface="+mn-lt"/>
                <a:cs typeface="Segoe UI Semibold" panose="020B0502040204020203" pitchFamily="34" charset="0"/>
              </a:defRPr>
            </a:lvl1pPr>
          </a:lstStyle>
          <a:p>
            <a:r>
              <a:rPr lang="en-US"/>
              <a:t>Click to edit Master title style</a:t>
            </a:r>
          </a:p>
        </p:txBody>
      </p:sp>
      <p:grpSp>
        <p:nvGrpSpPr>
          <p:cNvPr id="5" name="Graphic 2">
            <a:extLst>
              <a:ext uri="{FF2B5EF4-FFF2-40B4-BE49-F238E27FC236}">
                <a16:creationId xmlns:a16="http://schemas.microsoft.com/office/drawing/2014/main" id="{0D9FD6C3-B22A-7B13-D2C8-678465B97BBD}"/>
              </a:ext>
            </a:extLst>
          </p:cNvPr>
          <p:cNvGrpSpPr/>
          <p:nvPr/>
        </p:nvGrpSpPr>
        <p:grpSpPr>
          <a:xfrm>
            <a:off x="11307688" y="6273800"/>
            <a:ext cx="292175" cy="292175"/>
            <a:chOff x="11116733" y="5843016"/>
            <a:chExt cx="292175" cy="292175"/>
          </a:xfrm>
          <a:solidFill>
            <a:schemeClr val="tx1"/>
          </a:solidFill>
        </p:grpSpPr>
        <p:sp>
          <p:nvSpPr>
            <p:cNvPr id="6" name="Rectangle 5">
              <a:extLst>
                <a:ext uri="{FF2B5EF4-FFF2-40B4-BE49-F238E27FC236}">
                  <a16:creationId xmlns:a16="http://schemas.microsoft.com/office/drawing/2014/main" id="{A702FE0F-2F5D-C0A3-3222-A70982B59E3A}"/>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E1521F6-0560-53C6-8C9E-9499F55BC801}"/>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3384E31E-F633-3F53-D69D-C31FD03AD0A3}"/>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3717024-E653-10B6-F162-CCD8A03409F5}"/>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1" name="Footer Placeholder 1">
            <a:extLst>
              <a:ext uri="{FF2B5EF4-FFF2-40B4-BE49-F238E27FC236}">
                <a16:creationId xmlns:a16="http://schemas.microsoft.com/office/drawing/2014/main" id="{B168A164-1963-9A4B-9A29-CAA6B7B5B770}"/>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52210103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cSld name="2_Blank_with Large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4" y="580452"/>
            <a:ext cx="6303076" cy="1661993"/>
          </a:xfrm>
        </p:spPr>
        <p:txBody>
          <a:bodyPr/>
          <a:lstStyle>
            <a:lvl1pPr>
              <a:lnSpc>
                <a:spcPct val="90000"/>
              </a:lnSpc>
              <a:defRPr sz="6000" b="0" i="0">
                <a:solidFill>
                  <a:schemeClr val="tx1"/>
                </a:solidFill>
                <a:latin typeface="+mn-lt"/>
                <a:cs typeface="Segoe UI Semibold" panose="020B0502040204020203" pitchFamily="34" charset="0"/>
              </a:defRPr>
            </a:lvl1pPr>
          </a:lstStyle>
          <a:p>
            <a:r>
              <a:rPr lang="en-US"/>
              <a:t>Click to edit Master title style</a:t>
            </a:r>
          </a:p>
        </p:txBody>
      </p:sp>
      <p:grpSp>
        <p:nvGrpSpPr>
          <p:cNvPr id="5" name="Graphic 2">
            <a:extLst>
              <a:ext uri="{FF2B5EF4-FFF2-40B4-BE49-F238E27FC236}">
                <a16:creationId xmlns:a16="http://schemas.microsoft.com/office/drawing/2014/main" id="{0D9FD6C3-B22A-7B13-D2C8-678465B97BBD}"/>
              </a:ext>
            </a:extLst>
          </p:cNvPr>
          <p:cNvGrpSpPr/>
          <p:nvPr/>
        </p:nvGrpSpPr>
        <p:grpSpPr>
          <a:xfrm>
            <a:off x="11307688" y="6273800"/>
            <a:ext cx="292175" cy="292175"/>
            <a:chOff x="11116733" y="5843016"/>
            <a:chExt cx="292175" cy="292175"/>
          </a:xfrm>
          <a:solidFill>
            <a:schemeClr val="tx1"/>
          </a:solidFill>
        </p:grpSpPr>
        <p:sp>
          <p:nvSpPr>
            <p:cNvPr id="6" name="Rectangle 5">
              <a:extLst>
                <a:ext uri="{FF2B5EF4-FFF2-40B4-BE49-F238E27FC236}">
                  <a16:creationId xmlns:a16="http://schemas.microsoft.com/office/drawing/2014/main" id="{A702FE0F-2F5D-C0A3-3222-A70982B59E3A}"/>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E1521F6-0560-53C6-8C9E-9499F55BC801}"/>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3384E31E-F633-3F53-D69D-C31FD03AD0A3}"/>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3717024-E653-10B6-F162-CCD8A03409F5}"/>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1" name="Footer Placeholder 1">
            <a:extLst>
              <a:ext uri="{FF2B5EF4-FFF2-40B4-BE49-F238E27FC236}">
                <a16:creationId xmlns:a16="http://schemas.microsoft.com/office/drawing/2014/main" id="{B168A164-1963-9A4B-9A29-CAA6B7B5B770}"/>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8600551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cSld name="Blank_with Small Head">
    <p:bg>
      <p:bgPr>
        <a:solidFill>
          <a:srgbClr val="F5F5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2" y="580452"/>
            <a:ext cx="8193024" cy="307777"/>
          </a:xfrm>
        </p:spPr>
        <p:txBody>
          <a:bodyPr/>
          <a:lstStyle>
            <a:lvl1pPr>
              <a:defRPr sz="2000" b="0" i="0">
                <a:solidFill>
                  <a:schemeClr val="bg1"/>
                </a:solidFill>
                <a:latin typeface="+mj-lt"/>
                <a:cs typeface="Segoe UI Semibold" panose="020B0502040204020203" pitchFamily="34" charset="0"/>
              </a:defRPr>
            </a:lvl1pPr>
          </a:lstStyle>
          <a:p>
            <a:r>
              <a:rPr lang="en-US"/>
              <a:t>Click to edit Master title style</a:t>
            </a:r>
          </a:p>
        </p:txBody>
      </p:sp>
      <p:grpSp>
        <p:nvGrpSpPr>
          <p:cNvPr id="4" name="Graphic 2">
            <a:extLst>
              <a:ext uri="{FF2B5EF4-FFF2-40B4-BE49-F238E27FC236}">
                <a16:creationId xmlns:a16="http://schemas.microsoft.com/office/drawing/2014/main" id="{E8987187-EECC-CE4A-4243-9B0FC6E2E2A5}"/>
              </a:ext>
            </a:extLst>
          </p:cNvPr>
          <p:cNvGrpSpPr/>
          <p:nvPr/>
        </p:nvGrpSpPr>
        <p:grpSpPr>
          <a:xfrm>
            <a:off x="11307688" y="6273800"/>
            <a:ext cx="292175" cy="292175"/>
            <a:chOff x="11116733" y="5843016"/>
            <a:chExt cx="292175" cy="292175"/>
          </a:xfrm>
          <a:solidFill>
            <a:schemeClr val="bg1"/>
          </a:solidFill>
        </p:grpSpPr>
        <p:sp>
          <p:nvSpPr>
            <p:cNvPr id="5" name="Rectangle 4">
              <a:extLst>
                <a:ext uri="{FF2B5EF4-FFF2-40B4-BE49-F238E27FC236}">
                  <a16:creationId xmlns:a16="http://schemas.microsoft.com/office/drawing/2014/main" id="{58F42057-F655-F522-6588-3E5015FB1BE0}"/>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6" name="Rectangle 5">
              <a:extLst>
                <a:ext uri="{FF2B5EF4-FFF2-40B4-BE49-F238E27FC236}">
                  <a16:creationId xmlns:a16="http://schemas.microsoft.com/office/drawing/2014/main" id="{68FB37B6-B630-1B18-E22C-66806A47B51B}"/>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68C9221-1202-58CC-7389-4D8E94DD4652}"/>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8CBA2B0D-8B6D-7488-E6AE-A02955C0EDD3}"/>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0" name="Footer Placeholder 1">
            <a:extLst>
              <a:ext uri="{FF2B5EF4-FFF2-40B4-BE49-F238E27FC236}">
                <a16:creationId xmlns:a16="http://schemas.microsoft.com/office/drawing/2014/main" id="{20B72370-56CD-7190-00C7-1C0559745DF2}"/>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16581781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cSld name="1_Blank_with Small Head">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2" y="580452"/>
            <a:ext cx="8193024" cy="307777"/>
          </a:xfrm>
        </p:spPr>
        <p:txBody>
          <a:bodyPr/>
          <a:lstStyle>
            <a:lvl1pPr>
              <a:defRPr sz="2000" b="0" i="0">
                <a:solidFill>
                  <a:schemeClr val="tx2"/>
                </a:solidFill>
                <a:latin typeface="+mj-lt"/>
                <a:cs typeface="Segoe UI Semibold" panose="020B0502040204020203" pitchFamily="34" charset="0"/>
              </a:defRPr>
            </a:lvl1pPr>
          </a:lstStyle>
          <a:p>
            <a:r>
              <a:rPr lang="en-US"/>
              <a:t>Click to edit Master title style</a:t>
            </a:r>
          </a:p>
        </p:txBody>
      </p:sp>
      <p:grpSp>
        <p:nvGrpSpPr>
          <p:cNvPr id="4" name="Graphic 2">
            <a:extLst>
              <a:ext uri="{FF2B5EF4-FFF2-40B4-BE49-F238E27FC236}">
                <a16:creationId xmlns:a16="http://schemas.microsoft.com/office/drawing/2014/main" id="{E8987187-EECC-CE4A-4243-9B0FC6E2E2A5}"/>
              </a:ext>
            </a:extLst>
          </p:cNvPr>
          <p:cNvGrpSpPr/>
          <p:nvPr/>
        </p:nvGrpSpPr>
        <p:grpSpPr>
          <a:xfrm>
            <a:off x="11307688" y="6273800"/>
            <a:ext cx="292175" cy="292175"/>
            <a:chOff x="11116733" y="5843016"/>
            <a:chExt cx="292175" cy="292175"/>
          </a:xfrm>
          <a:solidFill>
            <a:schemeClr val="tx2"/>
          </a:solidFill>
        </p:grpSpPr>
        <p:sp>
          <p:nvSpPr>
            <p:cNvPr id="5" name="Rectangle 4">
              <a:extLst>
                <a:ext uri="{FF2B5EF4-FFF2-40B4-BE49-F238E27FC236}">
                  <a16:creationId xmlns:a16="http://schemas.microsoft.com/office/drawing/2014/main" id="{58F42057-F655-F522-6588-3E5015FB1BE0}"/>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6" name="Rectangle 5">
              <a:extLst>
                <a:ext uri="{FF2B5EF4-FFF2-40B4-BE49-F238E27FC236}">
                  <a16:creationId xmlns:a16="http://schemas.microsoft.com/office/drawing/2014/main" id="{68FB37B6-B630-1B18-E22C-66806A47B51B}"/>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7" name="Rectangle 6">
              <a:extLst>
                <a:ext uri="{FF2B5EF4-FFF2-40B4-BE49-F238E27FC236}">
                  <a16:creationId xmlns:a16="http://schemas.microsoft.com/office/drawing/2014/main" id="{C68C9221-1202-58CC-7389-4D8E94DD4652}"/>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8CBA2B0D-8B6D-7488-E6AE-A02955C0EDD3}"/>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0" name="Footer Placeholder 1">
            <a:extLst>
              <a:ext uri="{FF2B5EF4-FFF2-40B4-BE49-F238E27FC236}">
                <a16:creationId xmlns:a16="http://schemas.microsoft.com/office/drawing/2014/main" id="{20B72370-56CD-7190-00C7-1C0559745DF2}"/>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83947150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cSld name="Blank_with Head_Whit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0322" y="580452"/>
            <a:ext cx="8193024" cy="307777"/>
          </a:xfrm>
        </p:spPr>
        <p:txBody>
          <a:bodyPr/>
          <a:lstStyle>
            <a:lvl1pPr>
              <a:defRPr sz="2000" b="0" i="0">
                <a:solidFill>
                  <a:schemeClr val="bg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57257795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cSld name="Section Title-purple">
    <p:bg>
      <p:bgPr>
        <a:solidFill>
          <a:srgbClr val="091F2C"/>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7A1D45-E5F6-4FF5-3D76-CF34148636F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2060"/>
            <a:ext cx="12192000" cy="6853881"/>
          </a:xfrm>
          <a:prstGeom prst="rect">
            <a:avLst/>
          </a:prstGeom>
        </p:spPr>
      </p:pic>
      <p:sp>
        <p:nvSpPr>
          <p:cNvPr id="2" name="Title 1"/>
          <p:cNvSpPr>
            <a:spLocks noGrp="1"/>
          </p:cNvSpPr>
          <p:nvPr>
            <p:ph type="title" hasCustomPrompt="1"/>
          </p:nvPr>
        </p:nvSpPr>
        <p:spPr>
          <a:xfrm>
            <a:off x="579439" y="3013502"/>
            <a:ext cx="11020423" cy="8309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6000" b="0" kern="1200" cap="none" spc="-50" baseline="0" dirty="0">
                <a:ln w="3175">
                  <a:noFill/>
                </a:ln>
                <a:solidFill>
                  <a:schemeClr val="bg1"/>
                </a:solidFill>
                <a:effectLst/>
                <a:latin typeface="+mn-lt"/>
                <a:ea typeface="+mn-ea"/>
                <a:cs typeface="Segoe UI" pitchFamily="34" charset="0"/>
              </a:defRPr>
            </a:lvl1pPr>
          </a:lstStyle>
          <a:p>
            <a:r>
              <a:rPr lang="en-US"/>
              <a:t>Section title</a:t>
            </a:r>
          </a:p>
        </p:txBody>
      </p:sp>
      <p:grpSp>
        <p:nvGrpSpPr>
          <p:cNvPr id="5" name="Graphic 2">
            <a:extLst>
              <a:ext uri="{FF2B5EF4-FFF2-40B4-BE49-F238E27FC236}">
                <a16:creationId xmlns:a16="http://schemas.microsoft.com/office/drawing/2014/main" id="{943B4BD4-1302-8506-7D5F-DEC7C08DC50F}"/>
              </a:ext>
            </a:extLst>
          </p:cNvPr>
          <p:cNvGrpSpPr/>
          <p:nvPr/>
        </p:nvGrpSpPr>
        <p:grpSpPr>
          <a:xfrm>
            <a:off x="11307688" y="6273800"/>
            <a:ext cx="292175" cy="292175"/>
            <a:chOff x="11116733" y="5843016"/>
            <a:chExt cx="292175" cy="292175"/>
          </a:xfrm>
          <a:solidFill>
            <a:schemeClr val="bg1"/>
          </a:solidFill>
        </p:grpSpPr>
        <p:sp>
          <p:nvSpPr>
            <p:cNvPr id="6" name="Rectangle 5">
              <a:extLst>
                <a:ext uri="{FF2B5EF4-FFF2-40B4-BE49-F238E27FC236}">
                  <a16:creationId xmlns:a16="http://schemas.microsoft.com/office/drawing/2014/main" id="{D1C66AC3-0928-B17F-E60E-D245F531A686}"/>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F915444D-F842-F371-97BE-9F770AC92D4A}"/>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1E6D2CB-BD19-74F7-79DF-3850C9213290}"/>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10" name="Rectangle 9">
              <a:extLst>
                <a:ext uri="{FF2B5EF4-FFF2-40B4-BE49-F238E27FC236}">
                  <a16:creationId xmlns:a16="http://schemas.microsoft.com/office/drawing/2014/main" id="{ED1B55B4-8D1D-F872-2A3E-1F81881075E6}"/>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3" name="Footer Placeholder 1">
            <a:extLst>
              <a:ext uri="{FF2B5EF4-FFF2-40B4-BE49-F238E27FC236}">
                <a16:creationId xmlns:a16="http://schemas.microsoft.com/office/drawing/2014/main" id="{881E4D2D-1BD0-33E0-46EB-63B1B08CFC5B}"/>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2699723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cSld name="1_Section Title-purple">
    <p:bg>
      <p:bgPr>
        <a:solidFill>
          <a:srgbClr val="091F2C"/>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662602E-CB1C-9285-6AE6-EA6B7989F19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79439" y="3013502"/>
            <a:ext cx="11020423" cy="8309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6000" b="0" kern="1200" cap="none" spc="-50" baseline="0" dirty="0">
                <a:ln w="3175">
                  <a:noFill/>
                </a:ln>
                <a:solidFill>
                  <a:schemeClr val="tx2"/>
                </a:solidFill>
                <a:effectLst/>
                <a:latin typeface="+mn-lt"/>
                <a:ea typeface="+mn-ea"/>
                <a:cs typeface="Segoe UI" pitchFamily="34" charset="0"/>
              </a:defRPr>
            </a:lvl1pPr>
          </a:lstStyle>
          <a:p>
            <a:r>
              <a:rPr lang="en-US"/>
              <a:t>Section title</a:t>
            </a:r>
          </a:p>
        </p:txBody>
      </p:sp>
      <p:grpSp>
        <p:nvGrpSpPr>
          <p:cNvPr id="5" name="Graphic 2">
            <a:extLst>
              <a:ext uri="{FF2B5EF4-FFF2-40B4-BE49-F238E27FC236}">
                <a16:creationId xmlns:a16="http://schemas.microsoft.com/office/drawing/2014/main" id="{943B4BD4-1302-8506-7D5F-DEC7C08DC50F}"/>
              </a:ext>
            </a:extLst>
          </p:cNvPr>
          <p:cNvGrpSpPr/>
          <p:nvPr/>
        </p:nvGrpSpPr>
        <p:grpSpPr>
          <a:xfrm>
            <a:off x="11307688" y="6273800"/>
            <a:ext cx="292175" cy="292175"/>
            <a:chOff x="11116733" y="5843016"/>
            <a:chExt cx="292175" cy="292175"/>
          </a:xfrm>
          <a:solidFill>
            <a:schemeClr val="tx2"/>
          </a:solidFill>
        </p:grpSpPr>
        <p:sp>
          <p:nvSpPr>
            <p:cNvPr id="6" name="Rectangle 5">
              <a:extLst>
                <a:ext uri="{FF2B5EF4-FFF2-40B4-BE49-F238E27FC236}">
                  <a16:creationId xmlns:a16="http://schemas.microsoft.com/office/drawing/2014/main" id="{D1C66AC3-0928-B17F-E60E-D245F531A686}"/>
                </a:ext>
              </a:extLst>
            </p:cNvPr>
            <p:cNvSpPr/>
            <p:nvPr/>
          </p:nvSpPr>
          <p:spPr>
            <a:xfrm>
              <a:off x="11116733" y="5843016"/>
              <a:ext cx="138864" cy="138864"/>
            </a:xfrm>
            <a:prstGeom prst="rect">
              <a:avLst/>
            </a:prstGeom>
            <a:grpFill/>
            <a:ln w="4058" cap="flat">
              <a:noFill/>
              <a:prstDash val="solid"/>
              <a:miter/>
            </a:ln>
          </p:spPr>
          <p:txBody>
            <a:bodyPr/>
            <a:lstStyle/>
            <a:p>
              <a:endParaRPr lang="en-US"/>
            </a:p>
          </p:txBody>
        </p:sp>
        <p:sp>
          <p:nvSpPr>
            <p:cNvPr id="8" name="Rectangle 7">
              <a:extLst>
                <a:ext uri="{FF2B5EF4-FFF2-40B4-BE49-F238E27FC236}">
                  <a16:creationId xmlns:a16="http://schemas.microsoft.com/office/drawing/2014/main" id="{F915444D-F842-F371-97BE-9F770AC92D4A}"/>
                </a:ext>
              </a:extLst>
            </p:cNvPr>
            <p:cNvSpPr/>
            <p:nvPr/>
          </p:nvSpPr>
          <p:spPr>
            <a:xfrm>
              <a:off x="11270043" y="5843016"/>
              <a:ext cx="138864" cy="138864"/>
            </a:xfrm>
            <a:prstGeom prst="rect">
              <a:avLst/>
            </a:prstGeom>
            <a:grpFill/>
            <a:ln w="4058" cap="flat">
              <a:noFill/>
              <a:prstDash val="solid"/>
              <a:miter/>
            </a:ln>
          </p:spPr>
          <p:txBody>
            <a:bodyPr/>
            <a:lstStyle/>
            <a:p>
              <a:endParaRPr lang="en-US"/>
            </a:p>
          </p:txBody>
        </p:sp>
        <p:sp>
          <p:nvSpPr>
            <p:cNvPr id="9" name="Rectangle 8">
              <a:extLst>
                <a:ext uri="{FF2B5EF4-FFF2-40B4-BE49-F238E27FC236}">
                  <a16:creationId xmlns:a16="http://schemas.microsoft.com/office/drawing/2014/main" id="{C1E6D2CB-BD19-74F7-79DF-3850C9213290}"/>
                </a:ext>
              </a:extLst>
            </p:cNvPr>
            <p:cNvSpPr/>
            <p:nvPr/>
          </p:nvSpPr>
          <p:spPr>
            <a:xfrm>
              <a:off x="11116733" y="5996326"/>
              <a:ext cx="138864" cy="138864"/>
            </a:xfrm>
            <a:prstGeom prst="rect">
              <a:avLst/>
            </a:prstGeom>
            <a:grpFill/>
            <a:ln w="4058" cap="flat">
              <a:noFill/>
              <a:prstDash val="solid"/>
              <a:miter/>
            </a:ln>
          </p:spPr>
          <p:txBody>
            <a:bodyPr/>
            <a:lstStyle/>
            <a:p>
              <a:endParaRPr lang="en-US"/>
            </a:p>
          </p:txBody>
        </p:sp>
        <p:sp>
          <p:nvSpPr>
            <p:cNvPr id="10" name="Rectangle 9">
              <a:extLst>
                <a:ext uri="{FF2B5EF4-FFF2-40B4-BE49-F238E27FC236}">
                  <a16:creationId xmlns:a16="http://schemas.microsoft.com/office/drawing/2014/main" id="{ED1B55B4-8D1D-F872-2A3E-1F81881075E6}"/>
                </a:ext>
              </a:extLst>
            </p:cNvPr>
            <p:cNvSpPr/>
            <p:nvPr/>
          </p:nvSpPr>
          <p:spPr>
            <a:xfrm>
              <a:off x="11270043" y="5996326"/>
              <a:ext cx="138864" cy="138864"/>
            </a:xfrm>
            <a:prstGeom prst="rect">
              <a:avLst/>
            </a:prstGeom>
            <a:grpFill/>
            <a:ln w="4058" cap="flat">
              <a:noFill/>
              <a:prstDash val="solid"/>
              <a:miter/>
            </a:ln>
          </p:spPr>
          <p:txBody>
            <a:bodyPr/>
            <a:lstStyle/>
            <a:p>
              <a:endParaRPr lang="en-US"/>
            </a:p>
          </p:txBody>
        </p:sp>
      </p:grpSp>
      <p:sp>
        <p:nvSpPr>
          <p:cNvPr id="11" name="Footer Placeholder 1">
            <a:extLst>
              <a:ext uri="{FF2B5EF4-FFF2-40B4-BE49-F238E27FC236}">
                <a16:creationId xmlns:a16="http://schemas.microsoft.com/office/drawing/2014/main" id="{B69EE4FA-BA80-5D45-0AB5-8BDB2440D9A4}"/>
              </a:ext>
              <a:ext uri="{C183D7F6-B498-43B3-948B-1728B52AA6E4}">
                <adec:decorative xmlns:adec="http://schemas.microsoft.com/office/drawing/2017/decorative" val="1"/>
              </a:ext>
            </a:extLst>
          </p:cNvPr>
          <p:cNvSpPr txBox="1"/>
          <p:nvPr/>
        </p:nvSpPr>
        <p:spPr>
          <a:xfrm>
            <a:off x="579438" y="6442789"/>
            <a:ext cx="4242463" cy="12311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Segoe UI Variable Small Semibol" pitchFamily="2" charset="0"/>
                <a:ea typeface="+mn-ea"/>
                <a:cs typeface="+mn-cs"/>
              </a:rPr>
              <a:t>© 2026 Microsoft Corporation All rights reserved. </a:t>
            </a:r>
          </a:p>
        </p:txBody>
      </p:sp>
    </p:spTree>
    <p:extLst>
      <p:ext uri="{BB962C8B-B14F-4D97-AF65-F5344CB8AC3E}">
        <p14:creationId xmlns:p14="http://schemas.microsoft.com/office/powerpoint/2010/main" val="3832951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cSld name="Background - Dark Gradi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767729"/>
      </p:ext>
    </p:extLst>
  </p:cSld>
  <p:clrMapOvr>
    <a:masterClrMapping/>
  </p:clrMapOvr>
  <p:transition>
    <p:fade/>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p:cSld name="Demo Slide_Blue_Neutral">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41FEBD-B200-DE32-9074-EB48255852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Picture Placeholder 16">
            <a:extLst>
              <a:ext uri="{FF2B5EF4-FFF2-40B4-BE49-F238E27FC236}">
                <a16:creationId xmlns:a16="http://schemas.microsoft.com/office/drawing/2014/main" id="{4E244983-47DE-326A-112F-D0369B0A7081}"/>
              </a:ext>
            </a:extLst>
          </p:cNvPr>
          <p:cNvSpPr>
            <a:spLocks noGrp="1" noChangeAspect="1"/>
          </p:cNvSpPr>
          <p:nvPr>
            <p:ph type="pic" sz="quarter" idx="12" hasCustomPrompt="1"/>
          </p:nvPr>
        </p:nvSpPr>
        <p:spPr>
          <a:xfrm>
            <a:off x="1527175" y="1136353"/>
            <a:ext cx="9136063" cy="5139035"/>
          </a:xfrm>
          <a:prstGeom prst="roundRect">
            <a:avLst>
              <a:gd name="adj" fmla="val 2778"/>
            </a:avLst>
          </a:prstGeom>
          <a:solidFill>
            <a:srgbClr val="D9D9D6"/>
          </a:solidFill>
          <a:effectLst>
            <a:outerShdw blurRad="152400" dist="38100" dir="2700000" algn="tl" rotWithShape="0">
              <a:prstClr val="black">
                <a:alpha val="20000"/>
              </a:prstClr>
            </a:outerShdw>
          </a:effectLst>
        </p:spPr>
        <p:txBody>
          <a:bodyPr anchor="ctr">
            <a:noAutofit/>
          </a:bodyPr>
          <a:lstStyle>
            <a:lvl1pPr marL="0" indent="0" algn="ctr">
              <a:buNone/>
              <a:defRPr/>
            </a:lvl1pPr>
          </a:lstStyle>
          <a:p>
            <a:r>
              <a:rPr lang="en-US"/>
              <a:t>Place demo screenshot here.</a:t>
            </a:r>
            <a:br>
              <a:rPr lang="en-US"/>
            </a:br>
            <a:br>
              <a:rPr lang="en-US"/>
            </a:br>
            <a:br>
              <a:rPr lang="en-US"/>
            </a:br>
            <a:endParaRPr lang="en-US"/>
          </a:p>
        </p:txBody>
      </p:sp>
      <p:sp>
        <p:nvSpPr>
          <p:cNvPr id="2" name="Title 1">
            <a:extLst>
              <a:ext uri="{FF2B5EF4-FFF2-40B4-BE49-F238E27FC236}">
                <a16:creationId xmlns:a16="http://schemas.microsoft.com/office/drawing/2014/main" id="{2CD5F0FB-B05F-A379-F270-C270B7E4FC5D}"/>
              </a:ext>
            </a:extLst>
          </p:cNvPr>
          <p:cNvSpPr>
            <a:spLocks noGrp="1"/>
          </p:cNvSpPr>
          <p:nvPr>
            <p:ph type="title"/>
          </p:nvPr>
        </p:nvSpPr>
        <p:spPr>
          <a:xfrm>
            <a:off x="580322" y="0"/>
            <a:ext cx="3132199" cy="421928"/>
          </a:xfrm>
          <a:prstGeom prst="round2SameRect">
            <a:avLst>
              <a:gd name="adj1" fmla="val 0"/>
              <a:gd name="adj2" fmla="val 31426"/>
            </a:avLst>
          </a:prstGeom>
          <a:solidFill>
            <a:schemeClr val="accent5"/>
          </a:solidFill>
        </p:spPr>
        <p:txBody>
          <a:bodyPr wrap="none" lIns="182880" tIns="91440" rIns="182880" bIns="45720" anchor="b" anchorCtr="0">
            <a:spAutoFit/>
          </a:bodyPr>
          <a:lstStyle>
            <a:lvl1pPr>
              <a:defRPr sz="16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6347267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theme" Target="../theme/theme2.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41" Type="http://schemas.openxmlformats.org/officeDocument/2006/relationships/image" Target="../media/image15.sv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theme" Target="../theme/theme3.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8" Type="http://schemas.openxmlformats.org/officeDocument/2006/relationships/slideLayout" Target="../slideLayouts/slideLayout65.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6" Type="http://schemas.microsoft.com/office/2007/relationships/hdphoto" Target="../media/hdphoto3.wdp"/><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5" Type="http://schemas.openxmlformats.org/officeDocument/2006/relationships/image" Target="../media/image34.jpg"/><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image" Target="../media/image15.svg"/><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theme" Target="../theme/theme5.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1.xml"/><Relationship Id="rId13" Type="http://schemas.openxmlformats.org/officeDocument/2006/relationships/slideLayout" Target="../slideLayouts/slideLayout146.xml"/><Relationship Id="rId18" Type="http://schemas.openxmlformats.org/officeDocument/2006/relationships/theme" Target="../theme/theme6.xml"/><Relationship Id="rId3" Type="http://schemas.openxmlformats.org/officeDocument/2006/relationships/slideLayout" Target="../slideLayouts/slideLayout136.xml"/><Relationship Id="rId7" Type="http://schemas.openxmlformats.org/officeDocument/2006/relationships/slideLayout" Target="../slideLayouts/slideLayout140.xml"/><Relationship Id="rId12" Type="http://schemas.openxmlformats.org/officeDocument/2006/relationships/slideLayout" Target="../slideLayouts/slideLayout145.xml"/><Relationship Id="rId17" Type="http://schemas.openxmlformats.org/officeDocument/2006/relationships/slideLayout" Target="../slideLayouts/slideLayout150.xml"/><Relationship Id="rId2" Type="http://schemas.openxmlformats.org/officeDocument/2006/relationships/slideLayout" Target="../slideLayouts/slideLayout135.xml"/><Relationship Id="rId16" Type="http://schemas.openxmlformats.org/officeDocument/2006/relationships/slideLayout" Target="../slideLayouts/slideLayout149.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1" Type="http://schemas.openxmlformats.org/officeDocument/2006/relationships/slideLayout" Target="../slideLayouts/slideLayout144.xml"/><Relationship Id="rId5" Type="http://schemas.openxmlformats.org/officeDocument/2006/relationships/slideLayout" Target="../slideLayouts/slideLayout138.xml"/><Relationship Id="rId15" Type="http://schemas.openxmlformats.org/officeDocument/2006/relationships/slideLayout" Target="../slideLayouts/slideLayout148.xml"/><Relationship Id="rId10" Type="http://schemas.openxmlformats.org/officeDocument/2006/relationships/slideLayout" Target="../slideLayouts/slideLayout143.xml"/><Relationship Id="rId19" Type="http://schemas.openxmlformats.org/officeDocument/2006/relationships/image" Target="../media/image15.svg"/><Relationship Id="rId4" Type="http://schemas.openxmlformats.org/officeDocument/2006/relationships/slideLayout" Target="../slideLayouts/slideLayout137.xml"/><Relationship Id="rId9" Type="http://schemas.openxmlformats.org/officeDocument/2006/relationships/slideLayout" Target="../slideLayouts/slideLayout142.xml"/><Relationship Id="rId14" Type="http://schemas.openxmlformats.org/officeDocument/2006/relationships/slideLayout" Target="../slideLayouts/slideLayout14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8.xml"/><Relationship Id="rId3" Type="http://schemas.openxmlformats.org/officeDocument/2006/relationships/slideLayout" Target="../slideLayouts/slideLayout153.xml"/><Relationship Id="rId7" Type="http://schemas.openxmlformats.org/officeDocument/2006/relationships/slideLayout" Target="../slideLayouts/slideLayout157.xml"/><Relationship Id="rId12" Type="http://schemas.openxmlformats.org/officeDocument/2006/relationships/theme" Target="../theme/theme7.xml"/><Relationship Id="rId2" Type="http://schemas.openxmlformats.org/officeDocument/2006/relationships/slideLayout" Target="../slideLayouts/slideLayout152.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1" Type="http://schemas.openxmlformats.org/officeDocument/2006/relationships/slideLayout" Target="../slideLayouts/slideLayout161.xml"/><Relationship Id="rId5" Type="http://schemas.openxmlformats.org/officeDocument/2006/relationships/slideLayout" Target="../slideLayouts/slideLayout155.xml"/><Relationship Id="rId10" Type="http://schemas.openxmlformats.org/officeDocument/2006/relationships/slideLayout" Target="../slideLayouts/slideLayout160.xml"/><Relationship Id="rId4" Type="http://schemas.openxmlformats.org/officeDocument/2006/relationships/slideLayout" Target="../slideLayouts/slideLayout154.xml"/><Relationship Id="rId9" Type="http://schemas.openxmlformats.org/officeDocument/2006/relationships/slideLayout" Target="../slideLayouts/slideLayout159.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9" Type="http://schemas.openxmlformats.org/officeDocument/2006/relationships/slideLayout" Target="../slideLayouts/slideLayout200.xml"/><Relationship Id="rId21" Type="http://schemas.openxmlformats.org/officeDocument/2006/relationships/slideLayout" Target="../slideLayouts/slideLayout182.xml"/><Relationship Id="rId34" Type="http://schemas.openxmlformats.org/officeDocument/2006/relationships/slideLayout" Target="../slideLayouts/slideLayout195.xml"/><Relationship Id="rId42" Type="http://schemas.openxmlformats.org/officeDocument/2006/relationships/slideLayout" Target="../slideLayouts/slideLayout203.xml"/><Relationship Id="rId47" Type="http://schemas.openxmlformats.org/officeDocument/2006/relationships/tags" Target="../tags/tag2.xml"/><Relationship Id="rId7" Type="http://schemas.openxmlformats.org/officeDocument/2006/relationships/slideLayout" Target="../slideLayouts/slideLayout168.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9" Type="http://schemas.openxmlformats.org/officeDocument/2006/relationships/slideLayout" Target="../slideLayouts/slideLayout190.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32" Type="http://schemas.openxmlformats.org/officeDocument/2006/relationships/slideLayout" Target="../slideLayouts/slideLayout193.xml"/><Relationship Id="rId37" Type="http://schemas.openxmlformats.org/officeDocument/2006/relationships/slideLayout" Target="../slideLayouts/slideLayout198.xml"/><Relationship Id="rId40" Type="http://schemas.openxmlformats.org/officeDocument/2006/relationships/slideLayout" Target="../slideLayouts/slideLayout201.xml"/><Relationship Id="rId45" Type="http://schemas.openxmlformats.org/officeDocument/2006/relationships/slideLayout" Target="../slideLayouts/slideLayout206.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slideLayout" Target="../slideLayouts/slideLayout189.xml"/><Relationship Id="rId36" Type="http://schemas.openxmlformats.org/officeDocument/2006/relationships/slideLayout" Target="../slideLayouts/slideLayout197.xml"/><Relationship Id="rId49" Type="http://schemas.openxmlformats.org/officeDocument/2006/relationships/image" Target="../media/image41.emf"/><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31" Type="http://schemas.openxmlformats.org/officeDocument/2006/relationships/slideLayout" Target="../slideLayouts/slideLayout192.xml"/><Relationship Id="rId44" Type="http://schemas.openxmlformats.org/officeDocument/2006/relationships/slideLayout" Target="../slideLayouts/slideLayout205.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slideLayout" Target="../slideLayouts/slideLayout188.xml"/><Relationship Id="rId30" Type="http://schemas.openxmlformats.org/officeDocument/2006/relationships/slideLayout" Target="../slideLayouts/slideLayout191.xml"/><Relationship Id="rId35" Type="http://schemas.openxmlformats.org/officeDocument/2006/relationships/slideLayout" Target="../slideLayouts/slideLayout196.xml"/><Relationship Id="rId43" Type="http://schemas.openxmlformats.org/officeDocument/2006/relationships/slideLayout" Target="../slideLayouts/slideLayout204.xml"/><Relationship Id="rId48" Type="http://schemas.openxmlformats.org/officeDocument/2006/relationships/oleObject" Target="../embeddings/oleObject1.bin"/><Relationship Id="rId8" Type="http://schemas.openxmlformats.org/officeDocument/2006/relationships/slideLayout" Target="../slideLayouts/slideLayout169.xml"/><Relationship Id="rId3" Type="http://schemas.openxmlformats.org/officeDocument/2006/relationships/slideLayout" Target="../slideLayouts/slideLayout164.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33" Type="http://schemas.openxmlformats.org/officeDocument/2006/relationships/slideLayout" Target="../slideLayouts/slideLayout194.xml"/><Relationship Id="rId38" Type="http://schemas.openxmlformats.org/officeDocument/2006/relationships/slideLayout" Target="../slideLayouts/slideLayout199.xml"/><Relationship Id="rId46" Type="http://schemas.openxmlformats.org/officeDocument/2006/relationships/theme" Target="../theme/theme8.xml"/><Relationship Id="rId20" Type="http://schemas.openxmlformats.org/officeDocument/2006/relationships/slideLayout" Target="../slideLayouts/slideLayout181.xml"/><Relationship Id="rId41" Type="http://schemas.openxmlformats.org/officeDocument/2006/relationships/slideLayout" Target="../slideLayouts/slideLayout202.xml"/><Relationship Id="rId1" Type="http://schemas.openxmlformats.org/officeDocument/2006/relationships/slideLayout" Target="../slideLayouts/slideLayout162.xml"/><Relationship Id="rId6" Type="http://schemas.openxmlformats.org/officeDocument/2006/relationships/slideLayout" Target="../slideLayouts/slideLayout16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14.xml"/><Relationship Id="rId13" Type="http://schemas.openxmlformats.org/officeDocument/2006/relationships/slideLayout" Target="../slideLayouts/slideLayout219.xml"/><Relationship Id="rId18" Type="http://schemas.openxmlformats.org/officeDocument/2006/relationships/slideLayout" Target="../slideLayouts/slideLayout224.xml"/><Relationship Id="rId3" Type="http://schemas.openxmlformats.org/officeDocument/2006/relationships/slideLayout" Target="../slideLayouts/slideLayout209.xml"/><Relationship Id="rId21" Type="http://schemas.openxmlformats.org/officeDocument/2006/relationships/image" Target="../media/image15.svg"/><Relationship Id="rId7" Type="http://schemas.openxmlformats.org/officeDocument/2006/relationships/slideLayout" Target="../slideLayouts/slideLayout213.xml"/><Relationship Id="rId12" Type="http://schemas.openxmlformats.org/officeDocument/2006/relationships/slideLayout" Target="../slideLayouts/slideLayout218.xml"/><Relationship Id="rId17" Type="http://schemas.openxmlformats.org/officeDocument/2006/relationships/slideLayout" Target="../slideLayouts/slideLayout223.xml"/><Relationship Id="rId2" Type="http://schemas.openxmlformats.org/officeDocument/2006/relationships/slideLayout" Target="../slideLayouts/slideLayout208.xml"/><Relationship Id="rId16" Type="http://schemas.openxmlformats.org/officeDocument/2006/relationships/slideLayout" Target="../slideLayouts/slideLayout222.xml"/><Relationship Id="rId20" Type="http://schemas.openxmlformats.org/officeDocument/2006/relationships/theme" Target="../theme/theme9.xml"/><Relationship Id="rId1" Type="http://schemas.openxmlformats.org/officeDocument/2006/relationships/slideLayout" Target="../slideLayouts/slideLayout207.xml"/><Relationship Id="rId6" Type="http://schemas.openxmlformats.org/officeDocument/2006/relationships/slideLayout" Target="../slideLayouts/slideLayout212.xml"/><Relationship Id="rId11" Type="http://schemas.openxmlformats.org/officeDocument/2006/relationships/slideLayout" Target="../slideLayouts/slideLayout217.xml"/><Relationship Id="rId5" Type="http://schemas.openxmlformats.org/officeDocument/2006/relationships/slideLayout" Target="../slideLayouts/slideLayout211.xml"/><Relationship Id="rId15" Type="http://schemas.openxmlformats.org/officeDocument/2006/relationships/slideLayout" Target="../slideLayouts/slideLayout221.xml"/><Relationship Id="rId10" Type="http://schemas.openxmlformats.org/officeDocument/2006/relationships/slideLayout" Target="../slideLayouts/slideLayout216.xml"/><Relationship Id="rId19" Type="http://schemas.openxmlformats.org/officeDocument/2006/relationships/slideLayout" Target="../slideLayouts/slideLayout225.xml"/><Relationship Id="rId4" Type="http://schemas.openxmlformats.org/officeDocument/2006/relationships/slideLayout" Target="../slideLayouts/slideLayout210.xml"/><Relationship Id="rId9" Type="http://schemas.openxmlformats.org/officeDocument/2006/relationships/slideLayout" Target="../slideLayouts/slideLayout215.xml"/><Relationship Id="rId14" Type="http://schemas.openxmlformats.org/officeDocument/2006/relationships/slideLayout" Target="../slideLayouts/slideLayout220.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38.xml"/><Relationship Id="rId18" Type="http://schemas.openxmlformats.org/officeDocument/2006/relationships/slideLayout" Target="../slideLayouts/slideLayout243.xml"/><Relationship Id="rId26" Type="http://schemas.openxmlformats.org/officeDocument/2006/relationships/slideLayout" Target="../slideLayouts/slideLayout251.xml"/><Relationship Id="rId3" Type="http://schemas.openxmlformats.org/officeDocument/2006/relationships/slideLayout" Target="../slideLayouts/slideLayout228.xml"/><Relationship Id="rId21" Type="http://schemas.openxmlformats.org/officeDocument/2006/relationships/slideLayout" Target="../slideLayouts/slideLayout246.xml"/><Relationship Id="rId34" Type="http://schemas.openxmlformats.org/officeDocument/2006/relationships/image" Target="../media/image75.png"/><Relationship Id="rId7" Type="http://schemas.openxmlformats.org/officeDocument/2006/relationships/slideLayout" Target="../slideLayouts/slideLayout232.xml"/><Relationship Id="rId12" Type="http://schemas.openxmlformats.org/officeDocument/2006/relationships/slideLayout" Target="../slideLayouts/slideLayout237.xml"/><Relationship Id="rId17" Type="http://schemas.openxmlformats.org/officeDocument/2006/relationships/slideLayout" Target="../slideLayouts/slideLayout242.xml"/><Relationship Id="rId25" Type="http://schemas.openxmlformats.org/officeDocument/2006/relationships/slideLayout" Target="../slideLayouts/slideLayout250.xml"/><Relationship Id="rId33" Type="http://schemas.openxmlformats.org/officeDocument/2006/relationships/theme" Target="../theme/theme10.xml"/><Relationship Id="rId2" Type="http://schemas.openxmlformats.org/officeDocument/2006/relationships/slideLayout" Target="../slideLayouts/slideLayout227.xml"/><Relationship Id="rId16" Type="http://schemas.openxmlformats.org/officeDocument/2006/relationships/slideLayout" Target="../slideLayouts/slideLayout241.xml"/><Relationship Id="rId20" Type="http://schemas.openxmlformats.org/officeDocument/2006/relationships/slideLayout" Target="../slideLayouts/slideLayout245.xml"/><Relationship Id="rId29" Type="http://schemas.openxmlformats.org/officeDocument/2006/relationships/slideLayout" Target="../slideLayouts/slideLayout254.xml"/><Relationship Id="rId1" Type="http://schemas.openxmlformats.org/officeDocument/2006/relationships/slideLayout" Target="../slideLayouts/slideLayout226.xml"/><Relationship Id="rId6" Type="http://schemas.openxmlformats.org/officeDocument/2006/relationships/slideLayout" Target="../slideLayouts/slideLayout231.xml"/><Relationship Id="rId11" Type="http://schemas.openxmlformats.org/officeDocument/2006/relationships/slideLayout" Target="../slideLayouts/slideLayout236.xml"/><Relationship Id="rId24" Type="http://schemas.openxmlformats.org/officeDocument/2006/relationships/slideLayout" Target="../slideLayouts/slideLayout249.xml"/><Relationship Id="rId32" Type="http://schemas.openxmlformats.org/officeDocument/2006/relationships/slideLayout" Target="../slideLayouts/slideLayout257.xml"/><Relationship Id="rId5" Type="http://schemas.openxmlformats.org/officeDocument/2006/relationships/slideLayout" Target="../slideLayouts/slideLayout230.xml"/><Relationship Id="rId15" Type="http://schemas.openxmlformats.org/officeDocument/2006/relationships/slideLayout" Target="../slideLayouts/slideLayout240.xml"/><Relationship Id="rId23" Type="http://schemas.openxmlformats.org/officeDocument/2006/relationships/slideLayout" Target="../slideLayouts/slideLayout248.xml"/><Relationship Id="rId28" Type="http://schemas.openxmlformats.org/officeDocument/2006/relationships/slideLayout" Target="../slideLayouts/slideLayout253.xml"/><Relationship Id="rId10" Type="http://schemas.openxmlformats.org/officeDocument/2006/relationships/slideLayout" Target="../slideLayouts/slideLayout235.xml"/><Relationship Id="rId19" Type="http://schemas.openxmlformats.org/officeDocument/2006/relationships/slideLayout" Target="../slideLayouts/slideLayout244.xml"/><Relationship Id="rId31" Type="http://schemas.openxmlformats.org/officeDocument/2006/relationships/slideLayout" Target="../slideLayouts/slideLayout256.xml"/><Relationship Id="rId4" Type="http://schemas.openxmlformats.org/officeDocument/2006/relationships/slideLayout" Target="../slideLayouts/slideLayout229.xml"/><Relationship Id="rId9" Type="http://schemas.openxmlformats.org/officeDocument/2006/relationships/slideLayout" Target="../slideLayouts/slideLayout234.xml"/><Relationship Id="rId14" Type="http://schemas.openxmlformats.org/officeDocument/2006/relationships/slideLayout" Target="../slideLayouts/slideLayout239.xml"/><Relationship Id="rId22" Type="http://schemas.openxmlformats.org/officeDocument/2006/relationships/slideLayout" Target="../slideLayouts/slideLayout247.xml"/><Relationship Id="rId27" Type="http://schemas.openxmlformats.org/officeDocument/2006/relationships/slideLayout" Target="../slideLayouts/slideLayout252.xml"/><Relationship Id="rId30" Type="http://schemas.openxmlformats.org/officeDocument/2006/relationships/slideLayout" Target="../slideLayouts/slideLayout255.xml"/><Relationship Id="rId8" Type="http://schemas.openxmlformats.org/officeDocument/2006/relationships/slideLayout" Target="../slideLayouts/slideLayout23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65.xml"/><Relationship Id="rId13" Type="http://schemas.openxmlformats.org/officeDocument/2006/relationships/slideLayout" Target="../slideLayouts/slideLayout270.xml"/><Relationship Id="rId18" Type="http://schemas.openxmlformats.org/officeDocument/2006/relationships/slideLayout" Target="../slideLayouts/slideLayout275.xml"/><Relationship Id="rId3" Type="http://schemas.openxmlformats.org/officeDocument/2006/relationships/slideLayout" Target="../slideLayouts/slideLayout260.xml"/><Relationship Id="rId21" Type="http://schemas.openxmlformats.org/officeDocument/2006/relationships/image" Target="../media/image15.svg"/><Relationship Id="rId7" Type="http://schemas.openxmlformats.org/officeDocument/2006/relationships/slideLayout" Target="../slideLayouts/slideLayout264.xml"/><Relationship Id="rId12" Type="http://schemas.openxmlformats.org/officeDocument/2006/relationships/slideLayout" Target="../slideLayouts/slideLayout269.xml"/><Relationship Id="rId17" Type="http://schemas.openxmlformats.org/officeDocument/2006/relationships/slideLayout" Target="../slideLayouts/slideLayout274.xml"/><Relationship Id="rId2" Type="http://schemas.openxmlformats.org/officeDocument/2006/relationships/slideLayout" Target="../slideLayouts/slideLayout259.xml"/><Relationship Id="rId16" Type="http://schemas.openxmlformats.org/officeDocument/2006/relationships/slideLayout" Target="../slideLayouts/slideLayout273.xml"/><Relationship Id="rId20" Type="http://schemas.openxmlformats.org/officeDocument/2006/relationships/theme" Target="../theme/theme11.xml"/><Relationship Id="rId1" Type="http://schemas.openxmlformats.org/officeDocument/2006/relationships/slideLayout" Target="../slideLayouts/slideLayout258.xml"/><Relationship Id="rId6" Type="http://schemas.openxmlformats.org/officeDocument/2006/relationships/slideLayout" Target="../slideLayouts/slideLayout263.xml"/><Relationship Id="rId11" Type="http://schemas.openxmlformats.org/officeDocument/2006/relationships/slideLayout" Target="../slideLayouts/slideLayout268.xml"/><Relationship Id="rId5" Type="http://schemas.openxmlformats.org/officeDocument/2006/relationships/slideLayout" Target="../slideLayouts/slideLayout262.xml"/><Relationship Id="rId15" Type="http://schemas.openxmlformats.org/officeDocument/2006/relationships/slideLayout" Target="../slideLayouts/slideLayout272.xml"/><Relationship Id="rId10" Type="http://schemas.openxmlformats.org/officeDocument/2006/relationships/slideLayout" Target="../slideLayouts/slideLayout267.xml"/><Relationship Id="rId19" Type="http://schemas.openxmlformats.org/officeDocument/2006/relationships/slideLayout" Target="../slideLayouts/slideLayout276.xml"/><Relationship Id="rId4" Type="http://schemas.openxmlformats.org/officeDocument/2006/relationships/slideLayout" Target="../slideLayouts/slideLayout261.xml"/><Relationship Id="rId9" Type="http://schemas.openxmlformats.org/officeDocument/2006/relationships/slideLayout" Target="../slideLayouts/slideLayout266.xml"/><Relationship Id="rId14" Type="http://schemas.openxmlformats.org/officeDocument/2006/relationships/slideLayout" Target="../slideLayouts/slideLayout2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4" y="457200"/>
            <a:ext cx="11018520" cy="45875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1" y="1435505"/>
            <a:ext cx="11018520" cy="133570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35"/>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1"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1447" tIns="121157" rIns="151447" bIns="121157" numCol="1" spcCol="0" rtlCol="0" fromWordArt="0" anchor="t" anchorCtr="0" forceAA="0" compatLnSpc="1">
            <a:prstTxWarp prst="textNoShape">
              <a:avLst/>
            </a:prstTxWarp>
            <a:noAutofit/>
          </a:bodyPr>
          <a:lstStyle/>
          <a:p>
            <a:pPr algn="ctr" defTabSz="772219" fontAlgn="base">
              <a:lnSpc>
                <a:spcPct val="90000"/>
              </a:lnSpc>
              <a:spcBef>
                <a:spcPct val="0"/>
              </a:spcBef>
              <a:spcAft>
                <a:spcPct val="0"/>
              </a:spcAft>
            </a:pPr>
            <a:endParaRPr lang="en-US" sz="1987">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2"/>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1447" tIns="121157" rIns="151447" bIns="121157" numCol="1" spcCol="0" rtlCol="0" fromWordArt="0" anchor="t" anchorCtr="0" forceAA="0" compatLnSpc="1">
            <a:prstTxWarp prst="textNoShape">
              <a:avLst/>
            </a:prstTxWarp>
            <a:noAutofit/>
          </a:bodyPr>
          <a:lstStyle/>
          <a:p>
            <a:pPr algn="ctr" defTabSz="772219" fontAlgn="base">
              <a:lnSpc>
                <a:spcPct val="90000"/>
              </a:lnSpc>
              <a:spcBef>
                <a:spcPct val="0"/>
              </a:spcBef>
              <a:spcAft>
                <a:spcPct val="0"/>
              </a:spcAft>
            </a:pPr>
            <a:endParaRPr lang="en-US" sz="1987">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47609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933" r:id="rId33"/>
  </p:sldLayoutIdLst>
  <p:transition>
    <p:fade/>
  </p:transition>
  <p:hf hdr="0" ftr="0" dt="0"/>
  <p:txStyles>
    <p:titleStyle>
      <a:lvl1pPr algn="l" defTabSz="772442" rtl="0" eaLnBrk="1" latinLnBrk="0" hangingPunct="1">
        <a:lnSpc>
          <a:spcPct val="100000"/>
        </a:lnSpc>
        <a:spcBef>
          <a:spcPct val="0"/>
        </a:spcBef>
        <a:buNone/>
        <a:defRPr lang="en-US" sz="2981" b="0" kern="1200" cap="none" spc="-4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189313" marR="0" indent="-189313" algn="l" defTabSz="7724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319"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378626" marR="0" indent="-189313" algn="l" defTabSz="7724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56" kern="1200" spc="0" baseline="0">
          <a:gradFill>
            <a:gsLst>
              <a:gs pos="1250">
                <a:schemeClr val="tx1"/>
              </a:gs>
              <a:gs pos="100000">
                <a:schemeClr val="tx1"/>
              </a:gs>
            </a:gsLst>
            <a:lin ang="5400000" scaled="0"/>
          </a:gradFill>
          <a:latin typeface="+mn-lt"/>
          <a:ea typeface="+mn-ea"/>
          <a:cs typeface="+mn-cs"/>
        </a:defRPr>
      </a:lvl2pPr>
      <a:lvl3pPr marL="544276" marR="0" indent="-165649" algn="l" defTabSz="7724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25" kern="1200" spc="0" baseline="0">
          <a:gradFill>
            <a:gsLst>
              <a:gs pos="1250">
                <a:schemeClr val="tx1"/>
              </a:gs>
              <a:gs pos="100000">
                <a:schemeClr val="tx1"/>
              </a:gs>
            </a:gsLst>
            <a:lin ang="5400000" scaled="0"/>
          </a:gradFill>
          <a:latin typeface="+mn-lt"/>
          <a:ea typeface="+mn-ea"/>
          <a:cs typeface="+mn-cs"/>
        </a:defRPr>
      </a:lvl3pPr>
      <a:lvl4pPr marL="698093" marR="0" indent="-149873" algn="l" defTabSz="7724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60" kern="1200" spc="0" baseline="0">
          <a:gradFill>
            <a:gsLst>
              <a:gs pos="1250">
                <a:schemeClr val="tx1"/>
              </a:gs>
              <a:gs pos="100000">
                <a:schemeClr val="tx1"/>
              </a:gs>
            </a:gsLst>
            <a:lin ang="5400000" scaled="0"/>
          </a:gradFill>
          <a:latin typeface="+mn-lt"/>
          <a:ea typeface="+mn-ea"/>
          <a:cs typeface="+mn-cs"/>
        </a:defRPr>
      </a:lvl4pPr>
      <a:lvl5pPr marL="847965" marR="0" indent="-139356" algn="l" defTabSz="7724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60" kern="1200" spc="0" baseline="0">
          <a:gradFill>
            <a:gsLst>
              <a:gs pos="1250">
                <a:schemeClr val="tx1"/>
              </a:gs>
              <a:gs pos="100000">
                <a:schemeClr val="tx1"/>
              </a:gs>
            </a:gsLst>
            <a:lin ang="5400000" scaled="0"/>
          </a:gradFill>
          <a:latin typeface="+mn-lt"/>
          <a:ea typeface="+mn-ea"/>
          <a:cs typeface="+mn-cs"/>
        </a:defRPr>
      </a:lvl5pPr>
      <a:lvl6pPr marL="2124216" indent="-193111" algn="l" defTabSz="772442" rtl="0" eaLnBrk="1" latinLnBrk="0" hangingPunct="1">
        <a:spcBef>
          <a:spcPct val="20000"/>
        </a:spcBef>
        <a:buFont typeface="Arial" pitchFamily="34" charset="0"/>
        <a:buChar char="•"/>
        <a:defRPr sz="1656" kern="1200">
          <a:solidFill>
            <a:schemeClr val="tx1"/>
          </a:solidFill>
          <a:latin typeface="+mn-lt"/>
          <a:ea typeface="+mn-ea"/>
          <a:cs typeface="+mn-cs"/>
        </a:defRPr>
      </a:lvl6pPr>
      <a:lvl7pPr marL="2510438" indent="-193111" algn="l" defTabSz="772442" rtl="0" eaLnBrk="1" latinLnBrk="0" hangingPunct="1">
        <a:spcBef>
          <a:spcPct val="20000"/>
        </a:spcBef>
        <a:buFont typeface="Arial" pitchFamily="34" charset="0"/>
        <a:buChar char="•"/>
        <a:defRPr sz="1656" kern="1200">
          <a:solidFill>
            <a:schemeClr val="tx1"/>
          </a:solidFill>
          <a:latin typeface="+mn-lt"/>
          <a:ea typeface="+mn-ea"/>
          <a:cs typeface="+mn-cs"/>
        </a:defRPr>
      </a:lvl7pPr>
      <a:lvl8pPr marL="2896659" indent="-193111" algn="l" defTabSz="772442" rtl="0" eaLnBrk="1" latinLnBrk="0" hangingPunct="1">
        <a:spcBef>
          <a:spcPct val="20000"/>
        </a:spcBef>
        <a:buFont typeface="Arial" pitchFamily="34" charset="0"/>
        <a:buChar char="•"/>
        <a:defRPr sz="1656" kern="1200">
          <a:solidFill>
            <a:schemeClr val="tx1"/>
          </a:solidFill>
          <a:latin typeface="+mn-lt"/>
          <a:ea typeface="+mn-ea"/>
          <a:cs typeface="+mn-cs"/>
        </a:defRPr>
      </a:lvl8pPr>
      <a:lvl9pPr marL="3282881" indent="-193111" algn="l" defTabSz="772442" rtl="0" eaLnBrk="1" latinLnBrk="0" hangingPunct="1">
        <a:spcBef>
          <a:spcPct val="20000"/>
        </a:spcBef>
        <a:buFont typeface="Arial" pitchFamily="34" charset="0"/>
        <a:buChar char="•"/>
        <a:defRPr sz="1656" kern="1200">
          <a:solidFill>
            <a:schemeClr val="tx1"/>
          </a:solidFill>
          <a:latin typeface="+mn-lt"/>
          <a:ea typeface="+mn-ea"/>
          <a:cs typeface="+mn-cs"/>
        </a:defRPr>
      </a:lvl9pPr>
    </p:bodyStyle>
    <p:otherStyle>
      <a:defPPr>
        <a:defRPr lang="en-US"/>
      </a:defPPr>
      <a:lvl1pPr marL="0" algn="l" defTabSz="772442" rtl="0" eaLnBrk="1" latinLnBrk="0" hangingPunct="1">
        <a:defRPr sz="1491" kern="1200">
          <a:solidFill>
            <a:schemeClr val="tx1"/>
          </a:solidFill>
          <a:latin typeface="+mn-lt"/>
          <a:ea typeface="+mn-ea"/>
          <a:cs typeface="+mn-cs"/>
        </a:defRPr>
      </a:lvl1pPr>
      <a:lvl2pPr marL="386221" algn="l" defTabSz="772442" rtl="0" eaLnBrk="1" latinLnBrk="0" hangingPunct="1">
        <a:defRPr sz="1491" kern="1200">
          <a:solidFill>
            <a:schemeClr val="tx1"/>
          </a:solidFill>
          <a:latin typeface="+mn-lt"/>
          <a:ea typeface="+mn-ea"/>
          <a:cs typeface="+mn-cs"/>
        </a:defRPr>
      </a:lvl2pPr>
      <a:lvl3pPr marL="772442" algn="l" defTabSz="772442" rtl="0" eaLnBrk="1" latinLnBrk="0" hangingPunct="1">
        <a:defRPr sz="1491" kern="1200">
          <a:solidFill>
            <a:schemeClr val="tx1"/>
          </a:solidFill>
          <a:latin typeface="+mn-lt"/>
          <a:ea typeface="+mn-ea"/>
          <a:cs typeface="+mn-cs"/>
        </a:defRPr>
      </a:lvl3pPr>
      <a:lvl4pPr marL="1158663" algn="l" defTabSz="772442" rtl="0" eaLnBrk="1" latinLnBrk="0" hangingPunct="1">
        <a:defRPr sz="1491" kern="1200">
          <a:solidFill>
            <a:schemeClr val="tx1"/>
          </a:solidFill>
          <a:latin typeface="+mn-lt"/>
          <a:ea typeface="+mn-ea"/>
          <a:cs typeface="+mn-cs"/>
        </a:defRPr>
      </a:lvl4pPr>
      <a:lvl5pPr marL="1544884" algn="l" defTabSz="772442" rtl="0" eaLnBrk="1" latinLnBrk="0" hangingPunct="1">
        <a:defRPr sz="1491" kern="1200">
          <a:solidFill>
            <a:schemeClr val="tx1"/>
          </a:solidFill>
          <a:latin typeface="+mn-lt"/>
          <a:ea typeface="+mn-ea"/>
          <a:cs typeface="+mn-cs"/>
        </a:defRPr>
      </a:lvl5pPr>
      <a:lvl6pPr marL="1931106" algn="l" defTabSz="772442" rtl="0" eaLnBrk="1" latinLnBrk="0" hangingPunct="1">
        <a:defRPr sz="1491" kern="1200">
          <a:solidFill>
            <a:schemeClr val="tx1"/>
          </a:solidFill>
          <a:latin typeface="+mn-lt"/>
          <a:ea typeface="+mn-ea"/>
          <a:cs typeface="+mn-cs"/>
        </a:defRPr>
      </a:lvl6pPr>
      <a:lvl7pPr marL="2317327" algn="l" defTabSz="772442" rtl="0" eaLnBrk="1" latinLnBrk="0" hangingPunct="1">
        <a:defRPr sz="1491" kern="1200">
          <a:solidFill>
            <a:schemeClr val="tx1"/>
          </a:solidFill>
          <a:latin typeface="+mn-lt"/>
          <a:ea typeface="+mn-ea"/>
          <a:cs typeface="+mn-cs"/>
        </a:defRPr>
      </a:lvl7pPr>
      <a:lvl8pPr marL="2703548" algn="l" defTabSz="772442" rtl="0" eaLnBrk="1" latinLnBrk="0" hangingPunct="1">
        <a:defRPr sz="1491" kern="1200">
          <a:solidFill>
            <a:schemeClr val="tx1"/>
          </a:solidFill>
          <a:latin typeface="+mn-lt"/>
          <a:ea typeface="+mn-ea"/>
          <a:cs typeface="+mn-cs"/>
        </a:defRPr>
      </a:lvl8pPr>
      <a:lvl9pPr marL="3089770" algn="l" defTabSz="772442" rtl="0" eaLnBrk="1" latinLnBrk="0" hangingPunct="1">
        <a:defRPr sz="1491"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530">
          <p15:clr>
            <a:srgbClr val="C35EA4"/>
          </p15:clr>
        </p15:guide>
        <p15:guide id="17" pos="10532">
          <p15:clr>
            <a:srgbClr val="C35EA4"/>
          </p15:clr>
        </p15:guide>
        <p15:guide id="25" orient="horz" pos="531">
          <p15:clr>
            <a:srgbClr val="C35EA4"/>
          </p15:clr>
        </p15:guide>
        <p15:guide id="26" orient="horz" pos="5687">
          <p15:clr>
            <a:srgbClr val="C35EA4"/>
          </p15:clr>
        </p15:guide>
        <p15:guide id="27" orient="horz" pos="265">
          <p15:clr>
            <a:srgbClr val="A4A3A4"/>
          </p15:clr>
        </p15:guide>
        <p15:guide id="28" pos="266">
          <p15:clr>
            <a:srgbClr val="A4A3A4"/>
          </p15:clr>
        </p15:guide>
        <p15:guide id="29" orient="horz" pos="5955">
          <p15:clr>
            <a:srgbClr val="A4A3A4"/>
          </p15:clr>
        </p15:guide>
        <p15:guide id="30" pos="10794">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750094"/>
            <a:ext cx="10515600" cy="1060704"/>
          </a:xfrm>
          <a:prstGeom prst="rect">
            <a:avLst/>
          </a:prstGeom>
        </p:spPr>
        <p:txBody>
          <a:bodyPr vert="horz" lIns="0" tIns="0" rIns="0" bIns="0" rtlCol="0" anchor="b">
            <a:noAutofit/>
          </a:bodyPr>
          <a:lstStyle/>
          <a:p>
            <a:r>
              <a:rPr lang="en-US"/>
              <a:t>Donec </a:t>
            </a:r>
            <a:r>
              <a:rPr lang="en-US" err="1"/>
              <a:t>ullamcorper</a:t>
            </a:r>
            <a:r>
              <a:rPr lang="en-US"/>
              <a:t> </a:t>
            </a:r>
            <a:r>
              <a:rPr lang="en-US" err="1"/>
              <a:t>nulla</a:t>
            </a:r>
            <a:r>
              <a:rPr lang="en-US"/>
              <a:t> non </a:t>
            </a:r>
            <a:r>
              <a:rPr lang="en-US" err="1"/>
              <a:t>metus</a:t>
            </a:r>
            <a:r>
              <a:rPr lang="en-US"/>
              <a:t> auctor </a:t>
            </a:r>
            <a:r>
              <a:rPr lang="en-US" err="1"/>
              <a:t>fringilla</a:t>
            </a:r>
            <a:r>
              <a:rPr lang="en-US"/>
              <a:t>.</a:t>
            </a:r>
          </a:p>
        </p:txBody>
      </p:sp>
      <p:sp>
        <p:nvSpPr>
          <p:cNvPr id="3" name="Text Placeholder 2"/>
          <p:cNvSpPr>
            <a:spLocks noGrp="1"/>
          </p:cNvSpPr>
          <p:nvPr>
            <p:ph type="body" idx="1"/>
          </p:nvPr>
        </p:nvSpPr>
        <p:spPr>
          <a:xfrm>
            <a:off x="723900" y="2000250"/>
            <a:ext cx="10515600" cy="4229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924030" y="6356961"/>
            <a:ext cx="372620" cy="153629"/>
          </a:xfrm>
          <a:prstGeom prst="rect">
            <a:avLst/>
          </a:prstGeom>
          <a:noFill/>
          <a:effectLst/>
        </p:spPr>
        <p:txBody>
          <a:bodyPr vert="horz" lIns="182880" tIns="0" rIns="0" bIns="0" rtlCol="0" anchor="t"/>
          <a:lstStyle>
            <a:lvl1pPr algn="l">
              <a:defRPr sz="900" b="0" i="0">
                <a:solidFill>
                  <a:schemeClr val="bg1">
                    <a:lumMod val="65000"/>
                  </a:schemeClr>
                </a:solidFill>
                <a:latin typeface="Segoe UI Light" panose="020B0502040204020203" pitchFamily="34" charset="0"/>
                <a:cs typeface="Segoe UI Light" panose="020B0502040204020203" pitchFamily="34" charset="0"/>
              </a:defRPr>
            </a:lvl1pPr>
          </a:lstStyle>
          <a:p>
            <a:fld id="{9406BE13-FF2C-3A41-A53B-D6BC2DDA0AE5}" type="slidenum">
              <a:rPr lang="en-US" smtClean="0"/>
              <a:pPr/>
              <a:t>‹#›</a:t>
            </a:fld>
            <a:endParaRPr lang="en-US"/>
          </a:p>
        </p:txBody>
      </p:sp>
      <p:sp>
        <p:nvSpPr>
          <p:cNvPr id="34" name="Date Placeholder 33">
            <a:extLst>
              <a:ext uri="{FF2B5EF4-FFF2-40B4-BE49-F238E27FC236}">
                <a16:creationId xmlns:a16="http://schemas.microsoft.com/office/drawing/2014/main" id="{B5A96CE3-2088-61D4-5DDC-9C1AE01106EF}"/>
              </a:ext>
            </a:extLst>
          </p:cNvPr>
          <p:cNvSpPr>
            <a:spLocks noGrp="1"/>
          </p:cNvSpPr>
          <p:nvPr>
            <p:ph type="dt" sz="half" idx="2"/>
          </p:nvPr>
        </p:nvSpPr>
        <p:spPr>
          <a:xfrm>
            <a:off x="9773920" y="6356961"/>
            <a:ext cx="1179830" cy="153629"/>
          </a:xfrm>
          <a:prstGeom prst="rect">
            <a:avLst/>
          </a:prstGeom>
          <a:gradFill flip="none" rotWithShape="1">
            <a:gsLst>
              <a:gs pos="99000">
                <a:schemeClr val="bg1">
                  <a:lumMod val="95000"/>
                  <a:alpha val="0"/>
                </a:schemeClr>
              </a:gs>
              <a:gs pos="100000">
                <a:schemeClr val="bg1">
                  <a:lumMod val="95000"/>
                </a:schemeClr>
              </a:gs>
            </a:gsLst>
            <a:lin ang="0" scaled="0"/>
            <a:tileRect/>
          </a:gradFill>
          <a:ln>
            <a:noFill/>
          </a:ln>
          <a:effectLst>
            <a:outerShdw dist="368300" sx="69000" sy="69000" algn="l" rotWithShape="0">
              <a:schemeClr val="bg1">
                <a:lumMod val="50000"/>
              </a:schemeClr>
            </a:outerShdw>
          </a:effectLst>
        </p:spPr>
        <p:txBody>
          <a:bodyPr vert="horz" lIns="0" tIns="0" rIns="137160" bIns="0" rtlCol="0" anchor="t"/>
          <a:lstStyle>
            <a:lvl1pPr algn="r">
              <a:defRPr sz="900" b="0" i="0">
                <a:solidFill>
                  <a:schemeClr val="bg1">
                    <a:lumMod val="65000"/>
                  </a:schemeClr>
                </a:solidFill>
                <a:latin typeface="Segoe UI Light" panose="020B0502040204020203" pitchFamily="34" charset="0"/>
                <a:cs typeface="Segoe UI Light" panose="020B0502040204020203" pitchFamily="34" charset="0"/>
              </a:defRPr>
            </a:lvl1pPr>
          </a:lstStyle>
          <a:p>
            <a:r>
              <a:rPr lang="en-US"/>
              <a:t>Microsoft confidential</a:t>
            </a:r>
          </a:p>
        </p:txBody>
      </p:sp>
      <p:sp>
        <p:nvSpPr>
          <p:cNvPr id="5" name="Footer Placeholder 4"/>
          <p:cNvSpPr>
            <a:spLocks noGrp="1"/>
          </p:cNvSpPr>
          <p:nvPr>
            <p:ph type="ftr" sz="quarter" idx="3"/>
          </p:nvPr>
        </p:nvSpPr>
        <p:spPr>
          <a:xfrm>
            <a:off x="723900" y="6356961"/>
            <a:ext cx="2628900" cy="153630"/>
          </a:xfrm>
          <a:prstGeom prst="rect">
            <a:avLst/>
          </a:prstGeom>
          <a:noFill/>
          <a:effectLst/>
        </p:spPr>
        <p:txBody>
          <a:bodyPr vert="horz" lIns="0" tIns="0" rIns="182880" bIns="0" rtlCol="0" anchor="t"/>
          <a:lstStyle>
            <a:lvl1pPr algn="l">
              <a:defRPr sz="900" b="0" i="0">
                <a:solidFill>
                  <a:schemeClr val="bg1">
                    <a:lumMod val="65000"/>
                  </a:schemeClr>
                </a:solidFill>
                <a:latin typeface="Segoe UI Light" panose="020B0502040204020203" pitchFamily="34" charset="0"/>
                <a:cs typeface="Segoe UI Light" panose="020B0502040204020203" pitchFamily="34" charset="0"/>
              </a:defRPr>
            </a:lvl1pPr>
          </a:lstStyle>
          <a:p>
            <a:r>
              <a:rPr lang="en-US"/>
              <a:t>Creating a scalable conversational UX</a:t>
            </a:r>
          </a:p>
        </p:txBody>
      </p:sp>
      <p:sp>
        <p:nvSpPr>
          <p:cNvPr id="7" name="TextBox 6">
            <a:extLst>
              <a:ext uri="{FF2B5EF4-FFF2-40B4-BE49-F238E27FC236}">
                <a16:creationId xmlns:a16="http://schemas.microsoft.com/office/drawing/2014/main" id="{C8494337-3122-BAF7-E855-31D245DE8E7A}"/>
              </a:ext>
            </a:extLst>
          </p:cNvPr>
          <p:cNvSpPr txBox="1"/>
          <p:nvPr userDrawn="1">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425398892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8" r:id="rId23"/>
    <p:sldLayoutId id="2147483719" r:id="rId2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200"/>
        </a:spcAft>
        <a:buFont typeface="Wingdings" pitchFamily="2" charset="2"/>
        <a:buChar char="§"/>
        <a:defRPr sz="20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
          <p15:clr>
            <a:srgbClr val="F26B43"/>
          </p15:clr>
        </p15:guide>
        <p15:guide id="2" pos="456">
          <p15:clr>
            <a:srgbClr val="F26B43"/>
          </p15:clr>
        </p15:guide>
        <p15:guide id="4" pos="7368">
          <p15:clr>
            <a:srgbClr val="F26B43"/>
          </p15:clr>
        </p15:guide>
        <p15:guide id="7" orient="horz" pos="39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GB"/>
              <a:t>Click to edit Master title style</a:t>
            </a:r>
            <a:endParaRPr lang="en-US"/>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54634505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8" r:id="rId16"/>
    <p:sldLayoutId id="2147483808" r:id="rId17"/>
    <p:sldLayoutId id="2147483898" r:id="rId18"/>
    <p:sldLayoutId id="2147483899" r:id="rId19"/>
    <p:sldLayoutId id="2147483900" r:id="rId20"/>
    <p:sldLayoutId id="2147483901" r:id="rId21"/>
    <p:sldLayoutId id="2147483902" r:id="rId22"/>
    <p:sldLayoutId id="2147483903" r:id="rId23"/>
    <p:sldLayoutId id="2147483904" r:id="rId24"/>
    <p:sldLayoutId id="2147483905" r:id="rId25"/>
    <p:sldLayoutId id="2147483906" r:id="rId26"/>
    <p:sldLayoutId id="2147483907" r:id="rId27"/>
    <p:sldLayoutId id="2147483908" r:id="rId28"/>
    <p:sldLayoutId id="2147483909" r:id="rId29"/>
    <p:sldLayoutId id="2147483910" r:id="rId30"/>
    <p:sldLayoutId id="2147483911" r:id="rId31"/>
    <p:sldLayoutId id="2147483912" r:id="rId32"/>
    <p:sldLayoutId id="2147483913" r:id="rId33"/>
    <p:sldLayoutId id="2147483914" r:id="rId34"/>
    <p:sldLayoutId id="2147483915" r:id="rId35"/>
    <p:sldLayoutId id="2147483916" r:id="rId36"/>
    <p:sldLayoutId id="2147483917" r:id="rId37"/>
    <p:sldLayoutId id="2147483918" r:id="rId38"/>
    <p:sldLayoutId id="2147483919" r:id="rId3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White">
      <p:bgPr>
        <a:gradFill flip="none" rotWithShape="1">
          <a:gsLst>
            <a:gs pos="100000">
              <a:schemeClr val="accent2">
                <a:lumMod val="20000"/>
                <a:lumOff val="80000"/>
                <a:alpha val="25000"/>
              </a:schemeClr>
            </a:gs>
            <a:gs pos="3000">
              <a:schemeClr val="bg2">
                <a:lumMod val="20000"/>
                <a:lumOff val="80000"/>
                <a:alpha val="30000"/>
              </a:schemeClr>
            </a:gs>
          </a:gsLst>
          <a:lin ang="0" scaled="1"/>
          <a:tileRect/>
        </a:gradFill>
        <a:effectLst/>
      </p:bgPr>
    </p:bg>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C77C55D5-62A0-FE01-029E-3621C3E10B1D}"/>
              </a:ext>
            </a:extLst>
          </p:cNvPr>
          <p:cNvPicPr>
            <a:picLocks noChangeAspect="1"/>
          </p:cNvPicPr>
          <p:nvPr userDrawn="1"/>
        </p:nvPicPr>
        <p:blipFill>
          <a:blip r:embed="rId15">
            <a:extLst>
              <a:ext uri="{BEBA8EAE-BF5A-486C-A8C5-ECC9F3942E4B}">
                <a14:imgProps xmlns:a14="http://schemas.microsoft.com/office/drawing/2010/main">
                  <a14:imgLayer r:embed="rId16">
                    <a14:imgEffect>
                      <a14:brightnessContrast bright="2000" contrast="4000"/>
                    </a14:imgEffect>
                  </a14:imgLayer>
                </a14:imgProps>
              </a:ex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8" name="Rectangle 57">
            <a:extLst>
              <a:ext uri="{FF2B5EF4-FFF2-40B4-BE49-F238E27FC236}">
                <a16:creationId xmlns:a16="http://schemas.microsoft.com/office/drawing/2014/main" id="{EE079862-567C-C6A9-3220-87040118F0E6}"/>
              </a:ext>
            </a:extLst>
          </p:cNvPr>
          <p:cNvSpPr/>
          <p:nvPr userDrawn="1"/>
        </p:nvSpPr>
        <p:spPr bwMode="auto">
          <a:xfrm flipH="1">
            <a:off x="7543800" y="0"/>
            <a:ext cx="4648197" cy="6858000"/>
          </a:xfrm>
          <a:prstGeom prst="rect">
            <a:avLst/>
          </a:prstGeom>
          <a:gradFill flip="none" rotWithShape="1">
            <a:gsLst>
              <a:gs pos="98000">
                <a:srgbClr val="FFFFFF">
                  <a:alpha val="10000"/>
                </a:srgbClr>
              </a:gs>
              <a:gs pos="24000">
                <a:srgbClr val="FFFFFF">
                  <a:alpha val="27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2205EA21-AD9E-B093-BE90-E26DDD67EE73}"/>
              </a:ext>
            </a:extLst>
          </p:cNvPr>
          <p:cNvSpPr/>
          <p:nvPr userDrawn="1"/>
        </p:nvSpPr>
        <p:spPr bwMode="auto">
          <a:xfrm>
            <a:off x="-1" y="0"/>
            <a:ext cx="6373370" cy="6858000"/>
          </a:xfrm>
          <a:prstGeom prst="rect">
            <a:avLst/>
          </a:prstGeom>
          <a:gradFill>
            <a:gsLst>
              <a:gs pos="100000">
                <a:srgbClr val="FFFFFF">
                  <a:alpha val="0"/>
                </a:srgbClr>
              </a:gs>
              <a:gs pos="24000">
                <a:srgbClr val="FFFFFF">
                  <a:alpha val="35000"/>
                </a:srgbClr>
              </a:gs>
            </a:gsLst>
            <a:lin ang="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a:ea typeface="Segoe UI" pitchFamily="34" charset="0"/>
              <a:cs typeface="Segoe UI" pitchFamily="34" charset="0"/>
            </a:endParaRPr>
          </a:p>
        </p:txBody>
      </p:sp>
      <p:sp>
        <p:nvSpPr>
          <p:cNvPr id="55" name="Rectangle 54">
            <a:extLst>
              <a:ext uri="{FF2B5EF4-FFF2-40B4-BE49-F238E27FC236}">
                <a16:creationId xmlns:a16="http://schemas.microsoft.com/office/drawing/2014/main" id="{AEAC03B9-DAAB-F189-30B0-1C035FC8A607}"/>
              </a:ext>
            </a:extLst>
          </p:cNvPr>
          <p:cNvSpPr/>
          <p:nvPr userDrawn="1"/>
        </p:nvSpPr>
        <p:spPr bwMode="auto">
          <a:xfrm>
            <a:off x="0" y="3803904"/>
            <a:ext cx="12192000" cy="3054096"/>
          </a:xfrm>
          <a:prstGeom prst="rect">
            <a:avLst/>
          </a:prstGeom>
          <a:gradFill>
            <a:gsLst>
              <a:gs pos="0">
                <a:srgbClr val="FFFFFF">
                  <a:alpha val="0"/>
                </a:srgbClr>
              </a:gs>
              <a:gs pos="42000">
                <a:srgbClr val="FFFFFF">
                  <a:alpha val="16000"/>
                </a:srgbClr>
              </a:gs>
            </a:gsLst>
            <a:lin ang="54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UI"/>
              <a:ea typeface="Segoe UI" pitchFamily="34" charset="0"/>
              <a:cs typeface="Segoe UI" pitchFamily="34" charset="0"/>
            </a:endParaRP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Placeholder 1"/>
          <p:cNvSpPr>
            <a:spLocks noGrp="1"/>
          </p:cNvSpPr>
          <p:nvPr userDrawn="1">
            <p:ph type="title"/>
          </p:nvPr>
        </p:nvSpPr>
        <p:spPr>
          <a:xfrm>
            <a:off x="588263" y="457200"/>
            <a:ext cx="11018520" cy="430887"/>
          </a:xfrm>
          <a:prstGeom prst="rect">
            <a:avLst/>
          </a:prstGeom>
        </p:spPr>
        <p:txBody>
          <a:bodyPr vert="horz" wrap="square" lIns="0" tIns="0" rIns="0" bIns="0" rtlCol="0" anchor="t">
            <a:spAutoFit/>
          </a:bodyPr>
          <a:lstStyle/>
          <a:p>
            <a:r>
              <a:rPr lang="en-US"/>
              <a:t>Cloud and AI Platform</a:t>
            </a:r>
          </a:p>
        </p:txBody>
      </p:sp>
      <p:sp>
        <p:nvSpPr>
          <p:cNvPr id="5" name="Text Placeholder 4">
            <a:extLst>
              <a:ext uri="{FF2B5EF4-FFF2-40B4-BE49-F238E27FC236}">
                <a16:creationId xmlns:a16="http://schemas.microsoft.com/office/drawing/2014/main" id="{5B219E5F-FE04-920A-7345-E489BAD85283}"/>
              </a:ext>
            </a:extLst>
          </p:cNvPr>
          <p:cNvSpPr>
            <a:spLocks noGrp="1"/>
          </p:cNvSpPr>
          <p:nvPr>
            <p:ph type="body" idx="1"/>
          </p:nvPr>
        </p:nvSpPr>
        <p:spPr>
          <a:xfrm>
            <a:off x="588263" y="1354519"/>
            <a:ext cx="1101852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3498727"/>
      </p:ext>
    </p:extLst>
  </p:cSld>
  <p:clrMap bg1="dk1" tx1="lt1" bg2="dk2" tx2="lt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932" r:id="rId13"/>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1"/>
          </a:solidFill>
          <a:effectLst/>
          <a:latin typeface="+mj-lt"/>
          <a:ea typeface="+mn-ea"/>
          <a:cs typeface="Segoe UI" pitchFamily="34" charset="0"/>
        </a:defRPr>
      </a:lvl1pPr>
    </p:titleStyle>
    <p:bodyStyle>
      <a:lvl1pPr marL="266700" marR="0" indent="-266700"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2000" kern="1200" spc="0" baseline="0">
          <a:solidFill>
            <a:schemeClr val="tx1"/>
          </a:solidFill>
          <a:latin typeface="+mn-lt"/>
          <a:ea typeface="+mn-ea"/>
          <a:cs typeface="Segoe UI" panose="020B0502040204020203" pitchFamily="34" charset="0"/>
        </a:defRPr>
      </a:lvl1pPr>
      <a:lvl2pPr marL="647700" marR="0" indent="-269875" algn="l" defTabSz="932742" rtl="0" eaLnBrk="1" fontAlgn="auto" latinLnBrk="0" hangingPunct="1">
        <a:lnSpc>
          <a:spcPct val="100000"/>
        </a:lnSpc>
        <a:spcBef>
          <a:spcPct val="20000"/>
        </a:spcBef>
        <a:spcAft>
          <a:spcPts val="0"/>
        </a:spcAft>
        <a:buClrTx/>
        <a:buSzPct val="100000"/>
        <a:buFont typeface="Segoe UI" panose="020B0502040204020203" pitchFamily="34" charset="0"/>
        <a:buChar char="–"/>
        <a:tabLst/>
        <a:defRPr sz="1600" kern="1200" spc="0" baseline="0">
          <a:solidFill>
            <a:schemeClr val="tx1"/>
          </a:solidFill>
          <a:latin typeface="+mn-lt"/>
          <a:ea typeface="+mn-ea"/>
          <a:cs typeface="+mn-cs"/>
        </a:defRPr>
      </a:lvl2pPr>
      <a:lvl3pPr marL="914400" marR="0" indent="-200025" algn="l" defTabSz="932742" rtl="0" eaLnBrk="1" fontAlgn="auto" latinLnBrk="0" hangingPunct="1">
        <a:lnSpc>
          <a:spcPct val="100000"/>
        </a:lnSpc>
        <a:spcBef>
          <a:spcPct val="20000"/>
        </a:spcBef>
        <a:spcAft>
          <a:spcPts val="0"/>
        </a:spcAft>
        <a:buClrTx/>
        <a:buSzPct val="100000"/>
        <a:buFont typeface="Courier New" panose="02070309020205020404" pitchFamily="49" charset="0"/>
        <a:buChar char="o"/>
        <a:tabLst/>
        <a:defRPr sz="1200" kern="1200" spc="0" baseline="0">
          <a:solidFill>
            <a:schemeClr val="tx1"/>
          </a:solidFill>
          <a:latin typeface="+mn-lt"/>
          <a:ea typeface="+mn-ea"/>
          <a:cs typeface="+mn-cs"/>
        </a:defRPr>
      </a:lvl3pPr>
      <a:lvl4pPr marL="1155700" marR="0" indent="-184150"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1100" kern="1200" spc="0" baseline="0">
          <a:solidFill>
            <a:schemeClr val="tx1"/>
          </a:solidFill>
          <a:latin typeface="+mn-lt"/>
          <a:ea typeface="+mn-ea"/>
          <a:cs typeface="+mn-cs"/>
        </a:defRPr>
      </a:lvl4pPr>
      <a:lvl5pPr marL="1381125" marR="0" indent="-184150" algn="l" defTabSz="932742" rtl="0" eaLnBrk="1" fontAlgn="auto" latinLnBrk="0" hangingPunct="1">
        <a:lnSpc>
          <a:spcPct val="100000"/>
        </a:lnSpc>
        <a:spcBef>
          <a:spcPct val="20000"/>
        </a:spcBef>
        <a:spcAft>
          <a:spcPts val="0"/>
        </a:spcAft>
        <a:buClrTx/>
        <a:buSzPct val="100000"/>
        <a:buFont typeface="Segoe UI" panose="020B0502040204020203"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71">
          <p15:clr>
            <a:srgbClr val="C35EA4"/>
          </p15:clr>
        </p15:guide>
        <p15:guide id="17" pos="7310">
          <p15:clr>
            <a:srgbClr val="C35EA4"/>
          </p15:clr>
        </p15:guide>
        <p15:guide id="25" orient="horz" pos="384">
          <p15:clr>
            <a:srgbClr val="C35EA4"/>
          </p15:clr>
        </p15:guide>
        <p15:guide id="27" orient="horz" pos="184">
          <p15:clr>
            <a:srgbClr val="A4A3A4"/>
          </p15:clr>
        </p15:guide>
        <p15:guide id="28" pos="182">
          <p15:clr>
            <a:srgbClr val="A4A3A4"/>
          </p15:clr>
        </p15:guide>
        <p15:guide id="29" orient="horz" pos="4135">
          <p15:clr>
            <a:srgbClr val="A4A3A4"/>
          </p15:clr>
        </p15:guide>
        <p15:guide id="30" pos="7495">
          <p15:clr>
            <a:srgbClr val="A4A3A4"/>
          </p15:clr>
        </p15:guide>
        <p15:guide id="31" orient="horz" pos="4008">
          <p15:clr>
            <a:srgbClr val="F26B43"/>
          </p15:clr>
        </p15:guide>
        <p15:guide id="33" pos="962">
          <p15:clr>
            <a:srgbClr val="A4A3A4"/>
          </p15:clr>
        </p15:guide>
        <p15:guide id="34" pos="1370">
          <p15:clr>
            <a:srgbClr val="A4A3A4"/>
          </p15:clr>
        </p15:guide>
        <p15:guide id="35" pos="1557">
          <p15:clr>
            <a:srgbClr val="A4A3A4"/>
          </p15:clr>
        </p15:guide>
        <p15:guide id="36" pos="1964">
          <p15:clr>
            <a:srgbClr val="A4A3A4"/>
          </p15:clr>
        </p15:guide>
        <p15:guide id="37" pos="2151">
          <p15:clr>
            <a:srgbClr val="A4A3A4"/>
          </p15:clr>
        </p15:guide>
        <p15:guide id="38" pos="2558">
          <p15:clr>
            <a:srgbClr val="A4A3A4"/>
          </p15:clr>
        </p15:guide>
        <p15:guide id="39" pos="2745">
          <p15:clr>
            <a:srgbClr val="A4A3A4"/>
          </p15:clr>
        </p15:guide>
        <p15:guide id="40" pos="3153">
          <p15:clr>
            <a:srgbClr val="A4A3A4"/>
          </p15:clr>
        </p15:guide>
        <p15:guide id="41" pos="3339">
          <p15:clr>
            <a:srgbClr val="A4A3A4"/>
          </p15:clr>
        </p15:guide>
        <p15:guide id="42" pos="3747">
          <p15:clr>
            <a:srgbClr val="A4A3A4"/>
          </p15:clr>
        </p15:guide>
        <p15:guide id="43" pos="3933">
          <p15:clr>
            <a:srgbClr val="A4A3A4"/>
          </p15:clr>
        </p15:guide>
        <p15:guide id="44" pos="4341">
          <p15:clr>
            <a:srgbClr val="A4A3A4"/>
          </p15:clr>
        </p15:guide>
        <p15:guide id="45" pos="4527">
          <p15:clr>
            <a:srgbClr val="A4A3A4"/>
          </p15:clr>
        </p15:guide>
        <p15:guide id="46" pos="4935">
          <p15:clr>
            <a:srgbClr val="A4A3A4"/>
          </p15:clr>
        </p15:guide>
        <p15:guide id="47" pos="5121">
          <p15:clr>
            <a:srgbClr val="A4A3A4"/>
          </p15:clr>
        </p15:guide>
        <p15:guide id="48" pos="5529">
          <p15:clr>
            <a:srgbClr val="A4A3A4"/>
          </p15:clr>
        </p15:guide>
        <p15:guide id="49" pos="5715">
          <p15:clr>
            <a:srgbClr val="A4A3A4"/>
          </p15:clr>
        </p15:guide>
        <p15:guide id="50" pos="776">
          <p15:clr>
            <a:srgbClr val="A4A3A4"/>
          </p15:clr>
        </p15:guide>
        <p15:guide id="51" pos="6123">
          <p15:clr>
            <a:srgbClr val="A4A3A4"/>
          </p15:clr>
        </p15:guide>
        <p15:guide id="52" pos="6309">
          <p15:clr>
            <a:srgbClr val="A4A3A4"/>
          </p15:clr>
        </p15:guide>
        <p15:guide id="53" pos="6717">
          <p15:clr>
            <a:srgbClr val="A4A3A4"/>
          </p15:clr>
        </p15:guide>
        <p15:guide id="54" pos="6904">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GB"/>
              <a:t>Click to edit Master title style</a:t>
            </a:r>
            <a:endParaRPr lang="en-US"/>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530905419"/>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 id="2147483872" r:id="rId13"/>
    <p:sldLayoutId id="2147483873" r:id="rId14"/>
    <p:sldLayoutId id="2147483874" r:id="rId15"/>
    <p:sldLayoutId id="2147483875" r:id="rId16"/>
    <p:sldLayoutId id="2147483876" r:id="rId17"/>
    <p:sldLayoutId id="2147483877" r:id="rId18"/>
    <p:sldLayoutId id="2147483878" r:id="rId19"/>
    <p:sldLayoutId id="2147483879" r:id="rId20"/>
    <p:sldLayoutId id="2147484033" r:id="rId21"/>
    <p:sldLayoutId id="2147484034" r:id="rId22"/>
    <p:sldLayoutId id="2147484035" r:id="rId23"/>
    <p:sldLayoutId id="2147484037" r:id="rId2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rot="5400000">
            <a:off x="9509919" y="2743200"/>
            <a:ext cx="6858000" cy="1371600"/>
          </a:xfrm>
          <a:prstGeom prst="rect">
            <a:avLst/>
          </a:prstGeom>
        </p:spPr>
      </p:pic>
      <p:grpSp>
        <p:nvGrpSpPr>
          <p:cNvPr id="5" name="Group 4">
            <a:extLst>
              <a:ext uri="{FF2B5EF4-FFF2-40B4-BE49-F238E27FC236}">
                <a16:creationId xmlns:a16="http://schemas.microsoft.com/office/drawing/2014/main" id="{8CDD8780-D72E-AF51-0711-940807D53DF4}"/>
              </a:ext>
            </a:extLst>
          </p:cNvPr>
          <p:cNvGrpSpPr/>
          <p:nvPr/>
        </p:nvGrpSpPr>
        <p:grpSpPr>
          <a:xfrm>
            <a:off x="13759149" y="-19050"/>
            <a:ext cx="1883664" cy="5993567"/>
            <a:chOff x="22177344" y="-19050"/>
            <a:chExt cx="1883664" cy="5993567"/>
          </a:xfrm>
        </p:grpSpPr>
        <p:grpSp>
          <p:nvGrpSpPr>
            <p:cNvPr id="6" name="Group 5">
              <a:extLst>
                <a:ext uri="{FF2B5EF4-FFF2-40B4-BE49-F238E27FC236}">
                  <a16:creationId xmlns:a16="http://schemas.microsoft.com/office/drawing/2014/main" id="{C75A2DC5-BE49-E863-CF91-7716B53286D0}"/>
                </a:ext>
              </a:extLst>
            </p:cNvPr>
            <p:cNvGrpSpPr/>
            <p:nvPr userDrawn="1"/>
          </p:nvGrpSpPr>
          <p:grpSpPr>
            <a:xfrm>
              <a:off x="22177344" y="-19050"/>
              <a:ext cx="1883664" cy="1586542"/>
              <a:chOff x="22177344" y="-19050"/>
              <a:chExt cx="1883664" cy="1586542"/>
            </a:xfrm>
          </p:grpSpPr>
          <p:grpSp>
            <p:nvGrpSpPr>
              <p:cNvPr id="162" name="Group 161">
                <a:extLst>
                  <a:ext uri="{FF2B5EF4-FFF2-40B4-BE49-F238E27FC236}">
                    <a16:creationId xmlns:a16="http://schemas.microsoft.com/office/drawing/2014/main" id="{6ABE1DCF-F2DE-DDF2-DB5D-511C8623AD8E}"/>
                  </a:ext>
                </a:extLst>
              </p:cNvPr>
              <p:cNvGrpSpPr/>
              <p:nvPr userDrawn="1"/>
            </p:nvGrpSpPr>
            <p:grpSpPr>
              <a:xfrm>
                <a:off x="22177344" y="-19050"/>
                <a:ext cx="1883664" cy="366255"/>
                <a:chOff x="22177344" y="-19050"/>
                <a:chExt cx="1883664" cy="366255"/>
              </a:xfrm>
            </p:grpSpPr>
            <p:sp>
              <p:nvSpPr>
                <p:cNvPr id="180" name="TextBox 179">
                  <a:extLst>
                    <a:ext uri="{FF2B5EF4-FFF2-40B4-BE49-F238E27FC236}">
                      <a16:creationId xmlns:a16="http://schemas.microsoft.com/office/drawing/2014/main" id="{3D9F112E-0876-00C0-9DEA-E9BD27A2512B}"/>
                    </a:ext>
                  </a:extLst>
                </p:cNvPr>
                <p:cNvSpPr txBox="1"/>
                <p:nvPr/>
              </p:nvSpPr>
              <p:spPr>
                <a:xfrm>
                  <a:off x="22177344" y="-19050"/>
                  <a:ext cx="365760" cy="366254"/>
                </a:xfrm>
                <a:prstGeom prst="rect">
                  <a:avLst/>
                </a:prstGeom>
                <a:noFill/>
              </p:spPr>
              <p:txBody>
                <a:bodyPr wrap="square" lIns="0" tIns="0" rIns="0" bIns="256032" rtlCol="0" anchor="b" anchorCtr="0">
                  <a:spAutoFit/>
                </a:bodyPr>
                <a:lstStyle/>
                <a:p>
                  <a:r>
                    <a:rPr lang="en-US" sz="7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rPr>
                    <a:t>Theme 1</a:t>
                  </a:r>
                </a:p>
              </p:txBody>
            </p:sp>
            <p:sp>
              <p:nvSpPr>
                <p:cNvPr id="181" name="TextBox 180">
                  <a:extLst>
                    <a:ext uri="{FF2B5EF4-FFF2-40B4-BE49-F238E27FC236}">
                      <a16:creationId xmlns:a16="http://schemas.microsoft.com/office/drawing/2014/main" id="{B92504A1-9BF9-F0BA-3383-ED2E01028476}"/>
                    </a:ext>
                    <a:ext uri="{C183D7F6-B498-43B3-948B-1728B52AA6E4}">
                      <adec:decorative xmlns:adec="http://schemas.microsoft.com/office/drawing/2017/decorative" val="1"/>
                    </a:ext>
                  </a:extLst>
                </p:cNvPr>
                <p:cNvSpPr txBox="1">
                  <a:spLocks/>
                </p:cNvSpPr>
                <p:nvPr/>
              </p:nvSpPr>
              <p:spPr>
                <a:xfrm>
                  <a:off x="22177344" y="105548"/>
                  <a:ext cx="457200" cy="241657"/>
                </a:xfrm>
                <a:prstGeom prst="rect">
                  <a:avLst/>
                </a:prstGeom>
                <a:solidFill>
                  <a:srgbClr val="31858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82" name="TextBox 181">
                  <a:extLst>
                    <a:ext uri="{FF2B5EF4-FFF2-40B4-BE49-F238E27FC236}">
                      <a16:creationId xmlns:a16="http://schemas.microsoft.com/office/drawing/2014/main" id="{35DFF137-992D-5DE5-5549-6234600306F4}"/>
                    </a:ext>
                    <a:ext uri="{C183D7F6-B498-43B3-948B-1728B52AA6E4}">
                      <adec:decorative xmlns:adec="http://schemas.microsoft.com/office/drawing/2017/decorative" val="1"/>
                    </a:ext>
                  </a:extLst>
                </p:cNvPr>
                <p:cNvSpPr txBox="1">
                  <a:spLocks/>
                </p:cNvSpPr>
                <p:nvPr/>
              </p:nvSpPr>
              <p:spPr>
                <a:xfrm>
                  <a:off x="22652832" y="105548"/>
                  <a:ext cx="457200" cy="241657"/>
                </a:xfrm>
                <a:prstGeom prst="rect">
                  <a:avLst/>
                </a:prstGeom>
                <a:solidFill>
                  <a:srgbClr val="0A6BBA"/>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kumimoji="0" lang="en-CA" sz="500" b="1" i="0" u="none" strike="noStrike" kern="1200" cap="none" spc="0" normalizeH="0" baseline="0" noProof="0">
                    <a:ln w="3175">
                      <a:noFill/>
                    </a:ln>
                    <a:gradFill>
                      <a:gsLst>
                        <a:gs pos="74312">
                          <a:srgbClr val="000000"/>
                        </a:gs>
                        <a:gs pos="57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83" name="TextBox 182">
                  <a:extLst>
                    <a:ext uri="{FF2B5EF4-FFF2-40B4-BE49-F238E27FC236}">
                      <a16:creationId xmlns:a16="http://schemas.microsoft.com/office/drawing/2014/main" id="{B3A69B9E-AB56-8BAC-DD5D-85330E0E600A}"/>
                    </a:ext>
                    <a:ext uri="{C183D7F6-B498-43B3-948B-1728B52AA6E4}">
                      <adec:decorative xmlns:adec="http://schemas.microsoft.com/office/drawing/2017/decorative" val="1"/>
                    </a:ext>
                  </a:extLst>
                </p:cNvPr>
                <p:cNvSpPr txBox="1">
                  <a:spLocks/>
                </p:cNvSpPr>
                <p:nvPr/>
              </p:nvSpPr>
              <p:spPr>
                <a:xfrm>
                  <a:off x="23128320" y="105548"/>
                  <a:ext cx="457200" cy="241657"/>
                </a:xfrm>
                <a:prstGeom prst="rect">
                  <a:avLst/>
                </a:prstGeom>
                <a:solidFill>
                  <a:srgbClr val="7656AD"/>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84" name="TextBox 183">
                  <a:extLst>
                    <a:ext uri="{FF2B5EF4-FFF2-40B4-BE49-F238E27FC236}">
                      <a16:creationId xmlns:a16="http://schemas.microsoft.com/office/drawing/2014/main" id="{53364B62-E0B6-861E-F151-FA39EC684D58}"/>
                    </a:ext>
                    <a:ext uri="{C183D7F6-B498-43B3-948B-1728B52AA6E4}">
                      <adec:decorative xmlns:adec="http://schemas.microsoft.com/office/drawing/2017/decorative" val="1"/>
                    </a:ext>
                  </a:extLst>
                </p:cNvPr>
                <p:cNvSpPr txBox="1">
                  <a:spLocks/>
                </p:cNvSpPr>
                <p:nvPr/>
              </p:nvSpPr>
              <p:spPr>
                <a:xfrm>
                  <a:off x="23603808" y="105548"/>
                  <a:ext cx="457200" cy="241657"/>
                </a:xfrm>
                <a:prstGeom prst="rect">
                  <a:avLst/>
                </a:prstGeom>
                <a:solidFill>
                  <a:srgbClr val="F65567"/>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85" name="TextBox 184">
                  <a:extLst>
                    <a:ext uri="{FF2B5EF4-FFF2-40B4-BE49-F238E27FC236}">
                      <a16:creationId xmlns:a16="http://schemas.microsoft.com/office/drawing/2014/main" id="{A36B48B4-5C6D-D140-274A-80DCEB4AE3A7}"/>
                    </a:ext>
                    <a:ext uri="{C183D7F6-B498-43B3-948B-1728B52AA6E4}">
                      <adec:decorative xmlns:adec="http://schemas.microsoft.com/office/drawing/2017/decorative" val="1"/>
                    </a:ext>
                  </a:extLst>
                </p:cNvPr>
                <p:cNvSpPr txBox="1">
                  <a:spLocks/>
                </p:cNvSpPr>
                <p:nvPr/>
              </p:nvSpPr>
              <p:spPr>
                <a:xfrm flipH="1">
                  <a:off x="22177344" y="105548"/>
                  <a:ext cx="457200" cy="241657"/>
                </a:xfrm>
                <a:prstGeom prst="rtTriangle">
                  <a:avLst/>
                </a:prstGeom>
                <a:solidFill>
                  <a:srgbClr val="41AFA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86" name="TextBox 185">
                  <a:extLst>
                    <a:ext uri="{FF2B5EF4-FFF2-40B4-BE49-F238E27FC236}">
                      <a16:creationId xmlns:a16="http://schemas.microsoft.com/office/drawing/2014/main" id="{344FF2D8-59E4-3FF1-3F94-31B64BE05340}"/>
                    </a:ext>
                    <a:ext uri="{C183D7F6-B498-43B3-948B-1728B52AA6E4}">
                      <adec:decorative xmlns:adec="http://schemas.microsoft.com/office/drawing/2017/decorative" val="1"/>
                    </a:ext>
                  </a:extLst>
                </p:cNvPr>
                <p:cNvSpPr txBox="1">
                  <a:spLocks/>
                </p:cNvSpPr>
                <p:nvPr/>
              </p:nvSpPr>
              <p:spPr>
                <a:xfrm flipH="1">
                  <a:off x="22652832" y="105548"/>
                  <a:ext cx="457200" cy="241657"/>
                </a:xfrm>
                <a:prstGeom prst="rtTriangle">
                  <a:avLst/>
                </a:prstGeom>
                <a:solidFill>
                  <a:srgbClr val="46A0DE"/>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87" name="TextBox 186">
                  <a:extLst>
                    <a:ext uri="{FF2B5EF4-FFF2-40B4-BE49-F238E27FC236}">
                      <a16:creationId xmlns:a16="http://schemas.microsoft.com/office/drawing/2014/main" id="{6F408653-255F-BD97-2CFD-49D66576457B}"/>
                    </a:ext>
                    <a:ext uri="{C183D7F6-B498-43B3-948B-1728B52AA6E4}">
                      <adec:decorative xmlns:adec="http://schemas.microsoft.com/office/drawing/2017/decorative" val="1"/>
                    </a:ext>
                  </a:extLst>
                </p:cNvPr>
                <p:cNvSpPr txBox="1">
                  <a:spLocks/>
                </p:cNvSpPr>
                <p:nvPr/>
              </p:nvSpPr>
              <p:spPr>
                <a:xfrm flipH="1">
                  <a:off x="23128320" y="105548"/>
                  <a:ext cx="457200" cy="241657"/>
                </a:xfrm>
                <a:prstGeom prst="rtTriangle">
                  <a:avLst/>
                </a:prstGeom>
                <a:solidFill>
                  <a:srgbClr val="A58AD4"/>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88" name="TextBox 187">
                  <a:extLst>
                    <a:ext uri="{FF2B5EF4-FFF2-40B4-BE49-F238E27FC236}">
                      <a16:creationId xmlns:a16="http://schemas.microsoft.com/office/drawing/2014/main" id="{33BF781E-23E8-B15B-68AD-3F6FA35E40D8}"/>
                    </a:ext>
                    <a:ext uri="{C183D7F6-B498-43B3-948B-1728B52AA6E4}">
                      <adec:decorative xmlns:adec="http://schemas.microsoft.com/office/drawing/2017/decorative" val="1"/>
                    </a:ext>
                  </a:extLst>
                </p:cNvPr>
                <p:cNvSpPr txBox="1">
                  <a:spLocks/>
                </p:cNvSpPr>
                <p:nvPr/>
              </p:nvSpPr>
              <p:spPr>
                <a:xfrm flipH="1">
                  <a:off x="23603808" y="105548"/>
                  <a:ext cx="457200" cy="241657"/>
                </a:xfrm>
                <a:prstGeom prst="rtTriangle">
                  <a:avLst/>
                </a:prstGeom>
                <a:solidFill>
                  <a:srgbClr val="F9748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163" name="Group 162">
                <a:extLst>
                  <a:ext uri="{FF2B5EF4-FFF2-40B4-BE49-F238E27FC236}">
                    <a16:creationId xmlns:a16="http://schemas.microsoft.com/office/drawing/2014/main" id="{1A18FC51-422B-66E2-F9F4-41ECEDA2B068}"/>
                  </a:ext>
                </a:extLst>
              </p:cNvPr>
              <p:cNvGrpSpPr/>
              <p:nvPr userDrawn="1"/>
            </p:nvGrpSpPr>
            <p:grpSpPr>
              <a:xfrm>
                <a:off x="22177344" y="387713"/>
                <a:ext cx="1883664" cy="366254"/>
                <a:chOff x="22177344" y="387310"/>
                <a:chExt cx="1883664" cy="366254"/>
              </a:xfrm>
            </p:grpSpPr>
            <p:sp>
              <p:nvSpPr>
                <p:cNvPr id="174" name="TextBox 173">
                  <a:extLst>
                    <a:ext uri="{FF2B5EF4-FFF2-40B4-BE49-F238E27FC236}">
                      <a16:creationId xmlns:a16="http://schemas.microsoft.com/office/drawing/2014/main" id="{32DF8681-B43B-CC8C-148C-E773528D9285}"/>
                    </a:ext>
                  </a:extLst>
                </p:cNvPr>
                <p:cNvSpPr txBox="1"/>
                <p:nvPr/>
              </p:nvSpPr>
              <p:spPr>
                <a:xfrm>
                  <a:off x="22177344"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Overlay/Container</a:t>
                  </a:r>
                </a:p>
              </p:txBody>
            </p:sp>
            <p:sp>
              <p:nvSpPr>
                <p:cNvPr id="175" name="TextBox 174">
                  <a:extLst>
                    <a:ext uri="{FF2B5EF4-FFF2-40B4-BE49-F238E27FC236}">
                      <a16:creationId xmlns:a16="http://schemas.microsoft.com/office/drawing/2014/main" id="{55777034-305C-6B45-6914-AFBF6E8DC617}"/>
                    </a:ext>
                    <a:ext uri="{C183D7F6-B498-43B3-948B-1728B52AA6E4}">
                      <adec:decorative xmlns:adec="http://schemas.microsoft.com/office/drawing/2017/decorative" val="1"/>
                    </a:ext>
                  </a:extLst>
                </p:cNvPr>
                <p:cNvSpPr txBox="1">
                  <a:spLocks/>
                </p:cNvSpPr>
                <p:nvPr userDrawn="1"/>
              </p:nvSpPr>
              <p:spPr>
                <a:xfrm>
                  <a:off x="22177344" y="511907"/>
                  <a:ext cx="457200" cy="241657"/>
                </a:xfrm>
                <a:prstGeom prst="rect">
                  <a:avLst/>
                </a:prstGeom>
                <a:solidFill>
                  <a:srgbClr val="ECECEA"/>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176" name="TextBox 175">
                  <a:extLst>
                    <a:ext uri="{FF2B5EF4-FFF2-40B4-BE49-F238E27FC236}">
                      <a16:creationId xmlns:a16="http://schemas.microsoft.com/office/drawing/2014/main" id="{E327E486-0FF7-3265-3F24-A512BF419562}"/>
                    </a:ext>
                    <a:ext uri="{C183D7F6-B498-43B3-948B-1728B52AA6E4}">
                      <adec:decorative xmlns:adec="http://schemas.microsoft.com/office/drawing/2017/decorative" val="1"/>
                    </a:ext>
                  </a:extLst>
                </p:cNvPr>
                <p:cNvSpPr txBox="1">
                  <a:spLocks/>
                </p:cNvSpPr>
                <p:nvPr/>
              </p:nvSpPr>
              <p:spPr>
                <a:xfrm>
                  <a:off x="22652832" y="511907"/>
                  <a:ext cx="457200" cy="241657"/>
                </a:xfrm>
                <a:prstGeom prst="rect">
                  <a:avLst/>
                </a:prstGeom>
                <a:solidFill>
                  <a:srgbClr val="222120"/>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77" name="TextBox 176">
                  <a:extLst>
                    <a:ext uri="{FF2B5EF4-FFF2-40B4-BE49-F238E27FC236}">
                      <a16:creationId xmlns:a16="http://schemas.microsoft.com/office/drawing/2014/main" id="{1F17C60E-3981-EAE3-71AA-96C328A4670C}"/>
                    </a:ext>
                  </a:extLst>
                </p:cNvPr>
                <p:cNvSpPr txBox="1"/>
                <p:nvPr userDrawn="1"/>
              </p:nvSpPr>
              <p:spPr>
                <a:xfrm>
                  <a:off x="23128320"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Slide background</a:t>
                  </a:r>
                </a:p>
              </p:txBody>
            </p:sp>
            <p:sp>
              <p:nvSpPr>
                <p:cNvPr id="178" name="TextBox 177">
                  <a:extLst>
                    <a:ext uri="{FF2B5EF4-FFF2-40B4-BE49-F238E27FC236}">
                      <a16:creationId xmlns:a16="http://schemas.microsoft.com/office/drawing/2014/main" id="{08DDD911-3137-70C2-B244-EC5D1D7444DE}"/>
                    </a:ext>
                    <a:ext uri="{C183D7F6-B498-43B3-948B-1728B52AA6E4}">
                      <adec:decorative xmlns:adec="http://schemas.microsoft.com/office/drawing/2017/decorative" val="1"/>
                    </a:ext>
                  </a:extLst>
                </p:cNvPr>
                <p:cNvSpPr txBox="1">
                  <a:spLocks/>
                </p:cNvSpPr>
                <p:nvPr userDrawn="1"/>
              </p:nvSpPr>
              <p:spPr>
                <a:xfrm>
                  <a:off x="23128320" y="511907"/>
                  <a:ext cx="457200" cy="241657"/>
                </a:xfrm>
                <a:prstGeom prst="rect">
                  <a:avLst/>
                </a:prstGeom>
                <a:solidFill>
                  <a:srgbClr val="F5F5F4"/>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179" name="TextBox 178">
                  <a:extLst>
                    <a:ext uri="{FF2B5EF4-FFF2-40B4-BE49-F238E27FC236}">
                      <a16:creationId xmlns:a16="http://schemas.microsoft.com/office/drawing/2014/main" id="{E7AAB8D3-A943-5BE9-F351-C9826D4D3636}"/>
                    </a:ext>
                    <a:ext uri="{C183D7F6-B498-43B3-948B-1728B52AA6E4}">
                      <adec:decorative xmlns:adec="http://schemas.microsoft.com/office/drawing/2017/decorative" val="1"/>
                    </a:ext>
                  </a:extLst>
                </p:cNvPr>
                <p:cNvSpPr txBox="1">
                  <a:spLocks/>
                </p:cNvSpPr>
                <p:nvPr userDrawn="1"/>
              </p:nvSpPr>
              <p:spPr>
                <a:xfrm>
                  <a:off x="23603808" y="511907"/>
                  <a:ext cx="457200" cy="241657"/>
                </a:xfrm>
                <a:prstGeom prst="rect">
                  <a:avLst/>
                </a:prstGeom>
                <a:solidFill>
                  <a:srgbClr val="111010"/>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164" name="Group 163">
                <a:extLst>
                  <a:ext uri="{FF2B5EF4-FFF2-40B4-BE49-F238E27FC236}">
                    <a16:creationId xmlns:a16="http://schemas.microsoft.com/office/drawing/2014/main" id="{4630BA60-8A12-A469-88B9-D9E51FDF4126}"/>
                  </a:ext>
                </a:extLst>
              </p:cNvPr>
              <p:cNvGrpSpPr/>
              <p:nvPr userDrawn="1"/>
            </p:nvGrpSpPr>
            <p:grpSpPr>
              <a:xfrm>
                <a:off x="22177344" y="794475"/>
                <a:ext cx="1408176" cy="366254"/>
                <a:chOff x="22177344" y="861178"/>
                <a:chExt cx="1408176" cy="366254"/>
              </a:xfrm>
            </p:grpSpPr>
            <p:sp>
              <p:nvSpPr>
                <p:cNvPr id="170" name="TextBox 169">
                  <a:extLst>
                    <a:ext uri="{FF2B5EF4-FFF2-40B4-BE49-F238E27FC236}">
                      <a16:creationId xmlns:a16="http://schemas.microsoft.com/office/drawing/2014/main" id="{65D0865E-EECC-FA35-8912-7EC834D312B3}"/>
                    </a:ext>
                  </a:extLst>
                </p:cNvPr>
                <p:cNvSpPr txBox="1"/>
                <p:nvPr/>
              </p:nvSpPr>
              <p:spPr>
                <a:xfrm>
                  <a:off x="22177344" y="861178"/>
                  <a:ext cx="592763"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Light spotlight</a:t>
                  </a:r>
                </a:p>
              </p:txBody>
            </p:sp>
            <p:sp>
              <p:nvSpPr>
                <p:cNvPr id="171" name="TextBox 170">
                  <a:extLst>
                    <a:ext uri="{FF2B5EF4-FFF2-40B4-BE49-F238E27FC236}">
                      <a16:creationId xmlns:a16="http://schemas.microsoft.com/office/drawing/2014/main" id="{9C93805A-2427-4DF4-B15B-BDEF794BB5DA}"/>
                    </a:ext>
                    <a:ext uri="{C183D7F6-B498-43B3-948B-1728B52AA6E4}">
                      <adec:decorative xmlns:adec="http://schemas.microsoft.com/office/drawing/2017/decorative" val="1"/>
                    </a:ext>
                  </a:extLst>
                </p:cNvPr>
                <p:cNvSpPr txBox="1">
                  <a:spLocks/>
                </p:cNvSpPr>
                <p:nvPr/>
              </p:nvSpPr>
              <p:spPr>
                <a:xfrm>
                  <a:off x="22177344" y="985775"/>
                  <a:ext cx="457200" cy="241657"/>
                </a:xfrm>
                <a:prstGeom prst="rect">
                  <a:avLst/>
                </a:prstGeom>
                <a:solidFill>
                  <a:srgbClr val="CAE4DD"/>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sp>
              <p:nvSpPr>
                <p:cNvPr id="172" name="TextBox 171">
                  <a:extLst>
                    <a:ext uri="{FF2B5EF4-FFF2-40B4-BE49-F238E27FC236}">
                      <a16:creationId xmlns:a16="http://schemas.microsoft.com/office/drawing/2014/main" id="{47BD6026-90A5-D215-0BD2-7A8ED854353E}"/>
                    </a:ext>
                    <a:ext uri="{C183D7F6-B498-43B3-948B-1728B52AA6E4}">
                      <adec:decorative xmlns:adec="http://schemas.microsoft.com/office/drawing/2017/decorative" val="1"/>
                    </a:ext>
                  </a:extLst>
                </p:cNvPr>
                <p:cNvSpPr txBox="1">
                  <a:spLocks/>
                </p:cNvSpPr>
                <p:nvPr/>
              </p:nvSpPr>
              <p:spPr>
                <a:xfrm>
                  <a:off x="22652832" y="985775"/>
                  <a:ext cx="457200" cy="241657"/>
                </a:xfrm>
                <a:prstGeom prst="rect">
                  <a:avLst/>
                </a:prstGeom>
                <a:solidFill>
                  <a:srgbClr val="C6E3F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sp>
              <p:nvSpPr>
                <p:cNvPr id="173" name="TextBox 172">
                  <a:extLst>
                    <a:ext uri="{FF2B5EF4-FFF2-40B4-BE49-F238E27FC236}">
                      <a16:creationId xmlns:a16="http://schemas.microsoft.com/office/drawing/2014/main" id="{D24F7084-B8D5-64FA-2855-11B5DF2815D5}"/>
                    </a:ext>
                    <a:ext uri="{C183D7F6-B498-43B3-948B-1728B52AA6E4}">
                      <adec:decorative xmlns:adec="http://schemas.microsoft.com/office/drawing/2017/decorative" val="1"/>
                    </a:ext>
                  </a:extLst>
                </p:cNvPr>
                <p:cNvSpPr txBox="1">
                  <a:spLocks/>
                </p:cNvSpPr>
                <p:nvPr userDrawn="1"/>
              </p:nvSpPr>
              <p:spPr>
                <a:xfrm>
                  <a:off x="23128320" y="985775"/>
                  <a:ext cx="457200" cy="241657"/>
                </a:xfrm>
                <a:prstGeom prst="rect">
                  <a:avLst/>
                </a:prstGeom>
                <a:solidFill>
                  <a:srgbClr val="E2D9F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grpSp>
          <p:grpSp>
            <p:nvGrpSpPr>
              <p:cNvPr id="165" name="Group 164">
                <a:extLst>
                  <a:ext uri="{FF2B5EF4-FFF2-40B4-BE49-F238E27FC236}">
                    <a16:creationId xmlns:a16="http://schemas.microsoft.com/office/drawing/2014/main" id="{DFF1A6EC-73FD-75F8-93B1-6671611BB113}"/>
                  </a:ext>
                </a:extLst>
              </p:cNvPr>
              <p:cNvGrpSpPr/>
              <p:nvPr userDrawn="1"/>
            </p:nvGrpSpPr>
            <p:grpSpPr>
              <a:xfrm>
                <a:off x="22177344" y="1201238"/>
                <a:ext cx="1408176" cy="366254"/>
                <a:chOff x="23603808" y="861178"/>
                <a:chExt cx="1408176" cy="366254"/>
              </a:xfrm>
            </p:grpSpPr>
            <p:sp>
              <p:nvSpPr>
                <p:cNvPr id="166" name="TextBox 165">
                  <a:extLst>
                    <a:ext uri="{FF2B5EF4-FFF2-40B4-BE49-F238E27FC236}">
                      <a16:creationId xmlns:a16="http://schemas.microsoft.com/office/drawing/2014/main" id="{F403C849-BCFA-DFFF-4536-5ECB114CF233}"/>
                    </a:ext>
                  </a:extLst>
                </p:cNvPr>
                <p:cNvSpPr txBox="1"/>
                <p:nvPr/>
              </p:nvSpPr>
              <p:spPr>
                <a:xfrm>
                  <a:off x="23603808" y="861178"/>
                  <a:ext cx="628554"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Dark spotlight</a:t>
                  </a:r>
                </a:p>
              </p:txBody>
            </p:sp>
            <p:sp>
              <p:nvSpPr>
                <p:cNvPr id="167" name="TextBox 166">
                  <a:extLst>
                    <a:ext uri="{FF2B5EF4-FFF2-40B4-BE49-F238E27FC236}">
                      <a16:creationId xmlns:a16="http://schemas.microsoft.com/office/drawing/2014/main" id="{551B93C6-E4A1-EC2A-5ACE-867FFDBB7DF3}"/>
                    </a:ext>
                    <a:ext uri="{C183D7F6-B498-43B3-948B-1728B52AA6E4}">
                      <adec:decorative xmlns:adec="http://schemas.microsoft.com/office/drawing/2017/decorative" val="1"/>
                    </a:ext>
                  </a:extLst>
                </p:cNvPr>
                <p:cNvSpPr txBox="1">
                  <a:spLocks/>
                </p:cNvSpPr>
                <p:nvPr/>
              </p:nvSpPr>
              <p:spPr>
                <a:xfrm>
                  <a:off x="23603808" y="985775"/>
                  <a:ext cx="457200" cy="241657"/>
                </a:xfrm>
                <a:prstGeom prst="rect">
                  <a:avLst/>
                </a:prstGeom>
                <a:solidFill>
                  <a:srgbClr val="194449"/>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68" name="TextBox 167">
                  <a:extLst>
                    <a:ext uri="{FF2B5EF4-FFF2-40B4-BE49-F238E27FC236}">
                      <a16:creationId xmlns:a16="http://schemas.microsoft.com/office/drawing/2014/main" id="{9BD66F66-FE3A-5075-322A-A5697026DDFC}"/>
                    </a:ext>
                    <a:ext uri="{C183D7F6-B498-43B3-948B-1728B52AA6E4}">
                      <adec:decorative xmlns:adec="http://schemas.microsoft.com/office/drawing/2017/decorative" val="1"/>
                    </a:ext>
                  </a:extLst>
                </p:cNvPr>
                <p:cNvSpPr txBox="1">
                  <a:spLocks/>
                </p:cNvSpPr>
                <p:nvPr/>
              </p:nvSpPr>
              <p:spPr>
                <a:xfrm>
                  <a:off x="24079296" y="985775"/>
                  <a:ext cx="457200" cy="241657"/>
                </a:xfrm>
                <a:prstGeom prst="rect">
                  <a:avLst/>
                </a:prstGeom>
                <a:solidFill>
                  <a:srgbClr val="1F335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69" name="TextBox 168">
                  <a:extLst>
                    <a:ext uri="{FF2B5EF4-FFF2-40B4-BE49-F238E27FC236}">
                      <a16:creationId xmlns:a16="http://schemas.microsoft.com/office/drawing/2014/main" id="{8425228D-13C7-A542-8099-A8EF40FF7089}"/>
                    </a:ext>
                    <a:ext uri="{C183D7F6-B498-43B3-948B-1728B52AA6E4}">
                      <adec:decorative xmlns:adec="http://schemas.microsoft.com/office/drawing/2017/decorative" val="1"/>
                    </a:ext>
                  </a:extLst>
                </p:cNvPr>
                <p:cNvSpPr txBox="1">
                  <a:spLocks/>
                </p:cNvSpPr>
                <p:nvPr/>
              </p:nvSpPr>
              <p:spPr>
                <a:xfrm>
                  <a:off x="24554784" y="985775"/>
                  <a:ext cx="457200" cy="241657"/>
                </a:xfrm>
                <a:prstGeom prst="rect">
                  <a:avLst/>
                </a:prstGeom>
                <a:solidFill>
                  <a:srgbClr val="34284E"/>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grpSp>
          <p:nvGrpSpPr>
            <p:cNvPr id="8" name="Group 7">
              <a:extLst>
                <a:ext uri="{FF2B5EF4-FFF2-40B4-BE49-F238E27FC236}">
                  <a16:creationId xmlns:a16="http://schemas.microsoft.com/office/drawing/2014/main" id="{64CDA6A9-BE9C-0F76-9931-62CF0C3A3932}"/>
                </a:ext>
              </a:extLst>
            </p:cNvPr>
            <p:cNvGrpSpPr/>
            <p:nvPr userDrawn="1"/>
          </p:nvGrpSpPr>
          <p:grpSpPr>
            <a:xfrm>
              <a:off x="22177344" y="1856721"/>
              <a:ext cx="1883664" cy="1179779"/>
              <a:chOff x="22177344" y="1842458"/>
              <a:chExt cx="1883664" cy="1179779"/>
            </a:xfrm>
          </p:grpSpPr>
          <p:grpSp>
            <p:nvGrpSpPr>
              <p:cNvPr id="145" name="Group 144">
                <a:extLst>
                  <a:ext uri="{FF2B5EF4-FFF2-40B4-BE49-F238E27FC236}">
                    <a16:creationId xmlns:a16="http://schemas.microsoft.com/office/drawing/2014/main" id="{CF079388-896D-B828-F975-095C5722D6E5}"/>
                  </a:ext>
                </a:extLst>
              </p:cNvPr>
              <p:cNvGrpSpPr/>
              <p:nvPr userDrawn="1"/>
            </p:nvGrpSpPr>
            <p:grpSpPr>
              <a:xfrm>
                <a:off x="22177344" y="1842458"/>
                <a:ext cx="932688" cy="366255"/>
                <a:chOff x="22177344" y="-19050"/>
                <a:chExt cx="932688" cy="366255"/>
              </a:xfrm>
            </p:grpSpPr>
            <p:sp>
              <p:nvSpPr>
                <p:cNvPr id="157" name="TextBox 156">
                  <a:extLst>
                    <a:ext uri="{FF2B5EF4-FFF2-40B4-BE49-F238E27FC236}">
                      <a16:creationId xmlns:a16="http://schemas.microsoft.com/office/drawing/2014/main" id="{891AA42E-7C0D-CA60-A879-807C8B73EAE7}"/>
                    </a:ext>
                  </a:extLst>
                </p:cNvPr>
                <p:cNvSpPr txBox="1"/>
                <p:nvPr/>
              </p:nvSpPr>
              <p:spPr>
                <a:xfrm>
                  <a:off x="22177344" y="-19050"/>
                  <a:ext cx="365760" cy="366254"/>
                </a:xfrm>
                <a:prstGeom prst="rect">
                  <a:avLst/>
                </a:prstGeom>
                <a:noFill/>
              </p:spPr>
              <p:txBody>
                <a:bodyPr wrap="square" lIns="0" tIns="0" rIns="0" bIns="256032" rtlCol="0" anchor="b" anchorCtr="0">
                  <a:spAutoFit/>
                </a:bodyPr>
                <a:lstStyle/>
                <a:p>
                  <a:r>
                    <a:rPr lang="en-US" sz="7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rPr>
                    <a:t>Theme 2</a:t>
                  </a:r>
                </a:p>
              </p:txBody>
            </p:sp>
            <p:sp>
              <p:nvSpPr>
                <p:cNvPr id="158" name="TextBox 157">
                  <a:extLst>
                    <a:ext uri="{FF2B5EF4-FFF2-40B4-BE49-F238E27FC236}">
                      <a16:creationId xmlns:a16="http://schemas.microsoft.com/office/drawing/2014/main" id="{565CDE01-1FF7-1902-37AA-0C9A30563EF6}"/>
                    </a:ext>
                    <a:ext uri="{C183D7F6-B498-43B3-948B-1728B52AA6E4}">
                      <adec:decorative xmlns:adec="http://schemas.microsoft.com/office/drawing/2017/decorative" val="1"/>
                    </a:ext>
                  </a:extLst>
                </p:cNvPr>
                <p:cNvSpPr txBox="1">
                  <a:spLocks/>
                </p:cNvSpPr>
                <p:nvPr/>
              </p:nvSpPr>
              <p:spPr>
                <a:xfrm>
                  <a:off x="22177344" y="105548"/>
                  <a:ext cx="457200" cy="241657"/>
                </a:xfrm>
                <a:prstGeom prst="rect">
                  <a:avLst/>
                </a:prstGeom>
                <a:solidFill>
                  <a:srgbClr val="31858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59" name="TextBox 158">
                  <a:extLst>
                    <a:ext uri="{FF2B5EF4-FFF2-40B4-BE49-F238E27FC236}">
                      <a16:creationId xmlns:a16="http://schemas.microsoft.com/office/drawing/2014/main" id="{CD99DAEA-4A18-AC1F-B43C-4478B9CAAE13}"/>
                    </a:ext>
                    <a:ext uri="{C183D7F6-B498-43B3-948B-1728B52AA6E4}">
                      <adec:decorative xmlns:adec="http://schemas.microsoft.com/office/drawing/2017/decorative" val="1"/>
                    </a:ext>
                  </a:extLst>
                </p:cNvPr>
                <p:cNvSpPr txBox="1">
                  <a:spLocks/>
                </p:cNvSpPr>
                <p:nvPr/>
              </p:nvSpPr>
              <p:spPr>
                <a:xfrm>
                  <a:off x="22652832" y="105548"/>
                  <a:ext cx="457200" cy="241657"/>
                </a:xfrm>
                <a:prstGeom prst="rect">
                  <a:avLst/>
                </a:prstGeom>
                <a:solidFill>
                  <a:srgbClr val="0A6BBA"/>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kumimoji="0" lang="en-CA" sz="500" b="1" i="0" u="none" strike="noStrike" kern="1200" cap="none" spc="0" normalizeH="0" baseline="0" noProof="0">
                    <a:ln w="3175">
                      <a:noFill/>
                    </a:ln>
                    <a:gradFill>
                      <a:gsLst>
                        <a:gs pos="74312">
                          <a:srgbClr val="000000"/>
                        </a:gs>
                        <a:gs pos="57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60" name="TextBox 159">
                  <a:extLst>
                    <a:ext uri="{FF2B5EF4-FFF2-40B4-BE49-F238E27FC236}">
                      <a16:creationId xmlns:a16="http://schemas.microsoft.com/office/drawing/2014/main" id="{4552BFF4-AC21-1791-E253-8A314A7E9BF2}"/>
                    </a:ext>
                    <a:ext uri="{C183D7F6-B498-43B3-948B-1728B52AA6E4}">
                      <adec:decorative xmlns:adec="http://schemas.microsoft.com/office/drawing/2017/decorative" val="1"/>
                    </a:ext>
                  </a:extLst>
                </p:cNvPr>
                <p:cNvSpPr txBox="1">
                  <a:spLocks/>
                </p:cNvSpPr>
                <p:nvPr/>
              </p:nvSpPr>
              <p:spPr>
                <a:xfrm flipH="1">
                  <a:off x="22177344" y="105548"/>
                  <a:ext cx="457200" cy="241657"/>
                </a:xfrm>
                <a:prstGeom prst="rtTriangle">
                  <a:avLst/>
                </a:prstGeom>
                <a:solidFill>
                  <a:srgbClr val="41AFA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61" name="TextBox 160">
                  <a:extLst>
                    <a:ext uri="{FF2B5EF4-FFF2-40B4-BE49-F238E27FC236}">
                      <a16:creationId xmlns:a16="http://schemas.microsoft.com/office/drawing/2014/main" id="{AAC536AF-D8B4-6080-2740-584AB5D0D70C}"/>
                    </a:ext>
                    <a:ext uri="{C183D7F6-B498-43B3-948B-1728B52AA6E4}">
                      <adec:decorative xmlns:adec="http://schemas.microsoft.com/office/drawing/2017/decorative" val="1"/>
                    </a:ext>
                  </a:extLst>
                </p:cNvPr>
                <p:cNvSpPr txBox="1">
                  <a:spLocks/>
                </p:cNvSpPr>
                <p:nvPr/>
              </p:nvSpPr>
              <p:spPr>
                <a:xfrm flipH="1">
                  <a:off x="22652832" y="105548"/>
                  <a:ext cx="457200" cy="241657"/>
                </a:xfrm>
                <a:prstGeom prst="rtTriangle">
                  <a:avLst/>
                </a:prstGeom>
                <a:solidFill>
                  <a:srgbClr val="46A0DE"/>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146" name="Group 145">
                <a:extLst>
                  <a:ext uri="{FF2B5EF4-FFF2-40B4-BE49-F238E27FC236}">
                    <a16:creationId xmlns:a16="http://schemas.microsoft.com/office/drawing/2014/main" id="{E95381F8-BD91-024F-5685-270A35E3B6A0}"/>
                  </a:ext>
                </a:extLst>
              </p:cNvPr>
              <p:cNvGrpSpPr/>
              <p:nvPr userDrawn="1"/>
            </p:nvGrpSpPr>
            <p:grpSpPr>
              <a:xfrm>
                <a:off x="22177344" y="2249221"/>
                <a:ext cx="1883664" cy="366254"/>
                <a:chOff x="22177344" y="387310"/>
                <a:chExt cx="1883664" cy="366254"/>
              </a:xfrm>
            </p:grpSpPr>
            <p:sp>
              <p:nvSpPr>
                <p:cNvPr id="151" name="TextBox 150">
                  <a:extLst>
                    <a:ext uri="{FF2B5EF4-FFF2-40B4-BE49-F238E27FC236}">
                      <a16:creationId xmlns:a16="http://schemas.microsoft.com/office/drawing/2014/main" id="{4A561DF1-F329-43E8-AE75-C211B749AFB9}"/>
                    </a:ext>
                  </a:extLst>
                </p:cNvPr>
                <p:cNvSpPr txBox="1"/>
                <p:nvPr/>
              </p:nvSpPr>
              <p:spPr>
                <a:xfrm>
                  <a:off x="22177344"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Overlay/Container</a:t>
                  </a:r>
                </a:p>
              </p:txBody>
            </p:sp>
            <p:sp>
              <p:nvSpPr>
                <p:cNvPr id="152" name="TextBox 151">
                  <a:extLst>
                    <a:ext uri="{FF2B5EF4-FFF2-40B4-BE49-F238E27FC236}">
                      <a16:creationId xmlns:a16="http://schemas.microsoft.com/office/drawing/2014/main" id="{84107DC9-CB3D-E671-0669-7ED03B0B6196}"/>
                    </a:ext>
                    <a:ext uri="{C183D7F6-B498-43B3-948B-1728B52AA6E4}">
                      <adec:decorative xmlns:adec="http://schemas.microsoft.com/office/drawing/2017/decorative" val="1"/>
                    </a:ext>
                  </a:extLst>
                </p:cNvPr>
                <p:cNvSpPr txBox="1">
                  <a:spLocks/>
                </p:cNvSpPr>
                <p:nvPr userDrawn="1"/>
              </p:nvSpPr>
              <p:spPr>
                <a:xfrm>
                  <a:off x="22177344" y="511907"/>
                  <a:ext cx="457200" cy="241657"/>
                </a:xfrm>
                <a:prstGeom prst="rect">
                  <a:avLst/>
                </a:prstGeom>
                <a:solidFill>
                  <a:srgbClr val="CAE4DD"/>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153" name="TextBox 152">
                  <a:extLst>
                    <a:ext uri="{FF2B5EF4-FFF2-40B4-BE49-F238E27FC236}">
                      <a16:creationId xmlns:a16="http://schemas.microsoft.com/office/drawing/2014/main" id="{BDC088F6-F9AA-9EE1-DEA9-97D9EAEC58B7}"/>
                    </a:ext>
                    <a:ext uri="{C183D7F6-B498-43B3-948B-1728B52AA6E4}">
                      <adec:decorative xmlns:adec="http://schemas.microsoft.com/office/drawing/2017/decorative" val="1"/>
                    </a:ext>
                  </a:extLst>
                </p:cNvPr>
                <p:cNvSpPr txBox="1">
                  <a:spLocks/>
                </p:cNvSpPr>
                <p:nvPr/>
              </p:nvSpPr>
              <p:spPr>
                <a:xfrm>
                  <a:off x="22652832" y="511907"/>
                  <a:ext cx="457200" cy="241657"/>
                </a:xfrm>
                <a:prstGeom prst="rect">
                  <a:avLst/>
                </a:prstGeom>
                <a:solidFill>
                  <a:srgbClr val="194449"/>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54" name="TextBox 153">
                  <a:extLst>
                    <a:ext uri="{FF2B5EF4-FFF2-40B4-BE49-F238E27FC236}">
                      <a16:creationId xmlns:a16="http://schemas.microsoft.com/office/drawing/2014/main" id="{0236AF62-2DA3-C6FD-EFA7-069AEEB60553}"/>
                    </a:ext>
                  </a:extLst>
                </p:cNvPr>
                <p:cNvSpPr txBox="1"/>
                <p:nvPr userDrawn="1"/>
              </p:nvSpPr>
              <p:spPr>
                <a:xfrm>
                  <a:off x="23128320"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Slide background</a:t>
                  </a:r>
                </a:p>
              </p:txBody>
            </p:sp>
            <p:sp>
              <p:nvSpPr>
                <p:cNvPr id="155" name="TextBox 154">
                  <a:extLst>
                    <a:ext uri="{FF2B5EF4-FFF2-40B4-BE49-F238E27FC236}">
                      <a16:creationId xmlns:a16="http://schemas.microsoft.com/office/drawing/2014/main" id="{64A43C0D-4653-A077-B5B8-F0D44016020C}"/>
                    </a:ext>
                    <a:ext uri="{C183D7F6-B498-43B3-948B-1728B52AA6E4}">
                      <adec:decorative xmlns:adec="http://schemas.microsoft.com/office/drawing/2017/decorative" val="1"/>
                    </a:ext>
                  </a:extLst>
                </p:cNvPr>
                <p:cNvSpPr txBox="1">
                  <a:spLocks/>
                </p:cNvSpPr>
                <p:nvPr userDrawn="1"/>
              </p:nvSpPr>
              <p:spPr>
                <a:xfrm>
                  <a:off x="23128320" y="511907"/>
                  <a:ext cx="457200" cy="241657"/>
                </a:xfrm>
                <a:prstGeom prst="rect">
                  <a:avLst/>
                </a:prstGeom>
                <a:solidFill>
                  <a:srgbClr val="EDF6F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156" name="TextBox 155">
                  <a:extLst>
                    <a:ext uri="{FF2B5EF4-FFF2-40B4-BE49-F238E27FC236}">
                      <a16:creationId xmlns:a16="http://schemas.microsoft.com/office/drawing/2014/main" id="{30B28AF5-7354-732A-41F9-1F48D76D96E2}"/>
                    </a:ext>
                    <a:ext uri="{C183D7F6-B498-43B3-948B-1728B52AA6E4}">
                      <adec:decorative xmlns:adec="http://schemas.microsoft.com/office/drawing/2017/decorative" val="1"/>
                    </a:ext>
                  </a:extLst>
                </p:cNvPr>
                <p:cNvSpPr txBox="1">
                  <a:spLocks/>
                </p:cNvSpPr>
                <p:nvPr userDrawn="1"/>
              </p:nvSpPr>
              <p:spPr>
                <a:xfrm>
                  <a:off x="23603808" y="511907"/>
                  <a:ext cx="457200" cy="241657"/>
                </a:xfrm>
                <a:prstGeom prst="rect">
                  <a:avLst/>
                </a:prstGeom>
                <a:solidFill>
                  <a:srgbClr val="112D3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147" name="Group 146">
                <a:extLst>
                  <a:ext uri="{FF2B5EF4-FFF2-40B4-BE49-F238E27FC236}">
                    <a16:creationId xmlns:a16="http://schemas.microsoft.com/office/drawing/2014/main" id="{9F56EDCB-20B1-4AD5-5D57-FCE6A417F606}"/>
                  </a:ext>
                </a:extLst>
              </p:cNvPr>
              <p:cNvGrpSpPr/>
              <p:nvPr userDrawn="1"/>
            </p:nvGrpSpPr>
            <p:grpSpPr>
              <a:xfrm>
                <a:off x="22177344" y="2655983"/>
                <a:ext cx="1120806" cy="366254"/>
                <a:chOff x="22177344" y="861178"/>
                <a:chExt cx="1120806" cy="366254"/>
              </a:xfrm>
            </p:grpSpPr>
            <p:sp>
              <p:nvSpPr>
                <p:cNvPr id="148" name="TextBox 147">
                  <a:extLst>
                    <a:ext uri="{FF2B5EF4-FFF2-40B4-BE49-F238E27FC236}">
                      <a16:creationId xmlns:a16="http://schemas.microsoft.com/office/drawing/2014/main" id="{BAF47F16-71D7-EB80-7B32-29C2418799FA}"/>
                    </a:ext>
                  </a:extLst>
                </p:cNvPr>
                <p:cNvSpPr txBox="1"/>
                <p:nvPr/>
              </p:nvSpPr>
              <p:spPr>
                <a:xfrm>
                  <a:off x="22177344" y="861178"/>
                  <a:ext cx="1120806"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Light and dark spotlight</a:t>
                  </a:r>
                </a:p>
              </p:txBody>
            </p:sp>
            <p:sp>
              <p:nvSpPr>
                <p:cNvPr id="149" name="TextBox 148">
                  <a:extLst>
                    <a:ext uri="{FF2B5EF4-FFF2-40B4-BE49-F238E27FC236}">
                      <a16:creationId xmlns:a16="http://schemas.microsoft.com/office/drawing/2014/main" id="{805CA38E-46FD-B668-0F60-B0AC6666AA53}"/>
                    </a:ext>
                    <a:ext uri="{C183D7F6-B498-43B3-948B-1728B52AA6E4}">
                      <adec:decorative xmlns:adec="http://schemas.microsoft.com/office/drawing/2017/decorative" val="1"/>
                    </a:ext>
                  </a:extLst>
                </p:cNvPr>
                <p:cNvSpPr txBox="1">
                  <a:spLocks/>
                </p:cNvSpPr>
                <p:nvPr/>
              </p:nvSpPr>
              <p:spPr>
                <a:xfrm>
                  <a:off x="22177344" y="985775"/>
                  <a:ext cx="457200" cy="241657"/>
                </a:xfrm>
                <a:prstGeom prst="rect">
                  <a:avLst/>
                </a:prstGeom>
                <a:solidFill>
                  <a:srgbClr val="CAE4DD"/>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sp>
              <p:nvSpPr>
                <p:cNvPr id="150" name="TextBox 149">
                  <a:extLst>
                    <a:ext uri="{FF2B5EF4-FFF2-40B4-BE49-F238E27FC236}">
                      <a16:creationId xmlns:a16="http://schemas.microsoft.com/office/drawing/2014/main" id="{C5E15CBF-0D6B-BA9A-00A4-B152CB3D59D5}"/>
                    </a:ext>
                    <a:ext uri="{C183D7F6-B498-43B3-948B-1728B52AA6E4}">
                      <adec:decorative xmlns:adec="http://schemas.microsoft.com/office/drawing/2017/decorative" val="1"/>
                    </a:ext>
                  </a:extLst>
                </p:cNvPr>
                <p:cNvSpPr txBox="1">
                  <a:spLocks/>
                </p:cNvSpPr>
                <p:nvPr/>
              </p:nvSpPr>
              <p:spPr>
                <a:xfrm>
                  <a:off x="22652832" y="985775"/>
                  <a:ext cx="457200" cy="241657"/>
                </a:xfrm>
                <a:prstGeom prst="rect">
                  <a:avLst/>
                </a:prstGeom>
                <a:solidFill>
                  <a:srgbClr val="194449"/>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grpSp>
        </p:grpSp>
        <p:grpSp>
          <p:nvGrpSpPr>
            <p:cNvPr id="34" name="Group 33">
              <a:extLst>
                <a:ext uri="{FF2B5EF4-FFF2-40B4-BE49-F238E27FC236}">
                  <a16:creationId xmlns:a16="http://schemas.microsoft.com/office/drawing/2014/main" id="{A8505D82-21C4-1687-12AF-2711EFDD985F}"/>
                </a:ext>
              </a:extLst>
            </p:cNvPr>
            <p:cNvGrpSpPr/>
            <p:nvPr userDrawn="1"/>
          </p:nvGrpSpPr>
          <p:grpSpPr>
            <a:xfrm>
              <a:off x="22177344" y="3325729"/>
              <a:ext cx="1883664" cy="1179779"/>
              <a:chOff x="22177344" y="3429000"/>
              <a:chExt cx="1883664" cy="1179779"/>
            </a:xfrm>
          </p:grpSpPr>
          <p:grpSp>
            <p:nvGrpSpPr>
              <p:cNvPr id="63" name="Group 62">
                <a:extLst>
                  <a:ext uri="{FF2B5EF4-FFF2-40B4-BE49-F238E27FC236}">
                    <a16:creationId xmlns:a16="http://schemas.microsoft.com/office/drawing/2014/main" id="{3DDD25B1-F1FF-53C2-A402-885DE99D07BC}"/>
                  </a:ext>
                </a:extLst>
              </p:cNvPr>
              <p:cNvGrpSpPr/>
              <p:nvPr userDrawn="1"/>
            </p:nvGrpSpPr>
            <p:grpSpPr>
              <a:xfrm>
                <a:off x="22177344" y="3429000"/>
                <a:ext cx="932688" cy="366255"/>
                <a:chOff x="22177344" y="-19050"/>
                <a:chExt cx="932688" cy="366255"/>
              </a:xfrm>
            </p:grpSpPr>
            <p:sp>
              <p:nvSpPr>
                <p:cNvPr id="139" name="TextBox 138">
                  <a:extLst>
                    <a:ext uri="{FF2B5EF4-FFF2-40B4-BE49-F238E27FC236}">
                      <a16:creationId xmlns:a16="http://schemas.microsoft.com/office/drawing/2014/main" id="{918A2527-5D51-B2DC-2270-95500546A17C}"/>
                    </a:ext>
                  </a:extLst>
                </p:cNvPr>
                <p:cNvSpPr txBox="1"/>
                <p:nvPr/>
              </p:nvSpPr>
              <p:spPr>
                <a:xfrm>
                  <a:off x="22177344" y="-19050"/>
                  <a:ext cx="365760" cy="366254"/>
                </a:xfrm>
                <a:prstGeom prst="rect">
                  <a:avLst/>
                </a:prstGeom>
                <a:noFill/>
              </p:spPr>
              <p:txBody>
                <a:bodyPr wrap="square" lIns="0" tIns="0" rIns="0" bIns="256032" rtlCol="0" anchor="b" anchorCtr="0">
                  <a:spAutoFit/>
                </a:bodyPr>
                <a:lstStyle/>
                <a:p>
                  <a:r>
                    <a:rPr lang="en-US" sz="7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rPr>
                    <a:t>Theme 3</a:t>
                  </a:r>
                </a:p>
              </p:txBody>
            </p:sp>
            <p:sp>
              <p:nvSpPr>
                <p:cNvPr id="140" name="TextBox 139">
                  <a:extLst>
                    <a:ext uri="{FF2B5EF4-FFF2-40B4-BE49-F238E27FC236}">
                      <a16:creationId xmlns:a16="http://schemas.microsoft.com/office/drawing/2014/main" id="{980E1FCA-E3C5-01CB-93F4-BDB9C700B3C5}"/>
                    </a:ext>
                    <a:ext uri="{C183D7F6-B498-43B3-948B-1728B52AA6E4}">
                      <adec:decorative xmlns:adec="http://schemas.microsoft.com/office/drawing/2017/decorative" val="1"/>
                    </a:ext>
                  </a:extLst>
                </p:cNvPr>
                <p:cNvSpPr txBox="1">
                  <a:spLocks/>
                </p:cNvSpPr>
                <p:nvPr/>
              </p:nvSpPr>
              <p:spPr>
                <a:xfrm>
                  <a:off x="22177344" y="105548"/>
                  <a:ext cx="457200" cy="241657"/>
                </a:xfrm>
                <a:prstGeom prst="rect">
                  <a:avLst/>
                </a:prstGeom>
                <a:solidFill>
                  <a:srgbClr val="0A6BBA"/>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41" name="TextBox 140">
                  <a:extLst>
                    <a:ext uri="{FF2B5EF4-FFF2-40B4-BE49-F238E27FC236}">
                      <a16:creationId xmlns:a16="http://schemas.microsoft.com/office/drawing/2014/main" id="{AEE7CECD-84B5-27D8-6348-0BB68534622D}"/>
                    </a:ext>
                    <a:ext uri="{C183D7F6-B498-43B3-948B-1728B52AA6E4}">
                      <adec:decorative xmlns:adec="http://schemas.microsoft.com/office/drawing/2017/decorative" val="1"/>
                    </a:ext>
                  </a:extLst>
                </p:cNvPr>
                <p:cNvSpPr txBox="1">
                  <a:spLocks/>
                </p:cNvSpPr>
                <p:nvPr/>
              </p:nvSpPr>
              <p:spPr>
                <a:xfrm>
                  <a:off x="22652832" y="105548"/>
                  <a:ext cx="457200" cy="241657"/>
                </a:xfrm>
                <a:prstGeom prst="rect">
                  <a:avLst/>
                </a:prstGeom>
                <a:solidFill>
                  <a:srgbClr val="7656AD"/>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kumimoji="0" lang="en-CA" sz="500" b="1" i="0" u="none" strike="noStrike" kern="1200" cap="none" spc="0" normalizeH="0" baseline="0" noProof="0">
                    <a:ln w="3175">
                      <a:noFill/>
                    </a:ln>
                    <a:gradFill>
                      <a:gsLst>
                        <a:gs pos="74312">
                          <a:srgbClr val="000000"/>
                        </a:gs>
                        <a:gs pos="57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42" name="TextBox 141">
                  <a:extLst>
                    <a:ext uri="{FF2B5EF4-FFF2-40B4-BE49-F238E27FC236}">
                      <a16:creationId xmlns:a16="http://schemas.microsoft.com/office/drawing/2014/main" id="{03D412F5-FCC0-1E93-4DD0-8CF3FC016436}"/>
                    </a:ext>
                    <a:ext uri="{C183D7F6-B498-43B3-948B-1728B52AA6E4}">
                      <adec:decorative xmlns:adec="http://schemas.microsoft.com/office/drawing/2017/decorative" val="1"/>
                    </a:ext>
                  </a:extLst>
                </p:cNvPr>
                <p:cNvSpPr txBox="1">
                  <a:spLocks/>
                </p:cNvSpPr>
                <p:nvPr/>
              </p:nvSpPr>
              <p:spPr>
                <a:xfrm flipH="1">
                  <a:off x="22177344" y="105548"/>
                  <a:ext cx="457200" cy="241657"/>
                </a:xfrm>
                <a:prstGeom prst="rtTriangle">
                  <a:avLst/>
                </a:prstGeom>
                <a:solidFill>
                  <a:srgbClr val="46A0DE"/>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43" name="TextBox 142">
                  <a:extLst>
                    <a:ext uri="{FF2B5EF4-FFF2-40B4-BE49-F238E27FC236}">
                      <a16:creationId xmlns:a16="http://schemas.microsoft.com/office/drawing/2014/main" id="{3D4C4C11-66C0-BD57-3BC1-474393DC2ED1}"/>
                    </a:ext>
                    <a:ext uri="{C183D7F6-B498-43B3-948B-1728B52AA6E4}">
                      <adec:decorative xmlns:adec="http://schemas.microsoft.com/office/drawing/2017/decorative" val="1"/>
                    </a:ext>
                  </a:extLst>
                </p:cNvPr>
                <p:cNvSpPr txBox="1">
                  <a:spLocks/>
                </p:cNvSpPr>
                <p:nvPr/>
              </p:nvSpPr>
              <p:spPr>
                <a:xfrm flipH="1">
                  <a:off x="22652832" y="105548"/>
                  <a:ext cx="457200" cy="241657"/>
                </a:xfrm>
                <a:prstGeom prst="rtTriangle">
                  <a:avLst/>
                </a:prstGeom>
                <a:solidFill>
                  <a:srgbClr val="A58AD4"/>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128" name="Group 127">
                <a:extLst>
                  <a:ext uri="{FF2B5EF4-FFF2-40B4-BE49-F238E27FC236}">
                    <a16:creationId xmlns:a16="http://schemas.microsoft.com/office/drawing/2014/main" id="{F42A033E-EB76-E7C9-C41C-29559BDF40E4}"/>
                  </a:ext>
                </a:extLst>
              </p:cNvPr>
              <p:cNvGrpSpPr/>
              <p:nvPr userDrawn="1"/>
            </p:nvGrpSpPr>
            <p:grpSpPr>
              <a:xfrm>
                <a:off x="22177344" y="3835763"/>
                <a:ext cx="1883664" cy="366254"/>
                <a:chOff x="22177344" y="387310"/>
                <a:chExt cx="1883664" cy="366254"/>
              </a:xfrm>
            </p:grpSpPr>
            <p:sp>
              <p:nvSpPr>
                <p:cNvPr id="133" name="TextBox 132">
                  <a:extLst>
                    <a:ext uri="{FF2B5EF4-FFF2-40B4-BE49-F238E27FC236}">
                      <a16:creationId xmlns:a16="http://schemas.microsoft.com/office/drawing/2014/main" id="{8A9BD2CA-CA9C-E82C-DB63-7279A8888FAE}"/>
                    </a:ext>
                  </a:extLst>
                </p:cNvPr>
                <p:cNvSpPr txBox="1"/>
                <p:nvPr/>
              </p:nvSpPr>
              <p:spPr>
                <a:xfrm>
                  <a:off x="22177344"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Overlay/Container</a:t>
                  </a:r>
                </a:p>
              </p:txBody>
            </p:sp>
            <p:sp>
              <p:nvSpPr>
                <p:cNvPr id="134" name="TextBox 133">
                  <a:extLst>
                    <a:ext uri="{FF2B5EF4-FFF2-40B4-BE49-F238E27FC236}">
                      <a16:creationId xmlns:a16="http://schemas.microsoft.com/office/drawing/2014/main" id="{432CAAC5-D77D-1A05-5CA7-8DBA4EF9DC1B}"/>
                    </a:ext>
                    <a:ext uri="{C183D7F6-B498-43B3-948B-1728B52AA6E4}">
                      <adec:decorative xmlns:adec="http://schemas.microsoft.com/office/drawing/2017/decorative" val="1"/>
                    </a:ext>
                  </a:extLst>
                </p:cNvPr>
                <p:cNvSpPr txBox="1">
                  <a:spLocks/>
                </p:cNvSpPr>
                <p:nvPr userDrawn="1"/>
              </p:nvSpPr>
              <p:spPr>
                <a:xfrm>
                  <a:off x="22177344" y="511907"/>
                  <a:ext cx="457200" cy="241657"/>
                </a:xfrm>
                <a:prstGeom prst="rect">
                  <a:avLst/>
                </a:prstGeom>
                <a:solidFill>
                  <a:srgbClr val="C6E3F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135" name="TextBox 134">
                  <a:extLst>
                    <a:ext uri="{FF2B5EF4-FFF2-40B4-BE49-F238E27FC236}">
                      <a16:creationId xmlns:a16="http://schemas.microsoft.com/office/drawing/2014/main" id="{C31C8305-EED5-2856-B09A-42EA84C925A3}"/>
                    </a:ext>
                    <a:ext uri="{C183D7F6-B498-43B3-948B-1728B52AA6E4}">
                      <adec:decorative xmlns:adec="http://schemas.microsoft.com/office/drawing/2017/decorative" val="1"/>
                    </a:ext>
                  </a:extLst>
                </p:cNvPr>
                <p:cNvSpPr txBox="1">
                  <a:spLocks/>
                </p:cNvSpPr>
                <p:nvPr/>
              </p:nvSpPr>
              <p:spPr>
                <a:xfrm>
                  <a:off x="22652832" y="511907"/>
                  <a:ext cx="457200" cy="241657"/>
                </a:xfrm>
                <a:prstGeom prst="rect">
                  <a:avLst/>
                </a:prstGeom>
                <a:solidFill>
                  <a:srgbClr val="1F335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136" name="TextBox 135">
                  <a:extLst>
                    <a:ext uri="{FF2B5EF4-FFF2-40B4-BE49-F238E27FC236}">
                      <a16:creationId xmlns:a16="http://schemas.microsoft.com/office/drawing/2014/main" id="{47CC6CC5-52A2-8E1E-7438-CB34F7230E84}"/>
                    </a:ext>
                  </a:extLst>
                </p:cNvPr>
                <p:cNvSpPr txBox="1"/>
                <p:nvPr userDrawn="1"/>
              </p:nvSpPr>
              <p:spPr>
                <a:xfrm>
                  <a:off x="23128320"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Slide background</a:t>
                  </a:r>
                </a:p>
              </p:txBody>
            </p:sp>
            <p:sp>
              <p:nvSpPr>
                <p:cNvPr id="137" name="TextBox 136">
                  <a:extLst>
                    <a:ext uri="{FF2B5EF4-FFF2-40B4-BE49-F238E27FC236}">
                      <a16:creationId xmlns:a16="http://schemas.microsoft.com/office/drawing/2014/main" id="{53F7AF18-EA35-66EF-D962-162375680281}"/>
                    </a:ext>
                    <a:ext uri="{C183D7F6-B498-43B3-948B-1728B52AA6E4}">
                      <adec:decorative xmlns:adec="http://schemas.microsoft.com/office/drawing/2017/decorative" val="1"/>
                    </a:ext>
                  </a:extLst>
                </p:cNvPr>
                <p:cNvSpPr txBox="1">
                  <a:spLocks/>
                </p:cNvSpPr>
                <p:nvPr userDrawn="1"/>
              </p:nvSpPr>
              <p:spPr>
                <a:xfrm>
                  <a:off x="23128320" y="511907"/>
                  <a:ext cx="457200" cy="241657"/>
                </a:xfrm>
                <a:prstGeom prst="rect">
                  <a:avLst/>
                </a:prstGeom>
                <a:solidFill>
                  <a:srgbClr val="E2F1F9"/>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138" name="TextBox 137">
                  <a:extLst>
                    <a:ext uri="{FF2B5EF4-FFF2-40B4-BE49-F238E27FC236}">
                      <a16:creationId xmlns:a16="http://schemas.microsoft.com/office/drawing/2014/main" id="{260821BE-B596-D606-2273-D5746427808D}"/>
                    </a:ext>
                    <a:ext uri="{C183D7F6-B498-43B3-948B-1728B52AA6E4}">
                      <adec:decorative xmlns:adec="http://schemas.microsoft.com/office/drawing/2017/decorative" val="1"/>
                    </a:ext>
                  </a:extLst>
                </p:cNvPr>
                <p:cNvSpPr txBox="1">
                  <a:spLocks/>
                </p:cNvSpPr>
                <p:nvPr userDrawn="1"/>
              </p:nvSpPr>
              <p:spPr>
                <a:xfrm>
                  <a:off x="23603808" y="511907"/>
                  <a:ext cx="457200" cy="241657"/>
                </a:xfrm>
                <a:prstGeom prst="rect">
                  <a:avLst/>
                </a:prstGeom>
                <a:solidFill>
                  <a:srgbClr val="152237"/>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129" name="Group 128">
                <a:extLst>
                  <a:ext uri="{FF2B5EF4-FFF2-40B4-BE49-F238E27FC236}">
                    <a16:creationId xmlns:a16="http://schemas.microsoft.com/office/drawing/2014/main" id="{8C8921EB-C516-E62B-404B-B608D510CF1C}"/>
                  </a:ext>
                </a:extLst>
              </p:cNvPr>
              <p:cNvGrpSpPr/>
              <p:nvPr userDrawn="1"/>
            </p:nvGrpSpPr>
            <p:grpSpPr>
              <a:xfrm>
                <a:off x="22177344" y="4242525"/>
                <a:ext cx="1120806" cy="366254"/>
                <a:chOff x="22177344" y="861178"/>
                <a:chExt cx="1120806" cy="366254"/>
              </a:xfrm>
            </p:grpSpPr>
            <p:sp>
              <p:nvSpPr>
                <p:cNvPr id="130" name="TextBox 129">
                  <a:extLst>
                    <a:ext uri="{FF2B5EF4-FFF2-40B4-BE49-F238E27FC236}">
                      <a16:creationId xmlns:a16="http://schemas.microsoft.com/office/drawing/2014/main" id="{C75867F7-8F07-AE7A-D960-1764D5978DD3}"/>
                    </a:ext>
                  </a:extLst>
                </p:cNvPr>
                <p:cNvSpPr txBox="1"/>
                <p:nvPr/>
              </p:nvSpPr>
              <p:spPr>
                <a:xfrm>
                  <a:off x="22177344" y="861178"/>
                  <a:ext cx="1120806"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Light and dark spotlight</a:t>
                  </a:r>
                </a:p>
              </p:txBody>
            </p:sp>
            <p:sp>
              <p:nvSpPr>
                <p:cNvPr id="131" name="TextBox 130">
                  <a:extLst>
                    <a:ext uri="{FF2B5EF4-FFF2-40B4-BE49-F238E27FC236}">
                      <a16:creationId xmlns:a16="http://schemas.microsoft.com/office/drawing/2014/main" id="{0779256E-D14D-56FE-045F-204858810EAA}"/>
                    </a:ext>
                    <a:ext uri="{C183D7F6-B498-43B3-948B-1728B52AA6E4}">
                      <adec:decorative xmlns:adec="http://schemas.microsoft.com/office/drawing/2017/decorative" val="1"/>
                    </a:ext>
                  </a:extLst>
                </p:cNvPr>
                <p:cNvSpPr txBox="1">
                  <a:spLocks/>
                </p:cNvSpPr>
                <p:nvPr/>
              </p:nvSpPr>
              <p:spPr>
                <a:xfrm>
                  <a:off x="22177344" y="985775"/>
                  <a:ext cx="457200" cy="241657"/>
                </a:xfrm>
                <a:prstGeom prst="rect">
                  <a:avLst/>
                </a:prstGeom>
                <a:solidFill>
                  <a:srgbClr val="C6E3F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sp>
              <p:nvSpPr>
                <p:cNvPr id="132" name="TextBox 131">
                  <a:extLst>
                    <a:ext uri="{FF2B5EF4-FFF2-40B4-BE49-F238E27FC236}">
                      <a16:creationId xmlns:a16="http://schemas.microsoft.com/office/drawing/2014/main" id="{2307A4D1-5E62-B498-6AA1-564A60C7DC42}"/>
                    </a:ext>
                    <a:ext uri="{C183D7F6-B498-43B3-948B-1728B52AA6E4}">
                      <adec:decorative xmlns:adec="http://schemas.microsoft.com/office/drawing/2017/decorative" val="1"/>
                    </a:ext>
                  </a:extLst>
                </p:cNvPr>
                <p:cNvSpPr txBox="1">
                  <a:spLocks/>
                </p:cNvSpPr>
                <p:nvPr/>
              </p:nvSpPr>
              <p:spPr>
                <a:xfrm>
                  <a:off x="22652832" y="985775"/>
                  <a:ext cx="457200" cy="241657"/>
                </a:xfrm>
                <a:prstGeom prst="rect">
                  <a:avLst/>
                </a:prstGeom>
                <a:solidFill>
                  <a:srgbClr val="1F335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grpSp>
        </p:grpSp>
        <p:grpSp>
          <p:nvGrpSpPr>
            <p:cNvPr id="36" name="Group 35">
              <a:extLst>
                <a:ext uri="{FF2B5EF4-FFF2-40B4-BE49-F238E27FC236}">
                  <a16:creationId xmlns:a16="http://schemas.microsoft.com/office/drawing/2014/main" id="{6D4422AF-CBDF-51E8-48C6-34F0D424722A}"/>
                </a:ext>
              </a:extLst>
            </p:cNvPr>
            <p:cNvGrpSpPr/>
            <p:nvPr userDrawn="1"/>
          </p:nvGrpSpPr>
          <p:grpSpPr>
            <a:xfrm>
              <a:off x="22177344" y="4794738"/>
              <a:ext cx="1883664" cy="1179779"/>
              <a:chOff x="22177344" y="4800600"/>
              <a:chExt cx="1883664" cy="1179779"/>
            </a:xfrm>
          </p:grpSpPr>
          <p:grpSp>
            <p:nvGrpSpPr>
              <p:cNvPr id="37" name="Group 36">
                <a:extLst>
                  <a:ext uri="{FF2B5EF4-FFF2-40B4-BE49-F238E27FC236}">
                    <a16:creationId xmlns:a16="http://schemas.microsoft.com/office/drawing/2014/main" id="{98C19E22-DBBB-F8E9-24D6-3F0A9CB75A80}"/>
                  </a:ext>
                </a:extLst>
              </p:cNvPr>
              <p:cNvGrpSpPr/>
              <p:nvPr userDrawn="1"/>
            </p:nvGrpSpPr>
            <p:grpSpPr>
              <a:xfrm>
                <a:off x="22177344" y="4800600"/>
                <a:ext cx="932688" cy="366255"/>
                <a:chOff x="22177344" y="-19050"/>
                <a:chExt cx="932688" cy="366255"/>
              </a:xfrm>
            </p:grpSpPr>
            <p:sp>
              <p:nvSpPr>
                <p:cNvPr id="58" name="TextBox 57">
                  <a:extLst>
                    <a:ext uri="{FF2B5EF4-FFF2-40B4-BE49-F238E27FC236}">
                      <a16:creationId xmlns:a16="http://schemas.microsoft.com/office/drawing/2014/main" id="{D2E5371C-04DC-8EA1-3D49-80043FEAAADF}"/>
                    </a:ext>
                  </a:extLst>
                </p:cNvPr>
                <p:cNvSpPr txBox="1"/>
                <p:nvPr/>
              </p:nvSpPr>
              <p:spPr>
                <a:xfrm>
                  <a:off x="22177344" y="-19050"/>
                  <a:ext cx="365760" cy="366254"/>
                </a:xfrm>
                <a:prstGeom prst="rect">
                  <a:avLst/>
                </a:prstGeom>
                <a:noFill/>
              </p:spPr>
              <p:txBody>
                <a:bodyPr wrap="square" lIns="0" tIns="0" rIns="0" bIns="256032" rtlCol="0" anchor="b" anchorCtr="0">
                  <a:spAutoFit/>
                </a:bodyPr>
                <a:lstStyle/>
                <a:p>
                  <a:r>
                    <a:rPr lang="en-US" sz="7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rPr>
                    <a:t>Theme 4</a:t>
                  </a:r>
                </a:p>
              </p:txBody>
            </p:sp>
            <p:sp>
              <p:nvSpPr>
                <p:cNvPr id="59" name="TextBox 58">
                  <a:extLst>
                    <a:ext uri="{FF2B5EF4-FFF2-40B4-BE49-F238E27FC236}">
                      <a16:creationId xmlns:a16="http://schemas.microsoft.com/office/drawing/2014/main" id="{1734F938-09FE-4912-1435-E9D84C415C69}"/>
                    </a:ext>
                    <a:ext uri="{C183D7F6-B498-43B3-948B-1728B52AA6E4}">
                      <adec:decorative xmlns:adec="http://schemas.microsoft.com/office/drawing/2017/decorative" val="1"/>
                    </a:ext>
                  </a:extLst>
                </p:cNvPr>
                <p:cNvSpPr txBox="1">
                  <a:spLocks/>
                </p:cNvSpPr>
                <p:nvPr/>
              </p:nvSpPr>
              <p:spPr>
                <a:xfrm>
                  <a:off x="22177344" y="105548"/>
                  <a:ext cx="457200" cy="241657"/>
                </a:xfrm>
                <a:prstGeom prst="rect">
                  <a:avLst/>
                </a:prstGeom>
                <a:solidFill>
                  <a:srgbClr val="7656AD"/>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kumimoji="0" sz="500" b="1" i="0" u="none" strike="noStrike" cap="none" spc="0" normalizeH="0" baseline="0">
                      <a:ln w="3175">
                        <a:noFill/>
                      </a:ln>
                      <a:gradFill>
                        <a:gsLst>
                          <a:gs pos="74312">
                            <a:srgbClr val="000000"/>
                          </a:gs>
                          <a:gs pos="57000">
                            <a:srgbClr val="000000"/>
                          </a:gs>
                        </a:gsLst>
                        <a:path path="circle">
                          <a:fillToRect l="100000" t="100000"/>
                        </a:path>
                      </a:gradFill>
                      <a:effectLst/>
                      <a:uLnTx/>
                      <a:uFillTx/>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60" name="TextBox 59">
                  <a:extLst>
                    <a:ext uri="{FF2B5EF4-FFF2-40B4-BE49-F238E27FC236}">
                      <a16:creationId xmlns:a16="http://schemas.microsoft.com/office/drawing/2014/main" id="{572AF67C-D68E-D0B5-0004-A3E135BECD10}"/>
                    </a:ext>
                    <a:ext uri="{C183D7F6-B498-43B3-948B-1728B52AA6E4}">
                      <adec:decorative xmlns:adec="http://schemas.microsoft.com/office/drawing/2017/decorative" val="1"/>
                    </a:ext>
                  </a:extLst>
                </p:cNvPr>
                <p:cNvSpPr txBox="1">
                  <a:spLocks/>
                </p:cNvSpPr>
                <p:nvPr/>
              </p:nvSpPr>
              <p:spPr>
                <a:xfrm>
                  <a:off x="22652832" y="105548"/>
                  <a:ext cx="457200" cy="241657"/>
                </a:xfrm>
                <a:prstGeom prst="rect">
                  <a:avLst/>
                </a:prstGeom>
                <a:solidFill>
                  <a:srgbClr val="F65567"/>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algn="l" defTabSz="932780" rtl="0" eaLnBrk="1" fontAlgn="auto" latinLnBrk="0" hangingPunct="1">
                    <a:lnSpc>
                      <a:spcPct val="100000"/>
                    </a:lnSpc>
                    <a:spcBef>
                      <a:spcPct val="20000"/>
                    </a:spcBef>
                    <a:spcAft>
                      <a:spcPts val="0"/>
                    </a:spcAft>
                    <a:buClrTx/>
                    <a:buSzPct val="90000"/>
                    <a:buFontTx/>
                    <a:buNone/>
                    <a:tabLst/>
                    <a:defRPr/>
                  </a:pPr>
                  <a:endParaRPr kumimoji="0" lang="en-CA" sz="500" b="1" i="0" u="none" strike="noStrike" kern="1200" cap="none" spc="0" normalizeH="0" baseline="0" noProof="0">
                    <a:ln w="3175">
                      <a:noFill/>
                    </a:ln>
                    <a:gradFill>
                      <a:gsLst>
                        <a:gs pos="74312">
                          <a:srgbClr val="000000"/>
                        </a:gs>
                        <a:gs pos="57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61" name="TextBox 60">
                  <a:extLst>
                    <a:ext uri="{FF2B5EF4-FFF2-40B4-BE49-F238E27FC236}">
                      <a16:creationId xmlns:a16="http://schemas.microsoft.com/office/drawing/2014/main" id="{10A86750-C1BC-72A3-6650-391596FEB2D5}"/>
                    </a:ext>
                    <a:ext uri="{C183D7F6-B498-43B3-948B-1728B52AA6E4}">
                      <adec:decorative xmlns:adec="http://schemas.microsoft.com/office/drawing/2017/decorative" val="1"/>
                    </a:ext>
                  </a:extLst>
                </p:cNvPr>
                <p:cNvSpPr txBox="1">
                  <a:spLocks/>
                </p:cNvSpPr>
                <p:nvPr/>
              </p:nvSpPr>
              <p:spPr>
                <a:xfrm flipH="1">
                  <a:off x="22177344" y="105548"/>
                  <a:ext cx="457200" cy="241657"/>
                </a:xfrm>
                <a:prstGeom prst="rtTriangle">
                  <a:avLst/>
                </a:prstGeom>
                <a:solidFill>
                  <a:srgbClr val="A58AD4"/>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lvl="1" defTabSz="932780">
                    <a:spcBef>
                      <a:spcPct val="20000"/>
                    </a:spcBef>
                    <a:buSzPct val="90000"/>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62" name="TextBox 61">
                  <a:extLst>
                    <a:ext uri="{FF2B5EF4-FFF2-40B4-BE49-F238E27FC236}">
                      <a16:creationId xmlns:a16="http://schemas.microsoft.com/office/drawing/2014/main" id="{195D5961-466B-BEEC-DF31-6D9E2443DA70}"/>
                    </a:ext>
                    <a:ext uri="{C183D7F6-B498-43B3-948B-1728B52AA6E4}">
                      <adec:decorative xmlns:adec="http://schemas.microsoft.com/office/drawing/2017/decorative" val="1"/>
                    </a:ext>
                  </a:extLst>
                </p:cNvPr>
                <p:cNvSpPr txBox="1">
                  <a:spLocks/>
                </p:cNvSpPr>
                <p:nvPr/>
              </p:nvSpPr>
              <p:spPr>
                <a:xfrm flipH="1">
                  <a:off x="22652832" y="105548"/>
                  <a:ext cx="457200" cy="241657"/>
                </a:xfrm>
                <a:prstGeom prst="rtTriangle">
                  <a:avLst/>
                </a:prstGeom>
                <a:solidFill>
                  <a:srgbClr val="F97483"/>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defTabSz="932780">
                    <a:spcBef>
                      <a:spcPct val="20000"/>
                    </a:spcBef>
                    <a:buSzPct val="90000"/>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38" name="Group 37">
                <a:extLst>
                  <a:ext uri="{FF2B5EF4-FFF2-40B4-BE49-F238E27FC236}">
                    <a16:creationId xmlns:a16="http://schemas.microsoft.com/office/drawing/2014/main" id="{2CE3C7DF-66A8-5333-A2FC-A87B8B0FB337}"/>
                  </a:ext>
                </a:extLst>
              </p:cNvPr>
              <p:cNvGrpSpPr/>
              <p:nvPr userDrawn="1"/>
            </p:nvGrpSpPr>
            <p:grpSpPr>
              <a:xfrm>
                <a:off x="22177344" y="5207363"/>
                <a:ext cx="1883664" cy="366254"/>
                <a:chOff x="22177344" y="387310"/>
                <a:chExt cx="1883664" cy="366254"/>
              </a:xfrm>
            </p:grpSpPr>
            <p:sp>
              <p:nvSpPr>
                <p:cNvPr id="52" name="TextBox 51">
                  <a:extLst>
                    <a:ext uri="{FF2B5EF4-FFF2-40B4-BE49-F238E27FC236}">
                      <a16:creationId xmlns:a16="http://schemas.microsoft.com/office/drawing/2014/main" id="{457F323D-63CF-9202-53BB-A2377C8B75E8}"/>
                    </a:ext>
                  </a:extLst>
                </p:cNvPr>
                <p:cNvSpPr txBox="1"/>
                <p:nvPr/>
              </p:nvSpPr>
              <p:spPr>
                <a:xfrm>
                  <a:off x="22177344"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Overlay/Container</a:t>
                  </a:r>
                </a:p>
              </p:txBody>
            </p:sp>
            <p:sp>
              <p:nvSpPr>
                <p:cNvPr id="53" name="TextBox 52">
                  <a:extLst>
                    <a:ext uri="{FF2B5EF4-FFF2-40B4-BE49-F238E27FC236}">
                      <a16:creationId xmlns:a16="http://schemas.microsoft.com/office/drawing/2014/main" id="{7A73A5AB-562F-9703-3B50-000D2A4A552F}"/>
                    </a:ext>
                    <a:ext uri="{C183D7F6-B498-43B3-948B-1728B52AA6E4}">
                      <adec:decorative xmlns:adec="http://schemas.microsoft.com/office/drawing/2017/decorative" val="1"/>
                    </a:ext>
                  </a:extLst>
                </p:cNvPr>
                <p:cNvSpPr txBox="1">
                  <a:spLocks/>
                </p:cNvSpPr>
                <p:nvPr userDrawn="1"/>
              </p:nvSpPr>
              <p:spPr>
                <a:xfrm>
                  <a:off x="22177344" y="511907"/>
                  <a:ext cx="457200" cy="241657"/>
                </a:xfrm>
                <a:prstGeom prst="rect">
                  <a:avLst/>
                </a:prstGeom>
                <a:solidFill>
                  <a:srgbClr val="E2D9F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54" name="TextBox 53">
                  <a:extLst>
                    <a:ext uri="{FF2B5EF4-FFF2-40B4-BE49-F238E27FC236}">
                      <a16:creationId xmlns:a16="http://schemas.microsoft.com/office/drawing/2014/main" id="{753C3199-88F5-7137-CFB2-6636716A8EA9}"/>
                    </a:ext>
                    <a:ext uri="{C183D7F6-B498-43B3-948B-1728B52AA6E4}">
                      <adec:decorative xmlns:adec="http://schemas.microsoft.com/office/drawing/2017/decorative" val="1"/>
                    </a:ext>
                  </a:extLst>
                </p:cNvPr>
                <p:cNvSpPr txBox="1">
                  <a:spLocks/>
                </p:cNvSpPr>
                <p:nvPr/>
              </p:nvSpPr>
              <p:spPr>
                <a:xfrm>
                  <a:off x="22652832" y="511907"/>
                  <a:ext cx="457200" cy="241657"/>
                </a:xfrm>
                <a:prstGeom prst="rect">
                  <a:avLst/>
                </a:prstGeom>
                <a:solidFill>
                  <a:srgbClr val="34284E"/>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sp>
              <p:nvSpPr>
                <p:cNvPr id="55" name="TextBox 54">
                  <a:extLst>
                    <a:ext uri="{FF2B5EF4-FFF2-40B4-BE49-F238E27FC236}">
                      <a16:creationId xmlns:a16="http://schemas.microsoft.com/office/drawing/2014/main" id="{E87F7243-A8AB-2118-DAA0-FA141C0DD9A1}"/>
                    </a:ext>
                  </a:extLst>
                </p:cNvPr>
                <p:cNvSpPr txBox="1"/>
                <p:nvPr userDrawn="1"/>
              </p:nvSpPr>
              <p:spPr>
                <a:xfrm>
                  <a:off x="23128320" y="387310"/>
                  <a:ext cx="875537"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Slide background</a:t>
                  </a:r>
                </a:p>
              </p:txBody>
            </p:sp>
            <p:sp>
              <p:nvSpPr>
                <p:cNvPr id="56" name="TextBox 55">
                  <a:extLst>
                    <a:ext uri="{FF2B5EF4-FFF2-40B4-BE49-F238E27FC236}">
                      <a16:creationId xmlns:a16="http://schemas.microsoft.com/office/drawing/2014/main" id="{ECE8BD3B-538A-400D-F8D9-0977B400D31C}"/>
                    </a:ext>
                    <a:ext uri="{C183D7F6-B498-43B3-948B-1728B52AA6E4}">
                      <adec:decorative xmlns:adec="http://schemas.microsoft.com/office/drawing/2017/decorative" val="1"/>
                    </a:ext>
                  </a:extLst>
                </p:cNvPr>
                <p:cNvSpPr txBox="1">
                  <a:spLocks/>
                </p:cNvSpPr>
                <p:nvPr userDrawn="1"/>
              </p:nvSpPr>
              <p:spPr>
                <a:xfrm>
                  <a:off x="23128320" y="511907"/>
                  <a:ext cx="457200" cy="241657"/>
                </a:xfrm>
                <a:prstGeom prst="rect">
                  <a:avLst/>
                </a:prstGeom>
                <a:solidFill>
                  <a:srgbClr val="F0ECF8"/>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a:p>
              </p:txBody>
            </p:sp>
            <p:sp>
              <p:nvSpPr>
                <p:cNvPr id="57" name="TextBox 56">
                  <a:extLst>
                    <a:ext uri="{FF2B5EF4-FFF2-40B4-BE49-F238E27FC236}">
                      <a16:creationId xmlns:a16="http://schemas.microsoft.com/office/drawing/2014/main" id="{BA4D51C4-26DE-97C2-707F-3810CACE0D48}"/>
                    </a:ext>
                    <a:ext uri="{C183D7F6-B498-43B3-948B-1728B52AA6E4}">
                      <adec:decorative xmlns:adec="http://schemas.microsoft.com/office/drawing/2017/decorative" val="1"/>
                    </a:ext>
                  </a:extLst>
                </p:cNvPr>
                <p:cNvSpPr txBox="1">
                  <a:spLocks/>
                </p:cNvSpPr>
                <p:nvPr userDrawn="1"/>
              </p:nvSpPr>
              <p:spPr>
                <a:xfrm>
                  <a:off x="23603808" y="511907"/>
                  <a:ext cx="457200" cy="241657"/>
                </a:xfrm>
                <a:prstGeom prst="rect">
                  <a:avLst/>
                </a:prstGeom>
                <a:solidFill>
                  <a:srgbClr val="231B34"/>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1" indent="0" defTabSz="932780" fontAlgn="auto">
                    <a:lnSpc>
                      <a:spcPct val="100000"/>
                    </a:lnSpc>
                    <a:spcBef>
                      <a:spcPct val="20000"/>
                    </a:spcBef>
                    <a:spcAft>
                      <a:spcPts val="0"/>
                    </a:spcAft>
                    <a:buClrTx/>
                    <a:buSzPct val="90000"/>
                    <a:buFontTx/>
                    <a:buNone/>
                    <a:tabLst/>
                    <a:defRPr/>
                  </a:pPr>
                  <a:endParaRPr lang="en-CA" sz="600" b="1">
                    <a:ln w="3175">
                      <a:noFill/>
                    </a:ln>
                    <a:gradFill>
                      <a:gsLst>
                        <a:gs pos="74312">
                          <a:srgbClr val="000000"/>
                        </a:gs>
                        <a:gs pos="57000">
                          <a:srgbClr val="000000"/>
                        </a:gs>
                      </a:gsLst>
                      <a:path path="circle">
                        <a:fillToRect l="100000" t="100000"/>
                      </a:path>
                    </a:gradFill>
                    <a:latin typeface="Segoe UI Variable Display Semibold" pitchFamily="2" charset="0"/>
                    <a:cs typeface="Segoe UI" pitchFamily="34" charset="0"/>
                  </a:endParaRPr>
                </a:p>
              </p:txBody>
            </p:sp>
          </p:grpSp>
          <p:grpSp>
            <p:nvGrpSpPr>
              <p:cNvPr id="48" name="Group 47">
                <a:extLst>
                  <a:ext uri="{FF2B5EF4-FFF2-40B4-BE49-F238E27FC236}">
                    <a16:creationId xmlns:a16="http://schemas.microsoft.com/office/drawing/2014/main" id="{121092F4-09EF-2727-997E-3BEBDFDBDB12}"/>
                  </a:ext>
                </a:extLst>
              </p:cNvPr>
              <p:cNvGrpSpPr/>
              <p:nvPr userDrawn="1"/>
            </p:nvGrpSpPr>
            <p:grpSpPr>
              <a:xfrm>
                <a:off x="22177344" y="5614125"/>
                <a:ext cx="1120806" cy="366254"/>
                <a:chOff x="22177344" y="861178"/>
                <a:chExt cx="1120806" cy="366254"/>
              </a:xfrm>
            </p:grpSpPr>
            <p:sp>
              <p:nvSpPr>
                <p:cNvPr id="49" name="TextBox 48">
                  <a:extLst>
                    <a:ext uri="{FF2B5EF4-FFF2-40B4-BE49-F238E27FC236}">
                      <a16:creationId xmlns:a16="http://schemas.microsoft.com/office/drawing/2014/main" id="{D2E5DC28-E9FC-DC58-4372-B0ACFA69C125}"/>
                    </a:ext>
                  </a:extLst>
                </p:cNvPr>
                <p:cNvSpPr txBox="1"/>
                <p:nvPr/>
              </p:nvSpPr>
              <p:spPr>
                <a:xfrm>
                  <a:off x="22177344" y="861178"/>
                  <a:ext cx="1120806" cy="366254"/>
                </a:xfrm>
                <a:prstGeom prst="rect">
                  <a:avLst/>
                </a:prstGeom>
                <a:noFill/>
              </p:spPr>
              <p:txBody>
                <a:bodyPr wrap="square" lIns="0" tIns="0" rIns="0" bIns="256032" rtlCol="0" anchor="b" anchorCtr="0">
                  <a:spAutoFit/>
                </a:bodyPr>
                <a:lstStyle>
                  <a:defPPr>
                    <a:defRPr lang="en-US"/>
                  </a:defPPr>
                  <a:lvl1pPr>
                    <a:defRPr sz="7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1pPr>
                </a:lstStyle>
                <a:p>
                  <a:r>
                    <a:rPr lang="en-US">
                      <a:gradFill>
                        <a:gsLst>
                          <a:gs pos="74312">
                            <a:srgbClr val="000000"/>
                          </a:gs>
                          <a:gs pos="57000">
                            <a:srgbClr val="000000"/>
                          </a:gs>
                        </a:gsLst>
                        <a:path path="circle">
                          <a:fillToRect l="100000" t="100000"/>
                        </a:path>
                      </a:gradFill>
                    </a:rPr>
                    <a:t>Light and dark spotlight</a:t>
                  </a:r>
                </a:p>
              </p:txBody>
            </p:sp>
            <p:sp>
              <p:nvSpPr>
                <p:cNvPr id="50" name="TextBox 49">
                  <a:extLst>
                    <a:ext uri="{FF2B5EF4-FFF2-40B4-BE49-F238E27FC236}">
                      <a16:creationId xmlns:a16="http://schemas.microsoft.com/office/drawing/2014/main" id="{B7FE4526-43E5-6305-24C8-0295F8F65D21}"/>
                    </a:ext>
                    <a:ext uri="{C183D7F6-B498-43B3-948B-1728B52AA6E4}">
                      <adec:decorative xmlns:adec="http://schemas.microsoft.com/office/drawing/2017/decorative" val="1"/>
                    </a:ext>
                  </a:extLst>
                </p:cNvPr>
                <p:cNvSpPr txBox="1">
                  <a:spLocks/>
                </p:cNvSpPr>
                <p:nvPr/>
              </p:nvSpPr>
              <p:spPr>
                <a:xfrm>
                  <a:off x="22177344" y="985775"/>
                  <a:ext cx="457200" cy="241657"/>
                </a:xfrm>
                <a:prstGeom prst="rect">
                  <a:avLst/>
                </a:prstGeom>
                <a:solidFill>
                  <a:srgbClr val="E2D9F1"/>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sp>
              <p:nvSpPr>
                <p:cNvPr id="51" name="TextBox 50">
                  <a:extLst>
                    <a:ext uri="{FF2B5EF4-FFF2-40B4-BE49-F238E27FC236}">
                      <a16:creationId xmlns:a16="http://schemas.microsoft.com/office/drawing/2014/main" id="{985C0130-6D43-3569-F535-80F549D9B624}"/>
                    </a:ext>
                    <a:ext uri="{C183D7F6-B498-43B3-948B-1728B52AA6E4}">
                      <adec:decorative xmlns:adec="http://schemas.microsoft.com/office/drawing/2017/decorative" val="1"/>
                    </a:ext>
                  </a:extLst>
                </p:cNvPr>
                <p:cNvSpPr txBox="1">
                  <a:spLocks/>
                </p:cNvSpPr>
                <p:nvPr/>
              </p:nvSpPr>
              <p:spPr>
                <a:xfrm>
                  <a:off x="22652832" y="985775"/>
                  <a:ext cx="457200" cy="241657"/>
                </a:xfrm>
                <a:prstGeom prst="rect">
                  <a:avLst/>
                </a:prstGeom>
                <a:solidFill>
                  <a:srgbClr val="34284E"/>
                </a:solidFill>
                <a:ln>
                  <a:noFill/>
                </a:ln>
              </p:spPr>
              <p:txBody>
                <a:bodyPr wrap="square" lIns="45720" tIns="18288" rIns="0" bIns="0" rtlCol="0" anchor="t" anchorCtr="0">
                  <a:noAutofit/>
                </a:bodyPr>
                <a:lstStyle>
                  <a:defPPr>
                    <a:defRPr lang="en-US"/>
                  </a:defPPr>
                  <a:lvl1pPr algn="ctr" defTabSz="2275850" fontAlgn="base">
                    <a:spcBef>
                      <a:spcPct val="0"/>
                    </a:spcBef>
                    <a:spcAft>
                      <a:spcPct val="0"/>
                    </a:spcAft>
                    <a:tabLst>
                      <a:tab pos="3701239" algn="l"/>
                    </a:tabLst>
                    <a:defRPr sz="6000" b="1">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defRPr>
                  </a:lvl1pPr>
                  <a:lvl2pPr marL="0" marR="0" lvl="1" indent="0" defTabSz="932780" fontAlgn="auto">
                    <a:lnSpc>
                      <a:spcPct val="100000"/>
                    </a:lnSpc>
                    <a:spcBef>
                      <a:spcPct val="20000"/>
                    </a:spcBef>
                    <a:spcAft>
                      <a:spcPts val="0"/>
                    </a:spcAft>
                    <a:buClrTx/>
                    <a:buSzPct val="90000"/>
                    <a:buFontTx/>
                    <a:buNone/>
                    <a:tabLst/>
                    <a:defRPr sz="1000" b="1">
                      <a:ln w="3175">
                        <a:noFill/>
                      </a:ln>
                      <a:gradFill>
                        <a:gsLst>
                          <a:gs pos="9174">
                            <a:schemeClr val="tx1"/>
                          </a:gs>
                          <a:gs pos="42000">
                            <a:schemeClr val="tx1"/>
                          </a:gs>
                        </a:gsLst>
                        <a:path path="circle">
                          <a:fillToRect l="100000" t="100000"/>
                        </a:path>
                      </a:gradFill>
                      <a:latin typeface="Segoe UI Variable Display Semibold" pitchFamily="2" charset="0"/>
                      <a:cs typeface="Segoe UI" pitchFamily="34" charset="0"/>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endParaRPr lang="en-CA" sz="600">
                    <a:gradFill>
                      <a:gsLst>
                        <a:gs pos="74312">
                          <a:srgbClr val="000000"/>
                        </a:gs>
                        <a:gs pos="57000">
                          <a:srgbClr val="000000"/>
                        </a:gs>
                      </a:gsLst>
                      <a:path path="circle">
                        <a:fillToRect l="100000" t="100000"/>
                      </a:path>
                    </a:gradFill>
                  </a:endParaRPr>
                </a:p>
              </p:txBody>
            </p:sp>
          </p:grpSp>
        </p:grpSp>
      </p:grpSp>
    </p:spTree>
    <p:extLst>
      <p:ext uri="{BB962C8B-B14F-4D97-AF65-F5344CB8AC3E}">
        <p14:creationId xmlns:p14="http://schemas.microsoft.com/office/powerpoint/2010/main" val="1171496967"/>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 id="2147483894" r:id="rId14"/>
    <p:sldLayoutId id="2147483895" r:id="rId15"/>
    <p:sldLayoutId id="2147483896" r:id="rId16"/>
    <p:sldLayoutId id="2147484036" r:id="rId17"/>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D8406-9C76-BCDC-EE69-B623DE17BA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490D575A-DF26-1E7C-0B17-9AEC45FF60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251D59BE-A8EB-07E4-396D-9ED63CE658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B32F9A-F2E8-4024-BDC9-1DD4A849E549}" type="datetimeFigureOut">
              <a:rPr lang="en-DE" smtClean="0"/>
              <a:t>04/08/2026</a:t>
            </a:fld>
            <a:endParaRPr lang="en-DE"/>
          </a:p>
        </p:txBody>
      </p:sp>
      <p:sp>
        <p:nvSpPr>
          <p:cNvPr id="5" name="Footer Placeholder 4">
            <a:extLst>
              <a:ext uri="{FF2B5EF4-FFF2-40B4-BE49-F238E27FC236}">
                <a16:creationId xmlns:a16="http://schemas.microsoft.com/office/drawing/2014/main" id="{E16E22F0-84B0-7313-7D49-5A5481887A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7C1C6A87-8A61-9DD0-BC12-E78C284E5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3A12B1-8338-440C-B202-8E5A66EFDFB9}" type="slidenum">
              <a:rPr lang="en-DE" smtClean="0"/>
              <a:t>‹#›</a:t>
            </a:fld>
            <a:endParaRPr lang="en-DE"/>
          </a:p>
        </p:txBody>
      </p:sp>
    </p:spTree>
    <p:extLst>
      <p:ext uri="{BB962C8B-B14F-4D97-AF65-F5344CB8AC3E}">
        <p14:creationId xmlns:p14="http://schemas.microsoft.com/office/powerpoint/2010/main" val="376351747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62DAC34-5F53-3983-6FC1-634B939CBB65}"/>
              </a:ext>
            </a:extLst>
          </p:cNvPr>
          <p:cNvGraphicFramePr>
            <a:graphicFrameLocks/>
          </p:cNvGraphicFramePr>
          <p:nvPr userDrawn="1">
            <p:custDataLst>
              <p:tags r:id="rId47"/>
            </p:custDataLst>
            <p:extLst>
              <p:ext uri="{D42A27DB-BD31-4B8C-83A1-F6EECF244321}">
                <p14:modId xmlns:p14="http://schemas.microsoft.com/office/powerpoint/2010/main" val="513172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8" imgW="425" imgH="424" progId="TCLayout.ActiveDocument.1">
                  <p:embed/>
                </p:oleObj>
              </mc:Choice>
              <mc:Fallback>
                <p:oleObj name="think-cell Slide" r:id="rId48" imgW="425" imgH="424" progId="TCLayout.ActiveDocument.1">
                  <p:embed/>
                  <p:pic>
                    <p:nvPicPr>
                      <p:cNvPr id="3" name="think-cell data - do not delete" hidden="1">
                        <a:extLst>
                          <a:ext uri="{FF2B5EF4-FFF2-40B4-BE49-F238E27FC236}">
                            <a16:creationId xmlns:a16="http://schemas.microsoft.com/office/drawing/2014/main" id="{A62DAC34-5F53-3983-6FC1-634B939CBB65}"/>
                          </a:ext>
                        </a:extLst>
                      </p:cNvPr>
                      <p:cNvPicPr/>
                      <p:nvPr/>
                    </p:nvPicPr>
                    <p:blipFill>
                      <a:blip r:embed="rId49"/>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1893E9C6-D095-10DA-C5FD-19CDBFC42D8F}"/>
              </a:ext>
            </a:extLst>
          </p:cNvPr>
          <p:cNvSpPr/>
          <p:nvPr userDrawn="1"/>
        </p:nvSpPr>
        <p:spPr>
          <a:xfrm>
            <a:off x="0" y="0"/>
            <a:ext cx="12192000" cy="6858000"/>
          </a:xfrm>
          <a:prstGeom prst="rect">
            <a:avLst/>
          </a:prstGeom>
          <a:gradFill>
            <a:gsLst>
              <a:gs pos="71000">
                <a:schemeClr val="bg1">
                  <a:lumMod val="85000"/>
                  <a:alpha val="30000"/>
                </a:schemeClr>
              </a:gs>
              <a:gs pos="21000">
                <a:schemeClr val="bg1">
                  <a:lumMod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itle Placeholder 6">
            <a:extLst>
              <a:ext uri="{FF2B5EF4-FFF2-40B4-BE49-F238E27FC236}">
                <a16:creationId xmlns:a16="http://schemas.microsoft.com/office/drawing/2014/main" id="{07364A6F-B735-C0A5-F4C2-529BF2E4D667}"/>
              </a:ext>
            </a:extLst>
          </p:cNvPr>
          <p:cNvSpPr>
            <a:spLocks noGrp="1"/>
          </p:cNvSpPr>
          <p:nvPr>
            <p:ph type="title"/>
          </p:nvPr>
        </p:nvSpPr>
        <p:spPr>
          <a:xfrm>
            <a:off x="419100" y="436330"/>
            <a:ext cx="11353799" cy="560426"/>
          </a:xfrm>
          <a:prstGeom prst="rect">
            <a:avLst/>
          </a:prstGeom>
        </p:spPr>
        <p:txBody>
          <a:bodyPr vert="horz" lIns="0" tIns="0" rIns="0" bIns="0" rtlCol="0" anchor="t">
            <a:noAutofit/>
          </a:bodyPr>
          <a:lstStyle/>
          <a:p>
            <a:r>
              <a:rPr lang="en-US"/>
              <a:t>Click to edit Master title style</a:t>
            </a:r>
          </a:p>
        </p:txBody>
      </p:sp>
      <p:sp>
        <p:nvSpPr>
          <p:cNvPr id="9" name="Text Placeholder 6">
            <a:extLst>
              <a:ext uri="{FF2B5EF4-FFF2-40B4-BE49-F238E27FC236}">
                <a16:creationId xmlns:a16="http://schemas.microsoft.com/office/drawing/2014/main" id="{48227E51-5187-8E8F-9867-60BE59439E76}"/>
              </a:ext>
            </a:extLst>
          </p:cNvPr>
          <p:cNvSpPr>
            <a:spLocks noGrp="1"/>
          </p:cNvSpPr>
          <p:nvPr>
            <p:ph type="body" idx="1"/>
          </p:nvPr>
        </p:nvSpPr>
        <p:spPr>
          <a:xfrm>
            <a:off x="419100" y="1297046"/>
            <a:ext cx="11353799" cy="184312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TextBox 5">
            <a:extLst>
              <a:ext uri="{FF2B5EF4-FFF2-40B4-BE49-F238E27FC236}">
                <a16:creationId xmlns:a16="http://schemas.microsoft.com/office/drawing/2014/main" id="{C67BB63D-F2F5-06B7-366D-18ACDDF7BFBD}"/>
              </a:ext>
            </a:extLst>
          </p:cNvPr>
          <p:cNvSpPr txBox="1"/>
          <p:nvPr userDrawn="1">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847986470"/>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3946" r:id="rId12"/>
    <p:sldLayoutId id="2147483947" r:id="rId13"/>
    <p:sldLayoutId id="2147483948" r:id="rId14"/>
    <p:sldLayoutId id="2147483949" r:id="rId15"/>
    <p:sldLayoutId id="2147483950" r:id="rId16"/>
    <p:sldLayoutId id="2147483951" r:id="rId17"/>
    <p:sldLayoutId id="2147483952" r:id="rId18"/>
    <p:sldLayoutId id="2147483953" r:id="rId19"/>
    <p:sldLayoutId id="2147483954" r:id="rId20"/>
    <p:sldLayoutId id="2147483955" r:id="rId21"/>
    <p:sldLayoutId id="2147483956" r:id="rId22"/>
    <p:sldLayoutId id="2147483957" r:id="rId23"/>
    <p:sldLayoutId id="2147483958" r:id="rId24"/>
    <p:sldLayoutId id="2147483959" r:id="rId25"/>
    <p:sldLayoutId id="2147483960" r:id="rId26"/>
    <p:sldLayoutId id="2147483961" r:id="rId27"/>
    <p:sldLayoutId id="2147483962" r:id="rId28"/>
    <p:sldLayoutId id="2147483963" r:id="rId29"/>
    <p:sldLayoutId id="2147483964" r:id="rId30"/>
    <p:sldLayoutId id="2147483965" r:id="rId31"/>
    <p:sldLayoutId id="2147483966" r:id="rId32"/>
    <p:sldLayoutId id="2147483967" r:id="rId33"/>
    <p:sldLayoutId id="2147483968" r:id="rId34"/>
    <p:sldLayoutId id="2147483969" r:id="rId35"/>
    <p:sldLayoutId id="2147483970" r:id="rId36"/>
    <p:sldLayoutId id="2147483971" r:id="rId37"/>
    <p:sldLayoutId id="2147483972" r:id="rId38"/>
    <p:sldLayoutId id="2147483973" r:id="rId39"/>
    <p:sldLayoutId id="2147483974" r:id="rId40"/>
    <p:sldLayoutId id="2147483975" r:id="rId41"/>
    <p:sldLayoutId id="2147483976" r:id="rId42"/>
    <p:sldLayoutId id="2147483977" r:id="rId43"/>
    <p:sldLayoutId id="2147483978" r:id="rId44"/>
    <p:sldLayoutId id="2147483979" r:id="rId45"/>
  </p:sldLayoutIdLst>
  <p:hf sldNum="0" hdr="0" ftr="0" dt="0"/>
  <p:txStyles>
    <p:titleStyle>
      <a:lvl1pPr algn="l" defTabSz="457109" rtl="0" eaLnBrk="1" latinLnBrk="0" hangingPunct="1">
        <a:spcBef>
          <a:spcPct val="0"/>
        </a:spcBef>
        <a:buNone/>
        <a:defRPr sz="3600" b="0" i="0" kern="0" spc="-90" baseline="0">
          <a:solidFill>
            <a:schemeClr val="tx1"/>
          </a:solidFill>
          <a:latin typeface="+mj-lt"/>
          <a:ea typeface="+mj-ea"/>
          <a:cs typeface="Segoe Sans Display Semibold" pitchFamily="2" charset="0"/>
        </a:defRPr>
      </a:lvl1pPr>
    </p:titleStyle>
    <p:body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6">
          <p15:clr>
            <a:srgbClr val="F26B43"/>
          </p15:clr>
        </p15:guide>
        <p15:guide id="2" pos="264">
          <p15:clr>
            <a:srgbClr val="F26B43"/>
          </p15:clr>
        </p15:guide>
        <p15:guide id="3" pos="7416">
          <p15:clr>
            <a:srgbClr val="F26B43"/>
          </p15:clr>
        </p15:guide>
        <p15:guide id="4" orient="horz" pos="264">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963437343"/>
      </p:ext>
    </p:extLst>
  </p:cSld>
  <p:clrMap bg1="dk1" tx1="lt1" bg2="dk2" tx2="lt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5F1FA">
                <a:lumMod val="97099"/>
                <a:alpha val="69897"/>
              </a:srgbClr>
            </a:gs>
            <a:gs pos="100000">
              <a:srgbClr val="EDF6FB">
                <a:lumMod val="92371"/>
              </a:srgbClr>
            </a:gs>
          </a:gsLst>
          <a:lin ang="1380000" scaled="0"/>
          <a:tileRect/>
        </a:gradFill>
        <a:effectLst/>
      </p:bgPr>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a:extLst>
              <a:ext uri="{FF2B5EF4-FFF2-40B4-BE49-F238E27FC236}">
                <a16:creationId xmlns:a16="http://schemas.microsoft.com/office/drawing/2014/main" id="{18E4BB3E-EFB4-084A-18AD-5FF1136C772A}"/>
              </a:ext>
            </a:extLst>
          </p:cNvPr>
          <p:cNvPicPr>
            <a:picLocks noChangeAspect="1"/>
          </p:cNvPicPr>
          <p:nvPr userDrawn="1"/>
        </p:nvPicPr>
        <p:blipFill>
          <a:blip r:embed="rId34"/>
          <a:stretch>
            <a:fillRect/>
          </a:stretch>
        </p:blipFill>
        <p:spPr>
          <a:xfrm>
            <a:off x="12330030" y="-72426"/>
            <a:ext cx="1227865" cy="6949440"/>
          </a:xfrm>
          <a:prstGeom prst="rect">
            <a:avLst/>
          </a:prstGeom>
        </p:spPr>
      </p:pic>
    </p:spTree>
    <p:extLst>
      <p:ext uri="{BB962C8B-B14F-4D97-AF65-F5344CB8AC3E}">
        <p14:creationId xmlns:p14="http://schemas.microsoft.com/office/powerpoint/2010/main" val="3642180353"/>
      </p:ext>
    </p:extLst>
  </p:cSld>
  <p:clrMap bg1="dk1" tx1="lt1" bg2="dk2" tx2="lt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 id="2147484013" r:id="rId13"/>
    <p:sldLayoutId id="2147484014" r:id="rId14"/>
    <p:sldLayoutId id="2147484015" r:id="rId15"/>
    <p:sldLayoutId id="2147484016" r:id="rId16"/>
    <p:sldLayoutId id="2147484017" r:id="rId17"/>
    <p:sldLayoutId id="2147484018" r:id="rId18"/>
    <p:sldLayoutId id="2147484019" r:id="rId19"/>
    <p:sldLayoutId id="2147484020" r:id="rId20"/>
    <p:sldLayoutId id="2147484021" r:id="rId21"/>
    <p:sldLayoutId id="2147484022" r:id="rId22"/>
    <p:sldLayoutId id="2147484023" r:id="rId23"/>
    <p:sldLayoutId id="2147484024" r:id="rId24"/>
    <p:sldLayoutId id="2147484025" r:id="rId25"/>
    <p:sldLayoutId id="2147484026" r:id="rId26"/>
    <p:sldLayoutId id="2147484027" r:id="rId27"/>
    <p:sldLayoutId id="2147484028" r:id="rId28"/>
    <p:sldLayoutId id="2147484029" r:id="rId29"/>
    <p:sldLayoutId id="2147484030" r:id="rId30"/>
    <p:sldLayoutId id="2147484031" r:id="rId31"/>
    <p:sldLayoutId id="2147484032"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603102"/>
            <a:ext cx="11018520"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a:extLst>
              <a:ext uri="{FF2B5EF4-FFF2-40B4-BE49-F238E27FC236}">
                <a16:creationId xmlns:a16="http://schemas.microsoft.com/office/drawing/2014/main" id="{9FE0D68D-2A69-DBB3-5530-8156E1AA67C7}"/>
              </a:ext>
            </a:extLst>
          </p:cNvPr>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r>
              <a:rPr lang="en-US"/>
              <a:t>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F8DDE9AA-0A0B-CBDB-0407-3CB0252BEFB4}"/>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rot="5400000">
            <a:off x="9509919" y="2743200"/>
            <a:ext cx="6858000" cy="1371600"/>
          </a:xfrm>
          <a:prstGeom prst="rect">
            <a:avLst/>
          </a:prstGeom>
        </p:spPr>
      </p:pic>
      <p:sp>
        <p:nvSpPr>
          <p:cNvPr id="21" name="Freeform: Shape 4">
            <a:extLst>
              <a:ext uri="{FF2B5EF4-FFF2-40B4-BE49-F238E27FC236}">
                <a16:creationId xmlns:a16="http://schemas.microsoft.com/office/drawing/2014/main" id="{6C0DD041-03EC-9AEA-FD90-0F835B8E919B}"/>
              </a:ext>
            </a:extLst>
          </p:cNvPr>
          <p:cNvSpPr/>
          <p:nvPr/>
        </p:nvSpPr>
        <p:spPr>
          <a:xfrm rot="5400000">
            <a:off x="14142774" y="31750"/>
            <a:ext cx="520700" cy="457200"/>
          </a:xfrm>
          <a:prstGeom prst="rect">
            <a:avLst/>
          </a:prstGeom>
          <a:solidFill>
            <a:srgbClr val="F5F5F4"/>
          </a:solidFill>
          <a:ln w="17689" cap="flat">
            <a:noFill/>
            <a:prstDash val="solid"/>
            <a:miter/>
          </a:ln>
        </p:spPr>
        <p:txBody>
          <a:bodyPr/>
          <a:lstStyle/>
          <a:p>
            <a:r>
              <a:rPr lang="en-US" sz="600">
                <a:solidFill>
                  <a:srgbClr val="454142"/>
                </a:solidFill>
              </a:rPr>
              <a:t>F5F5F4</a:t>
            </a:r>
          </a:p>
        </p:txBody>
      </p:sp>
      <p:sp>
        <p:nvSpPr>
          <p:cNvPr id="22" name="Freeform: Shape 5">
            <a:extLst>
              <a:ext uri="{FF2B5EF4-FFF2-40B4-BE49-F238E27FC236}">
                <a16:creationId xmlns:a16="http://schemas.microsoft.com/office/drawing/2014/main" id="{38D4B810-E897-8274-7C23-508D30A072E2}"/>
              </a:ext>
            </a:extLst>
          </p:cNvPr>
          <p:cNvSpPr/>
          <p:nvPr/>
        </p:nvSpPr>
        <p:spPr>
          <a:xfrm rot="5400000">
            <a:off x="14599845" y="31750"/>
            <a:ext cx="520700" cy="457200"/>
          </a:xfrm>
          <a:prstGeom prst="rect">
            <a:avLst/>
          </a:prstGeom>
          <a:solidFill>
            <a:srgbClr val="E2E2E0"/>
          </a:solidFill>
          <a:ln w="17689" cap="flat">
            <a:noFill/>
            <a:prstDash val="solid"/>
            <a:miter/>
          </a:ln>
        </p:spPr>
        <p:txBody>
          <a:bodyPr/>
          <a:lstStyle/>
          <a:p>
            <a:r>
              <a:rPr lang="en-US" sz="600">
                <a:solidFill>
                  <a:srgbClr val="454142"/>
                </a:solidFill>
              </a:rPr>
              <a:t>E2E2E0</a:t>
            </a:r>
          </a:p>
        </p:txBody>
      </p:sp>
      <p:sp>
        <p:nvSpPr>
          <p:cNvPr id="23" name="Freeform: Shape 6">
            <a:extLst>
              <a:ext uri="{FF2B5EF4-FFF2-40B4-BE49-F238E27FC236}">
                <a16:creationId xmlns:a16="http://schemas.microsoft.com/office/drawing/2014/main" id="{384FDD7F-3598-9978-2F48-30847FDE77B4}"/>
              </a:ext>
            </a:extLst>
          </p:cNvPr>
          <p:cNvSpPr/>
          <p:nvPr/>
        </p:nvSpPr>
        <p:spPr>
          <a:xfrm rot="5400000">
            <a:off x="15056916" y="31750"/>
            <a:ext cx="520700" cy="457200"/>
          </a:xfrm>
          <a:prstGeom prst="rect">
            <a:avLst/>
          </a:prstGeom>
          <a:solidFill>
            <a:schemeClr val="bg1"/>
          </a:solidFill>
          <a:ln w="17689" cap="flat">
            <a:noFill/>
            <a:prstDash val="solid"/>
            <a:miter/>
          </a:ln>
        </p:spPr>
        <p:txBody>
          <a:bodyPr/>
          <a:lstStyle/>
          <a:p>
            <a:r>
              <a:rPr lang="en-US" sz="600"/>
              <a:t>000000</a:t>
            </a:r>
          </a:p>
        </p:txBody>
      </p:sp>
      <p:sp>
        <p:nvSpPr>
          <p:cNvPr id="24" name="Freeform: Shape 7">
            <a:extLst>
              <a:ext uri="{FF2B5EF4-FFF2-40B4-BE49-F238E27FC236}">
                <a16:creationId xmlns:a16="http://schemas.microsoft.com/office/drawing/2014/main" id="{70D77B55-2683-CB9D-7708-4A51D13F06CD}"/>
              </a:ext>
            </a:extLst>
          </p:cNvPr>
          <p:cNvSpPr/>
          <p:nvPr/>
        </p:nvSpPr>
        <p:spPr>
          <a:xfrm rot="5400000">
            <a:off x="14142709" y="1593850"/>
            <a:ext cx="520700" cy="457200"/>
          </a:xfrm>
          <a:prstGeom prst="rect">
            <a:avLst/>
          </a:prstGeom>
          <a:solidFill>
            <a:srgbClr val="231B34"/>
          </a:solidFill>
          <a:ln w="17689" cap="flat">
            <a:noFill/>
            <a:prstDash val="solid"/>
            <a:miter/>
          </a:ln>
        </p:spPr>
        <p:txBody>
          <a:bodyPr/>
          <a:lstStyle/>
          <a:p>
            <a:r>
              <a:rPr lang="en-US" sz="600"/>
              <a:t>231B34</a:t>
            </a:r>
          </a:p>
        </p:txBody>
      </p:sp>
      <p:sp>
        <p:nvSpPr>
          <p:cNvPr id="25" name="Freeform: Shape 8">
            <a:extLst>
              <a:ext uri="{FF2B5EF4-FFF2-40B4-BE49-F238E27FC236}">
                <a16:creationId xmlns:a16="http://schemas.microsoft.com/office/drawing/2014/main" id="{870D7C40-5EA6-081A-7277-EEE3D4278752}"/>
              </a:ext>
            </a:extLst>
          </p:cNvPr>
          <p:cNvSpPr/>
          <p:nvPr/>
        </p:nvSpPr>
        <p:spPr>
          <a:xfrm rot="5400000">
            <a:off x="13685509" y="1593850"/>
            <a:ext cx="520700" cy="457200"/>
          </a:xfrm>
          <a:prstGeom prst="rect">
            <a:avLst/>
          </a:prstGeom>
          <a:solidFill>
            <a:srgbClr val="454142"/>
          </a:solidFill>
          <a:ln w="17689" cap="flat">
            <a:noFill/>
            <a:prstDash val="solid"/>
            <a:miter/>
          </a:ln>
        </p:spPr>
        <p:txBody>
          <a:bodyPr/>
          <a:lstStyle/>
          <a:p>
            <a:r>
              <a:rPr lang="en-US" sz="600"/>
              <a:t>454142</a:t>
            </a:r>
          </a:p>
        </p:txBody>
      </p:sp>
      <p:sp>
        <p:nvSpPr>
          <p:cNvPr id="26" name="Freeform: Shape 9">
            <a:extLst>
              <a:ext uri="{FF2B5EF4-FFF2-40B4-BE49-F238E27FC236}">
                <a16:creationId xmlns:a16="http://schemas.microsoft.com/office/drawing/2014/main" id="{6B896DDF-3937-7721-0E96-6D0F99E3798D}"/>
              </a:ext>
            </a:extLst>
          </p:cNvPr>
          <p:cNvSpPr/>
          <p:nvPr/>
        </p:nvSpPr>
        <p:spPr>
          <a:xfrm rot="5400000">
            <a:off x="14599845" y="1593850"/>
            <a:ext cx="520700" cy="457200"/>
          </a:xfrm>
          <a:prstGeom prst="rect">
            <a:avLst/>
          </a:prstGeom>
          <a:solidFill>
            <a:srgbClr val="112D31"/>
          </a:solidFill>
          <a:ln w="17689" cap="flat">
            <a:noFill/>
            <a:prstDash val="solid"/>
            <a:miter/>
          </a:ln>
        </p:spPr>
        <p:txBody>
          <a:bodyPr/>
          <a:lstStyle/>
          <a:p>
            <a:r>
              <a:rPr lang="en-US" sz="600"/>
              <a:t>112D31</a:t>
            </a:r>
          </a:p>
        </p:txBody>
      </p:sp>
      <p:sp>
        <p:nvSpPr>
          <p:cNvPr id="27" name="Freeform: Shape 10">
            <a:extLst>
              <a:ext uri="{FF2B5EF4-FFF2-40B4-BE49-F238E27FC236}">
                <a16:creationId xmlns:a16="http://schemas.microsoft.com/office/drawing/2014/main" id="{CD11FDCA-4E12-A226-E07F-F8C43435784A}"/>
              </a:ext>
            </a:extLst>
          </p:cNvPr>
          <p:cNvSpPr/>
          <p:nvPr/>
        </p:nvSpPr>
        <p:spPr>
          <a:xfrm rot="5400000">
            <a:off x="15056916" y="1593850"/>
            <a:ext cx="520700" cy="457200"/>
          </a:xfrm>
          <a:prstGeom prst="rect">
            <a:avLst/>
          </a:prstGeom>
          <a:solidFill>
            <a:srgbClr val="152237"/>
          </a:solidFill>
          <a:ln w="17689" cap="flat">
            <a:noFill/>
            <a:prstDash val="solid"/>
            <a:miter/>
          </a:ln>
        </p:spPr>
        <p:txBody>
          <a:bodyPr/>
          <a:lstStyle/>
          <a:p>
            <a:r>
              <a:rPr lang="en-US" sz="600"/>
              <a:t>152237</a:t>
            </a:r>
          </a:p>
        </p:txBody>
      </p:sp>
      <p:sp>
        <p:nvSpPr>
          <p:cNvPr id="28" name="Freeform: Shape 11">
            <a:extLst>
              <a:ext uri="{FF2B5EF4-FFF2-40B4-BE49-F238E27FC236}">
                <a16:creationId xmlns:a16="http://schemas.microsoft.com/office/drawing/2014/main" id="{4A7BC82F-52DD-16C4-6915-5661B37758E0}"/>
              </a:ext>
            </a:extLst>
          </p:cNvPr>
          <p:cNvSpPr/>
          <p:nvPr/>
        </p:nvSpPr>
        <p:spPr>
          <a:xfrm rot="5400000">
            <a:off x="13685573" y="1073150"/>
            <a:ext cx="520700" cy="457200"/>
          </a:xfrm>
          <a:prstGeom prst="rect">
            <a:avLst/>
          </a:prstGeom>
          <a:solidFill>
            <a:srgbClr val="FFEAB2"/>
          </a:solidFill>
          <a:ln w="17689" cap="flat">
            <a:noFill/>
            <a:prstDash val="solid"/>
            <a:miter/>
          </a:ln>
        </p:spPr>
        <p:txBody>
          <a:bodyPr/>
          <a:lstStyle/>
          <a:p>
            <a:r>
              <a:rPr lang="en-US" sz="600">
                <a:solidFill>
                  <a:srgbClr val="454142"/>
                </a:solidFill>
              </a:rPr>
              <a:t>FFEAB2</a:t>
            </a:r>
          </a:p>
        </p:txBody>
      </p:sp>
      <p:sp>
        <p:nvSpPr>
          <p:cNvPr id="29" name="Freeform: Shape 12">
            <a:extLst>
              <a:ext uri="{FF2B5EF4-FFF2-40B4-BE49-F238E27FC236}">
                <a16:creationId xmlns:a16="http://schemas.microsoft.com/office/drawing/2014/main" id="{02B26BC0-71ED-A269-60EF-DD886F16FEB7}"/>
              </a:ext>
            </a:extLst>
          </p:cNvPr>
          <p:cNvSpPr/>
          <p:nvPr/>
        </p:nvSpPr>
        <p:spPr>
          <a:xfrm rot="5400000">
            <a:off x="14142774" y="1073150"/>
            <a:ext cx="520700" cy="457200"/>
          </a:xfrm>
          <a:prstGeom prst="rect">
            <a:avLst/>
          </a:prstGeom>
          <a:solidFill>
            <a:srgbClr val="D2CCF8"/>
          </a:solidFill>
          <a:ln w="17689" cap="flat">
            <a:noFill/>
            <a:prstDash val="solid"/>
            <a:miter/>
          </a:ln>
        </p:spPr>
        <p:txBody>
          <a:bodyPr/>
          <a:lstStyle/>
          <a:p>
            <a:r>
              <a:rPr lang="en-US" sz="600">
                <a:solidFill>
                  <a:srgbClr val="454142"/>
                </a:solidFill>
              </a:rPr>
              <a:t>D2CCF8</a:t>
            </a:r>
          </a:p>
        </p:txBody>
      </p:sp>
      <p:sp>
        <p:nvSpPr>
          <p:cNvPr id="30" name="Freeform: Shape 13">
            <a:extLst>
              <a:ext uri="{FF2B5EF4-FFF2-40B4-BE49-F238E27FC236}">
                <a16:creationId xmlns:a16="http://schemas.microsoft.com/office/drawing/2014/main" id="{6F65A042-8F34-2A51-E1E6-1704B84EB697}"/>
              </a:ext>
            </a:extLst>
          </p:cNvPr>
          <p:cNvSpPr/>
          <p:nvPr/>
        </p:nvSpPr>
        <p:spPr>
          <a:xfrm rot="5400000">
            <a:off x="14599845" y="1073150"/>
            <a:ext cx="520700" cy="457200"/>
          </a:xfrm>
          <a:prstGeom prst="rect">
            <a:avLst/>
          </a:prstGeom>
          <a:solidFill>
            <a:srgbClr val="A8F0CD"/>
          </a:solidFill>
          <a:ln w="17689" cap="flat">
            <a:noFill/>
            <a:prstDash val="solid"/>
            <a:miter/>
          </a:ln>
        </p:spPr>
        <p:txBody>
          <a:bodyPr/>
          <a:lstStyle/>
          <a:p>
            <a:r>
              <a:rPr lang="en-US" sz="600">
                <a:solidFill>
                  <a:srgbClr val="454142"/>
                </a:solidFill>
              </a:rPr>
              <a:t>A8F0CD</a:t>
            </a:r>
          </a:p>
        </p:txBody>
      </p:sp>
      <p:sp>
        <p:nvSpPr>
          <p:cNvPr id="31" name="Freeform: Shape 14">
            <a:extLst>
              <a:ext uri="{FF2B5EF4-FFF2-40B4-BE49-F238E27FC236}">
                <a16:creationId xmlns:a16="http://schemas.microsoft.com/office/drawing/2014/main" id="{E8EC8D03-6DCC-81A9-480A-6B814DA71EDD}"/>
              </a:ext>
            </a:extLst>
          </p:cNvPr>
          <p:cNvSpPr/>
          <p:nvPr/>
        </p:nvSpPr>
        <p:spPr>
          <a:xfrm rot="5400000">
            <a:off x="15056916" y="1073150"/>
            <a:ext cx="520700" cy="457200"/>
          </a:xfrm>
          <a:prstGeom prst="rect">
            <a:avLst/>
          </a:prstGeom>
          <a:solidFill>
            <a:srgbClr val="A9D5ED"/>
          </a:solidFill>
          <a:ln w="17689" cap="flat">
            <a:noFill/>
            <a:prstDash val="solid"/>
            <a:miter/>
          </a:ln>
        </p:spPr>
        <p:txBody>
          <a:bodyPr/>
          <a:lstStyle/>
          <a:p>
            <a:r>
              <a:rPr lang="en-US" sz="600">
                <a:solidFill>
                  <a:srgbClr val="454142"/>
                </a:solidFill>
              </a:rPr>
              <a:t>A9D5ED</a:t>
            </a:r>
          </a:p>
        </p:txBody>
      </p:sp>
      <p:sp>
        <p:nvSpPr>
          <p:cNvPr id="32" name="Freeform: Shape 15">
            <a:extLst>
              <a:ext uri="{FF2B5EF4-FFF2-40B4-BE49-F238E27FC236}">
                <a16:creationId xmlns:a16="http://schemas.microsoft.com/office/drawing/2014/main" id="{96EC26E3-F27D-499A-6E58-8E830667497C}"/>
              </a:ext>
            </a:extLst>
          </p:cNvPr>
          <p:cNvSpPr/>
          <p:nvPr/>
        </p:nvSpPr>
        <p:spPr>
          <a:xfrm rot="5400000">
            <a:off x="13685573" y="552450"/>
            <a:ext cx="520700" cy="457200"/>
          </a:xfrm>
          <a:prstGeom prst="rect">
            <a:avLst/>
          </a:prstGeom>
          <a:solidFill>
            <a:srgbClr val="FFB900"/>
          </a:solidFill>
          <a:ln w="17689" cap="flat">
            <a:noFill/>
            <a:prstDash val="solid"/>
            <a:miter/>
          </a:ln>
        </p:spPr>
        <p:txBody>
          <a:bodyPr/>
          <a:lstStyle/>
          <a:p>
            <a:r>
              <a:rPr lang="en-US" sz="600"/>
              <a:t>FFB900</a:t>
            </a:r>
          </a:p>
        </p:txBody>
      </p:sp>
      <p:sp>
        <p:nvSpPr>
          <p:cNvPr id="33" name="Freeform: Shape 16">
            <a:extLst>
              <a:ext uri="{FF2B5EF4-FFF2-40B4-BE49-F238E27FC236}">
                <a16:creationId xmlns:a16="http://schemas.microsoft.com/office/drawing/2014/main" id="{8DA99A91-F233-5C49-EA25-96664FCAD2DA}"/>
              </a:ext>
            </a:extLst>
          </p:cNvPr>
          <p:cNvSpPr/>
          <p:nvPr/>
        </p:nvSpPr>
        <p:spPr>
          <a:xfrm rot="5400000">
            <a:off x="14599845" y="552450"/>
            <a:ext cx="520700" cy="457200"/>
          </a:xfrm>
          <a:prstGeom prst="rect">
            <a:avLst/>
          </a:prstGeom>
          <a:solidFill>
            <a:srgbClr val="00CC6A"/>
          </a:solidFill>
          <a:ln w="17689" cap="flat">
            <a:noFill/>
            <a:prstDash val="solid"/>
            <a:miter/>
          </a:ln>
        </p:spPr>
        <p:txBody>
          <a:bodyPr/>
          <a:lstStyle/>
          <a:p>
            <a:r>
              <a:rPr lang="en-US" sz="600">
                <a:solidFill>
                  <a:schemeClr val="bg1"/>
                </a:solidFill>
              </a:rPr>
              <a:t>00CC6A</a:t>
            </a:r>
          </a:p>
        </p:txBody>
      </p:sp>
      <p:sp>
        <p:nvSpPr>
          <p:cNvPr id="34" name="Freeform: Shape 17">
            <a:extLst>
              <a:ext uri="{FF2B5EF4-FFF2-40B4-BE49-F238E27FC236}">
                <a16:creationId xmlns:a16="http://schemas.microsoft.com/office/drawing/2014/main" id="{C2299BE7-8D82-AE49-5156-A4F7DF66FB68}"/>
              </a:ext>
            </a:extLst>
          </p:cNvPr>
          <p:cNvSpPr/>
          <p:nvPr/>
        </p:nvSpPr>
        <p:spPr>
          <a:xfrm rot="5400000">
            <a:off x="14142709" y="552450"/>
            <a:ext cx="520700" cy="457200"/>
          </a:xfrm>
          <a:prstGeom prst="rect">
            <a:avLst/>
          </a:prstGeom>
          <a:solidFill>
            <a:srgbClr val="7160E8"/>
          </a:solidFill>
          <a:ln w="17689" cap="flat">
            <a:noFill/>
            <a:prstDash val="solid"/>
            <a:miter/>
          </a:ln>
        </p:spPr>
        <p:txBody>
          <a:bodyPr/>
          <a:lstStyle/>
          <a:p>
            <a:r>
              <a:rPr lang="en-US" sz="700" kern="1200">
                <a:solidFill>
                  <a:schemeClr val="tx1"/>
                </a:solidFill>
                <a:effectLst/>
                <a:latin typeface="Segoe UI" panose="020B0502040204020203" pitchFamily="34" charset="0"/>
                <a:ea typeface="+mn-ea"/>
                <a:cs typeface="+mn-cs"/>
              </a:rPr>
              <a:t>7160E8</a:t>
            </a:r>
            <a:endParaRPr lang="en-US" sz="600">
              <a:solidFill>
                <a:schemeClr val="tx1"/>
              </a:solidFill>
            </a:endParaRPr>
          </a:p>
        </p:txBody>
      </p:sp>
      <p:sp>
        <p:nvSpPr>
          <p:cNvPr id="35" name="Freeform: Shape 18">
            <a:extLst>
              <a:ext uri="{FF2B5EF4-FFF2-40B4-BE49-F238E27FC236}">
                <a16:creationId xmlns:a16="http://schemas.microsoft.com/office/drawing/2014/main" id="{AEDFAC9D-8254-BBB2-827F-C03B253F2578}"/>
              </a:ext>
            </a:extLst>
          </p:cNvPr>
          <p:cNvSpPr/>
          <p:nvPr/>
        </p:nvSpPr>
        <p:spPr>
          <a:xfrm rot="5400000">
            <a:off x="15056916" y="552450"/>
            <a:ext cx="520700" cy="457200"/>
          </a:xfrm>
          <a:prstGeom prst="rect">
            <a:avLst/>
          </a:prstGeom>
          <a:solidFill>
            <a:schemeClr val="accent1"/>
          </a:solidFill>
          <a:ln w="17689" cap="flat">
            <a:noFill/>
            <a:prstDash val="solid"/>
            <a:miter/>
          </a:ln>
        </p:spPr>
        <p:txBody>
          <a:bodyPr/>
          <a:lstStyle/>
          <a:p>
            <a:r>
              <a:rPr lang="en-US" sz="600"/>
              <a:t>0078D4</a:t>
            </a:r>
          </a:p>
        </p:txBody>
      </p:sp>
      <p:sp>
        <p:nvSpPr>
          <p:cNvPr id="36" name="Freeform: Shape 19">
            <a:extLst>
              <a:ext uri="{FF2B5EF4-FFF2-40B4-BE49-F238E27FC236}">
                <a16:creationId xmlns:a16="http://schemas.microsoft.com/office/drawing/2014/main" id="{1E5EAA20-C5AA-8C51-AF15-D9FC2F31921F}"/>
              </a:ext>
            </a:extLst>
          </p:cNvPr>
          <p:cNvSpPr/>
          <p:nvPr/>
        </p:nvSpPr>
        <p:spPr>
          <a:xfrm rot="5400000">
            <a:off x="13685509" y="31750"/>
            <a:ext cx="520700" cy="457200"/>
          </a:xfrm>
          <a:prstGeom prst="rect">
            <a:avLst/>
          </a:prstGeom>
          <a:solidFill>
            <a:schemeClr val="tx1"/>
          </a:solidFill>
          <a:ln w="17689" cap="flat">
            <a:noFill/>
            <a:prstDash val="solid"/>
            <a:miter/>
          </a:ln>
        </p:spPr>
        <p:txBody>
          <a:bodyPr/>
          <a:lstStyle/>
          <a:p>
            <a:r>
              <a:rPr lang="en-US" sz="600">
                <a:solidFill>
                  <a:srgbClr val="454142"/>
                </a:solidFill>
              </a:rPr>
              <a:t>FFFFFF</a:t>
            </a:r>
          </a:p>
        </p:txBody>
      </p:sp>
    </p:spTree>
    <p:extLst>
      <p:ext uri="{BB962C8B-B14F-4D97-AF65-F5344CB8AC3E}">
        <p14:creationId xmlns:p14="http://schemas.microsoft.com/office/powerpoint/2010/main" val="1388357620"/>
      </p:ext>
    </p:extLst>
  </p:cSld>
  <p:clrMap bg1="dk1" tx1="lt1" bg2="dk2" tx2="lt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 id="2147484051" r:id="rId13"/>
    <p:sldLayoutId id="2147484052" r:id="rId14"/>
    <p:sldLayoutId id="2147484053" r:id="rId15"/>
    <p:sldLayoutId id="2147484054" r:id="rId16"/>
    <p:sldLayoutId id="2147484055" r:id="rId17"/>
    <p:sldLayoutId id="2147484056" r:id="rId18"/>
    <p:sldLayoutId id="2147484057" r:id="rId19"/>
  </p:sldLayoutIdLst>
  <p:transition>
    <p:fade/>
  </p:transition>
  <p:hf sldNum="0" hdr="0" dt="0"/>
  <p:txStyles>
    <p:titleStyle>
      <a:lvl1pPr algn="l" defTabSz="932742" rtl="0" eaLnBrk="1" latinLnBrk="0" hangingPunct="1">
        <a:lnSpc>
          <a:spcPct val="100000"/>
        </a:lnSpc>
        <a:spcBef>
          <a:spcPct val="0"/>
        </a:spcBef>
        <a:buNone/>
        <a:defRPr lang="en-US" sz="2000" b="0" i="0" kern="1200" cap="none" spc="0" baseline="0" dirty="0" smtClean="0">
          <a:ln w="3175">
            <a:noFill/>
          </a:ln>
          <a:solidFill>
            <a:schemeClr val="bg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bg1"/>
          </a:solidFill>
          <a:latin typeface="+mn-lt"/>
          <a:ea typeface="+mn-ea"/>
          <a:cs typeface="Segoe UI Semilight" panose="020B04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bg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bg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680">
          <p15:clr>
            <a:srgbClr val="A5A5A5"/>
          </p15:clr>
        </p15:guide>
        <p15:guide id="3">
          <p15:clr>
            <a:srgbClr val="A5A5A5"/>
          </p15:clr>
        </p15:guide>
        <p15:guide id="4" pos="7496">
          <p15:clr>
            <a:srgbClr val="A5A5A5"/>
          </p15:clr>
        </p15:guide>
        <p15:guide id="5" orient="horz">
          <p15:clr>
            <a:srgbClr val="A5A5A5"/>
          </p15:clr>
        </p15:guide>
        <p15:guide id="6" orient="horz" pos="4320">
          <p15:clr>
            <a:srgbClr val="A5A5A5"/>
          </p15:clr>
        </p15:guide>
        <p15:guide id="7" orient="horz" pos="184">
          <p15:clr>
            <a:srgbClr val="A5A5A5"/>
          </p15:clr>
        </p15:guide>
        <p15:guide id="8" orient="horz" pos="4136">
          <p15:clr>
            <a:srgbClr val="A5A5A5"/>
          </p15:clr>
        </p15:guide>
        <p15:guide id="9" orient="horz" pos="3952">
          <p15:clr>
            <a:srgbClr val="C35EA4"/>
          </p15:clr>
        </p15:guide>
        <p15:guide id="10" orient="horz" pos="365">
          <p15:clr>
            <a:srgbClr val="C35EA4"/>
          </p15:clr>
        </p15:guide>
        <p15:guide id="11" pos="7307">
          <p15:clr>
            <a:srgbClr val="C35EA4"/>
          </p15:clr>
        </p15:guide>
        <p15:guide id="12" pos="365">
          <p15:clr>
            <a:srgbClr val="C35EA4"/>
          </p15:clr>
        </p15:guide>
        <p15:guide id="13" pos="188">
          <p15:clr>
            <a:srgbClr val="A5A5A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image" Target="../media/image104.jpeg"/><Relationship Id="rId5" Type="http://schemas.openxmlformats.org/officeDocument/2006/relationships/image" Target="../media/image103.jpeg"/><Relationship Id="rId4" Type="http://schemas.openxmlformats.org/officeDocument/2006/relationships/image" Target="../media/image102.svg"/></Relationships>
</file>

<file path=ppt/slides/_rels/slide5.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jpeg"/><Relationship Id="rId7" Type="http://schemas.openxmlformats.org/officeDocument/2006/relationships/image" Target="../media/image107.png"/><Relationship Id="rId2" Type="http://schemas.openxmlformats.org/officeDocument/2006/relationships/notesSlide" Target="../notesSlides/notesSlide5.xml"/><Relationship Id="rId1" Type="http://schemas.openxmlformats.org/officeDocument/2006/relationships/slideLayout" Target="../slideLayouts/slideLayout44.xml"/><Relationship Id="rId6" Type="http://schemas.openxmlformats.org/officeDocument/2006/relationships/image" Target="../media/image106.png"/><Relationship Id="rId11" Type="http://schemas.openxmlformats.org/officeDocument/2006/relationships/image" Target="../media/image110.svg"/><Relationship Id="rId5" Type="http://schemas.openxmlformats.org/officeDocument/2006/relationships/image" Target="../media/image105.tiff"/><Relationship Id="rId10" Type="http://schemas.openxmlformats.org/officeDocument/2006/relationships/image" Target="../media/image102.svg"/><Relationship Id="rId4" Type="http://schemas.openxmlformats.org/officeDocument/2006/relationships/image" Target="../media/image104.jpeg"/><Relationship Id="rId9" Type="http://schemas.openxmlformats.org/officeDocument/2006/relationships/image" Target="../media/image109.svg"/></Relationships>
</file>

<file path=ppt/slides/_rels/slide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108.png"/></Relationships>
</file>

<file path=ppt/slides/_rels/slide7.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101.png"/><Relationship Id="rId7" Type="http://schemas.openxmlformats.org/officeDocument/2006/relationships/image" Target="../media/image113.png"/><Relationship Id="rId2" Type="http://schemas.openxmlformats.org/officeDocument/2006/relationships/notesSlide" Target="../notesSlides/notesSlide7.xml"/><Relationship Id="rId1" Type="http://schemas.openxmlformats.org/officeDocument/2006/relationships/slideLayout" Target="../slideLayouts/slideLayout49.xml"/><Relationship Id="rId6" Type="http://schemas.openxmlformats.org/officeDocument/2006/relationships/image" Target="../media/image112.png"/><Relationship Id="rId5" Type="http://schemas.microsoft.com/office/2007/relationships/hdphoto" Target="../media/hdphoto11.wdp"/><Relationship Id="rId4" Type="http://schemas.openxmlformats.org/officeDocument/2006/relationships/image" Target="../media/image111.png"/><Relationship Id="rId9" Type="http://schemas.openxmlformats.org/officeDocument/2006/relationships/image" Target="../media/image115.svg"/></Relationships>
</file>

<file path=ppt/slides/_rels/slide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11.png"/><Relationship Id="rId7" Type="http://schemas.openxmlformats.org/officeDocument/2006/relationships/image" Target="../media/image112.png"/><Relationship Id="rId2" Type="http://schemas.openxmlformats.org/officeDocument/2006/relationships/notesSlide" Target="../notesSlides/notesSlide8.xml"/><Relationship Id="rId1" Type="http://schemas.openxmlformats.org/officeDocument/2006/relationships/slideLayout" Target="../slideLayouts/slideLayout49.xml"/><Relationship Id="rId6" Type="http://schemas.openxmlformats.org/officeDocument/2006/relationships/image" Target="../media/image101.png"/><Relationship Id="rId5" Type="http://schemas.openxmlformats.org/officeDocument/2006/relationships/image" Target="../media/image116.png"/><Relationship Id="rId10" Type="http://schemas.openxmlformats.org/officeDocument/2006/relationships/image" Target="../media/image115.svg"/><Relationship Id="rId4" Type="http://schemas.microsoft.com/office/2007/relationships/hdphoto" Target="../media/hdphoto11.wdp"/><Relationship Id="rId9" Type="http://schemas.openxmlformats.org/officeDocument/2006/relationships/image" Target="../media/image11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8" Type="http://schemas.microsoft.com/office/2007/relationships/hdphoto" Target="../media/hdphoto14.wdp"/><Relationship Id="rId3" Type="http://schemas.openxmlformats.org/officeDocument/2006/relationships/image" Target="../media/image117.png"/><Relationship Id="rId7" Type="http://schemas.openxmlformats.org/officeDocument/2006/relationships/image" Target="../media/image119.png"/><Relationship Id="rId2" Type="http://schemas.openxmlformats.org/officeDocument/2006/relationships/notesSlide" Target="../notesSlides/notesSlide10.xml"/><Relationship Id="rId1" Type="http://schemas.openxmlformats.org/officeDocument/2006/relationships/slideLayout" Target="../slideLayouts/slideLayout126.xml"/><Relationship Id="rId6" Type="http://schemas.microsoft.com/office/2007/relationships/hdphoto" Target="../media/hdphoto13.wdp"/><Relationship Id="rId5" Type="http://schemas.openxmlformats.org/officeDocument/2006/relationships/image" Target="../media/image118.png"/><Relationship Id="rId4" Type="http://schemas.microsoft.com/office/2007/relationships/hdphoto" Target="../media/hdphoto12.wdp"/></Relationships>
</file>

<file path=ppt/slides/_rels/slide12.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29.jpg"/><Relationship Id="rId18" Type="http://schemas.openxmlformats.org/officeDocument/2006/relationships/image" Target="../media/image134.jp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8.jpg"/><Relationship Id="rId17" Type="http://schemas.openxmlformats.org/officeDocument/2006/relationships/image" Target="../media/image133.jpg"/><Relationship Id="rId2" Type="http://schemas.openxmlformats.org/officeDocument/2006/relationships/notesSlide" Target="../notesSlides/notesSlide11.xml"/><Relationship Id="rId16" Type="http://schemas.openxmlformats.org/officeDocument/2006/relationships/image" Target="../media/image132.jpg"/><Relationship Id="rId1" Type="http://schemas.openxmlformats.org/officeDocument/2006/relationships/slideLayout" Target="../slideLayouts/slideLayout125.xml"/><Relationship Id="rId6" Type="http://schemas.openxmlformats.org/officeDocument/2006/relationships/image" Target="../media/image123.png"/><Relationship Id="rId11" Type="http://schemas.openxmlformats.org/officeDocument/2006/relationships/image" Target="../media/image127.jpg"/><Relationship Id="rId5" Type="http://schemas.openxmlformats.org/officeDocument/2006/relationships/image" Target="../media/image122.png"/><Relationship Id="rId15" Type="http://schemas.openxmlformats.org/officeDocument/2006/relationships/image" Target="../media/image131.jpg"/><Relationship Id="rId10" Type="http://schemas.openxmlformats.org/officeDocument/2006/relationships/image" Target="../media/image126.png"/><Relationship Id="rId4" Type="http://schemas.openxmlformats.org/officeDocument/2006/relationships/image" Target="../media/image121.png"/><Relationship Id="rId9" Type="http://schemas.microsoft.com/office/2007/relationships/hdphoto" Target="../media/hdphoto15.wdp"/><Relationship Id="rId14" Type="http://schemas.openxmlformats.org/officeDocument/2006/relationships/image" Target="../media/image130.jpg"/></Relationships>
</file>

<file path=ppt/slides/_rels/slide13.xml.rels><?xml version="1.0" encoding="UTF-8" standalone="yes"?>
<Relationships xmlns="http://schemas.openxmlformats.org/package/2006/relationships"><Relationship Id="rId8" Type="http://schemas.openxmlformats.org/officeDocument/2006/relationships/image" Target="../media/image140.jpeg"/><Relationship Id="rId3" Type="http://schemas.openxmlformats.org/officeDocument/2006/relationships/image" Target="../media/image135.jpg"/><Relationship Id="rId7" Type="http://schemas.openxmlformats.org/officeDocument/2006/relationships/image" Target="../media/image139.jpeg"/><Relationship Id="rId2" Type="http://schemas.openxmlformats.org/officeDocument/2006/relationships/notesSlide" Target="../notesSlides/notesSlide12.xml"/><Relationship Id="rId1" Type="http://schemas.openxmlformats.org/officeDocument/2006/relationships/slideLayout" Target="../slideLayouts/slideLayout126.xml"/><Relationship Id="rId6" Type="http://schemas.openxmlformats.org/officeDocument/2006/relationships/image" Target="../media/image138.jpeg"/><Relationship Id="rId5" Type="http://schemas.openxmlformats.org/officeDocument/2006/relationships/image" Target="../media/image137.jpeg"/><Relationship Id="rId10" Type="http://schemas.openxmlformats.org/officeDocument/2006/relationships/hyperlink" Target="https://www.microsoft.com/en-us/worklab/ai-is-already-changing-work-microsoft-included" TargetMode="External"/><Relationship Id="rId4" Type="http://schemas.openxmlformats.org/officeDocument/2006/relationships/image" Target="../media/image136.jpeg"/><Relationship Id="rId9" Type="http://schemas.openxmlformats.org/officeDocument/2006/relationships/image" Target="../media/image141.jpeg"/></Relationships>
</file>

<file path=ppt/slides/_rels/slide14.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notesSlide" Target="../notesSlides/notesSlide13.xml"/><Relationship Id="rId1" Type="http://schemas.openxmlformats.org/officeDocument/2006/relationships/slideLayout" Target="../slideLayouts/slideLayout5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notesSlide" Target="../notesSlides/notesSlide16.xml"/><Relationship Id="rId1" Type="http://schemas.openxmlformats.org/officeDocument/2006/relationships/slideLayout" Target="../slideLayouts/slideLayout53.xml"/><Relationship Id="rId6" Type="http://schemas.openxmlformats.org/officeDocument/2006/relationships/image" Target="../media/image150.png"/><Relationship Id="rId5" Type="http://schemas.openxmlformats.org/officeDocument/2006/relationships/image" Target="../media/image149.png"/><Relationship Id="rId10" Type="http://schemas.openxmlformats.org/officeDocument/2006/relationships/hyperlink" Target="https://www.microsoft.com/en-us/worklab/ai-at-work-what-are-agents-how-do-they-help-businesses" TargetMode="External"/><Relationship Id="rId4" Type="http://schemas.openxmlformats.org/officeDocument/2006/relationships/image" Target="../media/image148.png"/><Relationship Id="rId9" Type="http://schemas.openxmlformats.org/officeDocument/2006/relationships/image" Target="../media/image153.png"/></Relationships>
</file>

<file path=ppt/slides/_rels/slide1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7.xml"/><Relationship Id="rId1" Type="http://schemas.openxmlformats.org/officeDocument/2006/relationships/slideLayout" Target="../slideLayouts/slideLayout53.xml"/><Relationship Id="rId5" Type="http://schemas.openxmlformats.org/officeDocument/2006/relationships/image" Target="../media/image155.png"/><Relationship Id="rId4" Type="http://schemas.openxmlformats.org/officeDocument/2006/relationships/image" Target="../media/image151.png"/></Relationships>
</file>

<file path=ppt/slides/_rels/slide19.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58.svg"/><Relationship Id="rId3" Type="http://schemas.openxmlformats.org/officeDocument/2006/relationships/image" Target="../media/image101.png"/><Relationship Id="rId7" Type="http://schemas.openxmlformats.org/officeDocument/2006/relationships/image" Target="../media/image151.png"/><Relationship Id="rId12" Type="http://schemas.openxmlformats.org/officeDocument/2006/relationships/image" Target="../media/image157.svg"/><Relationship Id="rId2" Type="http://schemas.openxmlformats.org/officeDocument/2006/relationships/notesSlide" Target="../notesSlides/notesSlide18.xml"/><Relationship Id="rId1" Type="http://schemas.openxmlformats.org/officeDocument/2006/relationships/slideLayout" Target="../slideLayouts/slideLayout53.xml"/><Relationship Id="rId6" Type="http://schemas.openxmlformats.org/officeDocument/2006/relationships/image" Target="../media/image154.png"/><Relationship Id="rId11" Type="http://schemas.openxmlformats.org/officeDocument/2006/relationships/image" Target="../media/image112.png"/><Relationship Id="rId5" Type="http://schemas.openxmlformats.org/officeDocument/2006/relationships/image" Target="../media/image156.svg"/><Relationship Id="rId10" Type="http://schemas.microsoft.com/office/2007/relationships/hdphoto" Target="../media/hdphoto16.wdp"/><Relationship Id="rId4" Type="http://schemas.openxmlformats.org/officeDocument/2006/relationships/image" Target="../media/image113.png"/><Relationship Id="rId9" Type="http://schemas.openxmlformats.org/officeDocument/2006/relationships/image" Target="../media/image111.png"/></Relationships>
</file>

<file path=ppt/slides/_rels/slide20.xml.rels><?xml version="1.0" encoding="UTF-8" standalone="yes"?>
<Relationships xmlns="http://schemas.openxmlformats.org/package/2006/relationships"><Relationship Id="rId3" Type="http://schemas.openxmlformats.org/officeDocument/2006/relationships/image" Target="../media/image159.svg"/><Relationship Id="rId2" Type="http://schemas.openxmlformats.org/officeDocument/2006/relationships/notesSlide" Target="../notesSlides/notesSlide19.xml"/><Relationship Id="rId1" Type="http://schemas.openxmlformats.org/officeDocument/2006/relationships/slideLayout" Target="../slideLayouts/slideLayout126.xml"/><Relationship Id="rId5" Type="http://schemas.openxmlformats.org/officeDocument/2006/relationships/image" Target="../media/image161.svg"/><Relationship Id="rId4" Type="http://schemas.openxmlformats.org/officeDocument/2006/relationships/image" Target="../media/image160.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65.png"/><Relationship Id="rId2" Type="http://schemas.openxmlformats.org/officeDocument/2006/relationships/notesSlide" Target="../notesSlides/notesSlide21.xml"/><Relationship Id="rId1" Type="http://schemas.openxmlformats.org/officeDocument/2006/relationships/slideLayout" Target="../slideLayouts/slideLayout52.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7.xml"/></Relationships>
</file>

<file path=ppt/slides/_rels/slide25.xml.rels><?xml version="1.0" encoding="UTF-8" standalone="yes"?>
<Relationships xmlns="http://schemas.openxmlformats.org/package/2006/relationships"><Relationship Id="rId3" Type="http://schemas.openxmlformats.org/officeDocument/2006/relationships/image" Target="../media/image166.svg"/><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7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3" Type="http://schemas.openxmlformats.org/officeDocument/2006/relationships/image" Target="../media/image167.png"/><Relationship Id="rId7" Type="http://schemas.openxmlformats.org/officeDocument/2006/relationships/image" Target="../media/image171.png"/><Relationship Id="rId2" Type="http://schemas.openxmlformats.org/officeDocument/2006/relationships/notesSlide" Target="../notesSlides/notesSlide26.xml"/><Relationship Id="rId1" Type="http://schemas.openxmlformats.org/officeDocument/2006/relationships/slideLayout" Target="../slideLayouts/slideLayout52.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svg"/></Relationships>
</file>

<file path=ppt/slides/_rels/slide30.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72.jpg"/><Relationship Id="rId7" Type="http://schemas.openxmlformats.org/officeDocument/2006/relationships/image" Target="../media/image167.png"/><Relationship Id="rId2" Type="http://schemas.openxmlformats.org/officeDocument/2006/relationships/notesSlide" Target="../notesSlides/notesSlide27.xml"/><Relationship Id="rId1" Type="http://schemas.openxmlformats.org/officeDocument/2006/relationships/slideLayout" Target="../slideLayouts/slideLayout52.xml"/><Relationship Id="rId6" Type="http://schemas.openxmlformats.org/officeDocument/2006/relationships/image" Target="../media/image175.jpg"/><Relationship Id="rId5" Type="http://schemas.openxmlformats.org/officeDocument/2006/relationships/image" Target="../media/image174.jpg"/><Relationship Id="rId10" Type="http://schemas.openxmlformats.org/officeDocument/2006/relationships/image" Target="../media/image171.png"/><Relationship Id="rId4" Type="http://schemas.openxmlformats.org/officeDocument/2006/relationships/image" Target="../media/image173.jpg"/><Relationship Id="rId9" Type="http://schemas.openxmlformats.org/officeDocument/2006/relationships/image" Target="../media/image170.png"/></Relationships>
</file>

<file path=ppt/slides/_rels/slide3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28.xml"/><Relationship Id="rId1" Type="http://schemas.openxmlformats.org/officeDocument/2006/relationships/slideLayout" Target="../slideLayouts/slideLayout52.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png"/></Relationships>
</file>

<file path=ppt/slides/_rels/slide32.xml.rels><?xml version="1.0" encoding="UTF-8" standalone="yes"?>
<Relationships xmlns="http://schemas.openxmlformats.org/package/2006/relationships"><Relationship Id="rId8" Type="http://schemas.openxmlformats.org/officeDocument/2006/relationships/image" Target="../media/image181.svg"/><Relationship Id="rId13" Type="http://schemas.openxmlformats.org/officeDocument/2006/relationships/image" Target="../media/image186.svg"/><Relationship Id="rId3" Type="http://schemas.openxmlformats.org/officeDocument/2006/relationships/image" Target="../media/image176.svg"/><Relationship Id="rId7" Type="http://schemas.openxmlformats.org/officeDocument/2006/relationships/image" Target="../media/image180.svg"/><Relationship Id="rId12" Type="http://schemas.openxmlformats.org/officeDocument/2006/relationships/image" Target="../media/image185.png"/><Relationship Id="rId17" Type="http://schemas.openxmlformats.org/officeDocument/2006/relationships/image" Target="../media/image189.png"/><Relationship Id="rId2" Type="http://schemas.openxmlformats.org/officeDocument/2006/relationships/notesSlide" Target="../notesSlides/notesSlide29.xml"/><Relationship Id="rId16" Type="http://schemas.openxmlformats.org/officeDocument/2006/relationships/image" Target="../media/image188.png"/><Relationship Id="rId1" Type="http://schemas.openxmlformats.org/officeDocument/2006/relationships/slideLayout" Target="../slideLayouts/slideLayout54.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svg"/><Relationship Id="rId15" Type="http://schemas.microsoft.com/office/2007/relationships/hdphoto" Target="../media/hdphoto17.wdp"/><Relationship Id="rId10" Type="http://schemas.openxmlformats.org/officeDocument/2006/relationships/image" Target="../media/image183.svg"/><Relationship Id="rId4" Type="http://schemas.openxmlformats.org/officeDocument/2006/relationships/image" Target="../media/image177.jpeg"/><Relationship Id="rId9" Type="http://schemas.openxmlformats.org/officeDocument/2006/relationships/image" Target="../media/image182.svg"/><Relationship Id="rId14" Type="http://schemas.openxmlformats.org/officeDocument/2006/relationships/image" Target="../media/image187.png"/></Relationships>
</file>

<file path=ppt/slides/_rels/slide33.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9.svg"/><Relationship Id="rId18" Type="http://schemas.openxmlformats.org/officeDocument/2006/relationships/image" Target="../media/image204.png"/><Relationship Id="rId3" Type="http://schemas.openxmlformats.org/officeDocument/2006/relationships/image" Target="../media/image190.png"/><Relationship Id="rId21" Type="http://schemas.openxmlformats.org/officeDocument/2006/relationships/image" Target="../media/image207.png"/><Relationship Id="rId7" Type="http://schemas.openxmlformats.org/officeDocument/2006/relationships/image" Target="../media/image171.png"/><Relationship Id="rId12" Type="http://schemas.openxmlformats.org/officeDocument/2006/relationships/image" Target="../media/image198.png"/><Relationship Id="rId17" Type="http://schemas.openxmlformats.org/officeDocument/2006/relationships/image" Target="../media/image203.png"/><Relationship Id="rId25" Type="http://schemas.openxmlformats.org/officeDocument/2006/relationships/image" Target="../media/image210.png"/><Relationship Id="rId2" Type="http://schemas.openxmlformats.org/officeDocument/2006/relationships/notesSlide" Target="../notesSlides/notesSlide30.xml"/><Relationship Id="rId16" Type="http://schemas.openxmlformats.org/officeDocument/2006/relationships/image" Target="../media/image202.png"/><Relationship Id="rId20" Type="http://schemas.openxmlformats.org/officeDocument/2006/relationships/image" Target="../media/image206.png"/><Relationship Id="rId1" Type="http://schemas.openxmlformats.org/officeDocument/2006/relationships/slideLayout" Target="../slideLayouts/slideLayout52.xml"/><Relationship Id="rId6" Type="http://schemas.openxmlformats.org/officeDocument/2006/relationships/image" Target="../media/image193.png"/><Relationship Id="rId11" Type="http://schemas.openxmlformats.org/officeDocument/2006/relationships/image" Target="../media/image197.png"/><Relationship Id="rId24" Type="http://schemas.openxmlformats.org/officeDocument/2006/relationships/image" Target="../media/image170.png"/><Relationship Id="rId5" Type="http://schemas.openxmlformats.org/officeDocument/2006/relationships/image" Target="../media/image192.svg"/><Relationship Id="rId15" Type="http://schemas.openxmlformats.org/officeDocument/2006/relationships/image" Target="../media/image201.svg"/><Relationship Id="rId23" Type="http://schemas.openxmlformats.org/officeDocument/2006/relationships/image" Target="../media/image209.png"/><Relationship Id="rId10" Type="http://schemas.openxmlformats.org/officeDocument/2006/relationships/image" Target="../media/image196.png"/><Relationship Id="rId19" Type="http://schemas.openxmlformats.org/officeDocument/2006/relationships/image" Target="../media/image205.png"/><Relationship Id="rId4" Type="http://schemas.openxmlformats.org/officeDocument/2006/relationships/image" Target="../media/image191.svg"/><Relationship Id="rId9" Type="http://schemas.openxmlformats.org/officeDocument/2006/relationships/image" Target="../media/image195.png"/><Relationship Id="rId14" Type="http://schemas.openxmlformats.org/officeDocument/2006/relationships/image" Target="../media/image200.png"/><Relationship Id="rId22" Type="http://schemas.openxmlformats.org/officeDocument/2006/relationships/image" Target="../media/image208.png"/></Relationships>
</file>

<file path=ppt/slides/_rels/slide34.xml.rels><?xml version="1.0" encoding="UTF-8" standalone="yes"?>
<Relationships xmlns="http://schemas.openxmlformats.org/package/2006/relationships"><Relationship Id="rId3" Type="http://schemas.openxmlformats.org/officeDocument/2006/relationships/image" Target="../media/image211.svg"/><Relationship Id="rId2" Type="http://schemas.openxmlformats.org/officeDocument/2006/relationships/notesSlide" Target="../notesSlides/notesSlide31.xml"/><Relationship Id="rId1" Type="http://schemas.openxmlformats.org/officeDocument/2006/relationships/slideLayout" Target="../slideLayouts/slideLayout51.xml"/><Relationship Id="rId5" Type="http://schemas.openxmlformats.org/officeDocument/2006/relationships/image" Target="../media/image170.png"/><Relationship Id="rId4" Type="http://schemas.openxmlformats.org/officeDocument/2006/relationships/image" Target="../media/image212.svg"/></Relationships>
</file>

<file path=ppt/slides/_rels/slide35.xml.rels><?xml version="1.0" encoding="UTF-8" standalone="yes"?>
<Relationships xmlns="http://schemas.openxmlformats.org/package/2006/relationships"><Relationship Id="rId8" Type="http://schemas.openxmlformats.org/officeDocument/2006/relationships/image" Target="../media/image215.jpg"/><Relationship Id="rId13" Type="http://schemas.openxmlformats.org/officeDocument/2006/relationships/image" Target="../media/image220.png"/><Relationship Id="rId18" Type="http://schemas.openxmlformats.org/officeDocument/2006/relationships/image" Target="../media/image225.png"/><Relationship Id="rId26" Type="http://schemas.openxmlformats.org/officeDocument/2006/relationships/image" Target="../media/image233.png"/><Relationship Id="rId3" Type="http://schemas.openxmlformats.org/officeDocument/2006/relationships/notesSlide" Target="../notesSlides/notesSlide32.xml"/><Relationship Id="rId21" Type="http://schemas.openxmlformats.org/officeDocument/2006/relationships/image" Target="../media/image228.png"/><Relationship Id="rId7" Type="http://schemas.openxmlformats.org/officeDocument/2006/relationships/image" Target="../media/image214.png"/><Relationship Id="rId12" Type="http://schemas.openxmlformats.org/officeDocument/2006/relationships/image" Target="../media/image219.png"/><Relationship Id="rId17" Type="http://schemas.openxmlformats.org/officeDocument/2006/relationships/image" Target="../media/image224.png"/><Relationship Id="rId25" Type="http://schemas.openxmlformats.org/officeDocument/2006/relationships/image" Target="../media/image232.png"/><Relationship Id="rId2" Type="http://schemas.openxmlformats.org/officeDocument/2006/relationships/slideLayout" Target="../slideLayouts/slideLayout177.xml"/><Relationship Id="rId16" Type="http://schemas.openxmlformats.org/officeDocument/2006/relationships/image" Target="../media/image223.png"/><Relationship Id="rId20" Type="http://schemas.openxmlformats.org/officeDocument/2006/relationships/image" Target="../media/image227.png"/><Relationship Id="rId1" Type="http://schemas.openxmlformats.org/officeDocument/2006/relationships/tags" Target="../tags/tag3.xml"/><Relationship Id="rId6" Type="http://schemas.openxmlformats.org/officeDocument/2006/relationships/image" Target="../media/image213.png"/><Relationship Id="rId11" Type="http://schemas.openxmlformats.org/officeDocument/2006/relationships/image" Target="../media/image218.png"/><Relationship Id="rId24" Type="http://schemas.openxmlformats.org/officeDocument/2006/relationships/image" Target="../media/image231.png"/><Relationship Id="rId5" Type="http://schemas.openxmlformats.org/officeDocument/2006/relationships/image" Target="../media/image41.emf"/><Relationship Id="rId15" Type="http://schemas.openxmlformats.org/officeDocument/2006/relationships/image" Target="../media/image222.png"/><Relationship Id="rId23" Type="http://schemas.openxmlformats.org/officeDocument/2006/relationships/image" Target="../media/image230.png"/><Relationship Id="rId10" Type="http://schemas.openxmlformats.org/officeDocument/2006/relationships/image" Target="../media/image217.png"/><Relationship Id="rId19" Type="http://schemas.openxmlformats.org/officeDocument/2006/relationships/image" Target="../media/image226.png"/><Relationship Id="rId4" Type="http://schemas.openxmlformats.org/officeDocument/2006/relationships/oleObject" Target="../embeddings/oleObject2.bin"/><Relationship Id="rId9" Type="http://schemas.openxmlformats.org/officeDocument/2006/relationships/image" Target="../media/image216.svg"/><Relationship Id="rId14" Type="http://schemas.openxmlformats.org/officeDocument/2006/relationships/image" Target="../media/image221.png"/><Relationship Id="rId22" Type="http://schemas.openxmlformats.org/officeDocument/2006/relationships/image" Target="../media/image229.png"/><Relationship Id="rId27" Type="http://schemas.openxmlformats.org/officeDocument/2006/relationships/image" Target="../media/image23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77.xml"/><Relationship Id="rId1" Type="http://schemas.openxmlformats.org/officeDocument/2006/relationships/tags" Target="../tags/tag4.xml"/><Relationship Id="rId6" Type="http://schemas.openxmlformats.org/officeDocument/2006/relationships/image" Target="../media/image41.emf"/><Relationship Id="rId5" Type="http://schemas.openxmlformats.org/officeDocument/2006/relationships/oleObject" Target="../embeddings/oleObject3.bin"/><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34.xml"/><Relationship Id="rId1" Type="http://schemas.openxmlformats.org/officeDocument/2006/relationships/slideLayout" Target="../slideLayouts/slideLayout55.xml"/></Relationships>
</file>

<file path=ppt/slides/_rels/slide38.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35.xml"/><Relationship Id="rId1" Type="http://schemas.openxmlformats.org/officeDocument/2006/relationships/slideLayout" Target="../slideLayouts/slideLayout52.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s>
</file>

<file path=ppt/slides/_rels/slide39.xml.rels><?xml version="1.0" encoding="UTF-8" standalone="yes"?>
<Relationships xmlns="http://schemas.openxmlformats.org/package/2006/relationships"><Relationship Id="rId8" Type="http://schemas.openxmlformats.org/officeDocument/2006/relationships/image" Target="../media/image242.png"/><Relationship Id="rId13" Type="http://schemas.openxmlformats.org/officeDocument/2006/relationships/image" Target="../media/image247.png"/><Relationship Id="rId3" Type="http://schemas.openxmlformats.org/officeDocument/2006/relationships/notesSlide" Target="../notesSlides/notesSlide36.xml"/><Relationship Id="rId7" Type="http://schemas.openxmlformats.org/officeDocument/2006/relationships/image" Target="../media/image241.gif"/><Relationship Id="rId12" Type="http://schemas.openxmlformats.org/officeDocument/2006/relationships/image" Target="../media/image246.png"/><Relationship Id="rId2" Type="http://schemas.openxmlformats.org/officeDocument/2006/relationships/slideLayout" Target="../slideLayouts/slideLayout177.xml"/><Relationship Id="rId16" Type="http://schemas.openxmlformats.org/officeDocument/2006/relationships/image" Target="../media/image250.png"/><Relationship Id="rId1" Type="http://schemas.openxmlformats.org/officeDocument/2006/relationships/tags" Target="../tags/tag5.xml"/><Relationship Id="rId6" Type="http://schemas.openxmlformats.org/officeDocument/2006/relationships/image" Target="../media/image240.jpg"/><Relationship Id="rId11" Type="http://schemas.openxmlformats.org/officeDocument/2006/relationships/image" Target="../media/image245.jpeg"/><Relationship Id="rId5" Type="http://schemas.openxmlformats.org/officeDocument/2006/relationships/image" Target="../media/image41.emf"/><Relationship Id="rId15" Type="http://schemas.openxmlformats.org/officeDocument/2006/relationships/image" Target="../media/image249.svg"/><Relationship Id="rId10" Type="http://schemas.openxmlformats.org/officeDocument/2006/relationships/image" Target="../media/image244.png"/><Relationship Id="rId4" Type="http://schemas.openxmlformats.org/officeDocument/2006/relationships/oleObject" Target="../embeddings/oleObject4.bin"/><Relationship Id="rId9" Type="http://schemas.openxmlformats.org/officeDocument/2006/relationships/image" Target="../media/image243.svg"/><Relationship Id="rId14" Type="http://schemas.openxmlformats.org/officeDocument/2006/relationships/image" Target="../media/image248.png"/></Relationships>
</file>

<file path=ppt/slides/_rels/slide40.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37.xml"/><Relationship Id="rId1" Type="http://schemas.openxmlformats.org/officeDocument/2006/relationships/slideLayout" Target="../slideLayouts/slideLayout52.xml"/><Relationship Id="rId5" Type="http://schemas.openxmlformats.org/officeDocument/2006/relationships/image" Target="../media/image253.png"/><Relationship Id="rId4" Type="http://schemas.openxmlformats.org/officeDocument/2006/relationships/image" Target="../media/image252.png"/></Relationships>
</file>

<file path=ppt/slides/_rels/slide41.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38.xml"/><Relationship Id="rId1" Type="http://schemas.openxmlformats.org/officeDocument/2006/relationships/slideLayout" Target="../slideLayouts/slideLayout52.xml"/></Relationships>
</file>

<file path=ppt/slides/_rels/slide42.xml.rels><?xml version="1.0" encoding="UTF-8" standalone="yes"?>
<Relationships xmlns="http://schemas.openxmlformats.org/package/2006/relationships"><Relationship Id="rId13" Type="http://schemas.microsoft.com/office/2007/relationships/hdphoto" Target="../media/hdphoto21.wdp"/><Relationship Id="rId18" Type="http://schemas.openxmlformats.org/officeDocument/2006/relationships/image" Target="../media/image265.png"/><Relationship Id="rId26" Type="http://schemas.microsoft.com/office/2007/relationships/hdphoto" Target="../media/hdphoto25.wdp"/><Relationship Id="rId39" Type="http://schemas.openxmlformats.org/officeDocument/2006/relationships/image" Target="../media/image280.svg"/><Relationship Id="rId21" Type="http://schemas.microsoft.com/office/2007/relationships/hdphoto" Target="../media/hdphoto23.wdp"/><Relationship Id="rId34" Type="http://schemas.openxmlformats.org/officeDocument/2006/relationships/image" Target="../media/image276.png"/><Relationship Id="rId42" Type="http://schemas.openxmlformats.org/officeDocument/2006/relationships/image" Target="../media/image283.png"/><Relationship Id="rId47" Type="http://schemas.openxmlformats.org/officeDocument/2006/relationships/image" Target="../media/image286.png"/><Relationship Id="rId7" Type="http://schemas.openxmlformats.org/officeDocument/2006/relationships/image" Target="../media/image257.png"/><Relationship Id="rId2" Type="http://schemas.openxmlformats.org/officeDocument/2006/relationships/notesSlide" Target="../notesSlides/notesSlide39.xml"/><Relationship Id="rId16" Type="http://schemas.openxmlformats.org/officeDocument/2006/relationships/image" Target="../media/image263.svg"/><Relationship Id="rId29" Type="http://schemas.microsoft.com/office/2007/relationships/hdphoto" Target="../media/hdphoto26.wdp"/><Relationship Id="rId1" Type="http://schemas.openxmlformats.org/officeDocument/2006/relationships/slideLayout" Target="../slideLayouts/slideLayout56.xml"/><Relationship Id="rId6" Type="http://schemas.microsoft.com/office/2007/relationships/hdphoto" Target="../media/hdphoto18.wdp"/><Relationship Id="rId11" Type="http://schemas.microsoft.com/office/2007/relationships/hdphoto" Target="../media/hdphoto20.wdp"/><Relationship Id="rId24" Type="http://schemas.microsoft.com/office/2007/relationships/hdphoto" Target="../media/hdphoto24.wdp"/><Relationship Id="rId32" Type="http://schemas.openxmlformats.org/officeDocument/2006/relationships/image" Target="../media/image274.png"/><Relationship Id="rId37" Type="http://schemas.openxmlformats.org/officeDocument/2006/relationships/image" Target="../media/image279.png"/><Relationship Id="rId40" Type="http://schemas.openxmlformats.org/officeDocument/2006/relationships/image" Target="../media/image281.png"/><Relationship Id="rId45" Type="http://schemas.openxmlformats.org/officeDocument/2006/relationships/image" Target="../media/image285.png"/><Relationship Id="rId5" Type="http://schemas.openxmlformats.org/officeDocument/2006/relationships/image" Target="../media/image256.png"/><Relationship Id="rId15" Type="http://schemas.openxmlformats.org/officeDocument/2006/relationships/image" Target="../media/image262.png"/><Relationship Id="rId23" Type="http://schemas.openxmlformats.org/officeDocument/2006/relationships/image" Target="../media/image268.png"/><Relationship Id="rId28" Type="http://schemas.openxmlformats.org/officeDocument/2006/relationships/image" Target="../media/image271.png"/><Relationship Id="rId36" Type="http://schemas.openxmlformats.org/officeDocument/2006/relationships/image" Target="../media/image278.png"/><Relationship Id="rId10" Type="http://schemas.openxmlformats.org/officeDocument/2006/relationships/image" Target="../media/image259.png"/><Relationship Id="rId19" Type="http://schemas.microsoft.com/office/2007/relationships/hdphoto" Target="../media/hdphoto22.wdp"/><Relationship Id="rId31" Type="http://schemas.openxmlformats.org/officeDocument/2006/relationships/image" Target="../media/image273.png"/><Relationship Id="rId44" Type="http://schemas.openxmlformats.org/officeDocument/2006/relationships/image" Target="../media/image284.png"/><Relationship Id="rId4" Type="http://schemas.openxmlformats.org/officeDocument/2006/relationships/image" Target="../media/image244.png"/><Relationship Id="rId9" Type="http://schemas.openxmlformats.org/officeDocument/2006/relationships/image" Target="../media/image258.png"/><Relationship Id="rId14" Type="http://schemas.openxmlformats.org/officeDocument/2006/relationships/image" Target="../media/image261.png"/><Relationship Id="rId22" Type="http://schemas.openxmlformats.org/officeDocument/2006/relationships/image" Target="../media/image267.png"/><Relationship Id="rId27" Type="http://schemas.openxmlformats.org/officeDocument/2006/relationships/image" Target="../media/image270.png"/><Relationship Id="rId30" Type="http://schemas.openxmlformats.org/officeDocument/2006/relationships/image" Target="../media/image272.png"/><Relationship Id="rId35" Type="http://schemas.openxmlformats.org/officeDocument/2006/relationships/image" Target="../media/image277.png"/><Relationship Id="rId43" Type="http://schemas.openxmlformats.org/officeDocument/2006/relationships/image" Target="../media/image100.png"/><Relationship Id="rId48" Type="http://schemas.microsoft.com/office/2007/relationships/hdphoto" Target="../media/hdphoto29.wdp"/><Relationship Id="rId8" Type="http://schemas.microsoft.com/office/2007/relationships/hdphoto" Target="../media/hdphoto19.wdp"/><Relationship Id="rId3" Type="http://schemas.openxmlformats.org/officeDocument/2006/relationships/image" Target="../media/image255.png"/><Relationship Id="rId12" Type="http://schemas.openxmlformats.org/officeDocument/2006/relationships/image" Target="../media/image260.png"/><Relationship Id="rId17" Type="http://schemas.openxmlformats.org/officeDocument/2006/relationships/image" Target="../media/image264.svg"/><Relationship Id="rId25" Type="http://schemas.openxmlformats.org/officeDocument/2006/relationships/image" Target="../media/image269.png"/><Relationship Id="rId33" Type="http://schemas.openxmlformats.org/officeDocument/2006/relationships/image" Target="../media/image275.png"/><Relationship Id="rId38" Type="http://schemas.microsoft.com/office/2007/relationships/hdphoto" Target="../media/hdphoto27.wdp"/><Relationship Id="rId46" Type="http://schemas.microsoft.com/office/2007/relationships/hdphoto" Target="../media/hdphoto28.wdp"/><Relationship Id="rId20" Type="http://schemas.openxmlformats.org/officeDocument/2006/relationships/image" Target="../media/image266.png"/><Relationship Id="rId41" Type="http://schemas.openxmlformats.org/officeDocument/2006/relationships/image" Target="../media/image282.svg"/></Relationships>
</file>

<file path=ppt/slides/_rels/slide43.xml.rels><?xml version="1.0" encoding="UTF-8" standalone="yes"?>
<Relationships xmlns="http://schemas.openxmlformats.org/package/2006/relationships"><Relationship Id="rId3" Type="http://schemas.openxmlformats.org/officeDocument/2006/relationships/hyperlink" Target="../01_Project%20Resources/aka.ms/aifoundrysdk" TargetMode="External"/><Relationship Id="rId2" Type="http://schemas.openxmlformats.org/officeDocument/2006/relationships/notesSlide" Target="../notesSlides/notesSlide40.xml"/><Relationship Id="rId1" Type="http://schemas.openxmlformats.org/officeDocument/2006/relationships/slideLayout" Target="../slideLayouts/slideLayout55.xml"/><Relationship Id="rId4" Type="http://schemas.openxmlformats.org/officeDocument/2006/relationships/image" Target="../media/image287.jpeg"/></Relationships>
</file>

<file path=ppt/slides/_rels/slide44.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notesSlide" Target="../notesSlides/notesSlide41.xml"/><Relationship Id="rId1" Type="http://schemas.openxmlformats.org/officeDocument/2006/relationships/slideLayout" Target="../slideLayouts/slideLayout57.xml"/><Relationship Id="rId5" Type="http://schemas.openxmlformats.org/officeDocument/2006/relationships/image" Target="../media/image290.png"/><Relationship Id="rId4" Type="http://schemas.openxmlformats.org/officeDocument/2006/relationships/image" Target="../media/image289.png"/></Relationships>
</file>

<file path=ppt/slides/_rels/slide45.xml.rels><?xml version="1.0" encoding="UTF-8" standalone="yes"?>
<Relationships xmlns="http://schemas.openxmlformats.org/package/2006/relationships"><Relationship Id="rId8" Type="http://schemas.microsoft.com/office/2007/relationships/hdphoto" Target="../media/hdphoto30.wdp"/><Relationship Id="rId13" Type="http://schemas.openxmlformats.org/officeDocument/2006/relationships/image" Target="../media/image299.svg"/><Relationship Id="rId18" Type="http://schemas.openxmlformats.org/officeDocument/2006/relationships/image" Target="../media/image304.png"/><Relationship Id="rId3" Type="http://schemas.openxmlformats.org/officeDocument/2006/relationships/image" Target="../media/image207.png"/><Relationship Id="rId21" Type="http://schemas.openxmlformats.org/officeDocument/2006/relationships/image" Target="../media/image307.svg"/><Relationship Id="rId7" Type="http://schemas.openxmlformats.org/officeDocument/2006/relationships/image" Target="../media/image294.png"/><Relationship Id="rId12" Type="http://schemas.openxmlformats.org/officeDocument/2006/relationships/image" Target="../media/image298.svg"/><Relationship Id="rId17" Type="http://schemas.openxmlformats.org/officeDocument/2006/relationships/image" Target="../media/image303.png"/><Relationship Id="rId2" Type="http://schemas.openxmlformats.org/officeDocument/2006/relationships/notesSlide" Target="../notesSlides/notesSlide42.xml"/><Relationship Id="rId16" Type="http://schemas.openxmlformats.org/officeDocument/2006/relationships/image" Target="../media/image302.png"/><Relationship Id="rId20" Type="http://schemas.openxmlformats.org/officeDocument/2006/relationships/image" Target="../media/image306.png"/><Relationship Id="rId1" Type="http://schemas.openxmlformats.org/officeDocument/2006/relationships/slideLayout" Target="../slideLayouts/slideLayout125.xml"/><Relationship Id="rId6" Type="http://schemas.openxmlformats.org/officeDocument/2006/relationships/image" Target="../media/image293.png"/><Relationship Id="rId11" Type="http://schemas.openxmlformats.org/officeDocument/2006/relationships/image" Target="../media/image297.png"/><Relationship Id="rId5" Type="http://schemas.openxmlformats.org/officeDocument/2006/relationships/image" Target="../media/image292.png"/><Relationship Id="rId15" Type="http://schemas.openxmlformats.org/officeDocument/2006/relationships/image" Target="../media/image301.png"/><Relationship Id="rId10" Type="http://schemas.openxmlformats.org/officeDocument/2006/relationships/image" Target="../media/image296.svg"/><Relationship Id="rId19" Type="http://schemas.openxmlformats.org/officeDocument/2006/relationships/image" Target="../media/image305.jpeg"/><Relationship Id="rId4" Type="http://schemas.openxmlformats.org/officeDocument/2006/relationships/image" Target="../media/image291.png"/><Relationship Id="rId9" Type="http://schemas.openxmlformats.org/officeDocument/2006/relationships/image" Target="../media/image295.jpeg"/><Relationship Id="rId14" Type="http://schemas.openxmlformats.org/officeDocument/2006/relationships/image" Target="../media/image300.png"/></Relationships>
</file>

<file path=ppt/slides/_rels/slide46.xml.rels><?xml version="1.0" encoding="UTF-8" standalone="yes"?>
<Relationships xmlns="http://schemas.openxmlformats.org/package/2006/relationships"><Relationship Id="rId8" Type="http://schemas.openxmlformats.org/officeDocument/2006/relationships/image" Target="../media/image309.svg"/><Relationship Id="rId13" Type="http://schemas.openxmlformats.org/officeDocument/2006/relationships/image" Target="../media/image291.png"/><Relationship Id="rId18" Type="http://schemas.openxmlformats.org/officeDocument/2006/relationships/image" Target="../media/image307.svg"/><Relationship Id="rId3" Type="http://schemas.openxmlformats.org/officeDocument/2006/relationships/image" Target="../media/image308.png"/><Relationship Id="rId21" Type="http://schemas.openxmlformats.org/officeDocument/2006/relationships/image" Target="../media/image306.png"/><Relationship Id="rId7" Type="http://schemas.openxmlformats.org/officeDocument/2006/relationships/image" Target="../media/image295.jpeg"/><Relationship Id="rId12" Type="http://schemas.microsoft.com/office/2007/relationships/hdphoto" Target="../media/hdphoto31.wdp"/><Relationship Id="rId17" Type="http://schemas.openxmlformats.org/officeDocument/2006/relationships/image" Target="../media/image303.png"/><Relationship Id="rId2" Type="http://schemas.openxmlformats.org/officeDocument/2006/relationships/notesSlide" Target="../notesSlides/notesSlide43.xml"/><Relationship Id="rId16" Type="http://schemas.openxmlformats.org/officeDocument/2006/relationships/image" Target="../media/image301.png"/><Relationship Id="rId20" Type="http://schemas.openxmlformats.org/officeDocument/2006/relationships/image" Target="../media/image314.png"/><Relationship Id="rId1" Type="http://schemas.openxmlformats.org/officeDocument/2006/relationships/slideLayout" Target="../slideLayouts/slideLayout220.xml"/><Relationship Id="rId6" Type="http://schemas.microsoft.com/office/2007/relationships/hdphoto" Target="../media/hdphoto30.wdp"/><Relationship Id="rId11" Type="http://schemas.openxmlformats.org/officeDocument/2006/relationships/image" Target="../media/image311.png"/><Relationship Id="rId5" Type="http://schemas.openxmlformats.org/officeDocument/2006/relationships/image" Target="../media/image294.png"/><Relationship Id="rId15" Type="http://schemas.openxmlformats.org/officeDocument/2006/relationships/image" Target="../media/image312.svg"/><Relationship Id="rId23" Type="http://schemas.openxmlformats.org/officeDocument/2006/relationships/image" Target="../media/image315.png"/><Relationship Id="rId10" Type="http://schemas.openxmlformats.org/officeDocument/2006/relationships/image" Target="../media/image298.svg"/><Relationship Id="rId19" Type="http://schemas.openxmlformats.org/officeDocument/2006/relationships/image" Target="../media/image313.png"/><Relationship Id="rId4" Type="http://schemas.openxmlformats.org/officeDocument/2006/relationships/image" Target="../media/image292.png"/><Relationship Id="rId9" Type="http://schemas.openxmlformats.org/officeDocument/2006/relationships/image" Target="../media/image310.png"/><Relationship Id="rId14" Type="http://schemas.openxmlformats.org/officeDocument/2006/relationships/image" Target="../media/image302.png"/><Relationship Id="rId22" Type="http://schemas.openxmlformats.org/officeDocument/2006/relationships/image" Target="../media/image300.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6.xml"/><Relationship Id="rId1" Type="http://schemas.openxmlformats.org/officeDocument/2006/relationships/tags" Target="../tags/tag6.xml"/><Relationship Id="rId5" Type="http://schemas.openxmlformats.org/officeDocument/2006/relationships/image" Target="../media/image317.png"/><Relationship Id="rId4" Type="http://schemas.openxmlformats.org/officeDocument/2006/relationships/image" Target="../media/image31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6.xml"/><Relationship Id="rId1" Type="http://schemas.openxmlformats.org/officeDocument/2006/relationships/tags" Target="../tags/tag7.xml"/><Relationship Id="rId5" Type="http://schemas.openxmlformats.org/officeDocument/2006/relationships/image" Target="../media/image319.png"/><Relationship Id="rId4" Type="http://schemas.openxmlformats.org/officeDocument/2006/relationships/image" Target="../media/image318.png"/></Relationships>
</file>

<file path=ppt/slides/_rels/slide49.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46.xml"/><Relationship Id="rId1" Type="http://schemas.openxmlformats.org/officeDocument/2006/relationships/slideLayout" Target="../slideLayouts/slideLayout223.xml"/></Relationships>
</file>

<file path=ppt/slides/_rels/slide50.xml.rels><?xml version="1.0" encoding="UTF-8" standalone="yes"?>
<Relationships xmlns="http://schemas.openxmlformats.org/package/2006/relationships"><Relationship Id="rId3" Type="http://schemas.openxmlformats.org/officeDocument/2006/relationships/image" Target="../media/image321.jpg"/><Relationship Id="rId2" Type="http://schemas.openxmlformats.org/officeDocument/2006/relationships/notesSlide" Target="../notesSlides/notesSlide47.xml"/><Relationship Id="rId1" Type="http://schemas.openxmlformats.org/officeDocument/2006/relationships/slideLayout" Target="../slideLayouts/slideLayout223.xml"/><Relationship Id="rId4" Type="http://schemas.openxmlformats.org/officeDocument/2006/relationships/image" Target="../media/image322.jpg"/></Relationships>
</file>

<file path=ppt/slides/_rels/slide5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48.xml"/><Relationship Id="rId1" Type="http://schemas.openxmlformats.org/officeDocument/2006/relationships/slideLayout" Target="../slideLayouts/slideLayout247.xml"/><Relationship Id="rId4" Type="http://schemas.openxmlformats.org/officeDocument/2006/relationships/image" Target="../media/image323.png"/></Relationships>
</file>

<file path=ppt/slides/_rels/slide52.xml.rels><?xml version="1.0" encoding="UTF-8" standalone="yes"?>
<Relationships xmlns="http://schemas.openxmlformats.org/package/2006/relationships"><Relationship Id="rId3" Type="http://schemas.openxmlformats.org/officeDocument/2006/relationships/image" Target="../media/image324.png"/><Relationship Id="rId7" Type="http://schemas.openxmlformats.org/officeDocument/2006/relationships/image" Target="../media/image209.png"/><Relationship Id="rId2" Type="http://schemas.openxmlformats.org/officeDocument/2006/relationships/notesSlide" Target="../notesSlides/notesSlide49.xml"/><Relationship Id="rId1" Type="http://schemas.openxmlformats.org/officeDocument/2006/relationships/slideLayout" Target="../slideLayouts/slideLayout247.xml"/><Relationship Id="rId6" Type="http://schemas.openxmlformats.org/officeDocument/2006/relationships/image" Target="../media/image326.svg"/><Relationship Id="rId5" Type="http://schemas.openxmlformats.org/officeDocument/2006/relationships/image" Target="../media/image325.svg"/><Relationship Id="rId4" Type="http://schemas.microsoft.com/office/2007/relationships/hdphoto" Target="../media/hdphoto32.wdp"/></Relationships>
</file>

<file path=ppt/slides/_rels/slide53.xml.rels><?xml version="1.0" encoding="UTF-8" standalone="yes"?>
<Relationships xmlns="http://schemas.openxmlformats.org/package/2006/relationships"><Relationship Id="rId8" Type="http://schemas.openxmlformats.org/officeDocument/2006/relationships/image" Target="../media/image328.png"/><Relationship Id="rId3" Type="http://schemas.openxmlformats.org/officeDocument/2006/relationships/notesSlide" Target="../notesSlides/notesSlide50.xml"/><Relationship Id="rId7" Type="http://schemas.openxmlformats.org/officeDocument/2006/relationships/image" Target="../media/image327.jpg"/><Relationship Id="rId2" Type="http://schemas.openxmlformats.org/officeDocument/2006/relationships/slideLayout" Target="../slideLayouts/slideLayout177.xml"/><Relationship Id="rId1" Type="http://schemas.openxmlformats.org/officeDocument/2006/relationships/tags" Target="../tags/tag8.xml"/><Relationship Id="rId6" Type="http://schemas.openxmlformats.org/officeDocument/2006/relationships/image" Target="../media/image240.jpg"/><Relationship Id="rId5" Type="http://schemas.openxmlformats.org/officeDocument/2006/relationships/image" Target="../media/image41.emf"/><Relationship Id="rId10" Type="http://schemas.openxmlformats.org/officeDocument/2006/relationships/image" Target="../media/image330.png"/><Relationship Id="rId4" Type="http://schemas.openxmlformats.org/officeDocument/2006/relationships/oleObject" Target="../embeddings/oleObject5.bin"/><Relationship Id="rId9" Type="http://schemas.openxmlformats.org/officeDocument/2006/relationships/image" Target="../media/image329.svg"/></Relationships>
</file>

<file path=ppt/slides/_rels/slide54.xml.rels><?xml version="1.0" encoding="UTF-8" standalone="yes"?>
<Relationships xmlns="http://schemas.openxmlformats.org/package/2006/relationships"><Relationship Id="rId3" Type="http://schemas.openxmlformats.org/officeDocument/2006/relationships/image" Target="../media/image331.jpg"/><Relationship Id="rId2" Type="http://schemas.openxmlformats.org/officeDocument/2006/relationships/notesSlide" Target="../notesSlides/notesSlide51.xml"/><Relationship Id="rId1" Type="http://schemas.openxmlformats.org/officeDocument/2006/relationships/slideLayout" Target="../slideLayouts/slideLayout220.xml"/></Relationships>
</file>

<file path=ppt/slides/_rels/slide55.xml.rels><?xml version="1.0" encoding="UTF-8" standalone="yes"?>
<Relationships xmlns="http://schemas.openxmlformats.org/package/2006/relationships"><Relationship Id="rId8" Type="http://schemas.openxmlformats.org/officeDocument/2006/relationships/image" Target="../media/image331.jpg"/><Relationship Id="rId3" Type="http://schemas.openxmlformats.org/officeDocument/2006/relationships/video" Target="../media/media1.mp4"/><Relationship Id="rId7" Type="http://schemas.openxmlformats.org/officeDocument/2006/relationships/image" Target="../media/image41.emf"/><Relationship Id="rId2" Type="http://schemas.microsoft.com/office/2007/relationships/media" Target="../media/media1.mp4"/><Relationship Id="rId1" Type="http://schemas.openxmlformats.org/officeDocument/2006/relationships/tags" Target="../tags/tag9.xml"/><Relationship Id="rId6" Type="http://schemas.openxmlformats.org/officeDocument/2006/relationships/oleObject" Target="../embeddings/oleObject6.bin"/><Relationship Id="rId5" Type="http://schemas.openxmlformats.org/officeDocument/2006/relationships/notesSlide" Target="../notesSlides/notesSlide52.xml"/><Relationship Id="rId4" Type="http://schemas.openxmlformats.org/officeDocument/2006/relationships/slideLayout" Target="../slideLayouts/slideLayout177.xml"/><Relationship Id="rId9" Type="http://schemas.openxmlformats.org/officeDocument/2006/relationships/image" Target="../media/image332.jpg"/></Relationships>
</file>

<file path=ppt/slides/_rels/slide56.xml.rels><?xml version="1.0" encoding="UTF-8" standalone="yes"?>
<Relationships xmlns="http://schemas.openxmlformats.org/package/2006/relationships"><Relationship Id="rId3" Type="http://schemas.openxmlformats.org/officeDocument/2006/relationships/image" Target="../media/image333.gif"/><Relationship Id="rId2" Type="http://schemas.openxmlformats.org/officeDocument/2006/relationships/notesSlide" Target="../notesSlides/notesSlide53.xml"/><Relationship Id="rId1" Type="http://schemas.openxmlformats.org/officeDocument/2006/relationships/slideLayout" Target="../slideLayouts/slideLayout55.xml"/></Relationships>
</file>

<file path=ppt/slides/_rels/slide57.xml.rels><?xml version="1.0" encoding="UTF-8" standalone="yes"?>
<Relationships xmlns="http://schemas.openxmlformats.org/package/2006/relationships"><Relationship Id="rId3" Type="http://schemas.openxmlformats.org/officeDocument/2006/relationships/image" Target="../media/image334.gif"/><Relationship Id="rId2" Type="http://schemas.openxmlformats.org/officeDocument/2006/relationships/notesSlide" Target="../notesSlides/notesSlide54.xml"/><Relationship Id="rId1" Type="http://schemas.openxmlformats.org/officeDocument/2006/relationships/slideLayout" Target="../slideLayouts/slideLayout55.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35.jpg"/><Relationship Id="rId4"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3" Type="http://schemas.openxmlformats.org/officeDocument/2006/relationships/image" Target="../media/image336.jpg"/><Relationship Id="rId2" Type="http://schemas.openxmlformats.org/officeDocument/2006/relationships/notesSlide" Target="../notesSlides/notesSlide56.xml"/><Relationship Id="rId1" Type="http://schemas.openxmlformats.org/officeDocument/2006/relationships/slideLayout" Target="../slideLayouts/slideLayout55.xml"/></Relationships>
</file>

<file path=ppt/slides/_rels/slide60.xml.rels><?xml version="1.0" encoding="UTF-8" standalone="yes"?>
<Relationships xmlns="http://schemas.openxmlformats.org/package/2006/relationships"><Relationship Id="rId3" Type="http://schemas.openxmlformats.org/officeDocument/2006/relationships/image" Target="../media/image337.jpg"/><Relationship Id="rId2" Type="http://schemas.openxmlformats.org/officeDocument/2006/relationships/notesSlide" Target="../notesSlides/notesSlide57.xml"/><Relationship Id="rId1" Type="http://schemas.openxmlformats.org/officeDocument/2006/relationships/slideLayout" Target="../slideLayouts/slideLayout55.xml"/></Relationships>
</file>

<file path=ppt/slides/_rels/slide61.xml.rels><?xml version="1.0" encoding="UTF-8" standalone="yes"?>
<Relationships xmlns="http://schemas.openxmlformats.org/package/2006/relationships"><Relationship Id="rId3" Type="http://schemas.openxmlformats.org/officeDocument/2006/relationships/image" Target="../media/image338.jpg"/><Relationship Id="rId2" Type="http://schemas.openxmlformats.org/officeDocument/2006/relationships/notesSlide" Target="../notesSlides/notesSlide58.xml"/><Relationship Id="rId1" Type="http://schemas.openxmlformats.org/officeDocument/2006/relationships/slideLayout" Target="../slideLayouts/slideLayout55.xml"/></Relationships>
</file>

<file path=ppt/slides/_rels/slide62.xml.rels><?xml version="1.0" encoding="UTF-8" standalone="yes"?>
<Relationships xmlns="http://schemas.openxmlformats.org/package/2006/relationships"><Relationship Id="rId3" Type="http://schemas.openxmlformats.org/officeDocument/2006/relationships/image" Target="../media/image339.jpg"/><Relationship Id="rId2" Type="http://schemas.openxmlformats.org/officeDocument/2006/relationships/notesSlide" Target="../notesSlides/notesSlide59.xml"/><Relationship Id="rId1" Type="http://schemas.openxmlformats.org/officeDocument/2006/relationships/slideLayout" Target="../slideLayouts/slideLayout220.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341.png"/><Relationship Id="rId2" Type="http://schemas.openxmlformats.org/officeDocument/2006/relationships/slideLayout" Target="../slideLayouts/slideLayout177.xml"/><Relationship Id="rId1" Type="http://schemas.openxmlformats.org/officeDocument/2006/relationships/tags" Target="../tags/tag10.xml"/><Relationship Id="rId6" Type="http://schemas.openxmlformats.org/officeDocument/2006/relationships/image" Target="../media/image340.jpg"/><Relationship Id="rId5" Type="http://schemas.openxmlformats.org/officeDocument/2006/relationships/image" Target="../media/image41.emf"/><Relationship Id="rId4" Type="http://schemas.openxmlformats.org/officeDocument/2006/relationships/oleObject" Target="../embeddings/oleObject7.bin"/></Relationships>
</file>

<file path=ppt/slides/_rels/slide64.xml.rels><?xml version="1.0" encoding="UTF-8" standalone="yes"?>
<Relationships xmlns="http://schemas.openxmlformats.org/package/2006/relationships"><Relationship Id="rId3" Type="http://schemas.openxmlformats.org/officeDocument/2006/relationships/image" Target="../media/image342.png"/><Relationship Id="rId2" Type="http://schemas.openxmlformats.org/officeDocument/2006/relationships/notesSlide" Target="../notesSlides/notesSlide61.xml"/><Relationship Id="rId1" Type="http://schemas.openxmlformats.org/officeDocument/2006/relationships/slideLayout" Target="../slideLayouts/slideLayout125.xml"/><Relationship Id="rId5" Type="http://schemas.openxmlformats.org/officeDocument/2006/relationships/image" Target="../media/image344.png"/><Relationship Id="rId4" Type="http://schemas.openxmlformats.org/officeDocument/2006/relationships/image" Target="../media/image343.sv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27.xml"/><Relationship Id="rId1" Type="http://schemas.openxmlformats.org/officeDocument/2006/relationships/tags" Target="../tags/tag11.xml"/><Relationship Id="rId4" Type="http://schemas.openxmlformats.org/officeDocument/2006/relationships/image" Target="../media/image342.png"/></Relationships>
</file>

<file path=ppt/slides/_rels/slide66.xml.rels><?xml version="1.0" encoding="UTF-8" standalone="yes"?>
<Relationships xmlns="http://schemas.openxmlformats.org/package/2006/relationships"><Relationship Id="rId3" Type="http://schemas.openxmlformats.org/officeDocument/2006/relationships/image" Target="../media/image345.jpg"/><Relationship Id="rId2" Type="http://schemas.openxmlformats.org/officeDocument/2006/relationships/notesSlide" Target="../notesSlides/notesSlide63.xml"/><Relationship Id="rId1" Type="http://schemas.openxmlformats.org/officeDocument/2006/relationships/slideLayout" Target="../slideLayouts/slideLayout130.xml"/></Relationships>
</file>

<file path=ppt/slides/_rels/slide67.xml.rels><?xml version="1.0" encoding="UTF-8" standalone="yes"?>
<Relationships xmlns="http://schemas.openxmlformats.org/package/2006/relationships"><Relationship Id="rId2" Type="http://schemas.openxmlformats.org/officeDocument/2006/relationships/image" Target="../media/image346.jpg"/><Relationship Id="rId1" Type="http://schemas.openxmlformats.org/officeDocument/2006/relationships/slideLayout" Target="../slideLayouts/slideLayout13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_rels/slide69.xml.rels><?xml version="1.0" encoding="UTF-8" standalone="yes"?>
<Relationships xmlns="http://schemas.openxmlformats.org/package/2006/relationships"><Relationship Id="rId8" Type="http://schemas.openxmlformats.org/officeDocument/2006/relationships/image" Target="../media/image353.jpg"/><Relationship Id="rId3" Type="http://schemas.openxmlformats.org/officeDocument/2006/relationships/image" Target="../media/image348.png"/><Relationship Id="rId7" Type="http://schemas.openxmlformats.org/officeDocument/2006/relationships/image" Target="../media/image352.jpeg"/><Relationship Id="rId2" Type="http://schemas.openxmlformats.org/officeDocument/2006/relationships/image" Target="../media/image347.png"/><Relationship Id="rId1" Type="http://schemas.openxmlformats.org/officeDocument/2006/relationships/slideLayout" Target="../slideLayouts/slideLayout132.xml"/><Relationship Id="rId6" Type="http://schemas.openxmlformats.org/officeDocument/2006/relationships/image" Target="../media/image351.png"/><Relationship Id="rId5" Type="http://schemas.openxmlformats.org/officeDocument/2006/relationships/image" Target="../media/image350.png"/><Relationship Id="rId4" Type="http://schemas.openxmlformats.org/officeDocument/2006/relationships/image" Target="../media/image349.png"/></Relationships>
</file>

<file path=ppt/slides/_rels/slide70.xml.rels><?xml version="1.0" encoding="UTF-8" standalone="yes"?>
<Relationships xmlns="http://schemas.openxmlformats.org/package/2006/relationships"><Relationship Id="rId8" Type="http://schemas.openxmlformats.org/officeDocument/2006/relationships/image" Target="../media/image357.png"/><Relationship Id="rId13" Type="http://schemas.openxmlformats.org/officeDocument/2006/relationships/image" Target="../media/image361.svg"/><Relationship Id="rId18" Type="http://schemas.openxmlformats.org/officeDocument/2006/relationships/image" Target="../media/image365.png"/><Relationship Id="rId3" Type="http://schemas.openxmlformats.org/officeDocument/2006/relationships/notesSlide" Target="../notesSlides/notesSlide64.xml"/><Relationship Id="rId7" Type="http://schemas.openxmlformats.org/officeDocument/2006/relationships/image" Target="../media/image351.png"/><Relationship Id="rId12" Type="http://schemas.openxmlformats.org/officeDocument/2006/relationships/image" Target="../media/image360.png"/><Relationship Id="rId17" Type="http://schemas.openxmlformats.org/officeDocument/2006/relationships/image" Target="../media/image364.png"/><Relationship Id="rId2" Type="http://schemas.openxmlformats.org/officeDocument/2006/relationships/slideLayout" Target="../slideLayouts/slideLayout149.xml"/><Relationship Id="rId16" Type="http://schemas.microsoft.com/office/2007/relationships/hdphoto" Target="../media/hdphoto33.wdp"/><Relationship Id="rId1" Type="http://schemas.openxmlformats.org/officeDocument/2006/relationships/tags" Target="../tags/tag12.xml"/><Relationship Id="rId6" Type="http://schemas.openxmlformats.org/officeDocument/2006/relationships/image" Target="../media/image356.png"/><Relationship Id="rId11" Type="http://schemas.openxmlformats.org/officeDocument/2006/relationships/image" Target="../media/image170.png"/><Relationship Id="rId5" Type="http://schemas.openxmlformats.org/officeDocument/2006/relationships/image" Target="../media/image355.svg"/><Relationship Id="rId15" Type="http://schemas.openxmlformats.org/officeDocument/2006/relationships/image" Target="../media/image363.png"/><Relationship Id="rId10" Type="http://schemas.openxmlformats.org/officeDocument/2006/relationships/image" Target="../media/image359.png"/><Relationship Id="rId19" Type="http://schemas.openxmlformats.org/officeDocument/2006/relationships/image" Target="../media/image366.png"/><Relationship Id="rId4" Type="http://schemas.openxmlformats.org/officeDocument/2006/relationships/image" Target="../media/image354.svg"/><Relationship Id="rId9" Type="http://schemas.openxmlformats.org/officeDocument/2006/relationships/image" Target="../media/image358.png"/><Relationship Id="rId14" Type="http://schemas.openxmlformats.org/officeDocument/2006/relationships/image" Target="../media/image362.png"/></Relationships>
</file>

<file path=ppt/slides/_rels/slide71.xml.rels><?xml version="1.0" encoding="UTF-8" standalone="yes"?>
<Relationships xmlns="http://schemas.openxmlformats.org/package/2006/relationships"><Relationship Id="rId8" Type="http://schemas.openxmlformats.org/officeDocument/2006/relationships/image" Target="../media/image368.png"/><Relationship Id="rId3" Type="http://schemas.openxmlformats.org/officeDocument/2006/relationships/image" Target="../media/image367.png"/><Relationship Id="rId7" Type="http://schemas.openxmlformats.org/officeDocument/2006/relationships/image" Target="../media/image355.svg"/><Relationship Id="rId2" Type="http://schemas.openxmlformats.org/officeDocument/2006/relationships/notesSlide" Target="../notesSlides/notesSlide65.xml"/><Relationship Id="rId1" Type="http://schemas.openxmlformats.org/officeDocument/2006/relationships/slideLayout" Target="../slideLayouts/slideLayout150.xml"/><Relationship Id="rId6" Type="http://schemas.openxmlformats.org/officeDocument/2006/relationships/image" Target="../media/image354.svg"/><Relationship Id="rId11" Type="http://schemas.openxmlformats.org/officeDocument/2006/relationships/image" Target="../media/image342.png"/><Relationship Id="rId5" Type="http://schemas.openxmlformats.org/officeDocument/2006/relationships/image" Target="../media/image361.svg"/><Relationship Id="rId10" Type="http://schemas.openxmlformats.org/officeDocument/2006/relationships/image" Target="../media/image370.png"/><Relationship Id="rId4" Type="http://schemas.openxmlformats.org/officeDocument/2006/relationships/image" Target="../media/image358.png"/><Relationship Id="rId9" Type="http://schemas.openxmlformats.org/officeDocument/2006/relationships/image" Target="../media/image369.png"/></Relationships>
</file>

<file path=ppt/slides/_rels/slide72.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notesSlide" Target="../notesSlides/notesSlide66.xml"/><Relationship Id="rId1" Type="http://schemas.openxmlformats.org/officeDocument/2006/relationships/slideLayout" Target="../slideLayouts/slideLayout126.xml"/></Relationships>
</file>

<file path=ppt/slides/_rels/slide73.xml.rels><?xml version="1.0" encoding="UTF-8" standalone="yes"?>
<Relationships xmlns="http://schemas.openxmlformats.org/package/2006/relationships"><Relationship Id="rId3" Type="http://schemas.openxmlformats.org/officeDocument/2006/relationships/image" Target="../media/image372.svg"/><Relationship Id="rId2" Type="http://schemas.openxmlformats.org/officeDocument/2006/relationships/notesSlide" Target="../notesSlides/notesSlide67.xml"/><Relationship Id="rId1" Type="http://schemas.openxmlformats.org/officeDocument/2006/relationships/slideLayout" Target="../slideLayouts/slideLayout133.xml"/></Relationships>
</file>

<file path=ppt/slides/_rels/slide74.xml.rels><?xml version="1.0" encoding="UTF-8" standalone="yes"?>
<Relationships xmlns="http://schemas.openxmlformats.org/package/2006/relationships"><Relationship Id="rId8" Type="http://schemas.openxmlformats.org/officeDocument/2006/relationships/image" Target="../media/image351.png"/><Relationship Id="rId3" Type="http://schemas.openxmlformats.org/officeDocument/2006/relationships/notesSlide" Target="../notesSlides/notesSlide68.xml"/><Relationship Id="rId7" Type="http://schemas.openxmlformats.org/officeDocument/2006/relationships/image" Target="../media/image355.svg"/><Relationship Id="rId12" Type="http://schemas.openxmlformats.org/officeDocument/2006/relationships/image" Target="../media/image342.png"/><Relationship Id="rId2" Type="http://schemas.openxmlformats.org/officeDocument/2006/relationships/slideLayout" Target="../slideLayouts/slideLayout133.xml"/><Relationship Id="rId1" Type="http://schemas.openxmlformats.org/officeDocument/2006/relationships/tags" Target="../tags/tag13.xml"/><Relationship Id="rId6" Type="http://schemas.openxmlformats.org/officeDocument/2006/relationships/image" Target="../media/image358.png"/><Relationship Id="rId11" Type="http://schemas.openxmlformats.org/officeDocument/2006/relationships/image" Target="../media/image343.svg"/><Relationship Id="rId5" Type="http://schemas.openxmlformats.org/officeDocument/2006/relationships/image" Target="../media/image374.png"/><Relationship Id="rId10" Type="http://schemas.openxmlformats.org/officeDocument/2006/relationships/image" Target="../media/image376.png"/><Relationship Id="rId4" Type="http://schemas.openxmlformats.org/officeDocument/2006/relationships/image" Target="../media/image373.png"/><Relationship Id="rId9" Type="http://schemas.openxmlformats.org/officeDocument/2006/relationships/image" Target="../media/image375.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26.xml"/><Relationship Id="rId1" Type="http://schemas.openxmlformats.org/officeDocument/2006/relationships/tags" Target="../tags/tag14.xml"/><Relationship Id="rId6" Type="http://schemas.microsoft.com/office/2007/relationships/hdphoto" Target="../media/hdphoto34.wdp"/><Relationship Id="rId5" Type="http://schemas.openxmlformats.org/officeDocument/2006/relationships/image" Target="../media/image378.png"/><Relationship Id="rId4" Type="http://schemas.openxmlformats.org/officeDocument/2006/relationships/image" Target="../media/image377.svg"/></Relationships>
</file>

<file path=ppt/slides/_rels/slide76.xml.rels><?xml version="1.0" encoding="UTF-8" standalone="yes"?>
<Relationships xmlns="http://schemas.openxmlformats.org/package/2006/relationships"><Relationship Id="rId2" Type="http://schemas.openxmlformats.org/officeDocument/2006/relationships/image" Target="../media/image379.jpg"/><Relationship Id="rId1" Type="http://schemas.openxmlformats.org/officeDocument/2006/relationships/slideLayout" Target="../slideLayouts/slideLayout131.xml"/></Relationships>
</file>

<file path=ppt/slides/_rels/slide77.xml.rels><?xml version="1.0" encoding="UTF-8" standalone="yes"?>
<Relationships xmlns="http://schemas.openxmlformats.org/package/2006/relationships"><Relationship Id="rId3" Type="http://schemas.openxmlformats.org/officeDocument/2006/relationships/image" Target="../media/image380.jpg"/><Relationship Id="rId2" Type="http://schemas.openxmlformats.org/officeDocument/2006/relationships/notesSlide" Target="../notesSlides/notesSlide70.xml"/><Relationship Id="rId1" Type="http://schemas.openxmlformats.org/officeDocument/2006/relationships/slideLayout" Target="../slideLayouts/slideLayout55.xml"/></Relationships>
</file>

<file path=ppt/slides/_rels/slide78.xml.rels><?xml version="1.0" encoding="UTF-8" standalone="yes"?>
<Relationships xmlns="http://schemas.openxmlformats.org/package/2006/relationships"><Relationship Id="rId3" Type="http://schemas.openxmlformats.org/officeDocument/2006/relationships/image" Target="../media/image381.jpg"/><Relationship Id="rId2" Type="http://schemas.openxmlformats.org/officeDocument/2006/relationships/notesSlide" Target="../notesSlides/notesSlide71.xml"/><Relationship Id="rId1" Type="http://schemas.openxmlformats.org/officeDocument/2006/relationships/slideLayout" Target="../slideLayouts/slideLayout55.xml"/></Relationships>
</file>

<file path=ppt/slides/_rels/slide79.xml.rels><?xml version="1.0" encoding="UTF-8" standalone="yes"?>
<Relationships xmlns="http://schemas.openxmlformats.org/package/2006/relationships"><Relationship Id="rId8" Type="http://schemas.openxmlformats.org/officeDocument/2006/relationships/image" Target="../media/image387.png"/><Relationship Id="rId13" Type="http://schemas.openxmlformats.org/officeDocument/2006/relationships/image" Target="../media/image392.png"/><Relationship Id="rId18" Type="http://schemas.openxmlformats.org/officeDocument/2006/relationships/image" Target="../media/image397.svg"/><Relationship Id="rId26" Type="http://schemas.openxmlformats.org/officeDocument/2006/relationships/image" Target="../media/image405.png"/><Relationship Id="rId3" Type="http://schemas.openxmlformats.org/officeDocument/2006/relationships/image" Target="../media/image382.png"/><Relationship Id="rId21" Type="http://schemas.openxmlformats.org/officeDocument/2006/relationships/image" Target="../media/image400.svg"/><Relationship Id="rId7" Type="http://schemas.openxmlformats.org/officeDocument/2006/relationships/image" Target="../media/image386.svg"/><Relationship Id="rId12" Type="http://schemas.openxmlformats.org/officeDocument/2006/relationships/image" Target="../media/image391.svg"/><Relationship Id="rId17" Type="http://schemas.openxmlformats.org/officeDocument/2006/relationships/image" Target="../media/image396.png"/><Relationship Id="rId25" Type="http://schemas.openxmlformats.org/officeDocument/2006/relationships/image" Target="../media/image404.svg"/><Relationship Id="rId2" Type="http://schemas.openxmlformats.org/officeDocument/2006/relationships/notesSlide" Target="../notesSlides/notesSlide72.xml"/><Relationship Id="rId16" Type="http://schemas.openxmlformats.org/officeDocument/2006/relationships/image" Target="../media/image395.png"/><Relationship Id="rId20" Type="http://schemas.openxmlformats.org/officeDocument/2006/relationships/image" Target="../media/image399.png"/><Relationship Id="rId1" Type="http://schemas.openxmlformats.org/officeDocument/2006/relationships/slideLayout" Target="../slideLayouts/slideLayout272.xml"/><Relationship Id="rId6" Type="http://schemas.openxmlformats.org/officeDocument/2006/relationships/image" Target="../media/image385.svg"/><Relationship Id="rId11" Type="http://schemas.openxmlformats.org/officeDocument/2006/relationships/image" Target="../media/image390.png"/><Relationship Id="rId24" Type="http://schemas.openxmlformats.org/officeDocument/2006/relationships/image" Target="../media/image403.png"/><Relationship Id="rId5" Type="http://schemas.openxmlformats.org/officeDocument/2006/relationships/image" Target="../media/image384.png"/><Relationship Id="rId15" Type="http://schemas.openxmlformats.org/officeDocument/2006/relationships/image" Target="../media/image394.png"/><Relationship Id="rId23" Type="http://schemas.openxmlformats.org/officeDocument/2006/relationships/image" Target="../media/image402.png"/><Relationship Id="rId10" Type="http://schemas.openxmlformats.org/officeDocument/2006/relationships/image" Target="../media/image389.png"/><Relationship Id="rId19" Type="http://schemas.openxmlformats.org/officeDocument/2006/relationships/image" Target="../media/image398.svg"/><Relationship Id="rId4" Type="http://schemas.openxmlformats.org/officeDocument/2006/relationships/image" Target="../media/image383.png"/><Relationship Id="rId9" Type="http://schemas.openxmlformats.org/officeDocument/2006/relationships/image" Target="../media/image388.jpg"/><Relationship Id="rId14" Type="http://schemas.openxmlformats.org/officeDocument/2006/relationships/image" Target="../media/image393.png"/><Relationship Id="rId22" Type="http://schemas.openxmlformats.org/officeDocument/2006/relationships/image" Target="../media/image401.svg"/><Relationship Id="rId27" Type="http://schemas.openxmlformats.org/officeDocument/2006/relationships/image" Target="../media/image246.png"/></Relationships>
</file>

<file path=ppt/slides/_rels/slide80.xml.rels><?xml version="1.0" encoding="UTF-8" standalone="yes"?>
<Relationships xmlns="http://schemas.openxmlformats.org/package/2006/relationships"><Relationship Id="rId2" Type="http://schemas.openxmlformats.org/officeDocument/2006/relationships/image" Target="../media/image406.jpg"/><Relationship Id="rId1" Type="http://schemas.openxmlformats.org/officeDocument/2006/relationships/slideLayout" Target="../slideLayouts/slideLayout272.xml"/></Relationships>
</file>

<file path=ppt/slides/_rels/slide81.xml.rels><?xml version="1.0" encoding="UTF-8" standalone="yes"?>
<Relationships xmlns="http://schemas.openxmlformats.org/package/2006/relationships"><Relationship Id="rId8" Type="http://schemas.openxmlformats.org/officeDocument/2006/relationships/image" Target="../media/image412.svg"/><Relationship Id="rId3" Type="http://schemas.openxmlformats.org/officeDocument/2006/relationships/image" Target="../media/image407.svg"/><Relationship Id="rId7" Type="http://schemas.openxmlformats.org/officeDocument/2006/relationships/image" Target="../media/image411.svg"/><Relationship Id="rId2" Type="http://schemas.openxmlformats.org/officeDocument/2006/relationships/notesSlide" Target="../notesSlides/notesSlide73.xml"/><Relationship Id="rId1" Type="http://schemas.openxmlformats.org/officeDocument/2006/relationships/slideLayout" Target="../slideLayouts/slideLayout225.xml"/><Relationship Id="rId6" Type="http://schemas.openxmlformats.org/officeDocument/2006/relationships/image" Target="../media/image410.svg"/><Relationship Id="rId5" Type="http://schemas.openxmlformats.org/officeDocument/2006/relationships/image" Target="../media/image409.svg"/><Relationship Id="rId10" Type="http://schemas.openxmlformats.org/officeDocument/2006/relationships/image" Target="../media/image414.svg"/><Relationship Id="rId4" Type="http://schemas.openxmlformats.org/officeDocument/2006/relationships/image" Target="../media/image408.svg"/><Relationship Id="rId9" Type="http://schemas.openxmlformats.org/officeDocument/2006/relationships/image" Target="../media/image413.sv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4.xml"/><Relationship Id="rId7" Type="http://schemas.openxmlformats.org/officeDocument/2006/relationships/image" Target="../media/image416.jpg"/><Relationship Id="rId2" Type="http://schemas.openxmlformats.org/officeDocument/2006/relationships/slideLayout" Target="../slideLayouts/slideLayout177.xml"/><Relationship Id="rId1" Type="http://schemas.openxmlformats.org/officeDocument/2006/relationships/tags" Target="../tags/tag15.xml"/><Relationship Id="rId6" Type="http://schemas.openxmlformats.org/officeDocument/2006/relationships/image" Target="../media/image415.png"/><Relationship Id="rId5" Type="http://schemas.openxmlformats.org/officeDocument/2006/relationships/image" Target="../media/image41.emf"/><Relationship Id="rId4" Type="http://schemas.openxmlformats.org/officeDocument/2006/relationships/oleObject" Target="../embeddings/oleObject8.bin"/></Relationships>
</file>

<file path=ppt/slides/_rels/slide83.xml.rels><?xml version="1.0" encoding="UTF-8" standalone="yes"?>
<Relationships xmlns="http://schemas.openxmlformats.org/package/2006/relationships"><Relationship Id="rId3" Type="http://schemas.openxmlformats.org/officeDocument/2006/relationships/image" Target="../media/image417.jpg"/><Relationship Id="rId2" Type="http://schemas.openxmlformats.org/officeDocument/2006/relationships/notesSlide" Target="../notesSlides/notesSlide75.xml"/><Relationship Id="rId1" Type="http://schemas.openxmlformats.org/officeDocument/2006/relationships/slideLayout" Target="../slideLayouts/slideLayout55.xml"/></Relationships>
</file>

<file path=ppt/slides/_rels/slide84.xml.rels><?xml version="1.0" encoding="UTF-8" standalone="yes"?>
<Relationships xmlns="http://schemas.openxmlformats.org/package/2006/relationships"><Relationship Id="rId3" Type="http://schemas.openxmlformats.org/officeDocument/2006/relationships/image" Target="../media/image418.png"/><Relationship Id="rId2" Type="http://schemas.openxmlformats.org/officeDocument/2006/relationships/notesSlide" Target="../notesSlides/notesSlide76.xml"/><Relationship Id="rId1" Type="http://schemas.openxmlformats.org/officeDocument/2006/relationships/slideLayout" Target="../slideLayouts/slideLayout57.xml"/></Relationships>
</file>

<file path=ppt/slides/_rels/slide85.xml.rels><?xml version="1.0" encoding="UTF-8" standalone="yes"?>
<Relationships xmlns="http://schemas.openxmlformats.org/package/2006/relationships"><Relationship Id="rId8" Type="http://schemas.microsoft.com/office/2007/relationships/hdphoto" Target="../media/hdphoto35.wdp"/><Relationship Id="rId3" Type="http://schemas.openxmlformats.org/officeDocument/2006/relationships/image" Target="../media/image419.svg"/><Relationship Id="rId7" Type="http://schemas.openxmlformats.org/officeDocument/2006/relationships/image" Target="../media/image423.png"/><Relationship Id="rId2" Type="http://schemas.openxmlformats.org/officeDocument/2006/relationships/notesSlide" Target="../notesSlides/notesSlide77.xml"/><Relationship Id="rId1" Type="http://schemas.openxmlformats.org/officeDocument/2006/relationships/slideLayout" Target="../slideLayouts/slideLayout52.xml"/><Relationship Id="rId6" Type="http://schemas.openxmlformats.org/officeDocument/2006/relationships/image" Target="../media/image422.svg"/><Relationship Id="rId5" Type="http://schemas.openxmlformats.org/officeDocument/2006/relationships/image" Target="../media/image421.svg"/><Relationship Id="rId4" Type="http://schemas.openxmlformats.org/officeDocument/2006/relationships/image" Target="../media/image420.svg"/><Relationship Id="rId9" Type="http://schemas.openxmlformats.org/officeDocument/2006/relationships/image" Target="../media/image166.sv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424.jpg"/><Relationship Id="rId4"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77.xml"/><Relationship Id="rId1" Type="http://schemas.openxmlformats.org/officeDocument/2006/relationships/tags" Target="../tags/tag16.xml"/><Relationship Id="rId6" Type="http://schemas.openxmlformats.org/officeDocument/2006/relationships/image" Target="../media/image58.png"/><Relationship Id="rId5" Type="http://schemas.openxmlformats.org/officeDocument/2006/relationships/image" Target="../media/image41.emf"/><Relationship Id="rId4" Type="http://schemas.openxmlformats.org/officeDocument/2006/relationships/oleObject" Target="../embeddings/oleObject9.bin"/></Relationships>
</file>

<file path=ppt/slides/_rels/slide88.xml.rels><?xml version="1.0" encoding="UTF-8" standalone="yes"?>
<Relationships xmlns="http://schemas.openxmlformats.org/package/2006/relationships"><Relationship Id="rId3" Type="http://schemas.openxmlformats.org/officeDocument/2006/relationships/image" Target="../media/image425.jpeg"/><Relationship Id="rId2" Type="http://schemas.openxmlformats.org/officeDocument/2006/relationships/notesSlide" Target="../notesSlides/notesSlide80.xml"/><Relationship Id="rId1" Type="http://schemas.openxmlformats.org/officeDocument/2006/relationships/slideLayout" Target="../slideLayouts/slideLayout55.xml"/></Relationships>
</file>

<file path=ppt/slides/_rels/slide89.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81.xml"/><Relationship Id="rId1" Type="http://schemas.openxmlformats.org/officeDocument/2006/relationships/slideLayout" Target="../slideLayouts/slideLayout51.xml"/><Relationship Id="rId5" Type="http://schemas.openxmlformats.org/officeDocument/2006/relationships/image" Target="../media/image427.png"/><Relationship Id="rId4" Type="http://schemas.openxmlformats.org/officeDocument/2006/relationships/image" Target="../media/image426.png"/></Relationships>
</file>

<file path=ppt/slides/_rels/slide90.xml.rels><?xml version="1.0" encoding="UTF-8" standalone="yes"?>
<Relationships xmlns="http://schemas.openxmlformats.org/package/2006/relationships"><Relationship Id="rId8" Type="http://schemas.openxmlformats.org/officeDocument/2006/relationships/image" Target="../media/image429.png"/><Relationship Id="rId3" Type="http://schemas.openxmlformats.org/officeDocument/2006/relationships/notesSlide" Target="../notesSlides/notesSlide82.xml"/><Relationship Id="rId7" Type="http://schemas.openxmlformats.org/officeDocument/2006/relationships/image" Target="../media/image428.png"/><Relationship Id="rId2" Type="http://schemas.openxmlformats.org/officeDocument/2006/relationships/slideLayout" Target="../slideLayouts/slideLayout177.xml"/><Relationship Id="rId1" Type="http://schemas.openxmlformats.org/officeDocument/2006/relationships/tags" Target="../tags/tag17.xml"/><Relationship Id="rId6" Type="http://schemas.openxmlformats.org/officeDocument/2006/relationships/image" Target="../media/image426.png"/><Relationship Id="rId5" Type="http://schemas.openxmlformats.org/officeDocument/2006/relationships/image" Target="../media/image41.emf"/><Relationship Id="rId10" Type="http://schemas.openxmlformats.org/officeDocument/2006/relationships/image" Target="../media/image240.jpg"/><Relationship Id="rId4" Type="http://schemas.openxmlformats.org/officeDocument/2006/relationships/oleObject" Target="../embeddings/oleObject10.bin"/><Relationship Id="rId9" Type="http://schemas.openxmlformats.org/officeDocument/2006/relationships/image" Target="../media/image430.png"/></Relationships>
</file>

<file path=ppt/slides/_rels/slide91.xml.rels><?xml version="1.0" encoding="UTF-8" standalone="yes"?>
<Relationships xmlns="http://schemas.openxmlformats.org/package/2006/relationships"><Relationship Id="rId8" Type="http://schemas.openxmlformats.org/officeDocument/2006/relationships/image" Target="../media/image432.png"/><Relationship Id="rId3" Type="http://schemas.openxmlformats.org/officeDocument/2006/relationships/notesSlide" Target="../notesSlides/notesSlide83.xml"/><Relationship Id="rId7" Type="http://schemas.openxmlformats.org/officeDocument/2006/relationships/image" Target="../media/image431.jpg"/><Relationship Id="rId2" Type="http://schemas.openxmlformats.org/officeDocument/2006/relationships/slideLayout" Target="../slideLayouts/slideLayout177.xml"/><Relationship Id="rId1" Type="http://schemas.openxmlformats.org/officeDocument/2006/relationships/tags" Target="../tags/tag18.xml"/><Relationship Id="rId6" Type="http://schemas.openxmlformats.org/officeDocument/2006/relationships/image" Target="../media/image240.jpg"/><Relationship Id="rId5" Type="http://schemas.openxmlformats.org/officeDocument/2006/relationships/image" Target="../media/image41.emf"/><Relationship Id="rId10" Type="http://schemas.openxmlformats.org/officeDocument/2006/relationships/image" Target="../media/image434.png"/><Relationship Id="rId4" Type="http://schemas.openxmlformats.org/officeDocument/2006/relationships/oleObject" Target="../embeddings/oleObject11.bin"/><Relationship Id="rId9" Type="http://schemas.openxmlformats.org/officeDocument/2006/relationships/image" Target="../media/image433.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77.xml"/><Relationship Id="rId1" Type="http://schemas.openxmlformats.org/officeDocument/2006/relationships/tags" Target="../tags/tag19.xml"/><Relationship Id="rId6" Type="http://schemas.openxmlformats.org/officeDocument/2006/relationships/image" Target="../media/image58.png"/><Relationship Id="rId5" Type="http://schemas.openxmlformats.org/officeDocument/2006/relationships/image" Target="../media/image41.emf"/><Relationship Id="rId4" Type="http://schemas.openxmlformats.org/officeDocument/2006/relationships/oleObject" Target="../embeddings/oleObject12.bin"/></Relationships>
</file>

<file path=ppt/slides/_rels/slide93.xml.rels><?xml version="1.0" encoding="UTF-8" standalone="yes"?>
<Relationships xmlns="http://schemas.openxmlformats.org/package/2006/relationships"><Relationship Id="rId3" Type="http://schemas.openxmlformats.org/officeDocument/2006/relationships/image" Target="../media/image435.png"/><Relationship Id="rId2" Type="http://schemas.openxmlformats.org/officeDocument/2006/relationships/notesSlide" Target="../notesSlides/notesSlide85.xml"/><Relationship Id="rId1" Type="http://schemas.openxmlformats.org/officeDocument/2006/relationships/slideLayout" Target="../slideLayouts/slideLayout125.xml"/></Relationships>
</file>

<file path=ppt/slides/_rels/slide94.xml.rels><?xml version="1.0" encoding="UTF-8" standalone="yes"?>
<Relationships xmlns="http://schemas.openxmlformats.org/package/2006/relationships"><Relationship Id="rId3" Type="http://schemas.openxmlformats.org/officeDocument/2006/relationships/image" Target="../media/image436.svg"/><Relationship Id="rId7" Type="http://schemas.openxmlformats.org/officeDocument/2006/relationships/image" Target="../media/image435.png"/><Relationship Id="rId2" Type="http://schemas.openxmlformats.org/officeDocument/2006/relationships/notesSlide" Target="../notesSlides/notesSlide86.xml"/><Relationship Id="rId1" Type="http://schemas.openxmlformats.org/officeDocument/2006/relationships/slideLayout" Target="../slideLayouts/slideLayout219.xml"/><Relationship Id="rId6" Type="http://schemas.openxmlformats.org/officeDocument/2006/relationships/image" Target="../media/image439.svg"/><Relationship Id="rId5" Type="http://schemas.openxmlformats.org/officeDocument/2006/relationships/image" Target="../media/image438.svg"/><Relationship Id="rId4" Type="http://schemas.openxmlformats.org/officeDocument/2006/relationships/image" Target="../media/image437.svg"/></Relationships>
</file>

<file path=ppt/slides/_rels/slide95.xml.rels><?xml version="1.0" encoding="UTF-8" standalone="yes"?>
<Relationships xmlns="http://schemas.openxmlformats.org/package/2006/relationships"><Relationship Id="rId3" Type="http://schemas.openxmlformats.org/officeDocument/2006/relationships/image" Target="../media/image440.jpg"/><Relationship Id="rId2" Type="http://schemas.openxmlformats.org/officeDocument/2006/relationships/notesSlide" Target="../notesSlides/notesSlide87.xml"/><Relationship Id="rId1" Type="http://schemas.openxmlformats.org/officeDocument/2006/relationships/slideLayout" Target="../slideLayouts/slideLayout5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5.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441.jp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77.xml"/><Relationship Id="rId1" Type="http://schemas.openxmlformats.org/officeDocument/2006/relationships/tags" Target="../tags/tag20.xml"/><Relationship Id="rId6" Type="http://schemas.openxmlformats.org/officeDocument/2006/relationships/image" Target="../media/image442.jpg"/><Relationship Id="rId5" Type="http://schemas.openxmlformats.org/officeDocument/2006/relationships/image" Target="../media/image41.emf"/><Relationship Id="rId4" Type="http://schemas.openxmlformats.org/officeDocument/2006/relationships/oleObject" Target="../embeddings/oleObject13.bin"/></Relationships>
</file>

<file path=ppt/slides/_rels/slide99.xml.rels><?xml version="1.0" encoding="UTF-8" standalone="yes"?>
<Relationships xmlns="http://schemas.openxmlformats.org/package/2006/relationships"><Relationship Id="rId3" Type="http://schemas.openxmlformats.org/officeDocument/2006/relationships/image" Target="../media/image443.png"/><Relationship Id="rId2" Type="http://schemas.openxmlformats.org/officeDocument/2006/relationships/notesSlide" Target="../notesSlides/notesSlide90.xml"/><Relationship Id="rId1" Type="http://schemas.openxmlformats.org/officeDocument/2006/relationships/slideLayout" Target="../slideLayouts/slideLayout228.xml"/><Relationship Id="rId4" Type="http://schemas.openxmlformats.org/officeDocument/2006/relationships/image" Target="../media/image444.png"/></Relationships>
</file>

<file path=ppt/slides/_rels/slide100.xml.rels><?xml version="1.0" encoding="UTF-8" standalone="yes"?>
<Relationships xmlns="http://schemas.openxmlformats.org/package/2006/relationships"><Relationship Id="rId3" Type="http://schemas.openxmlformats.org/officeDocument/2006/relationships/image" Target="../media/image445.png"/><Relationship Id="rId2" Type="http://schemas.openxmlformats.org/officeDocument/2006/relationships/notesSlide" Target="../notesSlides/notesSlide91.xml"/><Relationship Id="rId1" Type="http://schemas.openxmlformats.org/officeDocument/2006/relationships/slideLayout" Target="../slideLayouts/slideLayout247.xml"/></Relationships>
</file>

<file path=ppt/slides/_rels/slide101.xml.rels><?xml version="1.0" encoding="UTF-8" standalone="yes"?>
<Relationships xmlns="http://schemas.openxmlformats.org/package/2006/relationships"><Relationship Id="rId2" Type="http://schemas.openxmlformats.org/officeDocument/2006/relationships/image" Target="../media/image446.jpg"/><Relationship Id="rId1" Type="http://schemas.openxmlformats.org/officeDocument/2006/relationships/slideLayout" Target="../slideLayouts/slideLayout219.xml"/></Relationships>
</file>

<file path=ppt/slides/_rels/slide102.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92.xml"/><Relationship Id="rId1" Type="http://schemas.openxmlformats.org/officeDocument/2006/relationships/slideLayout" Target="../slideLayouts/slideLayout52.xml"/><Relationship Id="rId5" Type="http://schemas.openxmlformats.org/officeDocument/2006/relationships/image" Target="../media/image448.png"/><Relationship Id="rId4" Type="http://schemas.openxmlformats.org/officeDocument/2006/relationships/image" Target="../media/image447.jpg"/></Relationships>
</file>

<file path=ppt/slides/_rels/slide103.xml.rels><?xml version="1.0" encoding="UTF-8" standalone="yes"?>
<Relationships xmlns="http://schemas.openxmlformats.org/package/2006/relationships"><Relationship Id="rId3" Type="http://schemas.openxmlformats.org/officeDocument/2006/relationships/image" Target="../media/image449.jpg"/><Relationship Id="rId2" Type="http://schemas.openxmlformats.org/officeDocument/2006/relationships/notesSlide" Target="../notesSlides/notesSlide93.xml"/><Relationship Id="rId1" Type="http://schemas.openxmlformats.org/officeDocument/2006/relationships/slideLayout" Target="../slideLayouts/slideLayout57.xml"/><Relationship Id="rId4" Type="http://schemas.openxmlformats.org/officeDocument/2006/relationships/image" Target="../media/image450.png"/></Relationships>
</file>

<file path=ppt/slides/_rels/slide104.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94.xml"/><Relationship Id="rId1" Type="http://schemas.openxmlformats.org/officeDocument/2006/relationships/slideLayout" Target="../slideLayouts/slideLayout52.xml"/><Relationship Id="rId4" Type="http://schemas.openxmlformats.org/officeDocument/2006/relationships/image" Target="../media/image451.png"/></Relationships>
</file>

<file path=ppt/slides/_rels/slide105.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95.xml"/><Relationship Id="rId1" Type="http://schemas.openxmlformats.org/officeDocument/2006/relationships/slideLayout" Target="../slideLayouts/slideLayout52.xml"/><Relationship Id="rId4" Type="http://schemas.openxmlformats.org/officeDocument/2006/relationships/image" Target="../media/image452.png"/></Relationships>
</file>

<file path=ppt/slides/_rels/slide106.xml.rels><?xml version="1.0" encoding="UTF-8" standalone="yes"?>
<Relationships xmlns="http://schemas.openxmlformats.org/package/2006/relationships"><Relationship Id="rId3" Type="http://schemas.openxmlformats.org/officeDocument/2006/relationships/image" Target="../media/image453.jpg"/><Relationship Id="rId2" Type="http://schemas.openxmlformats.org/officeDocument/2006/relationships/notesSlide" Target="../notesSlides/notesSlide96.xml"/><Relationship Id="rId1" Type="http://schemas.openxmlformats.org/officeDocument/2006/relationships/slideLayout" Target="../slideLayouts/slideLayout227.xml"/></Relationships>
</file>

<file path=ppt/slides/_rels/slide107.xml.rels><?xml version="1.0" encoding="UTF-8" standalone="yes"?>
<Relationships xmlns="http://schemas.openxmlformats.org/package/2006/relationships"><Relationship Id="rId3" Type="http://schemas.openxmlformats.org/officeDocument/2006/relationships/image" Target="../media/image443.png"/><Relationship Id="rId2" Type="http://schemas.openxmlformats.org/officeDocument/2006/relationships/notesSlide" Target="../notesSlides/notesSlide97.xml"/><Relationship Id="rId1" Type="http://schemas.openxmlformats.org/officeDocument/2006/relationships/slideLayout" Target="../slideLayouts/slideLayout228.xml"/><Relationship Id="rId5" Type="http://schemas.openxmlformats.org/officeDocument/2006/relationships/image" Target="../media/image455.svg"/><Relationship Id="rId4" Type="http://schemas.openxmlformats.org/officeDocument/2006/relationships/image" Target="../media/image454.svg"/></Relationships>
</file>

<file path=ppt/slides/_rels/slide10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98.xml"/><Relationship Id="rId1" Type="http://schemas.openxmlformats.org/officeDocument/2006/relationships/slideLayout" Target="../slideLayouts/slideLayout55.xml"/><Relationship Id="rId4" Type="http://schemas.openxmlformats.org/officeDocument/2006/relationships/image" Target="../media/image456.jp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19.xml"/></Relationships>
</file>

<file path=ppt/slides/_rels/slide110.xml.rels><?xml version="1.0" encoding="UTF-8" standalone="yes"?>
<Relationships xmlns="http://schemas.openxmlformats.org/package/2006/relationships"><Relationship Id="rId3" Type="http://schemas.openxmlformats.org/officeDocument/2006/relationships/image" Target="../media/image457.jpg"/><Relationship Id="rId2" Type="http://schemas.openxmlformats.org/officeDocument/2006/relationships/notesSlide" Target="../notesSlides/notesSlide100.xml"/><Relationship Id="rId1" Type="http://schemas.openxmlformats.org/officeDocument/2006/relationships/slideLayout" Target="../slideLayouts/slideLayout219.xml"/></Relationships>
</file>

<file path=ppt/slides/_rels/slide111.xml.rels><?xml version="1.0" encoding="UTF-8" standalone="yes"?>
<Relationships xmlns="http://schemas.openxmlformats.org/package/2006/relationships"><Relationship Id="rId8" Type="http://schemas.openxmlformats.org/officeDocument/2006/relationships/image" Target="../media/image459.png"/><Relationship Id="rId3" Type="http://schemas.openxmlformats.org/officeDocument/2006/relationships/notesSlide" Target="../notesSlides/notesSlide101.xml"/><Relationship Id="rId7" Type="http://schemas.openxmlformats.org/officeDocument/2006/relationships/image" Target="../media/image458.gif"/><Relationship Id="rId2" Type="http://schemas.openxmlformats.org/officeDocument/2006/relationships/slideLayout" Target="../slideLayouts/slideLayout177.xml"/><Relationship Id="rId1" Type="http://schemas.openxmlformats.org/officeDocument/2006/relationships/tags" Target="../tags/tag21.xml"/><Relationship Id="rId6" Type="http://schemas.openxmlformats.org/officeDocument/2006/relationships/image" Target="../media/image442.jpg"/><Relationship Id="rId5" Type="http://schemas.openxmlformats.org/officeDocument/2006/relationships/image" Target="../media/image41.emf"/><Relationship Id="rId4" Type="http://schemas.openxmlformats.org/officeDocument/2006/relationships/oleObject" Target="../embeddings/oleObject14.bin"/><Relationship Id="rId9" Type="http://schemas.openxmlformats.org/officeDocument/2006/relationships/image" Target="../media/image367.png"/></Relationships>
</file>

<file path=ppt/slides/_rels/slide112.xml.rels><?xml version="1.0" encoding="UTF-8" standalone="yes"?>
<Relationships xmlns="http://schemas.openxmlformats.org/package/2006/relationships"><Relationship Id="rId3" Type="http://schemas.openxmlformats.org/officeDocument/2006/relationships/image" Target="../media/image427.png"/><Relationship Id="rId2" Type="http://schemas.openxmlformats.org/officeDocument/2006/relationships/notesSlide" Target="../notesSlides/notesSlide102.xml"/><Relationship Id="rId1" Type="http://schemas.openxmlformats.org/officeDocument/2006/relationships/slideLayout" Target="../slideLayouts/slideLayout219.xml"/><Relationship Id="rId5" Type="http://schemas.openxmlformats.org/officeDocument/2006/relationships/image" Target="../media/image460.jpg"/><Relationship Id="rId4" Type="http://schemas.openxmlformats.org/officeDocument/2006/relationships/image" Target="../media/image367.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177.xml"/><Relationship Id="rId7" Type="http://schemas.openxmlformats.org/officeDocument/2006/relationships/image" Target="../media/image462.jp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459.png"/><Relationship Id="rId5" Type="http://schemas.openxmlformats.org/officeDocument/2006/relationships/image" Target="../media/image367.png"/><Relationship Id="rId4" Type="http://schemas.openxmlformats.org/officeDocument/2006/relationships/image" Target="../media/image461.jpg"/></Relationships>
</file>

<file path=ppt/slides/_rels/slide114.xml.rels><?xml version="1.0" encoding="UTF-8" standalone="yes"?>
<Relationships xmlns="http://schemas.openxmlformats.org/package/2006/relationships"><Relationship Id="rId8" Type="http://schemas.openxmlformats.org/officeDocument/2006/relationships/image" Target="../media/image278.png"/><Relationship Id="rId13" Type="http://schemas.openxmlformats.org/officeDocument/2006/relationships/image" Target="../media/image470.png"/><Relationship Id="rId18" Type="http://schemas.openxmlformats.org/officeDocument/2006/relationships/image" Target="../media/image475.png"/><Relationship Id="rId3" Type="http://schemas.openxmlformats.org/officeDocument/2006/relationships/image" Target="../media/image236.png"/><Relationship Id="rId21" Type="http://schemas.openxmlformats.org/officeDocument/2006/relationships/image" Target="../media/image239.png"/><Relationship Id="rId7" Type="http://schemas.openxmlformats.org/officeDocument/2006/relationships/image" Target="../media/image465.png"/><Relationship Id="rId12" Type="http://schemas.openxmlformats.org/officeDocument/2006/relationships/image" Target="../media/image469.png"/><Relationship Id="rId17" Type="http://schemas.openxmlformats.org/officeDocument/2006/relationships/image" Target="../media/image474.png"/><Relationship Id="rId2" Type="http://schemas.openxmlformats.org/officeDocument/2006/relationships/notesSlide" Target="../notesSlides/notesSlide103.xml"/><Relationship Id="rId16" Type="http://schemas.openxmlformats.org/officeDocument/2006/relationships/image" Target="../media/image473.png"/><Relationship Id="rId20" Type="http://schemas.openxmlformats.org/officeDocument/2006/relationships/image" Target="../media/image477.png"/><Relationship Id="rId1" Type="http://schemas.openxmlformats.org/officeDocument/2006/relationships/slideLayout" Target="../slideLayouts/slideLayout52.xml"/><Relationship Id="rId6" Type="http://schemas.openxmlformats.org/officeDocument/2006/relationships/image" Target="../media/image464.png"/><Relationship Id="rId11" Type="http://schemas.openxmlformats.org/officeDocument/2006/relationships/image" Target="../media/image468.png"/><Relationship Id="rId5" Type="http://schemas.openxmlformats.org/officeDocument/2006/relationships/image" Target="../media/image463.png"/><Relationship Id="rId15" Type="http://schemas.openxmlformats.org/officeDocument/2006/relationships/image" Target="../media/image472.png"/><Relationship Id="rId10" Type="http://schemas.openxmlformats.org/officeDocument/2006/relationships/image" Target="../media/image467.png"/><Relationship Id="rId19" Type="http://schemas.openxmlformats.org/officeDocument/2006/relationships/image" Target="../media/image476.png"/><Relationship Id="rId4" Type="http://schemas.openxmlformats.org/officeDocument/2006/relationships/image" Target="../media/image426.png"/><Relationship Id="rId9" Type="http://schemas.openxmlformats.org/officeDocument/2006/relationships/image" Target="../media/image466.png"/><Relationship Id="rId14" Type="http://schemas.openxmlformats.org/officeDocument/2006/relationships/image" Target="../media/image471.jpeg"/></Relationships>
</file>

<file path=ppt/slides/_rels/slide115.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482.png"/><Relationship Id="rId18" Type="http://schemas.openxmlformats.org/officeDocument/2006/relationships/image" Target="../media/image486.png"/><Relationship Id="rId3" Type="http://schemas.openxmlformats.org/officeDocument/2006/relationships/image" Target="../media/image237.png"/><Relationship Id="rId21" Type="http://schemas.openxmlformats.org/officeDocument/2006/relationships/image" Target="../media/image236.png"/><Relationship Id="rId7" Type="http://schemas.openxmlformats.org/officeDocument/2006/relationships/image" Target="../media/image480.png"/><Relationship Id="rId12" Type="http://schemas.openxmlformats.org/officeDocument/2006/relationships/image" Target="../media/image165.png"/><Relationship Id="rId17" Type="http://schemas.microsoft.com/office/2007/relationships/hdphoto" Target="../media/hdphoto36.wdp"/><Relationship Id="rId2" Type="http://schemas.openxmlformats.org/officeDocument/2006/relationships/notesSlide" Target="../notesSlides/notesSlide104.xml"/><Relationship Id="rId16" Type="http://schemas.openxmlformats.org/officeDocument/2006/relationships/image" Target="../media/image485.png"/><Relationship Id="rId20" Type="http://schemas.openxmlformats.org/officeDocument/2006/relationships/image" Target="../media/image238.png"/><Relationship Id="rId1" Type="http://schemas.openxmlformats.org/officeDocument/2006/relationships/slideLayout" Target="../slideLayouts/slideLayout53.xml"/><Relationship Id="rId6" Type="http://schemas.openxmlformats.org/officeDocument/2006/relationships/image" Target="../media/image479.png"/><Relationship Id="rId11" Type="http://schemas.openxmlformats.org/officeDocument/2006/relationships/image" Target="../media/image475.png"/><Relationship Id="rId5" Type="http://schemas.openxmlformats.org/officeDocument/2006/relationships/image" Target="../media/image472.png"/><Relationship Id="rId15" Type="http://schemas.openxmlformats.org/officeDocument/2006/relationships/image" Target="../media/image484.png"/><Relationship Id="rId10" Type="http://schemas.openxmlformats.org/officeDocument/2006/relationships/image" Target="../media/image163.png"/><Relationship Id="rId19" Type="http://schemas.openxmlformats.org/officeDocument/2006/relationships/image" Target="../media/image487.jpeg"/><Relationship Id="rId4" Type="http://schemas.openxmlformats.org/officeDocument/2006/relationships/image" Target="../media/image478.png"/><Relationship Id="rId9" Type="http://schemas.openxmlformats.org/officeDocument/2006/relationships/image" Target="../media/image481.png"/><Relationship Id="rId14" Type="http://schemas.openxmlformats.org/officeDocument/2006/relationships/image" Target="../media/image483.png"/><Relationship Id="rId22" Type="http://schemas.openxmlformats.org/officeDocument/2006/relationships/image" Target="../media/image169.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4.xml"/></Relationships>
</file>

<file path=ppt/slides/_rels/slide117.xml.rels><?xml version="1.0" encoding="UTF-8" standalone="yes"?>
<Relationships xmlns="http://schemas.openxmlformats.org/package/2006/relationships"><Relationship Id="rId8" Type="http://schemas.openxmlformats.org/officeDocument/2006/relationships/image" Target="../media/image493.png"/><Relationship Id="rId3" Type="http://schemas.openxmlformats.org/officeDocument/2006/relationships/image" Target="../media/image488.png"/><Relationship Id="rId7" Type="http://schemas.openxmlformats.org/officeDocument/2006/relationships/image" Target="../media/image492.png"/><Relationship Id="rId2" Type="http://schemas.openxmlformats.org/officeDocument/2006/relationships/notesSlide" Target="../notesSlides/notesSlide106.xml"/><Relationship Id="rId1" Type="http://schemas.openxmlformats.org/officeDocument/2006/relationships/slideLayout" Target="../slideLayouts/slideLayout126.xml"/><Relationship Id="rId6" Type="http://schemas.openxmlformats.org/officeDocument/2006/relationships/image" Target="../media/image491.svg"/><Relationship Id="rId5" Type="http://schemas.openxmlformats.org/officeDocument/2006/relationships/image" Target="../media/image490.svg"/><Relationship Id="rId10" Type="http://schemas.openxmlformats.org/officeDocument/2006/relationships/image" Target="../media/image495.png"/><Relationship Id="rId4" Type="http://schemas.openxmlformats.org/officeDocument/2006/relationships/image" Target="../media/image489.svg"/><Relationship Id="rId9" Type="http://schemas.openxmlformats.org/officeDocument/2006/relationships/image" Target="../media/image494.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9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21.xml.rels><?xml version="1.0" encoding="UTF-8" standalone="yes"?>
<Relationships xmlns="http://schemas.openxmlformats.org/package/2006/relationships"><Relationship Id="rId8" Type="http://schemas.openxmlformats.org/officeDocument/2006/relationships/image" Target="../media/image501.png"/><Relationship Id="rId3" Type="http://schemas.openxmlformats.org/officeDocument/2006/relationships/image" Target="../media/image496.png"/><Relationship Id="rId7" Type="http://schemas.openxmlformats.org/officeDocument/2006/relationships/image" Target="../media/image500.png"/><Relationship Id="rId2" Type="http://schemas.openxmlformats.org/officeDocument/2006/relationships/notesSlide" Target="../notesSlides/notesSlide108.xml"/><Relationship Id="rId1" Type="http://schemas.openxmlformats.org/officeDocument/2006/relationships/slideLayout" Target="../slideLayouts/slideLayout109.xml"/><Relationship Id="rId6" Type="http://schemas.openxmlformats.org/officeDocument/2006/relationships/image" Target="../media/image499.png"/><Relationship Id="rId5" Type="http://schemas.openxmlformats.org/officeDocument/2006/relationships/image" Target="../media/image498.png"/><Relationship Id="rId10" Type="http://schemas.openxmlformats.org/officeDocument/2006/relationships/image" Target="../media/image503.png"/><Relationship Id="rId4" Type="http://schemas.openxmlformats.org/officeDocument/2006/relationships/image" Target="../media/image497.png"/><Relationship Id="rId9" Type="http://schemas.openxmlformats.org/officeDocument/2006/relationships/image" Target="../media/image502.png"/></Relationships>
</file>

<file path=ppt/slides/_rels/slide122.xml.rels><?xml version="1.0" encoding="UTF-8" standalone="yes"?>
<Relationships xmlns="http://schemas.openxmlformats.org/package/2006/relationships"><Relationship Id="rId8" Type="http://schemas.openxmlformats.org/officeDocument/2006/relationships/image" Target="../media/image506.png"/><Relationship Id="rId3" Type="http://schemas.openxmlformats.org/officeDocument/2006/relationships/image" Target="../media/image504.png"/><Relationship Id="rId7" Type="http://schemas.openxmlformats.org/officeDocument/2006/relationships/image" Target="../media/image505.png"/><Relationship Id="rId2" Type="http://schemas.openxmlformats.org/officeDocument/2006/relationships/notesSlide" Target="../notesSlides/notesSlide109.xml"/><Relationship Id="rId1" Type="http://schemas.openxmlformats.org/officeDocument/2006/relationships/slideLayout" Target="../slideLayouts/slideLayout109.xml"/><Relationship Id="rId6" Type="http://schemas.openxmlformats.org/officeDocument/2006/relationships/image" Target="../media/image499.png"/><Relationship Id="rId11" Type="http://schemas.openxmlformats.org/officeDocument/2006/relationships/image" Target="../media/image508.png"/><Relationship Id="rId5" Type="http://schemas.openxmlformats.org/officeDocument/2006/relationships/image" Target="../media/image498.png"/><Relationship Id="rId10" Type="http://schemas.openxmlformats.org/officeDocument/2006/relationships/image" Target="../media/image507.png"/><Relationship Id="rId4" Type="http://schemas.openxmlformats.org/officeDocument/2006/relationships/image" Target="../media/image497.png"/><Relationship Id="rId9" Type="http://schemas.openxmlformats.org/officeDocument/2006/relationships/image" Target="../media/image50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01.xml"/></Relationships>
</file>

<file path=ppt/slides/_rels/slide125.xml.rels><?xml version="1.0" encoding="UTF-8" standalone="yes"?>
<Relationships xmlns="http://schemas.openxmlformats.org/package/2006/relationships"><Relationship Id="rId2" Type="http://schemas.openxmlformats.org/officeDocument/2006/relationships/image" Target="../media/image509.jpg"/><Relationship Id="rId1"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8" Type="http://schemas.openxmlformats.org/officeDocument/2006/relationships/image" Target="../media/image516.svg"/><Relationship Id="rId3" Type="http://schemas.openxmlformats.org/officeDocument/2006/relationships/image" Target="../media/image511.png"/><Relationship Id="rId7" Type="http://schemas.openxmlformats.org/officeDocument/2006/relationships/image" Target="../media/image515.svg"/><Relationship Id="rId2" Type="http://schemas.openxmlformats.org/officeDocument/2006/relationships/image" Target="../media/image510.jpg"/><Relationship Id="rId1" Type="http://schemas.openxmlformats.org/officeDocument/2006/relationships/slideLayout" Target="../slideLayouts/slideLayout157.xml"/><Relationship Id="rId6" Type="http://schemas.openxmlformats.org/officeDocument/2006/relationships/image" Target="../media/image514.svg"/><Relationship Id="rId5" Type="http://schemas.openxmlformats.org/officeDocument/2006/relationships/image" Target="../media/image513.svg"/><Relationship Id="rId10" Type="http://schemas.openxmlformats.org/officeDocument/2006/relationships/image" Target="../media/image518.svg"/><Relationship Id="rId4" Type="http://schemas.openxmlformats.org/officeDocument/2006/relationships/image" Target="../media/image512.png"/><Relationship Id="rId9" Type="http://schemas.openxmlformats.org/officeDocument/2006/relationships/image" Target="../media/image517.svg"/></Relationships>
</file>

<file path=ppt/slides/_rels/slide127.xml.rels><?xml version="1.0" encoding="UTF-8" standalone="yes"?>
<Relationships xmlns="http://schemas.openxmlformats.org/package/2006/relationships"><Relationship Id="rId8" Type="http://schemas.openxmlformats.org/officeDocument/2006/relationships/image" Target="../media/image524.png"/><Relationship Id="rId13" Type="http://schemas.openxmlformats.org/officeDocument/2006/relationships/image" Target="../media/image528.png"/><Relationship Id="rId18" Type="http://schemas.openxmlformats.org/officeDocument/2006/relationships/image" Target="../media/image261.png"/><Relationship Id="rId3" Type="http://schemas.openxmlformats.org/officeDocument/2006/relationships/image" Target="../media/image520.png"/><Relationship Id="rId7" Type="http://schemas.openxmlformats.org/officeDocument/2006/relationships/image" Target="../media/image523.png"/><Relationship Id="rId12" Type="http://schemas.openxmlformats.org/officeDocument/2006/relationships/image" Target="../media/image527.png"/><Relationship Id="rId17" Type="http://schemas.openxmlformats.org/officeDocument/2006/relationships/image" Target="../media/image532.png"/><Relationship Id="rId2" Type="http://schemas.openxmlformats.org/officeDocument/2006/relationships/image" Target="../media/image519.svg"/><Relationship Id="rId16" Type="http://schemas.openxmlformats.org/officeDocument/2006/relationships/image" Target="../media/image531.svg"/><Relationship Id="rId1" Type="http://schemas.openxmlformats.org/officeDocument/2006/relationships/slideLayout" Target="../slideLayouts/slideLayout101.xml"/><Relationship Id="rId6" Type="http://schemas.openxmlformats.org/officeDocument/2006/relationships/image" Target="../media/image522.png"/><Relationship Id="rId11" Type="http://schemas.openxmlformats.org/officeDocument/2006/relationships/image" Target="../media/image526.png"/><Relationship Id="rId5" Type="http://schemas.openxmlformats.org/officeDocument/2006/relationships/image" Target="../media/image521.png"/><Relationship Id="rId15" Type="http://schemas.openxmlformats.org/officeDocument/2006/relationships/image" Target="../media/image530.png"/><Relationship Id="rId10" Type="http://schemas.openxmlformats.org/officeDocument/2006/relationships/image" Target="../media/image382.png"/><Relationship Id="rId4" Type="http://schemas.openxmlformats.org/officeDocument/2006/relationships/image" Target="../media/image100.png"/><Relationship Id="rId9" Type="http://schemas.openxmlformats.org/officeDocument/2006/relationships/image" Target="../media/image525.png"/><Relationship Id="rId14" Type="http://schemas.openxmlformats.org/officeDocument/2006/relationships/image" Target="../media/image529.sv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86E7353F-0C84-B529-B39F-90A3D9E478D4}"/>
              </a:ext>
            </a:extLst>
          </p:cNvPr>
          <p:cNvSpPr>
            <a:spLocks noGrp="1"/>
          </p:cNvSpPr>
          <p:nvPr>
            <p:ph type="body" sz="quarter" idx="12"/>
          </p:nvPr>
        </p:nvSpPr>
        <p:spPr>
          <a:xfrm>
            <a:off x="1850919" y="3795141"/>
            <a:ext cx="6231192" cy="492443"/>
          </a:xfrm>
        </p:spPr>
        <p:txBody>
          <a:bodyPr/>
          <a:lstStyle/>
          <a:p>
            <a:r>
              <a:rPr lang="en-US"/>
              <a:t>Speaker Name, Job Title</a:t>
            </a:r>
          </a:p>
          <a:p>
            <a:r>
              <a:rPr lang="en-US"/>
              <a:t>Event Date, Location</a:t>
            </a:r>
            <a:endParaRPr lang="en-GB"/>
          </a:p>
        </p:txBody>
      </p:sp>
      <p:pic>
        <p:nvPicPr>
          <p:cNvPr id="2" name="Picture 1" descr="A blue and pink ribbon&#10;&#10;Description automatically generated">
            <a:extLst>
              <a:ext uri="{FF2B5EF4-FFF2-40B4-BE49-F238E27FC236}">
                <a16:creationId xmlns:a16="http://schemas.microsoft.com/office/drawing/2014/main" id="{A5A789A7-C5B6-CCB3-A160-BEEF4D3FB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365" y="2579102"/>
            <a:ext cx="1216039" cy="1216039"/>
          </a:xfrm>
          <a:prstGeom prst="rect">
            <a:avLst/>
          </a:prstGeom>
        </p:spPr>
      </p:pic>
      <p:sp>
        <p:nvSpPr>
          <p:cNvPr id="5" name="Title 1">
            <a:extLst>
              <a:ext uri="{FF2B5EF4-FFF2-40B4-BE49-F238E27FC236}">
                <a16:creationId xmlns:a16="http://schemas.microsoft.com/office/drawing/2014/main" id="{21B17115-B430-0CE0-D51D-08E97EBE55A3}"/>
              </a:ext>
            </a:extLst>
          </p:cNvPr>
          <p:cNvSpPr>
            <a:spLocks noGrp="1"/>
          </p:cNvSpPr>
          <p:nvPr/>
        </p:nvSpPr>
        <p:spPr>
          <a:xfrm>
            <a:off x="1850919" y="1962001"/>
            <a:ext cx="5073650" cy="1538883"/>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4000" b="0" kern="1200" cap="none" spc="-50" baseline="0">
                <a:ln w="3175">
                  <a:noFill/>
                </a:ln>
                <a:solidFill>
                  <a:schemeClr val="tx1"/>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Segoe UI Semibold"/>
                <a:ea typeface="+mn-ea"/>
                <a:cs typeface="Segoe Sans Text"/>
              </a:rPr>
              <a:t>Agentic AI Hack</a:t>
            </a:r>
            <a:endParaRPr kumimoji="0" lang="en-US" sz="4000" b="0" i="0" u="none" strike="noStrike" kern="1200" cap="none" spc="-50" normalizeH="0" baseline="0" noProof="0">
              <a:ln w="3175">
                <a:noFill/>
              </a:ln>
              <a:solidFill>
                <a:srgbClr val="1A1A1A"/>
              </a:solidFill>
              <a:effectLst/>
              <a:uLnTx/>
              <a:uFillTx/>
              <a:latin typeface="Segoe UI Semibold"/>
              <a:ea typeface="+mn-ea"/>
              <a:cs typeface="Segoe Sans Text"/>
            </a:endParaRPr>
          </a:p>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a:ln>
                  <a:noFill/>
                </a:ln>
                <a:solidFill>
                  <a:srgbClr val="0070C0"/>
                </a:solidFill>
                <a:effectLst/>
                <a:uLnTx/>
                <a:uFillTx/>
                <a:latin typeface="Segoe UI Semibold"/>
                <a:ea typeface="+mn-ea"/>
                <a:cs typeface="Segoe Sans Text"/>
              </a:rPr>
              <a:t>Agentic Contract Management Lifecycle</a:t>
            </a:r>
          </a:p>
        </p:txBody>
      </p:sp>
    </p:spTree>
    <p:extLst>
      <p:ext uri="{BB962C8B-B14F-4D97-AF65-F5344CB8AC3E}">
        <p14:creationId xmlns:p14="http://schemas.microsoft.com/office/powerpoint/2010/main" val="144641434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 name="Picture 245">
            <a:extLst>
              <a:ext uri="{FF2B5EF4-FFF2-40B4-BE49-F238E27FC236}">
                <a16:creationId xmlns:a16="http://schemas.microsoft.com/office/drawing/2014/main" id="{5367FFF3-AD04-4A33-727B-FF83C510CDEE}"/>
              </a:ext>
            </a:extLst>
          </p:cNvPr>
          <p:cNvPicPr>
            <a:picLocks noChangeAspect="1"/>
          </p:cNvPicPr>
          <p:nvPr/>
        </p:nvPicPr>
        <p:blipFill>
          <a:blip r:embed="rId3"/>
          <a:stretch>
            <a:fillRect/>
          </a:stretch>
        </p:blipFill>
        <p:spPr>
          <a:xfrm>
            <a:off x="8308511" y="2279507"/>
            <a:ext cx="3883489" cy="4578493"/>
          </a:xfrm>
          <a:prstGeom prst="rect">
            <a:avLst/>
          </a:prstGeom>
        </p:spPr>
      </p:pic>
      <p:sp>
        <p:nvSpPr>
          <p:cNvPr id="4" name="Title 3">
            <a:extLst>
              <a:ext uri="{FF2B5EF4-FFF2-40B4-BE49-F238E27FC236}">
                <a16:creationId xmlns:a16="http://schemas.microsoft.com/office/drawing/2014/main" id="{14E2DF37-45E1-0C96-6ECD-DD99F324434C}"/>
              </a:ext>
            </a:extLst>
          </p:cNvPr>
          <p:cNvSpPr>
            <a:spLocks noGrp="1"/>
          </p:cNvSpPr>
          <p:nvPr>
            <p:ph type="title"/>
          </p:nvPr>
        </p:nvSpPr>
        <p:spPr>
          <a:xfrm>
            <a:off x="419100" y="436330"/>
            <a:ext cx="11353799" cy="560426"/>
          </a:xfrm>
        </p:spPr>
        <p:txBody>
          <a:bodyPr/>
          <a:lstStyle/>
          <a:p>
            <a:r>
              <a:rPr lang="en-US"/>
              <a:t>Contents</a:t>
            </a:r>
          </a:p>
        </p:txBody>
      </p:sp>
      <p:sp>
        <p:nvSpPr>
          <p:cNvPr id="207" name="Rectangle: Rounded Corners 206">
            <a:extLst>
              <a:ext uri="{FF2B5EF4-FFF2-40B4-BE49-F238E27FC236}">
                <a16:creationId xmlns:a16="http://schemas.microsoft.com/office/drawing/2014/main" id="{A032F6C0-7FC6-5121-5CFB-71900D6504C0}"/>
              </a:ext>
            </a:extLst>
          </p:cNvPr>
          <p:cNvSpPr/>
          <p:nvPr/>
        </p:nvSpPr>
        <p:spPr>
          <a:xfrm>
            <a:off x="6104344" y="1223158"/>
            <a:ext cx="672816" cy="5215741"/>
          </a:xfrm>
          <a:prstGeom prst="roundRect">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0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Aptos" panose="02110004020202020204"/>
              <a:ea typeface="+mn-ea"/>
              <a:cs typeface="+mn-cs"/>
            </a:endParaRPr>
          </a:p>
        </p:txBody>
      </p:sp>
      <p:sp>
        <p:nvSpPr>
          <p:cNvPr id="208" name="Rectangle: Rounded Corners 207">
            <a:extLst>
              <a:ext uri="{FF2B5EF4-FFF2-40B4-BE49-F238E27FC236}">
                <a16:creationId xmlns:a16="http://schemas.microsoft.com/office/drawing/2014/main" id="{405D010E-61ED-BB23-1B9E-28F12F946423}"/>
              </a:ext>
            </a:extLst>
          </p:cNvPr>
          <p:cNvSpPr/>
          <p:nvPr/>
        </p:nvSpPr>
        <p:spPr>
          <a:xfrm>
            <a:off x="419102" y="1223158"/>
            <a:ext cx="672816" cy="5215741"/>
          </a:xfrm>
          <a:prstGeom prst="roundRect">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0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EFFFE"/>
              </a:solidFill>
              <a:effectLst/>
              <a:uLnTx/>
              <a:uFillTx/>
              <a:latin typeface="Aptos" panose="02110004020202020204"/>
              <a:ea typeface="+mn-ea"/>
              <a:cs typeface="+mn-cs"/>
            </a:endParaRPr>
          </a:p>
        </p:txBody>
      </p:sp>
      <p:cxnSp>
        <p:nvCxnSpPr>
          <p:cNvPr id="209" name="Straight Connector 208">
            <a:extLst>
              <a:ext uri="{FF2B5EF4-FFF2-40B4-BE49-F238E27FC236}">
                <a16:creationId xmlns:a16="http://schemas.microsoft.com/office/drawing/2014/main" id="{D3FDE98A-E1D8-0458-B40E-F572D4861512}"/>
              </a:ext>
            </a:extLst>
          </p:cNvPr>
          <p:cNvCxnSpPr/>
          <p:nvPr/>
        </p:nvCxnSpPr>
        <p:spPr>
          <a:xfrm>
            <a:off x="1224078" y="230382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80E97804-4320-C4B6-C182-F6182EE7DBB6}"/>
              </a:ext>
            </a:extLst>
          </p:cNvPr>
          <p:cNvCxnSpPr>
            <a:cxnSpLocks/>
          </p:cNvCxnSpPr>
          <p:nvPr/>
        </p:nvCxnSpPr>
        <p:spPr>
          <a:xfrm>
            <a:off x="6909320" y="230382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7B826000-9FDE-43B2-C495-067F2FFBB297}"/>
              </a:ext>
            </a:extLst>
          </p:cNvPr>
          <p:cNvCxnSpPr/>
          <p:nvPr/>
        </p:nvCxnSpPr>
        <p:spPr>
          <a:xfrm>
            <a:off x="1224078" y="3321962"/>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378F6A1E-1582-F20C-94C3-28945564424D}"/>
              </a:ext>
            </a:extLst>
          </p:cNvPr>
          <p:cNvCxnSpPr/>
          <p:nvPr/>
        </p:nvCxnSpPr>
        <p:spPr>
          <a:xfrm>
            <a:off x="1224078" y="4340097"/>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DB44E46B-0A87-4355-CA9C-BD394833AA8B}"/>
              </a:ext>
            </a:extLst>
          </p:cNvPr>
          <p:cNvCxnSpPr/>
          <p:nvPr/>
        </p:nvCxnSpPr>
        <p:spPr>
          <a:xfrm>
            <a:off x="1224078" y="5358232"/>
            <a:ext cx="47039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FA6F9A6D-7169-21CA-709E-FAAE8482DBB4}"/>
              </a:ext>
            </a:extLst>
          </p:cNvPr>
          <p:cNvCxnSpPr/>
          <p:nvPr/>
        </p:nvCxnSpPr>
        <p:spPr>
          <a:xfrm>
            <a:off x="565010" y="230382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8D75582C-4C69-A681-5AAE-1D776AFDA63E}"/>
              </a:ext>
            </a:extLst>
          </p:cNvPr>
          <p:cNvCxnSpPr/>
          <p:nvPr/>
        </p:nvCxnSpPr>
        <p:spPr>
          <a:xfrm>
            <a:off x="565010" y="3321962"/>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4343CE2-BD7E-FCCE-59B7-01C053BEF4B5}"/>
              </a:ext>
            </a:extLst>
          </p:cNvPr>
          <p:cNvCxnSpPr/>
          <p:nvPr/>
        </p:nvCxnSpPr>
        <p:spPr>
          <a:xfrm>
            <a:off x="565010" y="434009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D7281C2-CBBA-0E84-AC2B-575DF9216319}"/>
              </a:ext>
            </a:extLst>
          </p:cNvPr>
          <p:cNvCxnSpPr/>
          <p:nvPr/>
        </p:nvCxnSpPr>
        <p:spPr>
          <a:xfrm>
            <a:off x="565010" y="5358232"/>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4A637F69-0A9B-C336-4684-69D0F067BD1D}"/>
              </a:ext>
            </a:extLst>
          </p:cNvPr>
          <p:cNvCxnSpPr>
            <a:cxnSpLocks/>
          </p:cNvCxnSpPr>
          <p:nvPr/>
        </p:nvCxnSpPr>
        <p:spPr>
          <a:xfrm>
            <a:off x="6250253" y="2303827"/>
            <a:ext cx="38099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5" name="Text Placeholder 31">
            <a:extLst>
              <a:ext uri="{FF2B5EF4-FFF2-40B4-BE49-F238E27FC236}">
                <a16:creationId xmlns:a16="http://schemas.microsoft.com/office/drawing/2014/main" id="{EC0A4A6A-CB7C-8CD6-F7DD-9EC6B3525D5C}"/>
              </a:ext>
            </a:extLst>
          </p:cNvPr>
          <p:cNvSpPr txBox="1">
            <a:spLocks noChangeAspect="1"/>
          </p:cNvSpPr>
          <p:nvPr/>
        </p:nvSpPr>
        <p:spPr>
          <a:xfrm>
            <a:off x="1224078" y="1671649"/>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Introduction</a:t>
            </a:r>
          </a:p>
        </p:txBody>
      </p:sp>
      <p:sp>
        <p:nvSpPr>
          <p:cNvPr id="226" name="Text Placeholder 31">
            <a:extLst>
              <a:ext uri="{FF2B5EF4-FFF2-40B4-BE49-F238E27FC236}">
                <a16:creationId xmlns:a16="http://schemas.microsoft.com/office/drawing/2014/main" id="{909E6E9E-14E9-A41B-6D7F-3BA07B130C04}"/>
              </a:ext>
            </a:extLst>
          </p:cNvPr>
          <p:cNvSpPr txBox="1">
            <a:spLocks noChangeAspect="1"/>
          </p:cNvSpPr>
          <p:nvPr/>
        </p:nvSpPr>
        <p:spPr>
          <a:xfrm>
            <a:off x="548296" y="1579316"/>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01</a:t>
            </a:r>
          </a:p>
        </p:txBody>
      </p:sp>
      <p:sp>
        <p:nvSpPr>
          <p:cNvPr id="227" name="Text Placeholder 31">
            <a:extLst>
              <a:ext uri="{FF2B5EF4-FFF2-40B4-BE49-F238E27FC236}">
                <a16:creationId xmlns:a16="http://schemas.microsoft.com/office/drawing/2014/main" id="{FC4EF75C-3569-ED99-7CB4-F45CC1DAB675}"/>
              </a:ext>
            </a:extLst>
          </p:cNvPr>
          <p:cNvSpPr txBox="1">
            <a:spLocks noChangeAspect="1"/>
          </p:cNvSpPr>
          <p:nvPr/>
        </p:nvSpPr>
        <p:spPr>
          <a:xfrm>
            <a:off x="1224078" y="2689784"/>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Business Problem</a:t>
            </a:r>
          </a:p>
        </p:txBody>
      </p:sp>
      <p:sp>
        <p:nvSpPr>
          <p:cNvPr id="228" name="Text Placeholder 31">
            <a:extLst>
              <a:ext uri="{FF2B5EF4-FFF2-40B4-BE49-F238E27FC236}">
                <a16:creationId xmlns:a16="http://schemas.microsoft.com/office/drawing/2014/main" id="{A58E6574-7682-57EC-86BF-B325C5BA7F16}"/>
              </a:ext>
            </a:extLst>
          </p:cNvPr>
          <p:cNvSpPr txBox="1">
            <a:spLocks noChangeAspect="1"/>
          </p:cNvSpPr>
          <p:nvPr/>
        </p:nvSpPr>
        <p:spPr>
          <a:xfrm>
            <a:off x="548296" y="2597451"/>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02</a:t>
            </a:r>
          </a:p>
        </p:txBody>
      </p:sp>
      <p:sp>
        <p:nvSpPr>
          <p:cNvPr id="229" name="Text Placeholder 31">
            <a:extLst>
              <a:ext uri="{FF2B5EF4-FFF2-40B4-BE49-F238E27FC236}">
                <a16:creationId xmlns:a16="http://schemas.microsoft.com/office/drawing/2014/main" id="{4D1C0A32-7E12-93AA-7B17-17EDDF4FFE2F}"/>
              </a:ext>
            </a:extLst>
          </p:cNvPr>
          <p:cNvSpPr txBox="1">
            <a:spLocks noChangeAspect="1"/>
          </p:cNvSpPr>
          <p:nvPr/>
        </p:nvSpPr>
        <p:spPr>
          <a:xfrm>
            <a:off x="1224078" y="3707919"/>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A New Fortier: Agentic AI</a:t>
            </a:r>
          </a:p>
        </p:txBody>
      </p:sp>
      <p:sp>
        <p:nvSpPr>
          <p:cNvPr id="230" name="Text Placeholder 31">
            <a:extLst>
              <a:ext uri="{FF2B5EF4-FFF2-40B4-BE49-F238E27FC236}">
                <a16:creationId xmlns:a16="http://schemas.microsoft.com/office/drawing/2014/main" id="{3A0F2C9A-6F22-AAE9-2B57-2020BA1A6571}"/>
              </a:ext>
            </a:extLst>
          </p:cNvPr>
          <p:cNvSpPr txBox="1">
            <a:spLocks noChangeAspect="1"/>
          </p:cNvSpPr>
          <p:nvPr/>
        </p:nvSpPr>
        <p:spPr>
          <a:xfrm>
            <a:off x="548296" y="3615586"/>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03</a:t>
            </a:r>
          </a:p>
        </p:txBody>
      </p:sp>
      <p:sp>
        <p:nvSpPr>
          <p:cNvPr id="231" name="Text Placeholder 31">
            <a:extLst>
              <a:ext uri="{FF2B5EF4-FFF2-40B4-BE49-F238E27FC236}">
                <a16:creationId xmlns:a16="http://schemas.microsoft.com/office/drawing/2014/main" id="{A5647CC0-0B21-9CE5-EBA0-39DDFFDE926F}"/>
              </a:ext>
            </a:extLst>
          </p:cNvPr>
          <p:cNvSpPr txBox="1">
            <a:spLocks noChangeAspect="1"/>
          </p:cNvSpPr>
          <p:nvPr/>
        </p:nvSpPr>
        <p:spPr>
          <a:xfrm>
            <a:off x="1224078" y="4726054"/>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Diving Deep: Agent Patterns</a:t>
            </a:r>
          </a:p>
        </p:txBody>
      </p:sp>
      <p:sp>
        <p:nvSpPr>
          <p:cNvPr id="232" name="Text Placeholder 31">
            <a:extLst>
              <a:ext uri="{FF2B5EF4-FFF2-40B4-BE49-F238E27FC236}">
                <a16:creationId xmlns:a16="http://schemas.microsoft.com/office/drawing/2014/main" id="{747406F2-9180-797F-1C4E-4ED61F7BF46A}"/>
              </a:ext>
            </a:extLst>
          </p:cNvPr>
          <p:cNvSpPr txBox="1">
            <a:spLocks noChangeAspect="1"/>
          </p:cNvSpPr>
          <p:nvPr/>
        </p:nvSpPr>
        <p:spPr>
          <a:xfrm>
            <a:off x="548296" y="4633721"/>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04</a:t>
            </a:r>
          </a:p>
        </p:txBody>
      </p:sp>
      <p:sp>
        <p:nvSpPr>
          <p:cNvPr id="233" name="Text Placeholder 31">
            <a:extLst>
              <a:ext uri="{FF2B5EF4-FFF2-40B4-BE49-F238E27FC236}">
                <a16:creationId xmlns:a16="http://schemas.microsoft.com/office/drawing/2014/main" id="{B02F2FFD-4EAB-D857-84F1-2B86D997ADF1}"/>
              </a:ext>
            </a:extLst>
          </p:cNvPr>
          <p:cNvSpPr txBox="1">
            <a:spLocks noChangeAspect="1"/>
          </p:cNvSpPr>
          <p:nvPr/>
        </p:nvSpPr>
        <p:spPr>
          <a:xfrm>
            <a:off x="1224078" y="5744187"/>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Making </a:t>
            </a:r>
            <a:r>
              <a:rPr lang="en-US">
                <a:solidFill>
                  <a:srgbClr val="000000"/>
                </a:solidFill>
                <a:latin typeface="Segoe Sans Display"/>
              </a:rPr>
              <a:t>it Real: Building AI Agents</a:t>
            </a:r>
            <a:endPar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234" name="Text Placeholder 31">
            <a:extLst>
              <a:ext uri="{FF2B5EF4-FFF2-40B4-BE49-F238E27FC236}">
                <a16:creationId xmlns:a16="http://schemas.microsoft.com/office/drawing/2014/main" id="{3E6868E6-752F-C3B6-DB50-FEBE9FD215A2}"/>
              </a:ext>
            </a:extLst>
          </p:cNvPr>
          <p:cNvSpPr txBox="1">
            <a:spLocks noChangeAspect="1"/>
          </p:cNvSpPr>
          <p:nvPr/>
        </p:nvSpPr>
        <p:spPr>
          <a:xfrm>
            <a:off x="548296" y="5651854"/>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05</a:t>
            </a:r>
          </a:p>
        </p:txBody>
      </p:sp>
      <p:sp>
        <p:nvSpPr>
          <p:cNvPr id="235" name="Text Placeholder 31">
            <a:extLst>
              <a:ext uri="{FF2B5EF4-FFF2-40B4-BE49-F238E27FC236}">
                <a16:creationId xmlns:a16="http://schemas.microsoft.com/office/drawing/2014/main" id="{E77BFF74-1BB2-0327-91F7-F241A197DAAC}"/>
              </a:ext>
            </a:extLst>
          </p:cNvPr>
          <p:cNvSpPr txBox="1">
            <a:spLocks noChangeAspect="1"/>
          </p:cNvSpPr>
          <p:nvPr/>
        </p:nvSpPr>
        <p:spPr>
          <a:xfrm>
            <a:off x="6909320" y="1671649"/>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Today’s Use Case: Contract Lifecycle Management</a:t>
            </a:r>
          </a:p>
        </p:txBody>
      </p:sp>
      <p:sp>
        <p:nvSpPr>
          <p:cNvPr id="236" name="Text Placeholder 31">
            <a:extLst>
              <a:ext uri="{FF2B5EF4-FFF2-40B4-BE49-F238E27FC236}">
                <a16:creationId xmlns:a16="http://schemas.microsoft.com/office/drawing/2014/main" id="{FF773163-5E51-41BC-3718-FED2BD4C5AD2}"/>
              </a:ext>
            </a:extLst>
          </p:cNvPr>
          <p:cNvSpPr txBox="1">
            <a:spLocks noChangeAspect="1"/>
          </p:cNvSpPr>
          <p:nvPr/>
        </p:nvSpPr>
        <p:spPr>
          <a:xfrm>
            <a:off x="6233539" y="1579316"/>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06</a:t>
            </a:r>
          </a:p>
        </p:txBody>
      </p:sp>
      <p:sp>
        <p:nvSpPr>
          <p:cNvPr id="237" name="Text Placeholder 31">
            <a:extLst>
              <a:ext uri="{FF2B5EF4-FFF2-40B4-BE49-F238E27FC236}">
                <a16:creationId xmlns:a16="http://schemas.microsoft.com/office/drawing/2014/main" id="{6CCB77FA-7933-C142-15E2-D0C168E6A01D}"/>
              </a:ext>
            </a:extLst>
          </p:cNvPr>
          <p:cNvSpPr txBox="1">
            <a:spLocks noChangeAspect="1"/>
          </p:cNvSpPr>
          <p:nvPr/>
        </p:nvSpPr>
        <p:spPr>
          <a:xfrm>
            <a:off x="6909320" y="2689784"/>
            <a:ext cx="4703921" cy="338554"/>
          </a:xfrm>
          <a:prstGeom prst="rect">
            <a:avLst/>
          </a:prstGeom>
        </p:spPr>
        <p:txBody>
          <a:bodyPr anchor="t">
            <a:spAutoFit/>
          </a:bodyPr>
          <a:lstStyle>
            <a:lvl1pPr marL="0" indent="0" algn="l" defTabSz="457109" rtl="0" eaLnBrk="1" latinLnBrk="0" hangingPunct="1">
              <a:lnSpc>
                <a:spcPct val="100000"/>
              </a:lnSpc>
              <a:spcBef>
                <a:spcPts val="336"/>
              </a:spcBef>
              <a:buFont typeface="Arial" panose="020B0604020202020204" pitchFamily="34" charset="0"/>
              <a:buNone/>
              <a:defRPr sz="1600" b="0" i="0" kern="0" spc="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rPr>
              <a:t>Closing</a:t>
            </a:r>
          </a:p>
        </p:txBody>
      </p:sp>
      <p:sp>
        <p:nvSpPr>
          <p:cNvPr id="238" name="Text Placeholder 31">
            <a:extLst>
              <a:ext uri="{FF2B5EF4-FFF2-40B4-BE49-F238E27FC236}">
                <a16:creationId xmlns:a16="http://schemas.microsoft.com/office/drawing/2014/main" id="{1A4DACA4-8ED2-E818-011B-03596A2AB3E0}"/>
              </a:ext>
            </a:extLst>
          </p:cNvPr>
          <p:cNvSpPr txBox="1">
            <a:spLocks noChangeAspect="1"/>
          </p:cNvSpPr>
          <p:nvPr/>
        </p:nvSpPr>
        <p:spPr>
          <a:xfrm>
            <a:off x="6233539" y="2597451"/>
            <a:ext cx="414427" cy="430887"/>
          </a:xfrm>
          <a:prstGeom prst="rect">
            <a:avLst/>
          </a:prstGeom>
        </p:spPr>
        <p:txBody>
          <a:bodyPr wrap="none" anchor="ctr">
            <a:noAutofit/>
          </a:bodyPr>
          <a:lstStyle>
            <a:lvl1pPr marL="0" indent="0" algn="ctr" defTabSz="457109" rtl="0" eaLnBrk="1" latinLnBrk="0" hangingPunct="1">
              <a:lnSpc>
                <a:spcPct val="100000"/>
              </a:lnSpc>
              <a:spcBef>
                <a:spcPts val="336"/>
              </a:spcBef>
              <a:buFont typeface="Arial" panose="020B0604020202020204" pitchFamily="34" charset="0"/>
              <a:buNone/>
              <a:defRPr sz="2800" b="0" i="0" kern="0" spc="0" baseline="0">
                <a:gradFill>
                  <a:gsLst>
                    <a:gs pos="0">
                      <a:schemeClr val="bg2"/>
                    </a:gs>
                    <a:gs pos="100000">
                      <a:schemeClr val="accent1"/>
                    </a:gs>
                  </a:gsLst>
                  <a:lin ang="4800000" scaled="0"/>
                </a:gra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2800" b="0" i="0" u="none" strike="noStrike" kern="0" cap="none" spc="0" normalizeH="0" baseline="0" noProof="0">
                <a:ln>
                  <a:noFill/>
                </a:ln>
                <a:gradFill>
                  <a:gsLst>
                    <a:gs pos="0">
                      <a:srgbClr val="0408AC"/>
                    </a:gs>
                    <a:gs pos="100000">
                      <a:srgbClr val="4F42FD"/>
                    </a:gs>
                  </a:gsLst>
                  <a:lin ang="4800000" scaled="0"/>
                </a:gradFill>
                <a:effectLst/>
                <a:uLnTx/>
                <a:uFillTx/>
                <a:latin typeface="Segoe Sans Display Semilight"/>
                <a:ea typeface="+mn-ea"/>
                <a:cs typeface="Segoe Sans Display Semibold" pitchFamily="2" charset="0"/>
              </a:rPr>
              <a:t>07</a:t>
            </a:r>
          </a:p>
        </p:txBody>
      </p:sp>
    </p:spTree>
    <p:extLst>
      <p:ext uri="{BB962C8B-B14F-4D97-AF65-F5344CB8AC3E}">
        <p14:creationId xmlns:p14="http://schemas.microsoft.com/office/powerpoint/2010/main" val="267029043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2977AD-90E7-BBF2-A2BA-66231A5B432E}"/>
              </a:ext>
            </a:extLst>
          </p:cNvPr>
          <p:cNvSpPr>
            <a:spLocks noGrp="1"/>
          </p:cNvSpPr>
          <p:nvPr>
            <p:ph type="body" idx="1"/>
          </p:nvPr>
        </p:nvSpPr>
        <p:spPr>
          <a:xfrm>
            <a:off x="5695951" y="4228164"/>
            <a:ext cx="4800600" cy="369332"/>
          </a:xfrm>
        </p:spPr>
        <p:txBody>
          <a:bodyPr/>
          <a:lstStyle/>
          <a:p>
            <a:r>
              <a:rPr lang="en-US" sz="2400"/>
              <a:t>And how AI agents can help…</a:t>
            </a:r>
          </a:p>
        </p:txBody>
      </p:sp>
      <p:sp>
        <p:nvSpPr>
          <p:cNvPr id="3" name="Title 2">
            <a:extLst>
              <a:ext uri="{FF2B5EF4-FFF2-40B4-BE49-F238E27FC236}">
                <a16:creationId xmlns:a16="http://schemas.microsoft.com/office/drawing/2014/main" id="{FB7A9812-4AF8-B811-5440-B3731CCFF431}"/>
              </a:ext>
            </a:extLst>
          </p:cNvPr>
          <p:cNvSpPr>
            <a:spLocks noGrp="1"/>
          </p:cNvSpPr>
          <p:nvPr>
            <p:ph type="title"/>
          </p:nvPr>
        </p:nvSpPr>
        <p:spPr>
          <a:xfrm>
            <a:off x="5695951" y="2899467"/>
            <a:ext cx="4800600" cy="1218795"/>
          </a:xfrm>
        </p:spPr>
        <p:txBody>
          <a:bodyPr/>
          <a:lstStyle/>
          <a:p>
            <a:r>
              <a:rPr lang="en-US" sz="4400"/>
              <a:t>Your business processes today</a:t>
            </a:r>
          </a:p>
        </p:txBody>
      </p:sp>
    </p:spTree>
    <p:extLst>
      <p:ext uri="{BB962C8B-B14F-4D97-AF65-F5344CB8AC3E}">
        <p14:creationId xmlns:p14="http://schemas.microsoft.com/office/powerpoint/2010/main" val="2622093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C97D5-4E8D-2AAD-951D-81FA46F6E304}"/>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469ABD7-5789-5712-3A54-E7A6AD9F6469}"/>
              </a:ext>
              <a:ext uri="{C183D7F6-B498-43B3-948B-1728B52AA6E4}">
                <adec:decorative xmlns:adec="http://schemas.microsoft.com/office/drawing/2017/decorative" val="1"/>
              </a:ext>
            </a:extLst>
          </p:cNvPr>
          <p:cNvGrpSpPr/>
          <p:nvPr/>
        </p:nvGrpSpPr>
        <p:grpSpPr>
          <a:xfrm>
            <a:off x="3571049" y="260964"/>
            <a:ext cx="7639802" cy="6607427"/>
            <a:chOff x="3571049" y="260964"/>
            <a:chExt cx="7639802" cy="6607427"/>
          </a:xfrm>
        </p:grpSpPr>
        <p:sp>
          <p:nvSpPr>
            <p:cNvPr id="5" name="Freeform 4">
              <a:extLst>
                <a:ext uri="{FF2B5EF4-FFF2-40B4-BE49-F238E27FC236}">
                  <a16:creationId xmlns:a16="http://schemas.microsoft.com/office/drawing/2014/main" id="{52C0201E-889A-86DF-A94D-1CF227B89A1F}"/>
                </a:ext>
              </a:extLst>
            </p:cNvPr>
            <p:cNvSpPr/>
            <p:nvPr/>
          </p:nvSpPr>
          <p:spPr>
            <a:xfrm>
              <a:off x="5550353" y="260964"/>
              <a:ext cx="5660498" cy="6607427"/>
            </a:xfrm>
            <a:custGeom>
              <a:avLst/>
              <a:gdLst>
                <a:gd name="connsiteX0" fmla="*/ 268025 w 5660498"/>
                <a:gd name="connsiteY0" fmla="*/ 0 h 6607427"/>
                <a:gd name="connsiteX1" fmla="*/ 5392473 w 5660498"/>
                <a:gd name="connsiteY1" fmla="*/ 0 h 6607427"/>
                <a:gd name="connsiteX2" fmla="*/ 5660498 w 5660498"/>
                <a:gd name="connsiteY2" fmla="*/ 268025 h 6607427"/>
                <a:gd name="connsiteX3" fmla="*/ 5660498 w 5660498"/>
                <a:gd name="connsiteY3" fmla="*/ 6607427 h 6607427"/>
                <a:gd name="connsiteX4" fmla="*/ 0 w 5660498"/>
                <a:gd name="connsiteY4" fmla="*/ 6607427 h 6607427"/>
                <a:gd name="connsiteX5" fmla="*/ 0 w 5660498"/>
                <a:gd name="connsiteY5" fmla="*/ 268025 h 6607427"/>
                <a:gd name="connsiteX6" fmla="*/ 268025 w 5660498"/>
                <a:gd name="connsiteY6" fmla="*/ 0 h 660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498" h="6607427">
                  <a:moveTo>
                    <a:pt x="268025" y="0"/>
                  </a:moveTo>
                  <a:lnTo>
                    <a:pt x="5392473" y="0"/>
                  </a:lnTo>
                  <a:cubicBezTo>
                    <a:pt x="5540499" y="0"/>
                    <a:pt x="5660498" y="119999"/>
                    <a:pt x="5660498" y="268025"/>
                  </a:cubicBezTo>
                  <a:lnTo>
                    <a:pt x="5660498" y="6607427"/>
                  </a:lnTo>
                  <a:lnTo>
                    <a:pt x="0" y="6607427"/>
                  </a:lnTo>
                  <a:lnTo>
                    <a:pt x="0" y="268025"/>
                  </a:lnTo>
                  <a:cubicBezTo>
                    <a:pt x="0" y="119999"/>
                    <a:pt x="119999" y="0"/>
                    <a:pt x="268025" y="0"/>
                  </a:cubicBezTo>
                  <a:close/>
                </a:path>
              </a:pathLst>
            </a:cu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cxnSp>
          <p:nvCxnSpPr>
            <p:cNvPr id="15" name="Straight Arrow Connector 14">
              <a:extLst>
                <a:ext uri="{FF2B5EF4-FFF2-40B4-BE49-F238E27FC236}">
                  <a16:creationId xmlns:a16="http://schemas.microsoft.com/office/drawing/2014/main" id="{188E4491-FD5B-93ED-DBDD-35AE16ED50A5}"/>
                </a:ext>
              </a:extLst>
            </p:cNvPr>
            <p:cNvCxnSpPr>
              <a:cxnSpLocks/>
            </p:cNvCxnSpPr>
            <p:nvPr/>
          </p:nvCxnSpPr>
          <p:spPr>
            <a:xfrm>
              <a:off x="3571049" y="3866062"/>
              <a:ext cx="1842615"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
        <p:nvSpPr>
          <p:cNvPr id="16" name="Freeform 15">
            <a:extLst>
              <a:ext uri="{FF2B5EF4-FFF2-40B4-BE49-F238E27FC236}">
                <a16:creationId xmlns:a16="http://schemas.microsoft.com/office/drawing/2014/main" id="{56CFA091-639B-26CA-4F83-0FBCD69F1392}"/>
              </a:ext>
              <a:ext uri="{C183D7F6-B498-43B3-948B-1728B52AA6E4}">
                <adec:decorative xmlns:adec="http://schemas.microsoft.com/office/drawing/2017/decorative" val="1"/>
              </a:ext>
            </a:extLst>
          </p:cNvPr>
          <p:cNvSpPr/>
          <p:nvPr/>
        </p:nvSpPr>
        <p:spPr>
          <a:xfrm>
            <a:off x="5555053" y="260963"/>
            <a:ext cx="5660498" cy="596404"/>
          </a:xfrm>
          <a:custGeom>
            <a:avLst/>
            <a:gdLst>
              <a:gd name="connsiteX0" fmla="*/ 268025 w 5660498"/>
              <a:gd name="connsiteY0" fmla="*/ 0 h 596404"/>
              <a:gd name="connsiteX1" fmla="*/ 5392473 w 5660498"/>
              <a:gd name="connsiteY1" fmla="*/ 0 h 596404"/>
              <a:gd name="connsiteX2" fmla="*/ 5660498 w 5660498"/>
              <a:gd name="connsiteY2" fmla="*/ 268025 h 596404"/>
              <a:gd name="connsiteX3" fmla="*/ 5660498 w 5660498"/>
              <a:gd name="connsiteY3" fmla="*/ 596404 h 596404"/>
              <a:gd name="connsiteX4" fmla="*/ 0 w 5660498"/>
              <a:gd name="connsiteY4" fmla="*/ 596404 h 596404"/>
              <a:gd name="connsiteX5" fmla="*/ 0 w 5660498"/>
              <a:gd name="connsiteY5" fmla="*/ 268025 h 596404"/>
              <a:gd name="connsiteX6" fmla="*/ 268025 w 5660498"/>
              <a:gd name="connsiteY6" fmla="*/ 0 h 59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498" h="596404">
                <a:moveTo>
                  <a:pt x="268025" y="0"/>
                </a:moveTo>
                <a:lnTo>
                  <a:pt x="5392473" y="0"/>
                </a:lnTo>
                <a:cubicBezTo>
                  <a:pt x="5540499" y="0"/>
                  <a:pt x="5660498" y="119999"/>
                  <a:pt x="5660498" y="268025"/>
                </a:cubicBezTo>
                <a:lnTo>
                  <a:pt x="5660498" y="596404"/>
                </a:lnTo>
                <a:lnTo>
                  <a:pt x="0" y="596404"/>
                </a:lnTo>
                <a:lnTo>
                  <a:pt x="0" y="268025"/>
                </a:lnTo>
                <a:cubicBezTo>
                  <a:pt x="0" y="119999"/>
                  <a:pt x="119999" y="0"/>
                  <a:pt x="268025" y="0"/>
                </a:cubicBezTo>
                <a:close/>
              </a:path>
            </a:pathLst>
          </a:custGeom>
          <a:solidFill>
            <a:schemeClr val="tx1">
              <a:lumMod val="10000"/>
              <a:lumOff val="90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6" name="Rounded Rectangle 5">
            <a:extLst>
              <a:ext uri="{FF2B5EF4-FFF2-40B4-BE49-F238E27FC236}">
                <a16:creationId xmlns:a16="http://schemas.microsoft.com/office/drawing/2014/main" id="{3A5F0657-6AB9-70DC-302F-3ED67620BD6C}"/>
              </a:ext>
            </a:extLst>
          </p:cNvPr>
          <p:cNvSpPr/>
          <p:nvPr/>
        </p:nvSpPr>
        <p:spPr>
          <a:xfrm>
            <a:off x="6543587" y="2876684"/>
            <a:ext cx="3223234" cy="3102790"/>
          </a:xfrm>
          <a:prstGeom prst="roundRect">
            <a:avLst>
              <a:gd name="adj" fmla="val 265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It looks like there might be three different issues that could lead to too much noise:</a:t>
            </a:r>
            <a:b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br>
            <a:b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br>
            <a:r>
              <a:rPr kumimoji="0" lang="en-US" sz="1050" b="1" i="0" u="none" strike="noStrike" kern="1200" cap="none" spc="0" normalizeH="0" baseline="0" noProof="0">
                <a:ln>
                  <a:noFill/>
                </a:ln>
                <a:solidFill>
                  <a:prstClr val="black"/>
                </a:solidFill>
                <a:effectLst/>
                <a:uLnTx/>
                <a:uFillTx/>
                <a:latin typeface="Segoe UI Semibold" panose="020B0502040204020203" pitchFamily="34" charset="0"/>
                <a:ea typeface="+mn-ea"/>
                <a:cs typeface="Segoe UI Semibold" panose="020B0502040204020203" pitchFamily="34" charset="0"/>
              </a:rPr>
              <a:t>Unbalanced Load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If the clothes inside are unevenly distributed, especially during the spin cycle, the drum can wobble and cause loud banging or thumping sounds.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Worn Drum Bearings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Over time, the bearings that help the drum spin smoothly can wear out, leading to grinding or rumbling noises, particularly during spinning.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Loose or Damaged Parts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Items like shock absorbers, suspension springs, or drive belts can become loose or damaged, resulting in clunking, squealing, or rattling sounds.</a:t>
            </a:r>
          </a:p>
        </p:txBody>
      </p:sp>
      <p:sp>
        <p:nvSpPr>
          <p:cNvPr id="2" name="Title 1">
            <a:extLst>
              <a:ext uri="{FF2B5EF4-FFF2-40B4-BE49-F238E27FC236}">
                <a16:creationId xmlns:a16="http://schemas.microsoft.com/office/drawing/2014/main" id="{1BD2A11B-EB9D-866A-5F0C-B01773ECCE5D}"/>
              </a:ext>
            </a:extLst>
          </p:cNvPr>
          <p:cNvSpPr>
            <a:spLocks noGrp="1"/>
          </p:cNvSpPr>
          <p:nvPr>
            <p:ph type="title"/>
          </p:nvPr>
        </p:nvSpPr>
        <p:spPr>
          <a:xfrm>
            <a:off x="723899" y="1262431"/>
            <a:ext cx="4139045" cy="997196"/>
          </a:xfrm>
        </p:spPr>
        <p:txBody>
          <a:bodyPr/>
          <a:lstStyle/>
          <a:p>
            <a:r>
              <a:rPr lang="en-US" sz="2400"/>
              <a:t>Today, many customers use generative AI for knowledge retrieval (aka RAG)…</a:t>
            </a:r>
          </a:p>
        </p:txBody>
      </p:sp>
      <p:sp>
        <p:nvSpPr>
          <p:cNvPr id="22" name="Text Placeholder 21">
            <a:extLst>
              <a:ext uri="{FF2B5EF4-FFF2-40B4-BE49-F238E27FC236}">
                <a16:creationId xmlns:a16="http://schemas.microsoft.com/office/drawing/2014/main" id="{D74027B5-8A5B-2E39-2B33-8CA231B772FB}"/>
              </a:ext>
            </a:extLst>
          </p:cNvPr>
          <p:cNvSpPr>
            <a:spLocks noGrp="1"/>
          </p:cNvSpPr>
          <p:nvPr>
            <p:ph type="body" sz="quarter" idx="13"/>
          </p:nvPr>
        </p:nvSpPr>
        <p:spPr/>
        <p:txBody>
          <a:bodyPr/>
          <a:lstStyle/>
          <a:p>
            <a:r>
              <a:rPr lang="en-US"/>
              <a:t>Before AI Agents</a:t>
            </a:r>
          </a:p>
        </p:txBody>
      </p:sp>
      <p:pic>
        <p:nvPicPr>
          <p:cNvPr id="50" name="Picture 49">
            <a:extLst>
              <a:ext uri="{FF2B5EF4-FFF2-40B4-BE49-F238E27FC236}">
                <a16:creationId xmlns:a16="http://schemas.microsoft.com/office/drawing/2014/main" id="{2DE084D7-866B-5104-C9B3-173446CB1C8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7537" y="2020025"/>
            <a:ext cx="443198" cy="443198"/>
          </a:xfrm>
          <a:prstGeom prst="rect">
            <a:avLst/>
          </a:prstGeom>
        </p:spPr>
      </p:pic>
      <p:grpSp>
        <p:nvGrpSpPr>
          <p:cNvPr id="60" name="Group 59">
            <a:extLst>
              <a:ext uri="{FF2B5EF4-FFF2-40B4-BE49-F238E27FC236}">
                <a16:creationId xmlns:a16="http://schemas.microsoft.com/office/drawing/2014/main" id="{4A75FFF4-E22F-A586-CE0D-4FFB8E081509}"/>
              </a:ext>
              <a:ext uri="{C183D7F6-B498-43B3-948B-1728B52AA6E4}">
                <adec:decorative xmlns:adec="http://schemas.microsoft.com/office/drawing/2017/decorative" val="1"/>
              </a:ext>
            </a:extLst>
          </p:cNvPr>
          <p:cNvGrpSpPr/>
          <p:nvPr/>
        </p:nvGrpSpPr>
        <p:grpSpPr>
          <a:xfrm>
            <a:off x="6543587" y="2097374"/>
            <a:ext cx="2176883" cy="717110"/>
            <a:chOff x="5542354" y="4321877"/>
            <a:chExt cx="1619851" cy="717110"/>
          </a:xfrm>
        </p:grpSpPr>
        <p:sp>
          <p:nvSpPr>
            <p:cNvPr id="51" name="Rounded Rectangle 50">
              <a:extLst>
                <a:ext uri="{FF2B5EF4-FFF2-40B4-BE49-F238E27FC236}">
                  <a16:creationId xmlns:a16="http://schemas.microsoft.com/office/drawing/2014/main" id="{770BBD65-B39E-337B-D905-D3D7A6C780AE}"/>
                </a:ext>
              </a:extLst>
            </p:cNvPr>
            <p:cNvSpPr/>
            <p:nvPr/>
          </p:nvSpPr>
          <p:spPr>
            <a:xfrm>
              <a:off x="5542354" y="4321877"/>
              <a:ext cx="1619851" cy="717110"/>
            </a:xfrm>
            <a:prstGeom prst="roundRect">
              <a:avLst>
                <a:gd name="adj" fmla="val 896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2" name="Rounded Rectangle 51">
              <a:extLst>
                <a:ext uri="{FF2B5EF4-FFF2-40B4-BE49-F238E27FC236}">
                  <a16:creationId xmlns:a16="http://schemas.microsoft.com/office/drawing/2014/main" id="{7420986F-3E89-1505-6EEC-4B9878D2E68C}"/>
                </a:ext>
              </a:extLst>
            </p:cNvPr>
            <p:cNvSpPr/>
            <p:nvPr/>
          </p:nvSpPr>
          <p:spPr>
            <a:xfrm>
              <a:off x="5611484" y="4415250"/>
              <a:ext cx="147477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grpSp>
      <p:sp>
        <p:nvSpPr>
          <p:cNvPr id="55" name="TextBox 54">
            <a:extLst>
              <a:ext uri="{FF2B5EF4-FFF2-40B4-BE49-F238E27FC236}">
                <a16:creationId xmlns:a16="http://schemas.microsoft.com/office/drawing/2014/main" id="{328DDBDF-1A20-481D-87EB-F907077C3488}"/>
              </a:ext>
            </a:extLst>
          </p:cNvPr>
          <p:cNvSpPr txBox="1"/>
          <p:nvPr/>
        </p:nvSpPr>
        <p:spPr>
          <a:xfrm>
            <a:off x="7081982" y="2332258"/>
            <a:ext cx="1414170"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Search: W100 manual</a:t>
            </a:r>
          </a:p>
        </p:txBody>
      </p:sp>
      <p:sp>
        <p:nvSpPr>
          <p:cNvPr id="59" name="Rounded Rectangle 58">
            <a:extLst>
              <a:ext uri="{FF2B5EF4-FFF2-40B4-BE49-F238E27FC236}">
                <a16:creationId xmlns:a16="http://schemas.microsoft.com/office/drawing/2014/main" id="{76FC3B62-2A59-AA23-87A2-E8961A8C5EFA}"/>
              </a:ext>
            </a:extLst>
          </p:cNvPr>
          <p:cNvSpPr/>
          <p:nvPr/>
        </p:nvSpPr>
        <p:spPr>
          <a:xfrm>
            <a:off x="7965560" y="1131114"/>
            <a:ext cx="2488018" cy="813083"/>
          </a:xfrm>
          <a:prstGeom prst="roundRect">
            <a:avLst>
              <a:gd name="adj" fmla="val 11882"/>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 customer is having an issue with their washing machine W100 making too much noise; can you help me diagnose the issue?</a:t>
            </a:r>
          </a:p>
        </p:txBody>
      </p:sp>
      <p:pic>
        <p:nvPicPr>
          <p:cNvPr id="31" name="Graphic 30">
            <a:extLst>
              <a:ext uri="{FF2B5EF4-FFF2-40B4-BE49-F238E27FC236}">
                <a16:creationId xmlns:a16="http://schemas.microsoft.com/office/drawing/2014/main" id="{1F3F83F0-2E06-BF13-2CE0-85DB3CD5F1B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37323" y="2296914"/>
            <a:ext cx="339295" cy="339295"/>
          </a:xfrm>
          <a:prstGeom prst="rect">
            <a:avLst/>
          </a:prstGeom>
        </p:spPr>
      </p:pic>
      <p:sp>
        <p:nvSpPr>
          <p:cNvPr id="7" name="Rounded Rectangle 6">
            <a:extLst>
              <a:ext uri="{FF2B5EF4-FFF2-40B4-BE49-F238E27FC236}">
                <a16:creationId xmlns:a16="http://schemas.microsoft.com/office/drawing/2014/main" id="{1DFC9022-0BED-BCF4-ACAC-3725E896069E}"/>
              </a:ext>
            </a:extLst>
          </p:cNvPr>
          <p:cNvSpPr/>
          <p:nvPr/>
        </p:nvSpPr>
        <p:spPr>
          <a:xfrm>
            <a:off x="6543587" y="6042362"/>
            <a:ext cx="2074818" cy="456655"/>
          </a:xfrm>
          <a:prstGeom prst="roundRect">
            <a:avLst>
              <a:gd name="adj" fmla="val 2128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You should create a ticket for a technician to take a look</a:t>
            </a:r>
          </a:p>
        </p:txBody>
      </p:sp>
      <p:pic>
        <p:nvPicPr>
          <p:cNvPr id="8" name="Picture Placeholder 23" descr="Profile image of maker.">
            <a:extLst>
              <a:ext uri="{FF2B5EF4-FFF2-40B4-BE49-F238E27FC236}">
                <a16:creationId xmlns:a16="http://schemas.microsoft.com/office/drawing/2014/main" id="{9797178E-F0C5-2108-3E48-E9FB97998E2E}"/>
              </a:ext>
            </a:extLst>
          </p:cNvPr>
          <p:cNvPicPr>
            <a:picLocks noChangeAspect="1"/>
          </p:cNvPicPr>
          <p:nvPr/>
        </p:nvPicPr>
        <p:blipFill>
          <a:blip r:embed="rId5"/>
          <a:srcRect/>
          <a:stretch/>
        </p:blipFill>
        <p:spPr>
          <a:xfrm>
            <a:off x="853588" y="3600771"/>
            <a:ext cx="528299" cy="528299"/>
          </a:xfrm>
          <a:prstGeom prst="ellipse">
            <a:avLst/>
          </a:prstGeom>
          <a:ln>
            <a:noFill/>
          </a:ln>
        </p:spPr>
      </p:pic>
      <p:sp>
        <p:nvSpPr>
          <p:cNvPr id="9" name="Text Placeholder 8">
            <a:extLst>
              <a:ext uri="{FF2B5EF4-FFF2-40B4-BE49-F238E27FC236}">
                <a16:creationId xmlns:a16="http://schemas.microsoft.com/office/drawing/2014/main" id="{2DB48301-CA3C-5361-9390-A0B2FD92E81D}"/>
              </a:ext>
            </a:extLst>
          </p:cNvPr>
          <p:cNvSpPr txBox="1">
            <a:spLocks/>
          </p:cNvSpPr>
          <p:nvPr/>
        </p:nvSpPr>
        <p:spPr>
          <a:xfrm>
            <a:off x="686063" y="4191202"/>
            <a:ext cx="848248"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Customer</a:t>
            </a:r>
          </a:p>
        </p:txBody>
      </p:sp>
      <p:pic>
        <p:nvPicPr>
          <p:cNvPr id="10" name="Picture Placeholder 47" descr="Headshot of IT Pro">
            <a:extLst>
              <a:ext uri="{FF2B5EF4-FFF2-40B4-BE49-F238E27FC236}">
                <a16:creationId xmlns:a16="http://schemas.microsoft.com/office/drawing/2014/main" id="{978A44D9-BA3C-CA9C-A622-0FD30B9978A7}"/>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4898" b="28435"/>
          <a:stretch/>
        </p:blipFill>
        <p:spPr>
          <a:xfrm>
            <a:off x="2939214" y="3600771"/>
            <a:ext cx="526729" cy="526729"/>
          </a:xfrm>
          <a:prstGeom prst="ellipse">
            <a:avLst/>
          </a:prstGeom>
        </p:spPr>
      </p:pic>
      <p:sp>
        <p:nvSpPr>
          <p:cNvPr id="11" name="Text Placeholder 8">
            <a:extLst>
              <a:ext uri="{FF2B5EF4-FFF2-40B4-BE49-F238E27FC236}">
                <a16:creationId xmlns:a16="http://schemas.microsoft.com/office/drawing/2014/main" id="{32E2F7B5-FB97-EDFB-C449-7F15116420D5}"/>
              </a:ext>
            </a:extLst>
          </p:cNvPr>
          <p:cNvSpPr txBox="1">
            <a:spLocks/>
          </p:cNvSpPr>
          <p:nvPr/>
        </p:nvSpPr>
        <p:spPr>
          <a:xfrm>
            <a:off x="2638073" y="4212222"/>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Customer Support</a:t>
            </a:r>
          </a:p>
        </p:txBody>
      </p:sp>
      <p:cxnSp>
        <p:nvCxnSpPr>
          <p:cNvPr id="12" name="Straight Arrow Connector 11">
            <a:extLst>
              <a:ext uri="{FF2B5EF4-FFF2-40B4-BE49-F238E27FC236}">
                <a16:creationId xmlns:a16="http://schemas.microsoft.com/office/drawing/2014/main" id="{716927B8-24C3-D54A-D36A-8B2A3273C155}"/>
              </a:ext>
              <a:ext uri="{C183D7F6-B498-43B3-948B-1728B52AA6E4}">
                <adec:decorative xmlns:adec="http://schemas.microsoft.com/office/drawing/2017/decorative" val="1"/>
              </a:ext>
            </a:extLst>
          </p:cNvPr>
          <p:cNvCxnSpPr>
            <a:cxnSpLocks/>
          </p:cNvCxnSpPr>
          <p:nvPr/>
        </p:nvCxnSpPr>
        <p:spPr>
          <a:xfrm>
            <a:off x="1544821" y="3798200"/>
            <a:ext cx="1222291"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734CA3-2234-0170-6832-D466D4F79FC6}"/>
              </a:ext>
              <a:ext uri="{C183D7F6-B498-43B3-948B-1728B52AA6E4}">
                <adec:decorative xmlns:adec="http://schemas.microsoft.com/office/drawing/2017/decorative" val="1"/>
              </a:ext>
            </a:extLst>
          </p:cNvPr>
          <p:cNvCxnSpPr>
            <a:cxnSpLocks/>
          </p:cNvCxnSpPr>
          <p:nvPr/>
        </p:nvCxnSpPr>
        <p:spPr>
          <a:xfrm flipH="1">
            <a:off x="1532969" y="3952623"/>
            <a:ext cx="121312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762F93E-3821-5952-F46C-6662ED5B7F2F}"/>
              </a:ext>
            </a:extLst>
          </p:cNvPr>
          <p:cNvSpPr txBox="1"/>
          <p:nvPr/>
        </p:nvSpPr>
        <p:spPr>
          <a:xfrm>
            <a:off x="1357120" y="3286337"/>
            <a:ext cx="1550939" cy="430887"/>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Emails, calls, or messages</a:t>
            </a:r>
          </a:p>
        </p:txBody>
      </p:sp>
      <p:sp>
        <p:nvSpPr>
          <p:cNvPr id="17" name="TextBox 16">
            <a:extLst>
              <a:ext uri="{FF2B5EF4-FFF2-40B4-BE49-F238E27FC236}">
                <a16:creationId xmlns:a16="http://schemas.microsoft.com/office/drawing/2014/main" id="{36D27ED4-6F7D-1DC2-6179-4523E2FB7DB0}"/>
              </a:ext>
            </a:extLst>
          </p:cNvPr>
          <p:cNvSpPr txBox="1"/>
          <p:nvPr/>
        </p:nvSpPr>
        <p:spPr>
          <a:xfrm>
            <a:off x="3716886" y="3334370"/>
            <a:ext cx="1550939" cy="430887"/>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Searches internal knowledge base</a:t>
            </a:r>
          </a:p>
        </p:txBody>
      </p:sp>
    </p:spTree>
    <p:extLst>
      <p:ext uri="{BB962C8B-B14F-4D97-AF65-F5344CB8AC3E}">
        <p14:creationId xmlns:p14="http://schemas.microsoft.com/office/powerpoint/2010/main" val="973973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B993-8ADE-BA59-13BC-06771A37F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B0730-ED41-2457-383A-3C7F496101D8}"/>
              </a:ext>
            </a:extLst>
          </p:cNvPr>
          <p:cNvSpPr>
            <a:spLocks noGrp="1"/>
          </p:cNvSpPr>
          <p:nvPr>
            <p:ph type="title"/>
          </p:nvPr>
        </p:nvSpPr>
        <p:spPr>
          <a:xfrm>
            <a:off x="723900" y="919673"/>
            <a:ext cx="10515600" cy="886397"/>
          </a:xfrm>
        </p:spPr>
        <p:txBody>
          <a:bodyPr/>
          <a:lstStyle/>
          <a:p>
            <a:r>
              <a:rPr lang="en-US"/>
              <a:t>But most downstream processes are still </a:t>
            </a:r>
            <a:r>
              <a:rPr lang="en-US">
                <a:gradFill>
                  <a:gsLst>
                    <a:gs pos="0">
                      <a:schemeClr val="accent6"/>
                    </a:gs>
                    <a:gs pos="47000">
                      <a:schemeClr val="accent6">
                        <a:lumMod val="75000"/>
                      </a:schemeClr>
                    </a:gs>
                  </a:gsLst>
                  <a:lin ang="8400000" scaled="0"/>
                </a:gradFill>
              </a:rPr>
              <a:t>brittle</a:t>
            </a:r>
            <a:r>
              <a:rPr lang="en-US"/>
              <a:t> and require meaningful human involvement</a:t>
            </a:r>
          </a:p>
        </p:txBody>
      </p:sp>
      <p:sp>
        <p:nvSpPr>
          <p:cNvPr id="18" name="Text Placeholder 17">
            <a:extLst>
              <a:ext uri="{FF2B5EF4-FFF2-40B4-BE49-F238E27FC236}">
                <a16:creationId xmlns:a16="http://schemas.microsoft.com/office/drawing/2014/main" id="{40D4D035-960B-160C-8262-F242EA939E29}"/>
              </a:ext>
            </a:extLst>
          </p:cNvPr>
          <p:cNvSpPr>
            <a:spLocks noGrp="1"/>
          </p:cNvSpPr>
          <p:nvPr>
            <p:ph type="body" sz="quarter" idx="13"/>
          </p:nvPr>
        </p:nvSpPr>
        <p:spPr/>
        <p:txBody>
          <a:bodyPr/>
          <a:lstStyle/>
          <a:p>
            <a:r>
              <a:rPr lang="en-US"/>
              <a:t>Before AI Agents</a:t>
            </a:r>
          </a:p>
        </p:txBody>
      </p:sp>
      <p:pic>
        <p:nvPicPr>
          <p:cNvPr id="4" name="Picture Placeholder 23" descr="Profile image of maker.">
            <a:extLst>
              <a:ext uri="{FF2B5EF4-FFF2-40B4-BE49-F238E27FC236}">
                <a16:creationId xmlns:a16="http://schemas.microsoft.com/office/drawing/2014/main" id="{0687030E-815E-D179-0E3C-78F2F3FDE4B7}"/>
              </a:ext>
            </a:extLst>
          </p:cNvPr>
          <p:cNvPicPr>
            <a:picLocks noChangeAspect="1"/>
          </p:cNvPicPr>
          <p:nvPr/>
        </p:nvPicPr>
        <p:blipFill>
          <a:blip r:embed="rId3"/>
          <a:srcRect/>
          <a:stretch/>
        </p:blipFill>
        <p:spPr>
          <a:xfrm>
            <a:off x="853588" y="2863014"/>
            <a:ext cx="528299" cy="528299"/>
          </a:xfrm>
          <a:prstGeom prst="ellipse">
            <a:avLst/>
          </a:prstGeom>
          <a:ln>
            <a:noFill/>
          </a:ln>
        </p:spPr>
      </p:pic>
      <p:sp>
        <p:nvSpPr>
          <p:cNvPr id="7" name="Text Placeholder 8">
            <a:extLst>
              <a:ext uri="{FF2B5EF4-FFF2-40B4-BE49-F238E27FC236}">
                <a16:creationId xmlns:a16="http://schemas.microsoft.com/office/drawing/2014/main" id="{7DB69297-34AB-8DEE-A207-D641AA90DE92}"/>
              </a:ext>
            </a:extLst>
          </p:cNvPr>
          <p:cNvSpPr txBox="1">
            <a:spLocks/>
          </p:cNvSpPr>
          <p:nvPr/>
        </p:nvSpPr>
        <p:spPr>
          <a:xfrm>
            <a:off x="686063" y="3453445"/>
            <a:ext cx="848248"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Customer</a:t>
            </a:r>
          </a:p>
        </p:txBody>
      </p:sp>
      <p:pic>
        <p:nvPicPr>
          <p:cNvPr id="8" name="Picture Placeholder 47" descr="Headshot of IT Pro">
            <a:extLst>
              <a:ext uri="{FF2B5EF4-FFF2-40B4-BE49-F238E27FC236}">
                <a16:creationId xmlns:a16="http://schemas.microsoft.com/office/drawing/2014/main" id="{5430AC9C-828D-1EA6-6769-34E4A723827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4898" b="28435"/>
          <a:stretch/>
        </p:blipFill>
        <p:spPr>
          <a:xfrm>
            <a:off x="2939214" y="2863014"/>
            <a:ext cx="526729" cy="526729"/>
          </a:xfrm>
          <a:prstGeom prst="ellipse">
            <a:avLst/>
          </a:prstGeom>
        </p:spPr>
      </p:pic>
      <p:sp>
        <p:nvSpPr>
          <p:cNvPr id="9" name="Text Placeholder 8">
            <a:extLst>
              <a:ext uri="{FF2B5EF4-FFF2-40B4-BE49-F238E27FC236}">
                <a16:creationId xmlns:a16="http://schemas.microsoft.com/office/drawing/2014/main" id="{D10FA0CF-CF69-8E7A-03F5-0AB1177EEE2B}"/>
              </a:ext>
            </a:extLst>
          </p:cNvPr>
          <p:cNvSpPr txBox="1">
            <a:spLocks/>
          </p:cNvSpPr>
          <p:nvPr/>
        </p:nvSpPr>
        <p:spPr>
          <a:xfrm>
            <a:off x="2638073" y="3474465"/>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Customer Support</a:t>
            </a:r>
          </a:p>
        </p:txBody>
      </p:sp>
      <p:cxnSp>
        <p:nvCxnSpPr>
          <p:cNvPr id="16" name="Straight Arrow Connector 15">
            <a:extLst>
              <a:ext uri="{FF2B5EF4-FFF2-40B4-BE49-F238E27FC236}">
                <a16:creationId xmlns:a16="http://schemas.microsoft.com/office/drawing/2014/main" id="{0D9D75C1-FA89-7246-6D72-EE582102C191}"/>
              </a:ext>
              <a:ext uri="{C183D7F6-B498-43B3-948B-1728B52AA6E4}">
                <adec:decorative xmlns:adec="http://schemas.microsoft.com/office/drawing/2017/decorative" val="1"/>
              </a:ext>
            </a:extLst>
          </p:cNvPr>
          <p:cNvCxnSpPr>
            <a:cxnSpLocks/>
          </p:cNvCxnSpPr>
          <p:nvPr/>
        </p:nvCxnSpPr>
        <p:spPr>
          <a:xfrm>
            <a:off x="1544821" y="3060443"/>
            <a:ext cx="1222291"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9038EAE-2CF9-F6F9-0BEC-859524629138}"/>
              </a:ext>
              <a:ext uri="{C183D7F6-B498-43B3-948B-1728B52AA6E4}">
                <adec:decorative xmlns:adec="http://schemas.microsoft.com/office/drawing/2017/decorative" val="1"/>
              </a:ext>
            </a:extLst>
          </p:cNvPr>
          <p:cNvCxnSpPr>
            <a:cxnSpLocks/>
          </p:cNvCxnSpPr>
          <p:nvPr/>
        </p:nvCxnSpPr>
        <p:spPr>
          <a:xfrm flipH="1">
            <a:off x="1532969" y="3214866"/>
            <a:ext cx="121312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7FA506E-8A59-42CF-5895-0915043A2B5A}"/>
              </a:ext>
            </a:extLst>
          </p:cNvPr>
          <p:cNvSpPr txBox="1"/>
          <p:nvPr/>
        </p:nvSpPr>
        <p:spPr>
          <a:xfrm>
            <a:off x="1357120" y="2548580"/>
            <a:ext cx="1550939" cy="430887"/>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Emails, calls, or messages</a:t>
            </a:r>
          </a:p>
        </p:txBody>
      </p:sp>
      <p:sp>
        <p:nvSpPr>
          <p:cNvPr id="25" name="Text Placeholder 8">
            <a:extLst>
              <a:ext uri="{FF2B5EF4-FFF2-40B4-BE49-F238E27FC236}">
                <a16:creationId xmlns:a16="http://schemas.microsoft.com/office/drawing/2014/main" id="{AB086C7D-E6A7-13A8-76B9-B117D580AD92}"/>
              </a:ext>
            </a:extLst>
          </p:cNvPr>
          <p:cNvSpPr txBox="1">
            <a:spLocks/>
          </p:cNvSpPr>
          <p:nvPr/>
        </p:nvSpPr>
        <p:spPr>
          <a:xfrm>
            <a:off x="5085137" y="4259258"/>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Ticket form</a:t>
            </a:r>
          </a:p>
        </p:txBody>
      </p:sp>
      <p:grpSp>
        <p:nvGrpSpPr>
          <p:cNvPr id="1024" name="Group 1023">
            <a:extLst>
              <a:ext uri="{FF2B5EF4-FFF2-40B4-BE49-F238E27FC236}">
                <a16:creationId xmlns:a16="http://schemas.microsoft.com/office/drawing/2014/main" id="{B6B0A612-3AE8-FED8-23EA-BF0CBFCA9D62}"/>
              </a:ext>
              <a:ext uri="{C183D7F6-B498-43B3-948B-1728B52AA6E4}">
                <adec:decorative xmlns:adec="http://schemas.microsoft.com/office/drawing/2017/decorative" val="1"/>
              </a:ext>
            </a:extLst>
          </p:cNvPr>
          <p:cNvGrpSpPr/>
          <p:nvPr/>
        </p:nvGrpSpPr>
        <p:grpSpPr>
          <a:xfrm>
            <a:off x="4921436" y="2513904"/>
            <a:ext cx="1458400" cy="1639614"/>
            <a:chOff x="4908910" y="2250858"/>
            <a:chExt cx="1458400" cy="1639614"/>
          </a:xfrm>
        </p:grpSpPr>
        <p:sp>
          <p:nvSpPr>
            <p:cNvPr id="23" name="Rounded Rectangle 22">
              <a:extLst>
                <a:ext uri="{FF2B5EF4-FFF2-40B4-BE49-F238E27FC236}">
                  <a16:creationId xmlns:a16="http://schemas.microsoft.com/office/drawing/2014/main" id="{817448D2-E679-BF1F-4B94-D667E78F5229}"/>
                </a:ext>
              </a:extLst>
            </p:cNvPr>
            <p:cNvSpPr/>
            <p:nvPr/>
          </p:nvSpPr>
          <p:spPr>
            <a:xfrm>
              <a:off x="4908910" y="2250858"/>
              <a:ext cx="1458400" cy="1639614"/>
            </a:xfrm>
            <a:prstGeom prst="roundRect">
              <a:avLst>
                <a:gd name="adj" fmla="val 8537"/>
              </a:avLst>
            </a:prstGeom>
            <a:solidFill>
              <a:schemeClr val="bg1">
                <a:lumMod val="95000"/>
              </a:schemeClr>
            </a:solidFill>
            <a:ln>
              <a:solidFill>
                <a:schemeClr val="bg1">
                  <a:lumMod val="85000"/>
                </a:schemeClr>
              </a:solidFill>
            </a:ln>
            <a:effectLst>
              <a:outerShdw blurRad="127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cxnSp>
          <p:nvCxnSpPr>
            <p:cNvPr id="27" name="Straight Connector 26">
              <a:extLst>
                <a:ext uri="{FF2B5EF4-FFF2-40B4-BE49-F238E27FC236}">
                  <a16:creationId xmlns:a16="http://schemas.microsoft.com/office/drawing/2014/main" id="{11C2AE80-FBDF-0E52-9B4A-953A429D67B9}"/>
                </a:ext>
              </a:extLst>
            </p:cNvPr>
            <p:cNvCxnSpPr/>
            <p:nvPr/>
          </p:nvCxnSpPr>
          <p:spPr>
            <a:xfrm>
              <a:off x="5086521" y="2484289"/>
              <a:ext cx="459013"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408DD95-64C1-2D6F-9A2A-6D1099D6F903}"/>
                </a:ext>
              </a:extLst>
            </p:cNvPr>
            <p:cNvSpPr/>
            <p:nvPr/>
          </p:nvSpPr>
          <p:spPr>
            <a:xfrm>
              <a:off x="5095786" y="2603023"/>
              <a:ext cx="1090947" cy="169044"/>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Segoe UI Semilight"/>
                <a:ea typeface="+mn-ea"/>
                <a:cs typeface="+mn-cs"/>
              </a:endParaRPr>
            </a:p>
          </p:txBody>
        </p:sp>
        <p:cxnSp>
          <p:nvCxnSpPr>
            <p:cNvPr id="36" name="Straight Connector 35">
              <a:extLst>
                <a:ext uri="{FF2B5EF4-FFF2-40B4-BE49-F238E27FC236}">
                  <a16:creationId xmlns:a16="http://schemas.microsoft.com/office/drawing/2014/main" id="{0C275C00-BFDA-AD2C-A287-1AF4482141F2}"/>
                </a:ext>
              </a:extLst>
            </p:cNvPr>
            <p:cNvCxnSpPr>
              <a:cxnSpLocks/>
            </p:cNvCxnSpPr>
            <p:nvPr/>
          </p:nvCxnSpPr>
          <p:spPr>
            <a:xfrm>
              <a:off x="5082552" y="3008220"/>
              <a:ext cx="563361"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9796EDDC-7813-2412-8631-37EFF85813DE}"/>
                </a:ext>
              </a:extLst>
            </p:cNvPr>
            <p:cNvSpPr/>
            <p:nvPr/>
          </p:nvSpPr>
          <p:spPr>
            <a:xfrm>
              <a:off x="5091817" y="3126954"/>
              <a:ext cx="1090947" cy="169044"/>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Segoe UI Semilight"/>
                <a:ea typeface="+mn-ea"/>
                <a:cs typeface="+mn-cs"/>
              </a:endParaRPr>
            </a:p>
          </p:txBody>
        </p:sp>
        <p:sp>
          <p:nvSpPr>
            <p:cNvPr id="53" name="Rounded Rectangle 52">
              <a:extLst>
                <a:ext uri="{FF2B5EF4-FFF2-40B4-BE49-F238E27FC236}">
                  <a16:creationId xmlns:a16="http://schemas.microsoft.com/office/drawing/2014/main" id="{A0B7183E-DF94-99C2-2784-182D71A0E3F0}"/>
                </a:ext>
              </a:extLst>
            </p:cNvPr>
            <p:cNvSpPr/>
            <p:nvPr/>
          </p:nvSpPr>
          <p:spPr>
            <a:xfrm>
              <a:off x="5553772" y="3514727"/>
              <a:ext cx="628992" cy="215443"/>
            </a:xfrm>
            <a:prstGeom prst="roundRect">
              <a:avLst>
                <a:gd name="adj" fmla="val 27739"/>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cxnSp>
          <p:nvCxnSpPr>
            <p:cNvPr id="54" name="Straight Connector 53">
              <a:extLst>
                <a:ext uri="{FF2B5EF4-FFF2-40B4-BE49-F238E27FC236}">
                  <a16:creationId xmlns:a16="http://schemas.microsoft.com/office/drawing/2014/main" id="{7169028C-3A26-9A41-016E-38D5BFA2F92D}"/>
                </a:ext>
              </a:extLst>
            </p:cNvPr>
            <p:cNvCxnSpPr/>
            <p:nvPr/>
          </p:nvCxnSpPr>
          <p:spPr>
            <a:xfrm>
              <a:off x="5630298" y="3613028"/>
              <a:ext cx="459013" cy="0"/>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7C8B71BB-7FF9-74B1-C1F3-13BB1154138E}"/>
              </a:ext>
            </a:extLst>
          </p:cNvPr>
          <p:cNvSpPr txBox="1"/>
          <p:nvPr/>
        </p:nvSpPr>
        <p:spPr>
          <a:xfrm>
            <a:off x="3358141" y="2645964"/>
            <a:ext cx="1550939" cy="26161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Creates ticket</a:t>
            </a:r>
          </a:p>
        </p:txBody>
      </p:sp>
      <p:pic>
        <p:nvPicPr>
          <p:cNvPr id="68" name="Picture 67">
            <a:extLst>
              <a:ext uri="{FF2B5EF4-FFF2-40B4-BE49-F238E27FC236}">
                <a16:creationId xmlns:a16="http://schemas.microsoft.com/office/drawing/2014/main" id="{C7257F99-3D45-F4A0-302B-C11392D4A1C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94681" y="2515881"/>
            <a:ext cx="1165105" cy="1535563"/>
          </a:xfrm>
          <a:prstGeom prst="rect">
            <a:avLst/>
          </a:prstGeom>
        </p:spPr>
      </p:pic>
      <p:sp>
        <p:nvSpPr>
          <p:cNvPr id="69" name="Text Placeholder 8">
            <a:extLst>
              <a:ext uri="{FF2B5EF4-FFF2-40B4-BE49-F238E27FC236}">
                <a16:creationId xmlns:a16="http://schemas.microsoft.com/office/drawing/2014/main" id="{0952F5C0-01B7-7D3E-7A82-CBB7FFF9F8E7}"/>
              </a:ext>
            </a:extLst>
          </p:cNvPr>
          <p:cNvSpPr txBox="1">
            <a:spLocks/>
          </p:cNvSpPr>
          <p:nvPr/>
        </p:nvSpPr>
        <p:spPr>
          <a:xfrm>
            <a:off x="9913121" y="4148168"/>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Database</a:t>
            </a:r>
          </a:p>
        </p:txBody>
      </p:sp>
      <p:pic>
        <p:nvPicPr>
          <p:cNvPr id="70" name="Picture 69">
            <a:extLst>
              <a:ext uri="{FF2B5EF4-FFF2-40B4-BE49-F238E27FC236}">
                <a16:creationId xmlns:a16="http://schemas.microsoft.com/office/drawing/2014/main" id="{331F1B63-0D22-71B5-62AC-B5D96551C1E7}"/>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664226" y="2425324"/>
            <a:ext cx="584584" cy="584582"/>
          </a:xfrm>
          <a:prstGeom prst="rect">
            <a:avLst/>
          </a:prstGeom>
        </p:spPr>
      </p:pic>
      <p:sp>
        <p:nvSpPr>
          <p:cNvPr id="71" name="Text Placeholder 8">
            <a:extLst>
              <a:ext uri="{FF2B5EF4-FFF2-40B4-BE49-F238E27FC236}">
                <a16:creationId xmlns:a16="http://schemas.microsoft.com/office/drawing/2014/main" id="{5E041FC1-4718-72C9-4C8D-19013A19AFA8}"/>
              </a:ext>
            </a:extLst>
          </p:cNvPr>
          <p:cNvSpPr txBox="1">
            <a:spLocks/>
          </p:cNvSpPr>
          <p:nvPr/>
        </p:nvSpPr>
        <p:spPr>
          <a:xfrm>
            <a:off x="7402389" y="3103682"/>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API</a:t>
            </a:r>
          </a:p>
        </p:txBody>
      </p:sp>
      <p:pic>
        <p:nvPicPr>
          <p:cNvPr id="72" name="Picture 71">
            <a:extLst>
              <a:ext uri="{FF2B5EF4-FFF2-40B4-BE49-F238E27FC236}">
                <a16:creationId xmlns:a16="http://schemas.microsoft.com/office/drawing/2014/main" id="{E044A113-E660-4C25-373A-88C1F1F7C3EA}"/>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698461" y="3645704"/>
            <a:ext cx="502674" cy="502674"/>
          </a:xfrm>
          <a:prstGeom prst="rect">
            <a:avLst/>
          </a:prstGeom>
        </p:spPr>
      </p:pic>
      <p:sp>
        <p:nvSpPr>
          <p:cNvPr id="73" name="Text Placeholder 8">
            <a:extLst>
              <a:ext uri="{FF2B5EF4-FFF2-40B4-BE49-F238E27FC236}">
                <a16:creationId xmlns:a16="http://schemas.microsoft.com/office/drawing/2014/main" id="{55CD1EC8-C6FE-127E-2FC7-C4D50DC87E6F}"/>
              </a:ext>
            </a:extLst>
          </p:cNvPr>
          <p:cNvSpPr txBox="1">
            <a:spLocks/>
          </p:cNvSpPr>
          <p:nvPr/>
        </p:nvSpPr>
        <p:spPr>
          <a:xfrm>
            <a:off x="7392406" y="4252505"/>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RPA</a:t>
            </a:r>
          </a:p>
        </p:txBody>
      </p:sp>
      <p:cxnSp>
        <p:nvCxnSpPr>
          <p:cNvPr id="74" name="Straight Arrow Connector 73">
            <a:extLst>
              <a:ext uri="{FF2B5EF4-FFF2-40B4-BE49-F238E27FC236}">
                <a16:creationId xmlns:a16="http://schemas.microsoft.com/office/drawing/2014/main" id="{ADEEACD9-C5B6-AAC8-1D68-B1AA900738F6}"/>
              </a:ext>
              <a:ext uri="{C183D7F6-B498-43B3-948B-1728B52AA6E4}">
                <adec:decorative xmlns:adec="http://schemas.microsoft.com/office/drawing/2017/decorative" val="1"/>
              </a:ext>
            </a:extLst>
          </p:cNvPr>
          <p:cNvCxnSpPr>
            <a:cxnSpLocks/>
          </p:cNvCxnSpPr>
          <p:nvPr/>
        </p:nvCxnSpPr>
        <p:spPr>
          <a:xfrm>
            <a:off x="7101966" y="2813571"/>
            <a:ext cx="438174"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7C93C60-093A-EA01-DC4C-C91E7C0048BC}"/>
              </a:ext>
              <a:ext uri="{C183D7F6-B498-43B3-948B-1728B52AA6E4}">
                <adec:decorative xmlns:adec="http://schemas.microsoft.com/office/drawing/2017/decorative" val="1"/>
              </a:ext>
            </a:extLst>
          </p:cNvPr>
          <p:cNvCxnSpPr>
            <a:cxnSpLocks/>
          </p:cNvCxnSpPr>
          <p:nvPr/>
        </p:nvCxnSpPr>
        <p:spPr>
          <a:xfrm>
            <a:off x="7101518" y="3925886"/>
            <a:ext cx="438174"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279E5C3-CD27-ED00-D8E2-D6E3A1D43CEF}"/>
              </a:ext>
              <a:ext uri="{C183D7F6-B498-43B3-948B-1728B52AA6E4}">
                <adec:decorative xmlns:adec="http://schemas.microsoft.com/office/drawing/2017/decorative" val="1"/>
              </a:ext>
            </a:extLst>
          </p:cNvPr>
          <p:cNvCxnSpPr>
            <a:cxnSpLocks/>
          </p:cNvCxnSpPr>
          <p:nvPr/>
        </p:nvCxnSpPr>
        <p:spPr>
          <a:xfrm>
            <a:off x="7101518" y="2813571"/>
            <a:ext cx="0" cy="1112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7914E43B-4B87-DF82-F3A7-D88DD467868C}"/>
              </a:ext>
              <a:ext uri="{C183D7F6-B498-43B3-948B-1728B52AA6E4}">
                <adec:decorative xmlns:adec="http://schemas.microsoft.com/office/drawing/2017/decorative" val="1"/>
              </a:ext>
            </a:extLst>
          </p:cNvPr>
          <p:cNvGrpSpPr/>
          <p:nvPr/>
        </p:nvGrpSpPr>
        <p:grpSpPr>
          <a:xfrm>
            <a:off x="3623671" y="3115251"/>
            <a:ext cx="3467640" cy="218460"/>
            <a:chOff x="3623671" y="3115251"/>
            <a:chExt cx="3467640" cy="218460"/>
          </a:xfrm>
        </p:grpSpPr>
        <p:cxnSp>
          <p:nvCxnSpPr>
            <p:cNvPr id="56" name="Straight Arrow Connector 55">
              <a:extLst>
                <a:ext uri="{FF2B5EF4-FFF2-40B4-BE49-F238E27FC236}">
                  <a16:creationId xmlns:a16="http://schemas.microsoft.com/office/drawing/2014/main" id="{D304314B-63B4-D0FD-97D7-6D8AD052142F}"/>
                </a:ext>
              </a:extLst>
            </p:cNvPr>
            <p:cNvCxnSpPr>
              <a:cxnSpLocks/>
            </p:cNvCxnSpPr>
            <p:nvPr/>
          </p:nvCxnSpPr>
          <p:spPr>
            <a:xfrm>
              <a:off x="3623671" y="3115251"/>
              <a:ext cx="11372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4EB2A4-A06A-1662-BDA0-176A214ED506}"/>
                </a:ext>
              </a:extLst>
            </p:cNvPr>
            <p:cNvCxnSpPr>
              <a:cxnSpLocks/>
              <a:stCxn id="23" idx="3"/>
            </p:cNvCxnSpPr>
            <p:nvPr/>
          </p:nvCxnSpPr>
          <p:spPr>
            <a:xfrm>
              <a:off x="6379836" y="3333711"/>
              <a:ext cx="7114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4" name="Straight Arrow Connector 83">
            <a:extLst>
              <a:ext uri="{FF2B5EF4-FFF2-40B4-BE49-F238E27FC236}">
                <a16:creationId xmlns:a16="http://schemas.microsoft.com/office/drawing/2014/main" id="{5F3AD7D0-788B-C36E-2AA8-88C8565065B8}"/>
              </a:ext>
              <a:ext uri="{C183D7F6-B498-43B3-948B-1728B52AA6E4}">
                <adec:decorative xmlns:adec="http://schemas.microsoft.com/office/drawing/2017/decorative" val="1"/>
              </a:ext>
            </a:extLst>
          </p:cNvPr>
          <p:cNvCxnSpPr>
            <a:cxnSpLocks/>
          </p:cNvCxnSpPr>
          <p:nvPr/>
        </p:nvCxnSpPr>
        <p:spPr>
          <a:xfrm>
            <a:off x="8795284" y="3322009"/>
            <a:ext cx="966134"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70C69C7-0FCD-2231-991D-721A3554F677}"/>
              </a:ext>
              <a:ext uri="{C183D7F6-B498-43B3-948B-1728B52AA6E4}">
                <adec:decorative xmlns:adec="http://schemas.microsoft.com/office/drawing/2017/decorative" val="1"/>
              </a:ext>
            </a:extLst>
          </p:cNvPr>
          <p:cNvCxnSpPr>
            <a:cxnSpLocks/>
          </p:cNvCxnSpPr>
          <p:nvPr/>
        </p:nvCxnSpPr>
        <p:spPr>
          <a:xfrm>
            <a:off x="8386992" y="3923633"/>
            <a:ext cx="4126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0E104D4-B8C2-9A40-9132-D00818BF09FE}"/>
              </a:ext>
              <a:ext uri="{C183D7F6-B498-43B3-948B-1728B52AA6E4}">
                <adec:decorative xmlns:adec="http://schemas.microsoft.com/office/drawing/2017/decorative" val="1"/>
              </a:ext>
            </a:extLst>
          </p:cNvPr>
          <p:cNvCxnSpPr>
            <a:cxnSpLocks/>
          </p:cNvCxnSpPr>
          <p:nvPr/>
        </p:nvCxnSpPr>
        <p:spPr>
          <a:xfrm>
            <a:off x="8796965" y="2807387"/>
            <a:ext cx="0" cy="11123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4B27FB-D242-0562-A9E4-D95DFA4096A9}"/>
              </a:ext>
              <a:ext uri="{C183D7F6-B498-43B3-948B-1728B52AA6E4}">
                <adec:decorative xmlns:adec="http://schemas.microsoft.com/office/drawing/2017/decorative" val="1"/>
              </a:ext>
            </a:extLst>
          </p:cNvPr>
          <p:cNvCxnSpPr>
            <a:cxnSpLocks/>
          </p:cNvCxnSpPr>
          <p:nvPr/>
        </p:nvCxnSpPr>
        <p:spPr>
          <a:xfrm>
            <a:off x="8382591" y="2811213"/>
            <a:ext cx="4126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1" name="Picture 90">
            <a:extLst>
              <a:ext uri="{FF2B5EF4-FFF2-40B4-BE49-F238E27FC236}">
                <a16:creationId xmlns:a16="http://schemas.microsoft.com/office/drawing/2014/main" id="{A6C027AD-5A84-1937-38BF-9DD62E54A455}"/>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163414" y="4841139"/>
            <a:ext cx="627638" cy="627638"/>
          </a:xfrm>
          <a:prstGeom prst="rect">
            <a:avLst/>
          </a:prstGeom>
        </p:spPr>
      </p:pic>
      <p:sp>
        <p:nvSpPr>
          <p:cNvPr id="93" name="Text Placeholder 8">
            <a:extLst>
              <a:ext uri="{FF2B5EF4-FFF2-40B4-BE49-F238E27FC236}">
                <a16:creationId xmlns:a16="http://schemas.microsoft.com/office/drawing/2014/main" id="{3820B463-57EE-F71D-3F20-7D73848AF805}"/>
              </a:ext>
            </a:extLst>
          </p:cNvPr>
          <p:cNvSpPr txBox="1">
            <a:spLocks/>
          </p:cNvSpPr>
          <p:nvPr/>
        </p:nvSpPr>
        <p:spPr>
          <a:xfrm>
            <a:off x="9913121" y="5534672"/>
            <a:ext cx="1128224" cy="15388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A1B45"/>
                </a:solidFill>
                <a:effectLst/>
                <a:uLnTx/>
                <a:uFillTx/>
                <a:latin typeface="Segoe UI Semibold"/>
                <a:ea typeface="+mn-ea"/>
                <a:cs typeface="Segoe UI" panose="020B0502040204020203" pitchFamily="34" charset="0"/>
              </a:rPr>
              <a:t>Automation</a:t>
            </a:r>
          </a:p>
        </p:txBody>
      </p:sp>
      <p:grpSp>
        <p:nvGrpSpPr>
          <p:cNvPr id="96" name="Group 95">
            <a:extLst>
              <a:ext uri="{FF2B5EF4-FFF2-40B4-BE49-F238E27FC236}">
                <a16:creationId xmlns:a16="http://schemas.microsoft.com/office/drawing/2014/main" id="{86DCBB93-1E82-A8FC-25EC-0BFEE1C2AC90}"/>
              </a:ext>
              <a:ext uri="{C183D7F6-B498-43B3-948B-1728B52AA6E4}">
                <adec:decorative xmlns:adec="http://schemas.microsoft.com/office/drawing/2017/decorative" val="1"/>
              </a:ext>
            </a:extLst>
          </p:cNvPr>
          <p:cNvGrpSpPr/>
          <p:nvPr/>
        </p:nvGrpSpPr>
        <p:grpSpPr>
          <a:xfrm rot="5400000">
            <a:off x="10289034" y="4501973"/>
            <a:ext cx="325626" cy="129699"/>
            <a:chOff x="1672843" y="2949797"/>
            <a:chExt cx="1234143" cy="154423"/>
          </a:xfrm>
        </p:grpSpPr>
        <p:cxnSp>
          <p:nvCxnSpPr>
            <p:cNvPr id="94" name="Straight Arrow Connector 93">
              <a:extLst>
                <a:ext uri="{FF2B5EF4-FFF2-40B4-BE49-F238E27FC236}">
                  <a16:creationId xmlns:a16="http://schemas.microsoft.com/office/drawing/2014/main" id="{745CEF47-1AEA-C4AF-6679-3CBA009D0221}"/>
                </a:ext>
              </a:extLst>
            </p:cNvPr>
            <p:cNvCxnSpPr>
              <a:cxnSpLocks/>
            </p:cNvCxnSpPr>
            <p:nvPr/>
          </p:nvCxnSpPr>
          <p:spPr>
            <a:xfrm>
              <a:off x="1684695" y="2949797"/>
              <a:ext cx="1222291"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1E6F2EED-E367-0AED-9FB7-9424C4253AD8}"/>
                </a:ext>
              </a:extLst>
            </p:cNvPr>
            <p:cNvCxnSpPr>
              <a:cxnSpLocks/>
            </p:cNvCxnSpPr>
            <p:nvPr/>
          </p:nvCxnSpPr>
          <p:spPr>
            <a:xfrm flipH="1">
              <a:off x="1672843" y="3104220"/>
              <a:ext cx="121312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
        <p:nvSpPr>
          <p:cNvPr id="111" name="TextBox 110">
            <a:extLst>
              <a:ext uri="{FF2B5EF4-FFF2-40B4-BE49-F238E27FC236}">
                <a16:creationId xmlns:a16="http://schemas.microsoft.com/office/drawing/2014/main" id="{90EF9796-4F8B-B3D1-6914-C28CB657F473}"/>
              </a:ext>
            </a:extLst>
          </p:cNvPr>
          <p:cNvSpPr txBox="1"/>
          <p:nvPr/>
        </p:nvSpPr>
        <p:spPr>
          <a:xfrm>
            <a:off x="5822988" y="5212117"/>
            <a:ext cx="1550939" cy="261610"/>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Sends notification</a:t>
            </a:r>
          </a:p>
        </p:txBody>
      </p:sp>
      <p:cxnSp>
        <p:nvCxnSpPr>
          <p:cNvPr id="114" name="Straight Arrow Connector 113">
            <a:extLst>
              <a:ext uri="{FF2B5EF4-FFF2-40B4-BE49-F238E27FC236}">
                <a16:creationId xmlns:a16="http://schemas.microsoft.com/office/drawing/2014/main" id="{430FE829-5691-0AB0-9141-3B3094EDE6C1}"/>
              </a:ext>
              <a:ext uri="{C183D7F6-B498-43B3-948B-1728B52AA6E4}">
                <adec:decorative xmlns:adec="http://schemas.microsoft.com/office/drawing/2017/decorative" val="1"/>
              </a:ext>
            </a:extLst>
          </p:cNvPr>
          <p:cNvCxnSpPr>
            <a:cxnSpLocks/>
          </p:cNvCxnSpPr>
          <p:nvPr/>
        </p:nvCxnSpPr>
        <p:spPr>
          <a:xfrm>
            <a:off x="7101518" y="3919850"/>
            <a:ext cx="438174" cy="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2CA83717-DEA8-8409-5335-32988CE0ACE5}"/>
              </a:ext>
              <a:ext uri="{C183D7F6-B498-43B3-948B-1728B52AA6E4}">
                <adec:decorative xmlns:adec="http://schemas.microsoft.com/office/drawing/2017/decorative" val="1"/>
              </a:ext>
            </a:extLst>
          </p:cNvPr>
          <p:cNvCxnSpPr>
            <a:cxnSpLocks/>
          </p:cNvCxnSpPr>
          <p:nvPr/>
        </p:nvCxnSpPr>
        <p:spPr>
          <a:xfrm>
            <a:off x="8370716" y="3919702"/>
            <a:ext cx="438174" cy="0"/>
          </a:xfrm>
          <a:prstGeom prst="straightConnector1">
            <a:avLst/>
          </a:prstGeom>
          <a:ln w="44450">
            <a:solidFill>
              <a:schemeClr val="accent6">
                <a:lumMod val="75000"/>
              </a:schemeClr>
            </a:solidFill>
            <a:headEnd type="none" w="lg" len="med"/>
            <a:tailEnd type="none" w="med" len="sm"/>
          </a:ln>
        </p:spPr>
        <p:style>
          <a:lnRef idx="1">
            <a:schemeClr val="accent1"/>
          </a:lnRef>
          <a:fillRef idx="0">
            <a:schemeClr val="accent1"/>
          </a:fillRef>
          <a:effectRef idx="0">
            <a:schemeClr val="accent1"/>
          </a:effectRef>
          <a:fontRef idx="minor">
            <a:schemeClr val="tx1"/>
          </a:fontRef>
        </p:style>
      </p:cxnSp>
      <p:grpSp>
        <p:nvGrpSpPr>
          <p:cNvPr id="125" name="Group 124">
            <a:extLst>
              <a:ext uri="{FF2B5EF4-FFF2-40B4-BE49-F238E27FC236}">
                <a16:creationId xmlns:a16="http://schemas.microsoft.com/office/drawing/2014/main" id="{FFCF5787-9CDD-E274-2E24-2CAB68D41692}"/>
              </a:ext>
              <a:ext uri="{C183D7F6-B498-43B3-948B-1728B52AA6E4}">
                <adec:decorative xmlns:adec="http://schemas.microsoft.com/office/drawing/2017/decorative" val="1"/>
              </a:ext>
            </a:extLst>
          </p:cNvPr>
          <p:cNvGrpSpPr/>
          <p:nvPr/>
        </p:nvGrpSpPr>
        <p:grpSpPr>
          <a:xfrm>
            <a:off x="10382804" y="4404009"/>
            <a:ext cx="132941" cy="333190"/>
            <a:chOff x="10370278" y="4140963"/>
            <a:chExt cx="132941" cy="333190"/>
          </a:xfrm>
        </p:grpSpPr>
        <p:cxnSp>
          <p:nvCxnSpPr>
            <p:cNvPr id="117" name="Straight Arrow Connector 116">
              <a:extLst>
                <a:ext uri="{FF2B5EF4-FFF2-40B4-BE49-F238E27FC236}">
                  <a16:creationId xmlns:a16="http://schemas.microsoft.com/office/drawing/2014/main" id="{755F74E4-0064-3C7C-52EF-FB20CB8FE3FB}"/>
                </a:ext>
              </a:extLst>
            </p:cNvPr>
            <p:cNvCxnSpPr>
              <a:cxnSpLocks/>
            </p:cNvCxnSpPr>
            <p:nvPr/>
          </p:nvCxnSpPr>
          <p:spPr>
            <a:xfrm flipV="1">
              <a:off x="10370278" y="4140963"/>
              <a:ext cx="4850" cy="32008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56AC024-0911-85AC-19E4-60CBC8716B64}"/>
                </a:ext>
              </a:extLst>
            </p:cNvPr>
            <p:cNvCxnSpPr>
              <a:cxnSpLocks/>
            </p:cNvCxnSpPr>
            <p:nvPr/>
          </p:nvCxnSpPr>
          <p:spPr>
            <a:xfrm>
              <a:off x="10503219" y="4141712"/>
              <a:ext cx="0" cy="332441"/>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grpSp>
      <p:pic>
        <p:nvPicPr>
          <p:cNvPr id="1034" name="Graphic 1033">
            <a:extLst>
              <a:ext uri="{FF2B5EF4-FFF2-40B4-BE49-F238E27FC236}">
                <a16:creationId xmlns:a16="http://schemas.microsoft.com/office/drawing/2014/main" id="{89662538-8AA3-A05C-E049-C45F3F5144E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826875" y="5580369"/>
            <a:ext cx="455727" cy="455727"/>
          </a:xfrm>
          <a:prstGeom prst="rect">
            <a:avLst/>
          </a:prstGeom>
        </p:spPr>
      </p:pic>
      <p:grpSp>
        <p:nvGrpSpPr>
          <p:cNvPr id="10" name="Group 9">
            <a:extLst>
              <a:ext uri="{FF2B5EF4-FFF2-40B4-BE49-F238E27FC236}">
                <a16:creationId xmlns:a16="http://schemas.microsoft.com/office/drawing/2014/main" id="{5D9E54F3-473B-693E-674D-00B742562AD6}"/>
              </a:ext>
              <a:ext uri="{C183D7F6-B498-43B3-948B-1728B52AA6E4}">
                <adec:decorative xmlns:adec="http://schemas.microsoft.com/office/drawing/2017/decorative" val="1"/>
              </a:ext>
            </a:extLst>
          </p:cNvPr>
          <p:cNvGrpSpPr/>
          <p:nvPr/>
        </p:nvGrpSpPr>
        <p:grpSpPr>
          <a:xfrm>
            <a:off x="3099891" y="3732273"/>
            <a:ext cx="6907535" cy="1736504"/>
            <a:chOff x="3099891" y="3732273"/>
            <a:chExt cx="6907535" cy="1736504"/>
          </a:xfrm>
        </p:grpSpPr>
        <p:grpSp>
          <p:nvGrpSpPr>
            <p:cNvPr id="6" name="Group 5">
              <a:extLst>
                <a:ext uri="{FF2B5EF4-FFF2-40B4-BE49-F238E27FC236}">
                  <a16:creationId xmlns:a16="http://schemas.microsoft.com/office/drawing/2014/main" id="{32B309FC-BDAB-4E72-BD0A-45124F07E523}"/>
                </a:ext>
              </a:extLst>
            </p:cNvPr>
            <p:cNvGrpSpPr/>
            <p:nvPr/>
          </p:nvGrpSpPr>
          <p:grpSpPr>
            <a:xfrm>
              <a:off x="3310487" y="3737728"/>
              <a:ext cx="6696939" cy="1439744"/>
              <a:chOff x="3310487" y="3737728"/>
              <a:chExt cx="6696939" cy="1439744"/>
            </a:xfrm>
          </p:grpSpPr>
          <p:cxnSp>
            <p:nvCxnSpPr>
              <p:cNvPr id="100" name="Straight Arrow Connector 99">
                <a:extLst>
                  <a:ext uri="{FF2B5EF4-FFF2-40B4-BE49-F238E27FC236}">
                    <a16:creationId xmlns:a16="http://schemas.microsoft.com/office/drawing/2014/main" id="{6AB62C24-ED67-F83C-DA70-6B0D06AA56D0}"/>
                  </a:ext>
                </a:extLst>
              </p:cNvPr>
              <p:cNvCxnSpPr>
                <a:cxnSpLocks/>
              </p:cNvCxnSpPr>
              <p:nvPr/>
            </p:nvCxnSpPr>
            <p:spPr>
              <a:xfrm flipV="1">
                <a:off x="3310487" y="3737728"/>
                <a:ext cx="0" cy="143974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4F06BC61-3AF4-D522-5375-C25DE179172C}"/>
                  </a:ext>
                </a:extLst>
              </p:cNvPr>
              <p:cNvCxnSpPr>
                <a:cxnSpLocks/>
              </p:cNvCxnSpPr>
              <p:nvPr/>
            </p:nvCxnSpPr>
            <p:spPr>
              <a:xfrm>
                <a:off x="3310487" y="5175138"/>
                <a:ext cx="66969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5" name="Straight Arrow Connector 1034">
              <a:extLst>
                <a:ext uri="{FF2B5EF4-FFF2-40B4-BE49-F238E27FC236}">
                  <a16:creationId xmlns:a16="http://schemas.microsoft.com/office/drawing/2014/main" id="{49C47EC8-A606-0FBB-01E9-0176A91C324F}"/>
                </a:ext>
              </a:extLst>
            </p:cNvPr>
            <p:cNvCxnSpPr>
              <a:cxnSpLocks/>
            </p:cNvCxnSpPr>
            <p:nvPr/>
          </p:nvCxnSpPr>
          <p:spPr>
            <a:xfrm>
              <a:off x="3099891" y="3732273"/>
              <a:ext cx="0" cy="173650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
        <p:nvSpPr>
          <p:cNvPr id="1036" name="TextBox 1035">
            <a:extLst>
              <a:ext uri="{FF2B5EF4-FFF2-40B4-BE49-F238E27FC236}">
                <a16:creationId xmlns:a16="http://schemas.microsoft.com/office/drawing/2014/main" id="{05415022-E317-F195-4258-065C168D2DD6}"/>
              </a:ext>
            </a:extLst>
          </p:cNvPr>
          <p:cNvSpPr txBox="1"/>
          <p:nvPr/>
        </p:nvSpPr>
        <p:spPr>
          <a:xfrm>
            <a:off x="1609361" y="4306312"/>
            <a:ext cx="1550939" cy="430887"/>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Searches internal knowledge base</a:t>
            </a:r>
          </a:p>
        </p:txBody>
      </p:sp>
      <p:pic>
        <p:nvPicPr>
          <p:cNvPr id="1037" name="Graphic 1036">
            <a:extLst>
              <a:ext uri="{FF2B5EF4-FFF2-40B4-BE49-F238E27FC236}">
                <a16:creationId xmlns:a16="http://schemas.microsoft.com/office/drawing/2014/main" id="{AACDB89B-E439-5896-1EED-E9963101E84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61459" y="5612043"/>
            <a:ext cx="430887" cy="430887"/>
          </a:xfrm>
          <a:prstGeom prst="rect">
            <a:avLst/>
          </a:prstGeom>
        </p:spPr>
      </p:pic>
      <p:pic>
        <p:nvPicPr>
          <p:cNvPr id="1038" name="Graphic 1037">
            <a:extLst>
              <a:ext uri="{FF2B5EF4-FFF2-40B4-BE49-F238E27FC236}">
                <a16:creationId xmlns:a16="http://schemas.microsoft.com/office/drawing/2014/main" id="{8D340CF6-BA5A-AB4A-D280-15C69B7109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92290" y="5577117"/>
            <a:ext cx="455728" cy="455728"/>
          </a:xfrm>
          <a:prstGeom prst="rect">
            <a:avLst/>
          </a:prstGeom>
        </p:spPr>
      </p:pic>
      <p:cxnSp>
        <p:nvCxnSpPr>
          <p:cNvPr id="5" name="Straight Arrow Connector 4">
            <a:extLst>
              <a:ext uri="{FF2B5EF4-FFF2-40B4-BE49-F238E27FC236}">
                <a16:creationId xmlns:a16="http://schemas.microsoft.com/office/drawing/2014/main" id="{A278B020-B805-61E4-EC57-6112F75063E5}"/>
              </a:ext>
              <a:ext uri="{C183D7F6-B498-43B3-948B-1728B52AA6E4}">
                <adec:decorative xmlns:adec="http://schemas.microsoft.com/office/drawing/2017/decorative" val="1"/>
              </a:ext>
            </a:extLst>
          </p:cNvPr>
          <p:cNvCxnSpPr>
            <a:cxnSpLocks/>
          </p:cNvCxnSpPr>
          <p:nvPr/>
        </p:nvCxnSpPr>
        <p:spPr>
          <a:xfrm>
            <a:off x="3634062" y="3130548"/>
            <a:ext cx="1137283" cy="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737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500"/>
                                        <p:tgtEl>
                                          <p:spTgt spid="125"/>
                                        </p:tgtEl>
                                      </p:cBhvr>
                                    </p:animEffect>
                                  </p:childTnLst>
                                </p:cTn>
                              </p:par>
                              <p:par>
                                <p:cTn id="8" presetID="10" presetClass="entr" presetSubtype="0" fill="hold"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childTnLst>
                                </p:cTn>
                              </p:par>
                              <p:par>
                                <p:cTn id="11" presetID="10" presetClass="entr" presetSubtype="0" fill="hold" nodeType="withEffect">
                                  <p:stCondLst>
                                    <p:cond delay="0"/>
                                  </p:stCondLst>
                                  <p:childTnLst>
                                    <p:set>
                                      <p:cBhvr>
                                        <p:cTn id="12" dur="1" fill="hold">
                                          <p:stCondLst>
                                            <p:cond delay="0"/>
                                          </p:stCondLst>
                                        </p:cTn>
                                        <p:tgtEl>
                                          <p:spTgt spid="114"/>
                                        </p:tgtEl>
                                        <p:attrNameLst>
                                          <p:attrName>style.visibility</p:attrName>
                                        </p:attrNameLst>
                                      </p:cBhvr>
                                      <p:to>
                                        <p:strVal val="visible"/>
                                      </p:to>
                                    </p:set>
                                    <p:animEffect transition="in" filter="fade">
                                      <p:cBhvr>
                                        <p:cTn id="13" dur="500"/>
                                        <p:tgtEl>
                                          <p:spTgt spid="114"/>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AF86E8-6A7C-5E1F-3721-9A68F1D93F90}"/>
              </a:ext>
              <a:ext uri="{C183D7F6-B498-43B3-948B-1728B52AA6E4}">
                <adec:decorative xmlns:adec="http://schemas.microsoft.com/office/drawing/2017/decorative" val="1"/>
              </a:ext>
            </a:extLst>
          </p:cNvPr>
          <p:cNvSpPr>
            <a:spLocks noGrp="1"/>
          </p:cNvSpPr>
          <p:nvPr>
            <p:ph type="body" sz="quarter" idx="48"/>
          </p:nvPr>
        </p:nvSpPr>
        <p:spPr/>
        <p:txBody>
          <a:bodyPr/>
          <a:lstStyle/>
          <a:p>
            <a:r>
              <a:rPr lang="en-US"/>
              <a:t> </a:t>
            </a:r>
          </a:p>
        </p:txBody>
      </p:sp>
      <p:sp>
        <p:nvSpPr>
          <p:cNvPr id="3" name="Title 2">
            <a:extLst>
              <a:ext uri="{FF2B5EF4-FFF2-40B4-BE49-F238E27FC236}">
                <a16:creationId xmlns:a16="http://schemas.microsoft.com/office/drawing/2014/main" id="{9E2B4A23-A022-1F44-BBF0-48A6365270FE}"/>
              </a:ext>
            </a:extLst>
          </p:cNvPr>
          <p:cNvSpPr>
            <a:spLocks noGrp="1"/>
          </p:cNvSpPr>
          <p:nvPr>
            <p:ph type="title"/>
          </p:nvPr>
        </p:nvSpPr>
        <p:spPr>
          <a:xfrm>
            <a:off x="723901" y="919673"/>
            <a:ext cx="10515600" cy="886397"/>
          </a:xfrm>
        </p:spPr>
        <p:txBody>
          <a:bodyPr/>
          <a:lstStyle/>
          <a:p>
            <a:r>
              <a:rPr lang="en-US"/>
              <a:t>But most downstream processes are still </a:t>
            </a:r>
            <a:r>
              <a:rPr lang="en-US">
                <a:gradFill>
                  <a:gsLst>
                    <a:gs pos="0">
                      <a:schemeClr val="accent6"/>
                    </a:gs>
                    <a:gs pos="47000">
                      <a:schemeClr val="accent6">
                        <a:lumMod val="75000"/>
                      </a:schemeClr>
                    </a:gs>
                  </a:gsLst>
                  <a:lin ang="8400000" scaled="0"/>
                </a:gradFill>
              </a:rPr>
              <a:t>brittle</a:t>
            </a:r>
            <a:r>
              <a:rPr lang="en-US"/>
              <a:t> and require meaningful human involvement</a:t>
            </a:r>
          </a:p>
        </p:txBody>
      </p:sp>
      <p:sp>
        <p:nvSpPr>
          <p:cNvPr id="4" name="Text Placeholder 3">
            <a:extLst>
              <a:ext uri="{FF2B5EF4-FFF2-40B4-BE49-F238E27FC236}">
                <a16:creationId xmlns:a16="http://schemas.microsoft.com/office/drawing/2014/main" id="{01300C8E-ED61-B8B1-C600-3686D1464B20}"/>
              </a:ext>
            </a:extLst>
          </p:cNvPr>
          <p:cNvSpPr>
            <a:spLocks noGrp="1"/>
          </p:cNvSpPr>
          <p:nvPr>
            <p:ph type="body" sz="quarter" idx="13"/>
          </p:nvPr>
        </p:nvSpPr>
        <p:spPr>
          <a:xfrm>
            <a:off x="723899" y="523101"/>
            <a:ext cx="10520259" cy="276999"/>
          </a:xfrm>
        </p:spPr>
        <p:txBody>
          <a:bodyPr/>
          <a:lstStyle/>
          <a:p>
            <a:r>
              <a:rPr lang="en-US"/>
              <a:t>Before AI Agents</a:t>
            </a:r>
          </a:p>
        </p:txBody>
      </p:sp>
      <p:sp>
        <p:nvSpPr>
          <p:cNvPr id="5" name="Date Placeholder 4">
            <a:extLst>
              <a:ext uri="{FF2B5EF4-FFF2-40B4-BE49-F238E27FC236}">
                <a16:creationId xmlns:a16="http://schemas.microsoft.com/office/drawing/2014/main" id="{00C6963E-FC85-4DB2-CC3C-1F07FAB07D79}"/>
              </a:ext>
            </a:extLst>
          </p:cNvPr>
          <p:cNvSpPr>
            <a:spLocks noGrp="1"/>
          </p:cNvSpPr>
          <p:nvPr>
            <p:ph type="dt" sz="half" idx="3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rPr>
              <a:t>Microsoft confidential</a:t>
            </a:r>
          </a:p>
        </p:txBody>
      </p:sp>
      <p:sp>
        <p:nvSpPr>
          <p:cNvPr id="6" name="Slide Number Placeholder 5">
            <a:extLst>
              <a:ext uri="{FF2B5EF4-FFF2-40B4-BE49-F238E27FC236}">
                <a16:creationId xmlns:a16="http://schemas.microsoft.com/office/drawing/2014/main" id="{1BCFE2B4-1B96-7054-2A34-5F3E568E160E}"/>
              </a:ext>
            </a:extLst>
          </p:cNvPr>
          <p:cNvSpPr>
            <a:spLocks noGrp="1"/>
          </p:cNvSpPr>
          <p:nvPr>
            <p:ph type="sldNum" sz="quarter" idx="3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6BE13-FF2C-3A41-A53B-D6BC2DDA0AE5}" type="slidenum">
              <a:rPr kumimoji="0" lang="en-US" sz="900" b="0" i="0" u="none" strike="noStrike" kern="1200" cap="none" spc="0" normalizeH="0" baseline="0" noProof="0" smtClean="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endParaRPr>
          </a:p>
        </p:txBody>
      </p:sp>
      <p:sp>
        <p:nvSpPr>
          <p:cNvPr id="7" name="Text Placeholder 6">
            <a:extLst>
              <a:ext uri="{FF2B5EF4-FFF2-40B4-BE49-F238E27FC236}">
                <a16:creationId xmlns:a16="http://schemas.microsoft.com/office/drawing/2014/main" id="{7CCDF7D0-1AB6-F336-DE7B-DAF63EDE0E75}"/>
              </a:ext>
            </a:extLst>
          </p:cNvPr>
          <p:cNvSpPr>
            <a:spLocks noGrp="1"/>
          </p:cNvSpPr>
          <p:nvPr>
            <p:ph type="body" sz="quarter" idx="45"/>
          </p:nvPr>
        </p:nvSpPr>
        <p:spPr>
          <a:gradFill>
            <a:gsLst>
              <a:gs pos="0">
                <a:srgbClr val="F56A22"/>
              </a:gs>
              <a:gs pos="99000">
                <a:schemeClr val="accent6"/>
              </a:gs>
            </a:gsLst>
            <a:lin ang="4200000" scaled="0"/>
          </a:gradFill>
        </p:spPr>
        <p:txBody>
          <a:bodyPr/>
          <a:lstStyle/>
          <a:p>
            <a:r>
              <a:rPr lang="en-US" sz="1800"/>
              <a:t>Automation </a:t>
            </a:r>
            <a:r>
              <a:rPr lang="en-US" sz="1800" u="sng"/>
              <a:t>cannot</a:t>
            </a:r>
            <a:r>
              <a:rPr lang="en-US" sz="1800"/>
              <a:t> self-heal or handle novel cases</a:t>
            </a:r>
          </a:p>
        </p:txBody>
      </p:sp>
      <p:sp>
        <p:nvSpPr>
          <p:cNvPr id="9" name="Text Placeholder 8">
            <a:extLst>
              <a:ext uri="{FF2B5EF4-FFF2-40B4-BE49-F238E27FC236}">
                <a16:creationId xmlns:a16="http://schemas.microsoft.com/office/drawing/2014/main" id="{4817C0F6-7845-F4E0-3CD4-9783425B597C}"/>
              </a:ext>
              <a:ext uri="{C183D7F6-B498-43B3-948B-1728B52AA6E4}">
                <adec:decorative xmlns:adec="http://schemas.microsoft.com/office/drawing/2017/decorative" val="1"/>
              </a:ext>
            </a:extLst>
          </p:cNvPr>
          <p:cNvSpPr>
            <a:spLocks noGrp="1"/>
          </p:cNvSpPr>
          <p:nvPr>
            <p:ph type="body" sz="quarter" idx="50"/>
          </p:nvPr>
        </p:nvSpPr>
        <p:spPr/>
        <p:txBody>
          <a:bodyPr/>
          <a:lstStyle/>
          <a:p>
            <a:r>
              <a:rPr lang="en-US"/>
              <a:t> </a:t>
            </a:r>
          </a:p>
        </p:txBody>
      </p:sp>
      <p:sp>
        <p:nvSpPr>
          <p:cNvPr id="10" name="Text Placeholder 9">
            <a:extLst>
              <a:ext uri="{FF2B5EF4-FFF2-40B4-BE49-F238E27FC236}">
                <a16:creationId xmlns:a16="http://schemas.microsoft.com/office/drawing/2014/main" id="{962F9D9A-2093-3C17-E11F-0CCDB416ABE5}"/>
              </a:ext>
            </a:extLst>
          </p:cNvPr>
          <p:cNvSpPr>
            <a:spLocks noGrp="1"/>
          </p:cNvSpPr>
          <p:nvPr>
            <p:ph type="body" sz="quarter" idx="51"/>
          </p:nvPr>
        </p:nvSpPr>
        <p:spPr>
          <a:gradFill>
            <a:gsLst>
              <a:gs pos="100000">
                <a:srgbClr val="F66C24"/>
              </a:gs>
              <a:gs pos="0">
                <a:srgbClr val="EB5B11"/>
              </a:gs>
            </a:gsLst>
            <a:lin ang="4200000" scaled="0"/>
          </a:gradFill>
        </p:spPr>
        <p:txBody>
          <a:bodyPr/>
          <a:lstStyle/>
          <a:p>
            <a:r>
              <a:rPr lang="en-US" sz="1800"/>
              <a:t>RPA </a:t>
            </a:r>
            <a:r>
              <a:rPr lang="en-US" sz="1800" u="sng"/>
              <a:t>breaks</a:t>
            </a:r>
            <a:r>
              <a:rPr lang="en-US" sz="1800"/>
              <a:t> whenever UI is updated or changed</a:t>
            </a:r>
          </a:p>
        </p:txBody>
      </p:sp>
      <p:sp>
        <p:nvSpPr>
          <p:cNvPr id="12" name="Text Placeholder 11">
            <a:extLst>
              <a:ext uri="{FF2B5EF4-FFF2-40B4-BE49-F238E27FC236}">
                <a16:creationId xmlns:a16="http://schemas.microsoft.com/office/drawing/2014/main" id="{819A6FD3-35A5-5BAB-F87E-9839625B687B}"/>
              </a:ext>
              <a:ext uri="{C183D7F6-B498-43B3-948B-1728B52AA6E4}">
                <adec:decorative xmlns:adec="http://schemas.microsoft.com/office/drawing/2017/decorative" val="1"/>
              </a:ext>
            </a:extLst>
          </p:cNvPr>
          <p:cNvSpPr>
            <a:spLocks noGrp="1"/>
          </p:cNvSpPr>
          <p:nvPr>
            <p:ph type="body" sz="quarter" idx="54"/>
          </p:nvPr>
        </p:nvSpPr>
        <p:spPr/>
        <p:txBody>
          <a:bodyPr/>
          <a:lstStyle/>
          <a:p>
            <a:r>
              <a:rPr lang="en-US"/>
              <a:t> </a:t>
            </a:r>
          </a:p>
        </p:txBody>
      </p:sp>
      <p:sp>
        <p:nvSpPr>
          <p:cNvPr id="13" name="Text Placeholder 12">
            <a:extLst>
              <a:ext uri="{FF2B5EF4-FFF2-40B4-BE49-F238E27FC236}">
                <a16:creationId xmlns:a16="http://schemas.microsoft.com/office/drawing/2014/main" id="{375B3446-2302-22B0-4A36-6E4D95CBBBBF}"/>
              </a:ext>
            </a:extLst>
          </p:cNvPr>
          <p:cNvSpPr>
            <a:spLocks noGrp="1"/>
          </p:cNvSpPr>
          <p:nvPr>
            <p:ph type="body" sz="quarter" idx="55"/>
          </p:nvPr>
        </p:nvSpPr>
        <p:spPr>
          <a:gradFill>
            <a:gsLst>
              <a:gs pos="0">
                <a:schemeClr val="accent6">
                  <a:lumMod val="75000"/>
                </a:schemeClr>
              </a:gs>
              <a:gs pos="100000">
                <a:srgbClr val="EB5B11"/>
              </a:gs>
            </a:gsLst>
            <a:lin ang="4200000" scaled="0"/>
          </a:gradFill>
        </p:spPr>
        <p:txBody>
          <a:bodyPr/>
          <a:lstStyle/>
          <a:p>
            <a:r>
              <a:rPr lang="en-US" sz="1800"/>
              <a:t>Employees </a:t>
            </a:r>
            <a:r>
              <a:rPr lang="en-US" sz="1800" u="sng"/>
              <a:t>waste time </a:t>
            </a:r>
            <a:r>
              <a:rPr lang="en-US" sz="1800"/>
              <a:t>structuring data</a:t>
            </a:r>
          </a:p>
        </p:txBody>
      </p:sp>
      <p:sp>
        <p:nvSpPr>
          <p:cNvPr id="15" name="Text Placeholder 14">
            <a:extLst>
              <a:ext uri="{FF2B5EF4-FFF2-40B4-BE49-F238E27FC236}">
                <a16:creationId xmlns:a16="http://schemas.microsoft.com/office/drawing/2014/main" id="{A675B09A-D381-9192-8035-2BFAB892C427}"/>
              </a:ext>
            </a:extLst>
          </p:cNvPr>
          <p:cNvSpPr>
            <a:spLocks noGrp="1"/>
          </p:cNvSpPr>
          <p:nvPr>
            <p:ph type="body" sz="quarter" idx="59"/>
          </p:nvPr>
        </p:nvSpPr>
        <p:spPr/>
        <p:txBody>
          <a:bodyPr/>
          <a:lstStyle/>
          <a:p>
            <a:r>
              <a:rPr lang="en-US"/>
              <a:t>Teams must constantly monitor existing RPA scripts to ensure they do not break.</a:t>
            </a:r>
          </a:p>
        </p:txBody>
      </p:sp>
      <p:sp>
        <p:nvSpPr>
          <p:cNvPr id="16" name="Text Placeholder 15">
            <a:extLst>
              <a:ext uri="{FF2B5EF4-FFF2-40B4-BE49-F238E27FC236}">
                <a16:creationId xmlns:a16="http://schemas.microsoft.com/office/drawing/2014/main" id="{6873F6C2-8BDB-5C22-5F78-1F0DAB273DCB}"/>
              </a:ext>
            </a:extLst>
          </p:cNvPr>
          <p:cNvSpPr>
            <a:spLocks noGrp="1"/>
          </p:cNvSpPr>
          <p:nvPr>
            <p:ph type="body" sz="quarter" idx="60"/>
          </p:nvPr>
        </p:nvSpPr>
        <p:spPr/>
        <p:txBody>
          <a:bodyPr/>
          <a:lstStyle/>
          <a:p>
            <a:r>
              <a:rPr lang="en-US"/>
              <a:t>Nearly all automation today starts with form over data which is slow and error prone.</a:t>
            </a:r>
          </a:p>
        </p:txBody>
      </p:sp>
      <p:sp>
        <p:nvSpPr>
          <p:cNvPr id="17" name="Text Placeholder 16">
            <a:extLst>
              <a:ext uri="{FF2B5EF4-FFF2-40B4-BE49-F238E27FC236}">
                <a16:creationId xmlns:a16="http://schemas.microsoft.com/office/drawing/2014/main" id="{539406A8-0922-9215-4A54-9D7171EE300D}"/>
              </a:ext>
            </a:extLst>
          </p:cNvPr>
          <p:cNvSpPr>
            <a:spLocks noGrp="1"/>
          </p:cNvSpPr>
          <p:nvPr>
            <p:ph type="body" sz="quarter" idx="61"/>
          </p:nvPr>
        </p:nvSpPr>
        <p:spPr/>
        <p:txBody>
          <a:bodyPr/>
          <a:lstStyle/>
          <a:p>
            <a:r>
              <a:rPr lang="en-US"/>
              <a:t>Complex logic is needed to handle unexpected edge cases within automation systems.</a:t>
            </a:r>
          </a:p>
        </p:txBody>
      </p:sp>
      <p:grpSp>
        <p:nvGrpSpPr>
          <p:cNvPr id="18" name="Group 17">
            <a:extLst>
              <a:ext uri="{FF2B5EF4-FFF2-40B4-BE49-F238E27FC236}">
                <a16:creationId xmlns:a16="http://schemas.microsoft.com/office/drawing/2014/main" id="{2953AE98-C47D-39ED-2777-545BA7F8E2F1}"/>
              </a:ext>
              <a:ext uri="{C183D7F6-B498-43B3-948B-1728B52AA6E4}">
                <adec:decorative xmlns:adec="http://schemas.microsoft.com/office/drawing/2017/decorative" val="1"/>
              </a:ext>
            </a:extLst>
          </p:cNvPr>
          <p:cNvGrpSpPr/>
          <p:nvPr/>
        </p:nvGrpSpPr>
        <p:grpSpPr>
          <a:xfrm>
            <a:off x="1877330" y="3293183"/>
            <a:ext cx="1458400" cy="1639614"/>
            <a:chOff x="4908910" y="2250858"/>
            <a:chExt cx="1458400" cy="1639614"/>
          </a:xfrm>
        </p:grpSpPr>
        <p:sp>
          <p:nvSpPr>
            <p:cNvPr id="19" name="Rounded Rectangle 18">
              <a:extLst>
                <a:ext uri="{FF2B5EF4-FFF2-40B4-BE49-F238E27FC236}">
                  <a16:creationId xmlns:a16="http://schemas.microsoft.com/office/drawing/2014/main" id="{45842CD4-C58F-FA86-D49F-268C991E4215}"/>
                </a:ext>
              </a:extLst>
            </p:cNvPr>
            <p:cNvSpPr/>
            <p:nvPr/>
          </p:nvSpPr>
          <p:spPr>
            <a:xfrm>
              <a:off x="4908910" y="2250858"/>
              <a:ext cx="1458400" cy="1639614"/>
            </a:xfrm>
            <a:prstGeom prst="roundRect">
              <a:avLst>
                <a:gd name="adj" fmla="val 8537"/>
              </a:avLst>
            </a:prstGeom>
            <a:solidFill>
              <a:schemeClr val="bg1">
                <a:lumMod val="95000"/>
              </a:schemeClr>
            </a:solidFill>
            <a:ln>
              <a:solidFill>
                <a:schemeClr val="bg1">
                  <a:lumMod val="85000"/>
                </a:schemeClr>
              </a:solidFill>
            </a:ln>
            <a:effectLst>
              <a:outerShdw blurRad="127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cxnSp>
          <p:nvCxnSpPr>
            <p:cNvPr id="20" name="Straight Connector 19">
              <a:extLst>
                <a:ext uri="{FF2B5EF4-FFF2-40B4-BE49-F238E27FC236}">
                  <a16:creationId xmlns:a16="http://schemas.microsoft.com/office/drawing/2014/main" id="{7E77553A-98A3-75A4-A939-DD27AD656EDC}"/>
                </a:ext>
              </a:extLst>
            </p:cNvPr>
            <p:cNvCxnSpPr/>
            <p:nvPr/>
          </p:nvCxnSpPr>
          <p:spPr>
            <a:xfrm>
              <a:off x="5086521" y="2484289"/>
              <a:ext cx="459013"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F4715394-7EB5-AE23-4A9F-DB57C106D7F4}"/>
                </a:ext>
              </a:extLst>
            </p:cNvPr>
            <p:cNvSpPr/>
            <p:nvPr/>
          </p:nvSpPr>
          <p:spPr>
            <a:xfrm>
              <a:off x="5095786" y="2603023"/>
              <a:ext cx="1090947" cy="169044"/>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Segoe UI Semilight"/>
                <a:ea typeface="+mn-ea"/>
                <a:cs typeface="+mn-cs"/>
              </a:endParaRPr>
            </a:p>
          </p:txBody>
        </p:sp>
        <p:cxnSp>
          <p:nvCxnSpPr>
            <p:cNvPr id="22" name="Straight Connector 21">
              <a:extLst>
                <a:ext uri="{FF2B5EF4-FFF2-40B4-BE49-F238E27FC236}">
                  <a16:creationId xmlns:a16="http://schemas.microsoft.com/office/drawing/2014/main" id="{506AB97F-51D3-78D9-80E2-6FF0ED1613F4}"/>
                </a:ext>
              </a:extLst>
            </p:cNvPr>
            <p:cNvCxnSpPr>
              <a:cxnSpLocks/>
            </p:cNvCxnSpPr>
            <p:nvPr/>
          </p:nvCxnSpPr>
          <p:spPr>
            <a:xfrm>
              <a:off x="5082552" y="3008220"/>
              <a:ext cx="563361"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266B2AB-4266-5B29-B741-29EDC658DC0C}"/>
                </a:ext>
              </a:extLst>
            </p:cNvPr>
            <p:cNvSpPr/>
            <p:nvPr/>
          </p:nvSpPr>
          <p:spPr>
            <a:xfrm>
              <a:off x="5091817" y="3126954"/>
              <a:ext cx="1090947" cy="169044"/>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Segoe UI Semilight"/>
                <a:ea typeface="+mn-ea"/>
                <a:cs typeface="+mn-cs"/>
              </a:endParaRPr>
            </a:p>
          </p:txBody>
        </p:sp>
        <p:sp>
          <p:nvSpPr>
            <p:cNvPr id="24" name="Rounded Rectangle 23">
              <a:extLst>
                <a:ext uri="{FF2B5EF4-FFF2-40B4-BE49-F238E27FC236}">
                  <a16:creationId xmlns:a16="http://schemas.microsoft.com/office/drawing/2014/main" id="{9B3852F2-DF9E-C3D8-EC68-2B9557C24344}"/>
                </a:ext>
              </a:extLst>
            </p:cNvPr>
            <p:cNvSpPr/>
            <p:nvPr/>
          </p:nvSpPr>
          <p:spPr>
            <a:xfrm>
              <a:off x="5553772" y="3514727"/>
              <a:ext cx="628992" cy="215443"/>
            </a:xfrm>
            <a:prstGeom prst="roundRect">
              <a:avLst>
                <a:gd name="adj" fmla="val 27739"/>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cxnSp>
          <p:nvCxnSpPr>
            <p:cNvPr id="25" name="Straight Connector 24">
              <a:extLst>
                <a:ext uri="{FF2B5EF4-FFF2-40B4-BE49-F238E27FC236}">
                  <a16:creationId xmlns:a16="http://schemas.microsoft.com/office/drawing/2014/main" id="{8D3EED98-4DBC-D0CE-F4A1-9FBB118716EB}"/>
                </a:ext>
              </a:extLst>
            </p:cNvPr>
            <p:cNvCxnSpPr/>
            <p:nvPr/>
          </p:nvCxnSpPr>
          <p:spPr>
            <a:xfrm>
              <a:off x="5630298" y="3613028"/>
              <a:ext cx="459013" cy="0"/>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26" name="Straight Arrow Connector 25">
            <a:extLst>
              <a:ext uri="{FF2B5EF4-FFF2-40B4-BE49-F238E27FC236}">
                <a16:creationId xmlns:a16="http://schemas.microsoft.com/office/drawing/2014/main" id="{A7111AC3-8D5B-9502-B290-1764DB183C38}"/>
              </a:ext>
              <a:ext uri="{C183D7F6-B498-43B3-948B-1728B52AA6E4}">
                <adec:decorative xmlns:adec="http://schemas.microsoft.com/office/drawing/2017/decorative" val="1"/>
              </a:ext>
            </a:extLst>
          </p:cNvPr>
          <p:cNvCxnSpPr>
            <a:cxnSpLocks/>
          </p:cNvCxnSpPr>
          <p:nvPr/>
        </p:nvCxnSpPr>
        <p:spPr>
          <a:xfrm>
            <a:off x="1002680" y="4169279"/>
            <a:ext cx="653488" cy="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95E88C09-5246-BB02-26C3-1E45A8BCFDC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36440" y="3475540"/>
            <a:ext cx="1260036" cy="1260036"/>
          </a:xfrm>
          <a:prstGeom prst="rect">
            <a:avLst/>
          </a:prstGeom>
        </p:spPr>
      </p:pic>
      <p:cxnSp>
        <p:nvCxnSpPr>
          <p:cNvPr id="28" name="Straight Arrow Connector 27">
            <a:extLst>
              <a:ext uri="{FF2B5EF4-FFF2-40B4-BE49-F238E27FC236}">
                <a16:creationId xmlns:a16="http://schemas.microsoft.com/office/drawing/2014/main" id="{BAB0FC16-3A56-39A7-4421-2375C4B8F7EE}"/>
              </a:ext>
              <a:ext uri="{C183D7F6-B498-43B3-948B-1728B52AA6E4}">
                <adec:decorative xmlns:adec="http://schemas.microsoft.com/office/drawing/2017/decorative" val="1"/>
              </a:ext>
            </a:extLst>
          </p:cNvPr>
          <p:cNvCxnSpPr>
            <a:cxnSpLocks/>
          </p:cNvCxnSpPr>
          <p:nvPr/>
        </p:nvCxnSpPr>
        <p:spPr>
          <a:xfrm>
            <a:off x="4580092" y="4176448"/>
            <a:ext cx="596597" cy="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A277E2E-E449-D31F-F229-02C728795B8B}"/>
              </a:ext>
              <a:ext uri="{C183D7F6-B498-43B3-948B-1728B52AA6E4}">
                <adec:decorative xmlns:adec="http://schemas.microsoft.com/office/drawing/2017/decorative" val="1"/>
              </a:ext>
            </a:extLst>
          </p:cNvPr>
          <p:cNvCxnSpPr>
            <a:cxnSpLocks/>
          </p:cNvCxnSpPr>
          <p:nvPr/>
        </p:nvCxnSpPr>
        <p:spPr>
          <a:xfrm>
            <a:off x="6704547" y="4176300"/>
            <a:ext cx="670937" cy="0"/>
          </a:xfrm>
          <a:prstGeom prst="straightConnector1">
            <a:avLst/>
          </a:prstGeom>
          <a:ln w="44450">
            <a:solidFill>
              <a:schemeClr val="accent6">
                <a:lumMod val="75000"/>
              </a:schemeClr>
            </a:solidFill>
            <a:headEnd type="none" w="lg" len="med"/>
            <a:tailEnd type="none" w="med" len="sm"/>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6DEC19E9-586B-78B5-87CB-DC865E5D74D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986478" y="4000475"/>
            <a:ext cx="1141316" cy="1141316"/>
          </a:xfrm>
          <a:prstGeom prst="rect">
            <a:avLst/>
          </a:prstGeom>
        </p:spPr>
      </p:pic>
      <p:grpSp>
        <p:nvGrpSpPr>
          <p:cNvPr id="31" name="Group 30">
            <a:extLst>
              <a:ext uri="{FF2B5EF4-FFF2-40B4-BE49-F238E27FC236}">
                <a16:creationId xmlns:a16="http://schemas.microsoft.com/office/drawing/2014/main" id="{292194FE-E0EC-03E6-D117-AA36628EB900}"/>
              </a:ext>
              <a:ext uri="{C183D7F6-B498-43B3-948B-1728B52AA6E4}">
                <adec:decorative xmlns:adec="http://schemas.microsoft.com/office/drawing/2017/decorative" val="1"/>
              </a:ext>
            </a:extLst>
          </p:cNvPr>
          <p:cNvGrpSpPr/>
          <p:nvPr/>
        </p:nvGrpSpPr>
        <p:grpSpPr>
          <a:xfrm>
            <a:off x="9424195" y="3260339"/>
            <a:ext cx="251771" cy="631014"/>
            <a:chOff x="10370278" y="4140963"/>
            <a:chExt cx="132941" cy="333190"/>
          </a:xfrm>
        </p:grpSpPr>
        <p:cxnSp>
          <p:nvCxnSpPr>
            <p:cNvPr id="32" name="Straight Arrow Connector 31">
              <a:extLst>
                <a:ext uri="{FF2B5EF4-FFF2-40B4-BE49-F238E27FC236}">
                  <a16:creationId xmlns:a16="http://schemas.microsoft.com/office/drawing/2014/main" id="{262689DC-1E1E-533E-AFA1-E431A60D1B26}"/>
                </a:ext>
              </a:extLst>
            </p:cNvPr>
            <p:cNvCxnSpPr>
              <a:cxnSpLocks/>
            </p:cNvCxnSpPr>
            <p:nvPr/>
          </p:nvCxnSpPr>
          <p:spPr>
            <a:xfrm flipV="1">
              <a:off x="10370278" y="4140963"/>
              <a:ext cx="4850" cy="320080"/>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F9C785F-4616-C606-7335-DFBACEE81A88}"/>
                </a:ext>
              </a:extLst>
            </p:cNvPr>
            <p:cNvCxnSpPr>
              <a:cxnSpLocks/>
            </p:cNvCxnSpPr>
            <p:nvPr/>
          </p:nvCxnSpPr>
          <p:spPr>
            <a:xfrm>
              <a:off x="10503219" y="4141712"/>
              <a:ext cx="0" cy="332441"/>
            </a:xfrm>
            <a:prstGeom prst="straightConnector1">
              <a:avLst/>
            </a:prstGeom>
            <a:ln w="44450">
              <a:solidFill>
                <a:schemeClr val="accent6">
                  <a:lumMod val="75000"/>
                </a:schemeClr>
              </a:solidFill>
              <a:headEnd type="none" w="lg" len="med"/>
              <a:tailEnd type="triangle" w="med"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87874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 Placeholder 9">
            <a:extLst>
              <a:ext uri="{FF2B5EF4-FFF2-40B4-BE49-F238E27FC236}">
                <a16:creationId xmlns:a16="http://schemas.microsoft.com/office/drawing/2014/main" id="{F81D6411-A234-F379-2D88-7551CAF34ED7}"/>
              </a:ext>
            </a:extLst>
          </p:cNvPr>
          <p:cNvSpPr txBox="1">
            <a:spLocks/>
          </p:cNvSpPr>
          <p:nvPr/>
        </p:nvSpPr>
        <p:spPr>
          <a:xfrm>
            <a:off x="4526280" y="2143336"/>
            <a:ext cx="291693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alpha val="0"/>
                  </a:prstClr>
                </a:solidFill>
                <a:effectLst/>
                <a:uLnTx/>
                <a:uFillTx/>
                <a:latin typeface="Segoe UI Semibold"/>
                <a:ea typeface="+mn-ea"/>
                <a:cs typeface="+mn-cs"/>
              </a:rPr>
              <a:t>RPA breaks as soon as the UI updates or changes</a:t>
            </a:r>
          </a:p>
        </p:txBody>
      </p:sp>
      <p:sp>
        <p:nvSpPr>
          <p:cNvPr id="71" name="Text Placeholder 8">
            <a:extLst>
              <a:ext uri="{FF2B5EF4-FFF2-40B4-BE49-F238E27FC236}">
                <a16:creationId xmlns:a16="http://schemas.microsoft.com/office/drawing/2014/main" id="{A08AAD20-4A8F-4302-32CE-4C1173AA8FB4}"/>
              </a:ext>
            </a:extLst>
          </p:cNvPr>
          <p:cNvSpPr txBox="1">
            <a:spLocks/>
          </p:cNvSpPr>
          <p:nvPr/>
        </p:nvSpPr>
        <p:spPr>
          <a:xfrm>
            <a:off x="4524378" y="2153246"/>
            <a:ext cx="2914646" cy="498598"/>
          </a:xfrm>
          <a:prstGeom prst="rect">
            <a:avLst/>
          </a:prstGeom>
        </p:spPr>
        <p:txBody>
          <a:bodyPr vert="horz" wrap="square"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LLMs update RPAs if the</a:t>
            </a:r>
            <a:br>
              <a:rPr kumimoji="0" lang="en-US" sz="1800" b="0" i="0" u="none" strike="noStrike" kern="1200" cap="none" spc="0" normalizeH="0" baseline="0" noProof="0">
                <a:ln>
                  <a:noFill/>
                </a:ln>
                <a:solidFill>
                  <a:prstClr val="black"/>
                </a:solidFill>
                <a:effectLst/>
                <a:uLnTx/>
                <a:uFillTx/>
                <a:latin typeface="Segoe UI Semibold"/>
                <a:ea typeface="+mn-ea"/>
                <a:cs typeface="+mn-cs"/>
              </a:rPr>
            </a:br>
            <a:r>
              <a:rPr kumimoji="0" lang="en-US" sz="1800" b="0" i="0" u="none" strike="noStrike" kern="1200" cap="none" spc="0" normalizeH="0" baseline="0" noProof="0">
                <a:ln>
                  <a:noFill/>
                </a:ln>
                <a:solidFill>
                  <a:prstClr val="black"/>
                </a:solidFill>
                <a:effectLst/>
                <a:uLnTx/>
                <a:uFillTx/>
                <a:latin typeface="Segoe UI Semibold"/>
                <a:ea typeface="+mn-ea"/>
                <a:cs typeface="+mn-cs"/>
              </a:rPr>
              <a:t>UI updates or changes</a:t>
            </a:r>
          </a:p>
        </p:txBody>
      </p:sp>
      <p:sp>
        <p:nvSpPr>
          <p:cNvPr id="69" name="Text Placeholder 10">
            <a:extLst>
              <a:ext uri="{FF2B5EF4-FFF2-40B4-BE49-F238E27FC236}">
                <a16:creationId xmlns:a16="http://schemas.microsoft.com/office/drawing/2014/main" id="{7582E672-9A1E-A7E5-7C8A-C5CB0F5DB3E2}"/>
              </a:ext>
            </a:extLst>
          </p:cNvPr>
          <p:cNvSpPr txBox="1">
            <a:spLocks/>
          </p:cNvSpPr>
          <p:nvPr/>
        </p:nvSpPr>
        <p:spPr>
          <a:xfrm>
            <a:off x="8324850" y="2143336"/>
            <a:ext cx="2914650"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alpha val="0"/>
                  </a:prstClr>
                </a:solidFill>
                <a:effectLst/>
                <a:uLnTx/>
                <a:uFillTx/>
                <a:latin typeface="Segoe UI Semibold"/>
                <a:ea typeface="+mn-ea"/>
                <a:cs typeface="+mn-cs"/>
              </a:rPr>
              <a:t>Automation cannot self-heal or handle novel cases</a:t>
            </a:r>
          </a:p>
        </p:txBody>
      </p:sp>
      <p:sp>
        <p:nvSpPr>
          <p:cNvPr id="72" name="Text Placeholder 8">
            <a:extLst>
              <a:ext uri="{FF2B5EF4-FFF2-40B4-BE49-F238E27FC236}">
                <a16:creationId xmlns:a16="http://schemas.microsoft.com/office/drawing/2014/main" id="{8158F2A0-37A3-BD38-7B41-C4A064A9403E}"/>
              </a:ext>
            </a:extLst>
          </p:cNvPr>
          <p:cNvSpPr txBox="1">
            <a:spLocks/>
          </p:cNvSpPr>
          <p:nvPr/>
        </p:nvSpPr>
        <p:spPr>
          <a:xfrm>
            <a:off x="8322253" y="216051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Tool calling LLMs can self-heal or handle novel cases</a:t>
            </a:r>
          </a:p>
        </p:txBody>
      </p:sp>
      <p:sp>
        <p:nvSpPr>
          <p:cNvPr id="15" name="Rounded Rectangle 14">
            <a:extLst>
              <a:ext uri="{FF2B5EF4-FFF2-40B4-BE49-F238E27FC236}">
                <a16:creationId xmlns:a16="http://schemas.microsoft.com/office/drawing/2014/main" id="{8FCB1BE1-1E61-7BA8-8CBA-EEED199376B3}"/>
              </a:ext>
            </a:extLst>
          </p:cNvPr>
          <p:cNvSpPr/>
          <p:nvPr/>
        </p:nvSpPr>
        <p:spPr>
          <a:xfrm>
            <a:off x="1199950" y="4255896"/>
            <a:ext cx="1986012" cy="1606821"/>
          </a:xfrm>
          <a:prstGeom prst="roundRect">
            <a:avLst>
              <a:gd name="adj" fmla="val 766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Here you go!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Would you like me to submit the JSON to the API?</a:t>
            </a:r>
          </a:p>
        </p:txBody>
      </p:sp>
      <p:sp>
        <p:nvSpPr>
          <p:cNvPr id="2" name="Title 1">
            <a:extLst>
              <a:ext uri="{FF2B5EF4-FFF2-40B4-BE49-F238E27FC236}">
                <a16:creationId xmlns:a16="http://schemas.microsoft.com/office/drawing/2014/main" id="{087A65F4-ED0E-1E51-060F-D8BC150053A7}"/>
              </a:ext>
            </a:extLst>
          </p:cNvPr>
          <p:cNvSpPr>
            <a:spLocks noGrp="1"/>
          </p:cNvSpPr>
          <p:nvPr>
            <p:ph type="title"/>
          </p:nvPr>
        </p:nvSpPr>
        <p:spPr>
          <a:xfrm>
            <a:off x="723901" y="919673"/>
            <a:ext cx="10515600" cy="886397"/>
          </a:xfrm>
        </p:spPr>
        <p:txBody>
          <a:bodyPr/>
          <a:lstStyle/>
          <a:p>
            <a:r>
              <a:rPr lang="en-US"/>
              <a:t>With AI Agents, you can make your automation more </a:t>
            </a:r>
            <a:r>
              <a:rPr lang="en-US">
                <a:gradFill>
                  <a:gsLst>
                    <a:gs pos="0">
                      <a:schemeClr val="accent4">
                        <a:lumMod val="75000"/>
                      </a:schemeClr>
                    </a:gs>
                    <a:gs pos="99000">
                      <a:schemeClr val="accent4"/>
                    </a:gs>
                  </a:gsLst>
                  <a:lin ang="4200000" scaled="0"/>
                </a:gradFill>
              </a:rPr>
              <a:t>resilient</a:t>
            </a:r>
            <a:r>
              <a:rPr lang="en-US"/>
              <a:t> while removing the drudgery from work</a:t>
            </a:r>
          </a:p>
        </p:txBody>
      </p:sp>
      <p:sp>
        <p:nvSpPr>
          <p:cNvPr id="7" name="Text Placeholder 6">
            <a:extLst>
              <a:ext uri="{FF2B5EF4-FFF2-40B4-BE49-F238E27FC236}">
                <a16:creationId xmlns:a16="http://schemas.microsoft.com/office/drawing/2014/main" id="{594B76AD-949F-E630-3CB6-3049B94EEAD4}"/>
              </a:ext>
            </a:extLst>
          </p:cNvPr>
          <p:cNvSpPr>
            <a:spLocks noGrp="1"/>
          </p:cNvSpPr>
          <p:nvPr>
            <p:ph type="body" sz="quarter" idx="13"/>
          </p:nvPr>
        </p:nvSpPr>
        <p:spPr>
          <a:xfrm>
            <a:off x="723899" y="523101"/>
            <a:ext cx="10520259" cy="276999"/>
          </a:xfrm>
        </p:spPr>
        <p:txBody>
          <a:bodyPr/>
          <a:lstStyle/>
          <a:p>
            <a:r>
              <a:rPr lang="en-US"/>
              <a:t>After AI Agents</a:t>
            </a:r>
          </a:p>
        </p:txBody>
      </p:sp>
      <p:sp>
        <p:nvSpPr>
          <p:cNvPr id="5" name="Date Placeholder 4">
            <a:extLst>
              <a:ext uri="{FF2B5EF4-FFF2-40B4-BE49-F238E27FC236}">
                <a16:creationId xmlns:a16="http://schemas.microsoft.com/office/drawing/2014/main" id="{DFF2F40A-75B2-380A-A14A-B15CC9D98EC7}"/>
              </a:ext>
            </a:extLst>
          </p:cNvPr>
          <p:cNvSpPr>
            <a:spLocks noGrp="1"/>
          </p:cNvSpPr>
          <p:nvPr>
            <p:ph type="dt" sz="half" idx="2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rPr>
              <a:t>Microsoft confidential</a:t>
            </a:r>
          </a:p>
        </p:txBody>
      </p:sp>
      <p:sp>
        <p:nvSpPr>
          <p:cNvPr id="6" name="Slide Number Placeholder 5">
            <a:extLst>
              <a:ext uri="{FF2B5EF4-FFF2-40B4-BE49-F238E27FC236}">
                <a16:creationId xmlns:a16="http://schemas.microsoft.com/office/drawing/2014/main" id="{7B007E39-8AA3-8387-AE9A-25D43C573EF2}"/>
              </a:ext>
            </a:extLst>
          </p:cNvPr>
          <p:cNvSpPr>
            <a:spLocks noGrp="1"/>
          </p:cNvSpPr>
          <p:nvPr>
            <p:ph type="sldNum" sz="quarter" idx="2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6BE13-FF2C-3A41-A53B-D6BC2DDA0AE5}" type="slidenum">
              <a:rPr kumimoji="0" lang="en-US" sz="900" b="0" i="0" u="none" strike="noStrike" kern="1200" cap="none" spc="0" normalizeH="0" baseline="0" noProof="0" smtClean="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prstClr val="white">
                  <a:lumMod val="85000"/>
                </a:prstClr>
              </a:solidFill>
              <a:effectLst/>
              <a:uLnTx/>
              <a:uFillTx/>
              <a:latin typeface="Segoe UI Light" panose="020B0502040204020203" pitchFamily="34" charset="0"/>
              <a:ea typeface="+mn-ea"/>
              <a:cs typeface="Segoe UI Light" panose="020B0502040204020203" pitchFamily="34" charset="0"/>
            </a:endParaRPr>
          </a:p>
        </p:txBody>
      </p:sp>
      <p:pic>
        <p:nvPicPr>
          <p:cNvPr id="3" name="Picture 2">
            <a:extLst>
              <a:ext uri="{FF2B5EF4-FFF2-40B4-BE49-F238E27FC236}">
                <a16:creationId xmlns:a16="http://schemas.microsoft.com/office/drawing/2014/main" id="{92052026-06A3-6FAA-4A5A-A71DE5594AE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899" y="4150541"/>
            <a:ext cx="443198" cy="443198"/>
          </a:xfrm>
          <a:prstGeom prst="rect">
            <a:avLst/>
          </a:prstGeom>
        </p:spPr>
      </p:pic>
      <p:sp>
        <p:nvSpPr>
          <p:cNvPr id="16" name="Rounded Rectangle 15">
            <a:extLst>
              <a:ext uri="{FF2B5EF4-FFF2-40B4-BE49-F238E27FC236}">
                <a16:creationId xmlns:a16="http://schemas.microsoft.com/office/drawing/2014/main" id="{804F8067-8512-3467-7B93-37AB4AC3D5FF}"/>
              </a:ext>
            </a:extLst>
          </p:cNvPr>
          <p:cNvSpPr/>
          <p:nvPr/>
        </p:nvSpPr>
        <p:spPr>
          <a:xfrm>
            <a:off x="1321627" y="4556216"/>
            <a:ext cx="1728894" cy="811650"/>
          </a:xfrm>
          <a:prstGeom prst="roundRect">
            <a:avLst>
              <a:gd name="adj" fmla="val 544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a:t>
            </a:r>
            <a:b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b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  "name" : "John Clar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  "issue": ”Washing m</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a:t>
            </a:r>
          </a:p>
        </p:txBody>
      </p:sp>
      <p:sp>
        <p:nvSpPr>
          <p:cNvPr id="14" name="Rounded Rectangle 13">
            <a:extLst>
              <a:ext uri="{FF2B5EF4-FFF2-40B4-BE49-F238E27FC236}">
                <a16:creationId xmlns:a16="http://schemas.microsoft.com/office/drawing/2014/main" id="{5BF26989-4652-A1C6-E518-659300D6004C}"/>
              </a:ext>
            </a:extLst>
          </p:cNvPr>
          <p:cNvSpPr/>
          <p:nvPr/>
        </p:nvSpPr>
        <p:spPr>
          <a:xfrm>
            <a:off x="1796143" y="2909736"/>
            <a:ext cx="1842407" cy="646180"/>
          </a:xfrm>
          <a:prstGeom prst="roundRect">
            <a:avLst>
              <a:gd name="adj" fmla="val 16762"/>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Convert the customer  conversation into a JSON that looks like this…</a:t>
            </a:r>
          </a:p>
        </p:txBody>
      </p:sp>
      <p:sp>
        <p:nvSpPr>
          <p:cNvPr id="17" name="Rounded Rectangle 16">
            <a:extLst>
              <a:ext uri="{FF2B5EF4-FFF2-40B4-BE49-F238E27FC236}">
                <a16:creationId xmlns:a16="http://schemas.microsoft.com/office/drawing/2014/main" id="{5DC5BB76-B928-35DC-2A1C-52E9EA9544A8}"/>
              </a:ext>
            </a:extLst>
          </p:cNvPr>
          <p:cNvSpPr/>
          <p:nvPr/>
        </p:nvSpPr>
        <p:spPr>
          <a:xfrm>
            <a:off x="2425566" y="3601259"/>
            <a:ext cx="1212980" cy="417840"/>
          </a:xfrm>
          <a:prstGeom prst="roundRect">
            <a:avLst>
              <a:gd name="adj" fmla="val 20687"/>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Segoe UI" panose="020B0502040204020203" pitchFamily="34" charset="0"/>
              </a:rPr>
              <a:t>Transcript</a:t>
            </a:r>
          </a:p>
        </p:txBody>
      </p:sp>
      <p:pic>
        <p:nvPicPr>
          <p:cNvPr id="18" name="Picture 17">
            <a:extLst>
              <a:ext uri="{FF2B5EF4-FFF2-40B4-BE49-F238E27FC236}">
                <a16:creationId xmlns:a16="http://schemas.microsoft.com/office/drawing/2014/main" id="{4AB1A100-3597-FA75-57A5-2EC899CA544D}"/>
              </a:ext>
              <a:ext uri="{C183D7F6-B498-43B3-948B-1728B52AA6E4}">
                <adec:decorative xmlns:adec="http://schemas.microsoft.com/office/drawing/2017/decorative" val="1"/>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7200"/>
                    </a14:imgEffect>
                    <a14:imgEffect>
                      <a14:saturation sat="0"/>
                    </a14:imgEffect>
                  </a14:imgLayer>
                </a14:imgProps>
              </a:ext>
            </a:extLst>
          </a:blip>
          <a:stretch>
            <a:fillRect/>
          </a:stretch>
        </p:blipFill>
        <p:spPr>
          <a:xfrm>
            <a:off x="2560356" y="3693528"/>
            <a:ext cx="241299" cy="241299"/>
          </a:xfrm>
          <a:prstGeom prst="rect">
            <a:avLst/>
          </a:prstGeom>
        </p:spPr>
      </p:pic>
      <p:sp>
        <p:nvSpPr>
          <p:cNvPr id="19" name="Rounded Rectangle 18">
            <a:extLst>
              <a:ext uri="{FF2B5EF4-FFF2-40B4-BE49-F238E27FC236}">
                <a16:creationId xmlns:a16="http://schemas.microsoft.com/office/drawing/2014/main" id="{640C7F74-55D3-8418-C91F-0F358C4A462B}"/>
              </a:ext>
            </a:extLst>
          </p:cNvPr>
          <p:cNvSpPr/>
          <p:nvPr/>
        </p:nvSpPr>
        <p:spPr>
          <a:xfrm>
            <a:off x="5596019" y="2909736"/>
            <a:ext cx="1842407" cy="460079"/>
          </a:xfrm>
          <a:prstGeom prst="roundRect">
            <a:avLst>
              <a:gd name="adj" fmla="val 16762"/>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Click on the submit button for the scheduling form</a:t>
            </a:r>
          </a:p>
        </p:txBody>
      </p:sp>
      <p:sp>
        <p:nvSpPr>
          <p:cNvPr id="22" name="Rounded Rectangle 21">
            <a:extLst>
              <a:ext uri="{FF2B5EF4-FFF2-40B4-BE49-F238E27FC236}">
                <a16:creationId xmlns:a16="http://schemas.microsoft.com/office/drawing/2014/main" id="{09B4628A-28C6-6064-D850-A7F9219F3410}"/>
              </a:ext>
            </a:extLst>
          </p:cNvPr>
          <p:cNvSpPr/>
          <p:nvPr/>
        </p:nvSpPr>
        <p:spPr>
          <a:xfrm>
            <a:off x="5002331" y="3683643"/>
            <a:ext cx="1986012" cy="665108"/>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Looks like the ID of the order form is </a:t>
            </a:r>
            <a:r>
              <a:rPr kumimoji="0" lang="en-US" sz="10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submit-order</a:t>
            </a: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I’ll go ahead and click it now.</a:t>
            </a:r>
          </a:p>
        </p:txBody>
      </p:sp>
      <p:pic>
        <p:nvPicPr>
          <p:cNvPr id="23" name="Picture 22">
            <a:extLst>
              <a:ext uri="{FF2B5EF4-FFF2-40B4-BE49-F238E27FC236}">
                <a16:creationId xmlns:a16="http://schemas.microsoft.com/office/drawing/2014/main" id="{6BB127AD-E6DF-A58B-1641-FA8516CE87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6280" y="3578288"/>
            <a:ext cx="443198" cy="443198"/>
          </a:xfrm>
          <a:prstGeom prst="rect">
            <a:avLst/>
          </a:prstGeom>
        </p:spPr>
      </p:pic>
      <p:sp>
        <p:nvSpPr>
          <p:cNvPr id="24" name="Rounded Rectangle 23">
            <a:extLst>
              <a:ext uri="{FF2B5EF4-FFF2-40B4-BE49-F238E27FC236}">
                <a16:creationId xmlns:a16="http://schemas.microsoft.com/office/drawing/2014/main" id="{35DDC85D-F41F-E431-FB83-32369C25318C}"/>
              </a:ext>
              <a:ext uri="{C183D7F6-B498-43B3-948B-1728B52AA6E4}">
                <adec:decorative xmlns:adec="http://schemas.microsoft.com/office/drawing/2017/decorative" val="1"/>
              </a:ext>
            </a:extLst>
          </p:cNvPr>
          <p:cNvSpPr/>
          <p:nvPr/>
        </p:nvSpPr>
        <p:spPr>
          <a:xfrm>
            <a:off x="5002330" y="4411286"/>
            <a:ext cx="1619851"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Rounded Rectangle 24">
            <a:extLst>
              <a:ext uri="{FF2B5EF4-FFF2-40B4-BE49-F238E27FC236}">
                <a16:creationId xmlns:a16="http://schemas.microsoft.com/office/drawing/2014/main" id="{82970B1F-D72A-F92C-6F12-1162821C6EA3}"/>
              </a:ext>
              <a:ext uri="{C183D7F6-B498-43B3-948B-1728B52AA6E4}">
                <adec:decorative xmlns:adec="http://schemas.microsoft.com/office/drawing/2017/decorative" val="1"/>
              </a:ext>
            </a:extLst>
          </p:cNvPr>
          <p:cNvSpPr/>
          <p:nvPr/>
        </p:nvSpPr>
        <p:spPr>
          <a:xfrm>
            <a:off x="5111015" y="4504659"/>
            <a:ext cx="139566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26" name="TextBox 25">
            <a:extLst>
              <a:ext uri="{FF2B5EF4-FFF2-40B4-BE49-F238E27FC236}">
                <a16:creationId xmlns:a16="http://schemas.microsoft.com/office/drawing/2014/main" id="{A6E97157-B0D6-21BC-681B-414C660834B5}"/>
              </a:ext>
            </a:extLst>
          </p:cNvPr>
          <p:cNvSpPr txBox="1"/>
          <p:nvPr/>
        </p:nvSpPr>
        <p:spPr>
          <a:xfrm>
            <a:off x="5540725" y="4646170"/>
            <a:ext cx="90441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Submit form</a:t>
            </a:r>
          </a:p>
        </p:txBody>
      </p:sp>
      <p:pic>
        <p:nvPicPr>
          <p:cNvPr id="27" name="Picture 26">
            <a:extLst>
              <a:ext uri="{FF2B5EF4-FFF2-40B4-BE49-F238E27FC236}">
                <a16:creationId xmlns:a16="http://schemas.microsoft.com/office/drawing/2014/main" id="{FB498D14-7B6A-30E8-5D84-60E5A4A8DFDD}"/>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24648" y="4629102"/>
            <a:ext cx="259347" cy="259347"/>
          </a:xfrm>
          <a:prstGeom prst="rect">
            <a:avLst/>
          </a:prstGeom>
        </p:spPr>
      </p:pic>
      <p:sp>
        <p:nvSpPr>
          <p:cNvPr id="28" name="Rounded Rectangle 27">
            <a:extLst>
              <a:ext uri="{FF2B5EF4-FFF2-40B4-BE49-F238E27FC236}">
                <a16:creationId xmlns:a16="http://schemas.microsoft.com/office/drawing/2014/main" id="{C845E7FD-EFD1-802D-865D-095BB9BAE7C4}"/>
              </a:ext>
            </a:extLst>
          </p:cNvPr>
          <p:cNvSpPr/>
          <p:nvPr/>
        </p:nvSpPr>
        <p:spPr>
          <a:xfrm>
            <a:off x="4988695" y="5190931"/>
            <a:ext cx="2153250" cy="665108"/>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The form has been successfully submitted, is there anything else you need?</a:t>
            </a:r>
          </a:p>
        </p:txBody>
      </p:sp>
      <p:sp>
        <p:nvSpPr>
          <p:cNvPr id="53" name="Rounded Rectangle 52">
            <a:extLst>
              <a:ext uri="{FF2B5EF4-FFF2-40B4-BE49-F238E27FC236}">
                <a16:creationId xmlns:a16="http://schemas.microsoft.com/office/drawing/2014/main" id="{AAD58BC6-6C7E-65C5-75A9-B2358993CF16}"/>
              </a:ext>
            </a:extLst>
          </p:cNvPr>
          <p:cNvSpPr/>
          <p:nvPr/>
        </p:nvSpPr>
        <p:spPr>
          <a:xfrm>
            <a:off x="9892145" y="2909736"/>
            <a:ext cx="1347355" cy="327150"/>
          </a:xfrm>
          <a:prstGeom prst="roundRect">
            <a:avLst>
              <a:gd name="adj" fmla="val 32755"/>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Assign technician</a:t>
            </a:r>
          </a:p>
        </p:txBody>
      </p:sp>
      <p:sp>
        <p:nvSpPr>
          <p:cNvPr id="67" name="Text Placeholder 8">
            <a:extLst>
              <a:ext uri="{FF2B5EF4-FFF2-40B4-BE49-F238E27FC236}">
                <a16:creationId xmlns:a16="http://schemas.microsoft.com/office/drawing/2014/main" id="{3B2C7870-C0E3-5A98-7EEC-213BB8D145FB}"/>
              </a:ext>
            </a:extLst>
          </p:cNvPr>
          <p:cNvSpPr txBox="1">
            <a:spLocks/>
          </p:cNvSpPr>
          <p:nvPr/>
        </p:nvSpPr>
        <p:spPr>
          <a:xfrm>
            <a:off x="723900" y="214333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alpha val="0"/>
                  </a:prstClr>
                </a:solidFill>
                <a:effectLst/>
                <a:uLnTx/>
                <a:uFillTx/>
                <a:latin typeface="Segoe UI Semibold"/>
                <a:ea typeface="+mn-ea"/>
                <a:cs typeface="+mn-cs"/>
              </a:rPr>
              <a:t>Employees waste time structuring data</a:t>
            </a:r>
          </a:p>
        </p:txBody>
      </p:sp>
      <p:sp>
        <p:nvSpPr>
          <p:cNvPr id="70" name="Text Placeholder 8">
            <a:extLst>
              <a:ext uri="{FF2B5EF4-FFF2-40B4-BE49-F238E27FC236}">
                <a16:creationId xmlns:a16="http://schemas.microsoft.com/office/drawing/2014/main" id="{8EE3BE36-C4AA-8F2A-ABD7-D9947375122C}"/>
              </a:ext>
            </a:extLst>
          </p:cNvPr>
          <p:cNvSpPr txBox="1">
            <a:spLocks/>
          </p:cNvSpPr>
          <p:nvPr/>
        </p:nvSpPr>
        <p:spPr>
          <a:xfrm>
            <a:off x="723899" y="215324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LLMs spend little time structuring data</a:t>
            </a:r>
          </a:p>
        </p:txBody>
      </p:sp>
      <p:pic>
        <p:nvPicPr>
          <p:cNvPr id="4" name="Picture 3">
            <a:extLst>
              <a:ext uri="{FF2B5EF4-FFF2-40B4-BE49-F238E27FC236}">
                <a16:creationId xmlns:a16="http://schemas.microsoft.com/office/drawing/2014/main" id="{3CB72F26-77CE-6251-1ADC-02D9DDAD91E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753" y="3372180"/>
            <a:ext cx="443198" cy="443198"/>
          </a:xfrm>
          <a:prstGeom prst="rect">
            <a:avLst/>
          </a:prstGeom>
        </p:spPr>
      </p:pic>
      <p:sp>
        <p:nvSpPr>
          <p:cNvPr id="8" name="Rounded Rectangle 7">
            <a:extLst>
              <a:ext uri="{FF2B5EF4-FFF2-40B4-BE49-F238E27FC236}">
                <a16:creationId xmlns:a16="http://schemas.microsoft.com/office/drawing/2014/main" id="{B41A5432-6E8C-2013-628A-2D49DBAF42A8}"/>
              </a:ext>
              <a:ext uri="{C183D7F6-B498-43B3-948B-1728B52AA6E4}">
                <adec:decorative xmlns:adec="http://schemas.microsoft.com/office/drawing/2017/decorative" val="1"/>
              </a:ext>
            </a:extLst>
          </p:cNvPr>
          <p:cNvSpPr/>
          <p:nvPr/>
        </p:nvSpPr>
        <p:spPr>
          <a:xfrm>
            <a:off x="8765615" y="3426486"/>
            <a:ext cx="2009758"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Rounded Rectangle 8">
            <a:extLst>
              <a:ext uri="{FF2B5EF4-FFF2-40B4-BE49-F238E27FC236}">
                <a16:creationId xmlns:a16="http://schemas.microsoft.com/office/drawing/2014/main" id="{6D651D87-C0B2-C8D9-4D01-09262F04278D}"/>
              </a:ext>
              <a:ext uri="{C183D7F6-B498-43B3-948B-1728B52AA6E4}">
                <adec:decorative xmlns:adec="http://schemas.microsoft.com/office/drawing/2017/decorative" val="1"/>
              </a:ext>
            </a:extLst>
          </p:cNvPr>
          <p:cNvSpPr/>
          <p:nvPr/>
        </p:nvSpPr>
        <p:spPr>
          <a:xfrm>
            <a:off x="8874300" y="3519859"/>
            <a:ext cx="178677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10" name="TextBox 9">
            <a:extLst>
              <a:ext uri="{FF2B5EF4-FFF2-40B4-BE49-F238E27FC236}">
                <a16:creationId xmlns:a16="http://schemas.microsoft.com/office/drawing/2014/main" id="{28C4BA57-4CD4-2EC9-E979-E168A06344DE}"/>
              </a:ext>
            </a:extLst>
          </p:cNvPr>
          <p:cNvSpPr txBox="1"/>
          <p:nvPr/>
        </p:nvSpPr>
        <p:spPr>
          <a:xfrm>
            <a:off x="9304010" y="3661370"/>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Update work order</a:t>
            </a:r>
          </a:p>
        </p:txBody>
      </p:sp>
      <p:pic>
        <p:nvPicPr>
          <p:cNvPr id="11" name="Picture 10">
            <a:extLst>
              <a:ext uri="{FF2B5EF4-FFF2-40B4-BE49-F238E27FC236}">
                <a16:creationId xmlns:a16="http://schemas.microsoft.com/office/drawing/2014/main" id="{2E65A56D-1D37-64E8-E601-C1B5B53E897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016808" y="3644302"/>
            <a:ext cx="259347" cy="259347"/>
          </a:xfrm>
          <a:prstGeom prst="rect">
            <a:avLst/>
          </a:prstGeom>
        </p:spPr>
      </p:pic>
      <p:sp>
        <p:nvSpPr>
          <p:cNvPr id="12" name="Rounded Rectangle 11">
            <a:extLst>
              <a:ext uri="{FF2B5EF4-FFF2-40B4-BE49-F238E27FC236}">
                <a16:creationId xmlns:a16="http://schemas.microsoft.com/office/drawing/2014/main" id="{DC93DEFE-ACE8-586F-4FF8-29648C7A5A78}"/>
              </a:ext>
            </a:extLst>
          </p:cNvPr>
          <p:cNvSpPr/>
          <p:nvPr/>
        </p:nvSpPr>
        <p:spPr>
          <a:xfrm>
            <a:off x="8761804" y="4431397"/>
            <a:ext cx="1767638" cy="497216"/>
          </a:xfrm>
          <a:prstGeom prst="roundRect">
            <a:avLst>
              <a:gd name="adj" fmla="val 2208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Let me try again with an available technician.</a:t>
            </a:r>
          </a:p>
        </p:txBody>
      </p:sp>
      <p:pic>
        <p:nvPicPr>
          <p:cNvPr id="13" name="Picture 12">
            <a:extLst>
              <a:ext uri="{FF2B5EF4-FFF2-40B4-BE49-F238E27FC236}">
                <a16:creationId xmlns:a16="http://schemas.microsoft.com/office/drawing/2014/main" id="{13A215BB-4E52-E987-739B-CC219084E17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753" y="4326041"/>
            <a:ext cx="443198" cy="443198"/>
          </a:xfrm>
          <a:prstGeom prst="rect">
            <a:avLst/>
          </a:prstGeom>
        </p:spPr>
      </p:pic>
      <p:sp>
        <p:nvSpPr>
          <p:cNvPr id="21" name="Rounded Rectangle 20">
            <a:extLst>
              <a:ext uri="{FF2B5EF4-FFF2-40B4-BE49-F238E27FC236}">
                <a16:creationId xmlns:a16="http://schemas.microsoft.com/office/drawing/2014/main" id="{E8FDCD8E-95F9-2D0A-09CB-36D629179273}"/>
              </a:ext>
              <a:ext uri="{C183D7F6-B498-43B3-948B-1728B52AA6E4}">
                <adec:decorative xmlns:adec="http://schemas.microsoft.com/office/drawing/2017/decorative" val="1"/>
              </a:ext>
            </a:extLst>
          </p:cNvPr>
          <p:cNvSpPr/>
          <p:nvPr/>
        </p:nvSpPr>
        <p:spPr>
          <a:xfrm>
            <a:off x="8738450" y="4969261"/>
            <a:ext cx="1995359"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9" name="Rounded Rectangle 28">
            <a:extLst>
              <a:ext uri="{FF2B5EF4-FFF2-40B4-BE49-F238E27FC236}">
                <a16:creationId xmlns:a16="http://schemas.microsoft.com/office/drawing/2014/main" id="{299010DD-9970-66BB-4283-50AC52095E00}"/>
              </a:ext>
              <a:ext uri="{C183D7F6-B498-43B3-948B-1728B52AA6E4}">
                <adec:decorative xmlns:adec="http://schemas.microsoft.com/office/drawing/2017/decorative" val="1"/>
              </a:ext>
            </a:extLst>
          </p:cNvPr>
          <p:cNvSpPr/>
          <p:nvPr/>
        </p:nvSpPr>
        <p:spPr>
          <a:xfrm>
            <a:off x="8847135" y="5062634"/>
            <a:ext cx="1782765"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3" name="TextBox 42">
            <a:extLst>
              <a:ext uri="{FF2B5EF4-FFF2-40B4-BE49-F238E27FC236}">
                <a16:creationId xmlns:a16="http://schemas.microsoft.com/office/drawing/2014/main" id="{4CC71096-0698-95DE-D040-7CCDFF7F8439}"/>
              </a:ext>
            </a:extLst>
          </p:cNvPr>
          <p:cNvSpPr txBox="1"/>
          <p:nvPr/>
        </p:nvSpPr>
        <p:spPr>
          <a:xfrm>
            <a:off x="9276845" y="5204145"/>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Update work order</a:t>
            </a:r>
          </a:p>
        </p:txBody>
      </p:sp>
      <p:pic>
        <p:nvPicPr>
          <p:cNvPr id="45" name="Picture 44">
            <a:extLst>
              <a:ext uri="{FF2B5EF4-FFF2-40B4-BE49-F238E27FC236}">
                <a16:creationId xmlns:a16="http://schemas.microsoft.com/office/drawing/2014/main" id="{87C4379D-2022-1B95-6074-CD5B3D8903E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989643" y="5187077"/>
            <a:ext cx="259347" cy="259347"/>
          </a:xfrm>
          <a:prstGeom prst="rect">
            <a:avLst/>
          </a:prstGeom>
        </p:spPr>
      </p:pic>
      <p:sp>
        <p:nvSpPr>
          <p:cNvPr id="47" name="TextBox 46">
            <a:extLst>
              <a:ext uri="{FF2B5EF4-FFF2-40B4-BE49-F238E27FC236}">
                <a16:creationId xmlns:a16="http://schemas.microsoft.com/office/drawing/2014/main" id="{4B247590-526E-C905-BFD1-96B753CD0A84}"/>
              </a:ext>
            </a:extLst>
          </p:cNvPr>
          <p:cNvSpPr txBox="1"/>
          <p:nvPr/>
        </p:nvSpPr>
        <p:spPr>
          <a:xfrm>
            <a:off x="8905119" y="4142248"/>
            <a:ext cx="196239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C3F9">
                    <a:lumMod val="75000"/>
                  </a:srgbClr>
                </a:solidFill>
                <a:effectLst/>
                <a:uLnTx/>
                <a:uFillTx/>
                <a:latin typeface="Segoe UI" panose="020B0502040204020203" pitchFamily="34" charset="0"/>
                <a:ea typeface="Menlo" panose="020B0609030804020204" pitchFamily="49" charset="0"/>
                <a:cs typeface="Segoe UI" panose="020B0502040204020203" pitchFamily="34" charset="0"/>
              </a:rPr>
              <a:t>Alex declined because they're on leave </a:t>
            </a:r>
            <a:endParaRPr kumimoji="0" lang="en-US" sz="800" b="0" i="0" u="none" strike="noStrike" kern="1200" cap="none" spc="0" normalizeH="0" baseline="0" noProof="0">
              <a:ln>
                <a:noFill/>
              </a:ln>
              <a:solidFill>
                <a:srgbClr val="51C3F9">
                  <a:lumMod val="75000"/>
                </a:srgbClr>
              </a:solidFill>
              <a:effectLst/>
              <a:uLnTx/>
              <a:uFillTx/>
              <a:latin typeface="Menlo" panose="020B0609030804020204" pitchFamily="49" charset="0"/>
              <a:ea typeface="Menlo" panose="020B0609030804020204" pitchFamily="49" charset="0"/>
              <a:cs typeface="Menlo" panose="020B0609030804020204" pitchFamily="49" charset="0"/>
            </a:endParaRPr>
          </a:p>
        </p:txBody>
      </p:sp>
      <p:sp>
        <p:nvSpPr>
          <p:cNvPr id="48" name="TextBox 47">
            <a:extLst>
              <a:ext uri="{FF2B5EF4-FFF2-40B4-BE49-F238E27FC236}">
                <a16:creationId xmlns:a16="http://schemas.microsoft.com/office/drawing/2014/main" id="{61BB27AE-335D-3142-BCF9-961A9C945BC5}"/>
              </a:ext>
            </a:extLst>
          </p:cNvPr>
          <p:cNvSpPr txBox="1"/>
          <p:nvPr/>
        </p:nvSpPr>
        <p:spPr>
          <a:xfrm>
            <a:off x="8935539" y="5699332"/>
            <a:ext cx="151676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44C1A3">
                    <a:lumMod val="75000"/>
                  </a:srgbClr>
                </a:solidFill>
                <a:effectLst/>
                <a:uLnTx/>
                <a:uFillTx/>
                <a:latin typeface="Segoe UI" panose="020B0502040204020203" pitchFamily="34" charset="0"/>
                <a:ea typeface="+mn-ea"/>
                <a:cs typeface="Segoe UI" panose="020B0502040204020203" pitchFamily="34" charset="0"/>
              </a:rPr>
              <a:t>Successfully assigned Lindsay</a:t>
            </a:r>
          </a:p>
        </p:txBody>
      </p:sp>
      <p:pic>
        <p:nvPicPr>
          <p:cNvPr id="49" name="Graphic 48" descr="Close with solid fill">
            <a:extLst>
              <a:ext uri="{FF2B5EF4-FFF2-40B4-BE49-F238E27FC236}">
                <a16:creationId xmlns:a16="http://schemas.microsoft.com/office/drawing/2014/main" id="{E679F944-82C2-E638-38BA-E07598522EF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60858" y="4183777"/>
            <a:ext cx="107666" cy="107666"/>
          </a:xfrm>
          <a:prstGeom prst="rect">
            <a:avLst/>
          </a:prstGeom>
        </p:spPr>
      </p:pic>
      <p:pic>
        <p:nvPicPr>
          <p:cNvPr id="50" name="Graphic 49" descr="Checkmark with solid fill">
            <a:extLst>
              <a:ext uri="{FF2B5EF4-FFF2-40B4-BE49-F238E27FC236}">
                <a16:creationId xmlns:a16="http://schemas.microsoft.com/office/drawing/2014/main" id="{6E0481C1-0EBC-DA48-F5BE-41AA29644B3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74300" y="5753221"/>
            <a:ext cx="107666" cy="107666"/>
          </a:xfrm>
          <a:prstGeom prst="rect">
            <a:avLst/>
          </a:prstGeom>
        </p:spPr>
      </p:pic>
    </p:spTree>
    <p:extLst>
      <p:ext uri="{BB962C8B-B14F-4D97-AF65-F5344CB8AC3E}">
        <p14:creationId xmlns:p14="http://schemas.microsoft.com/office/powerpoint/2010/main" val="40702898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EF80D-9C5F-10D7-CF23-9F46B2E87144}"/>
            </a:ext>
          </a:extLst>
        </p:cNvPr>
        <p:cNvGrpSpPr/>
        <p:nvPr/>
      </p:nvGrpSpPr>
      <p:grpSpPr>
        <a:xfrm>
          <a:off x="0" y="0"/>
          <a:ext cx="0" cy="0"/>
          <a:chOff x="0" y="0"/>
          <a:chExt cx="0" cy="0"/>
        </a:xfrm>
      </p:grpSpPr>
      <p:sp>
        <p:nvSpPr>
          <p:cNvPr id="68" name="Text Placeholder 9">
            <a:extLst>
              <a:ext uri="{FF2B5EF4-FFF2-40B4-BE49-F238E27FC236}">
                <a16:creationId xmlns:a16="http://schemas.microsoft.com/office/drawing/2014/main" id="{EB23C16A-581B-9FED-AFEB-EAF07844865F}"/>
              </a:ext>
            </a:extLst>
          </p:cNvPr>
          <p:cNvSpPr txBox="1">
            <a:spLocks/>
          </p:cNvSpPr>
          <p:nvPr/>
        </p:nvSpPr>
        <p:spPr>
          <a:xfrm>
            <a:off x="4526280" y="2143336"/>
            <a:ext cx="291693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alpha val="0"/>
                  </a:prstClr>
                </a:solidFill>
                <a:effectLst/>
                <a:uLnTx/>
                <a:uFillTx/>
                <a:latin typeface="Segoe UI Semibold"/>
                <a:ea typeface="+mn-ea"/>
                <a:cs typeface="+mn-cs"/>
              </a:rPr>
              <a:t>RPA breaks as soon as the UI updates or changes</a:t>
            </a:r>
          </a:p>
        </p:txBody>
      </p:sp>
      <p:sp>
        <p:nvSpPr>
          <p:cNvPr id="71" name="Text Placeholder 8">
            <a:extLst>
              <a:ext uri="{FF2B5EF4-FFF2-40B4-BE49-F238E27FC236}">
                <a16:creationId xmlns:a16="http://schemas.microsoft.com/office/drawing/2014/main" id="{D4AFF7D0-16C4-8B91-0B5F-D50380DB371E}"/>
              </a:ext>
            </a:extLst>
          </p:cNvPr>
          <p:cNvSpPr txBox="1">
            <a:spLocks/>
          </p:cNvSpPr>
          <p:nvPr/>
        </p:nvSpPr>
        <p:spPr>
          <a:xfrm>
            <a:off x="4524378" y="2153246"/>
            <a:ext cx="2914646" cy="498598"/>
          </a:xfrm>
          <a:prstGeom prst="rect">
            <a:avLst/>
          </a:prstGeom>
        </p:spPr>
        <p:txBody>
          <a:bodyPr vert="horz" wrap="square"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LLMs update RPAs if the</a:t>
            </a:r>
            <a:br>
              <a:rPr kumimoji="0" lang="en-US" sz="1800" b="0" i="0" u="none" strike="noStrike" kern="1200" cap="none" spc="0" normalizeH="0" baseline="0" noProof="0">
                <a:ln>
                  <a:noFill/>
                </a:ln>
                <a:solidFill>
                  <a:prstClr val="black"/>
                </a:solidFill>
                <a:effectLst/>
                <a:uLnTx/>
                <a:uFillTx/>
                <a:latin typeface="Segoe UI Semibold"/>
                <a:ea typeface="+mn-ea"/>
                <a:cs typeface="+mn-cs"/>
              </a:rPr>
            </a:br>
            <a:r>
              <a:rPr kumimoji="0" lang="en-US" sz="1800" b="0" i="0" u="none" strike="noStrike" kern="1200" cap="none" spc="0" normalizeH="0" baseline="0" noProof="0">
                <a:ln>
                  <a:noFill/>
                </a:ln>
                <a:solidFill>
                  <a:prstClr val="black"/>
                </a:solidFill>
                <a:effectLst/>
                <a:uLnTx/>
                <a:uFillTx/>
                <a:latin typeface="Segoe UI Semibold"/>
                <a:ea typeface="+mn-ea"/>
                <a:cs typeface="+mn-cs"/>
              </a:rPr>
              <a:t>UI updates or changes</a:t>
            </a:r>
          </a:p>
        </p:txBody>
      </p:sp>
      <p:sp>
        <p:nvSpPr>
          <p:cNvPr id="69" name="Text Placeholder 10">
            <a:extLst>
              <a:ext uri="{FF2B5EF4-FFF2-40B4-BE49-F238E27FC236}">
                <a16:creationId xmlns:a16="http://schemas.microsoft.com/office/drawing/2014/main" id="{34998F82-9E23-DB45-6D7F-8E99052235B9}"/>
              </a:ext>
            </a:extLst>
          </p:cNvPr>
          <p:cNvSpPr txBox="1">
            <a:spLocks/>
          </p:cNvSpPr>
          <p:nvPr/>
        </p:nvSpPr>
        <p:spPr>
          <a:xfrm>
            <a:off x="8324850" y="2143336"/>
            <a:ext cx="2914650"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alpha val="0"/>
                  </a:prstClr>
                </a:solidFill>
                <a:effectLst/>
                <a:uLnTx/>
                <a:uFillTx/>
                <a:latin typeface="Segoe UI Semibold"/>
                <a:ea typeface="+mn-ea"/>
                <a:cs typeface="+mn-cs"/>
              </a:rPr>
              <a:t>Automation cannot self-heal or handle novel cases</a:t>
            </a:r>
          </a:p>
        </p:txBody>
      </p:sp>
      <p:sp>
        <p:nvSpPr>
          <p:cNvPr id="72" name="Text Placeholder 8">
            <a:extLst>
              <a:ext uri="{FF2B5EF4-FFF2-40B4-BE49-F238E27FC236}">
                <a16:creationId xmlns:a16="http://schemas.microsoft.com/office/drawing/2014/main" id="{BD5D6480-1BD0-0396-6F1F-A02F907F9033}"/>
              </a:ext>
            </a:extLst>
          </p:cNvPr>
          <p:cNvSpPr txBox="1">
            <a:spLocks/>
          </p:cNvSpPr>
          <p:nvPr/>
        </p:nvSpPr>
        <p:spPr>
          <a:xfrm>
            <a:off x="8322253" y="216051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Tool calling LLMs can self-heal or handle novel cases</a:t>
            </a:r>
          </a:p>
        </p:txBody>
      </p:sp>
      <p:sp>
        <p:nvSpPr>
          <p:cNvPr id="2" name="Title 1">
            <a:extLst>
              <a:ext uri="{FF2B5EF4-FFF2-40B4-BE49-F238E27FC236}">
                <a16:creationId xmlns:a16="http://schemas.microsoft.com/office/drawing/2014/main" id="{EC66FEB8-9264-96C1-B16D-E0988E66EFEA}"/>
              </a:ext>
            </a:extLst>
          </p:cNvPr>
          <p:cNvSpPr>
            <a:spLocks noGrp="1"/>
          </p:cNvSpPr>
          <p:nvPr>
            <p:ph type="title"/>
          </p:nvPr>
        </p:nvSpPr>
        <p:spPr>
          <a:xfrm>
            <a:off x="723901" y="919674"/>
            <a:ext cx="10515600" cy="886397"/>
          </a:xfrm>
        </p:spPr>
        <p:txBody>
          <a:bodyPr/>
          <a:lstStyle/>
          <a:p>
            <a:r>
              <a:rPr lang="en-US"/>
              <a:t>And when combined with system events, you can </a:t>
            </a:r>
            <a:r>
              <a:rPr lang="en-US" i="1"/>
              <a:t>fully</a:t>
            </a:r>
            <a:r>
              <a:rPr lang="en-US"/>
              <a:t> automate business processes with AI Agents</a:t>
            </a:r>
          </a:p>
        </p:txBody>
      </p:sp>
      <p:sp>
        <p:nvSpPr>
          <p:cNvPr id="7" name="Text Placeholder 6">
            <a:extLst>
              <a:ext uri="{FF2B5EF4-FFF2-40B4-BE49-F238E27FC236}">
                <a16:creationId xmlns:a16="http://schemas.microsoft.com/office/drawing/2014/main" id="{1F0040A3-70D6-54E6-A1AF-CBDE92F3A73C}"/>
              </a:ext>
            </a:extLst>
          </p:cNvPr>
          <p:cNvSpPr>
            <a:spLocks noGrp="1"/>
          </p:cNvSpPr>
          <p:nvPr>
            <p:ph type="body" sz="quarter" idx="13"/>
          </p:nvPr>
        </p:nvSpPr>
        <p:spPr>
          <a:xfrm>
            <a:off x="723899" y="523101"/>
            <a:ext cx="10520259" cy="276999"/>
          </a:xfrm>
        </p:spPr>
        <p:txBody>
          <a:bodyPr/>
          <a:lstStyle/>
          <a:p>
            <a:r>
              <a:rPr lang="en-US"/>
              <a:t>After AI Agents</a:t>
            </a:r>
          </a:p>
        </p:txBody>
      </p:sp>
      <p:sp>
        <p:nvSpPr>
          <p:cNvPr id="5" name="Date Placeholder 4">
            <a:extLst>
              <a:ext uri="{FF2B5EF4-FFF2-40B4-BE49-F238E27FC236}">
                <a16:creationId xmlns:a16="http://schemas.microsoft.com/office/drawing/2014/main" id="{B97A412A-2610-01DA-5BF4-F961E09BCCEA}"/>
              </a:ext>
            </a:extLst>
          </p:cNvPr>
          <p:cNvSpPr>
            <a:spLocks noGrp="1"/>
          </p:cNvSpPr>
          <p:nvPr>
            <p:ph type="dt" sz="half" idx="2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rPr>
              <a:t>Microsoft confidential</a:t>
            </a:r>
          </a:p>
        </p:txBody>
      </p:sp>
      <p:sp>
        <p:nvSpPr>
          <p:cNvPr id="6" name="Slide Number Placeholder 5">
            <a:extLst>
              <a:ext uri="{FF2B5EF4-FFF2-40B4-BE49-F238E27FC236}">
                <a16:creationId xmlns:a16="http://schemas.microsoft.com/office/drawing/2014/main" id="{58AED5CB-9B1F-1BFA-5543-5CD16536DE8F}"/>
              </a:ext>
            </a:extLst>
          </p:cNvPr>
          <p:cNvSpPr>
            <a:spLocks noGrp="1"/>
          </p:cNvSpPr>
          <p:nvPr>
            <p:ph type="sldNum" sz="quarter" idx="2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6BE13-FF2C-3A41-A53B-D6BC2DDA0AE5}" type="slidenum">
              <a:rPr kumimoji="0" lang="en-US" sz="900" b="0" i="0" u="none" strike="noStrike" kern="1200" cap="none" spc="0" normalizeH="0" baseline="0" noProof="0" smtClean="0">
                <a:ln>
                  <a:noFill/>
                </a:ln>
                <a:solidFill>
                  <a:prstClr val="white">
                    <a:lumMod val="65000"/>
                  </a:prstClr>
                </a:solidFill>
                <a:effectLst/>
                <a:uLnTx/>
                <a:uFillTx/>
                <a:latin typeface="Segoe UI Light" panose="020B0502040204020203" pitchFamily="34" charset="0"/>
                <a:ea typeface="+mn-ea"/>
                <a:cs typeface="Segoe UI Light" panose="020B0502040204020203"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prstClr val="white">
                  <a:lumMod val="85000"/>
                </a:prstClr>
              </a:solidFill>
              <a:effectLst/>
              <a:uLnTx/>
              <a:uFillTx/>
              <a:latin typeface="Segoe UI Light" panose="020B0502040204020203" pitchFamily="34" charset="0"/>
              <a:ea typeface="+mn-ea"/>
              <a:cs typeface="Segoe UI Light" panose="020B0502040204020203" pitchFamily="34" charset="0"/>
            </a:endParaRPr>
          </a:p>
        </p:txBody>
      </p:sp>
      <p:sp>
        <p:nvSpPr>
          <p:cNvPr id="19" name="Rounded Rectangle 18">
            <a:extLst>
              <a:ext uri="{FF2B5EF4-FFF2-40B4-BE49-F238E27FC236}">
                <a16:creationId xmlns:a16="http://schemas.microsoft.com/office/drawing/2014/main" id="{1ABE7873-C55A-18C9-40D9-70BA67F52592}"/>
              </a:ext>
            </a:extLst>
          </p:cNvPr>
          <p:cNvSpPr/>
          <p:nvPr/>
        </p:nvSpPr>
        <p:spPr>
          <a:xfrm>
            <a:off x="5002331" y="2909736"/>
            <a:ext cx="1842407" cy="460079"/>
          </a:xfrm>
          <a:prstGeom prst="roundRect">
            <a:avLst>
              <a:gd name="adj" fmla="val 1676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Click on the submit button for the scheduling form</a:t>
            </a:r>
          </a:p>
        </p:txBody>
      </p:sp>
      <p:sp>
        <p:nvSpPr>
          <p:cNvPr id="53" name="Rounded Rectangle 52">
            <a:extLst>
              <a:ext uri="{FF2B5EF4-FFF2-40B4-BE49-F238E27FC236}">
                <a16:creationId xmlns:a16="http://schemas.microsoft.com/office/drawing/2014/main" id="{67E3A9FA-BE29-965F-995B-D0719331F036}"/>
              </a:ext>
            </a:extLst>
          </p:cNvPr>
          <p:cNvSpPr/>
          <p:nvPr/>
        </p:nvSpPr>
        <p:spPr>
          <a:xfrm>
            <a:off x="8776007" y="2909736"/>
            <a:ext cx="1282394" cy="327150"/>
          </a:xfrm>
          <a:prstGeom prst="roundRect">
            <a:avLst>
              <a:gd name="adj" fmla="val 3275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Assign technician</a:t>
            </a:r>
          </a:p>
        </p:txBody>
      </p:sp>
      <p:sp>
        <p:nvSpPr>
          <p:cNvPr id="67" name="Text Placeholder 8">
            <a:extLst>
              <a:ext uri="{FF2B5EF4-FFF2-40B4-BE49-F238E27FC236}">
                <a16:creationId xmlns:a16="http://schemas.microsoft.com/office/drawing/2014/main" id="{2DB5AE79-985E-A36D-9B59-52553516D905}"/>
              </a:ext>
            </a:extLst>
          </p:cNvPr>
          <p:cNvSpPr txBox="1">
            <a:spLocks/>
          </p:cNvSpPr>
          <p:nvPr/>
        </p:nvSpPr>
        <p:spPr>
          <a:xfrm>
            <a:off x="723900" y="214333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alpha val="0"/>
                  </a:prstClr>
                </a:solidFill>
                <a:effectLst/>
                <a:uLnTx/>
                <a:uFillTx/>
                <a:latin typeface="Segoe UI Semibold"/>
                <a:ea typeface="+mn-ea"/>
                <a:cs typeface="+mn-cs"/>
              </a:rPr>
              <a:t>Employees waste time structuring data</a:t>
            </a:r>
          </a:p>
        </p:txBody>
      </p:sp>
      <p:sp>
        <p:nvSpPr>
          <p:cNvPr id="70" name="Text Placeholder 8">
            <a:extLst>
              <a:ext uri="{FF2B5EF4-FFF2-40B4-BE49-F238E27FC236}">
                <a16:creationId xmlns:a16="http://schemas.microsoft.com/office/drawing/2014/main" id="{0C244BEA-E003-C2A0-2FFB-76EE0A862F01}"/>
              </a:ext>
            </a:extLst>
          </p:cNvPr>
          <p:cNvSpPr txBox="1">
            <a:spLocks/>
          </p:cNvSpPr>
          <p:nvPr/>
        </p:nvSpPr>
        <p:spPr>
          <a:xfrm>
            <a:off x="723899" y="2153246"/>
            <a:ext cx="2914646" cy="498598"/>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prstClr val="black"/>
                </a:solidFill>
                <a:effectLst/>
                <a:uLnTx/>
                <a:uFillTx/>
                <a:latin typeface="Segoe UI Semibold"/>
                <a:ea typeface="+mn-ea"/>
                <a:cs typeface="+mn-cs"/>
              </a:rPr>
              <a:t>LLMs spend little time structuring data</a:t>
            </a:r>
          </a:p>
        </p:txBody>
      </p:sp>
      <p:sp>
        <p:nvSpPr>
          <p:cNvPr id="4" name="Rounded Rectangle 3">
            <a:extLst>
              <a:ext uri="{FF2B5EF4-FFF2-40B4-BE49-F238E27FC236}">
                <a16:creationId xmlns:a16="http://schemas.microsoft.com/office/drawing/2014/main" id="{57111EE7-3BA3-D088-CD76-E35D7A7765FB}"/>
              </a:ext>
            </a:extLst>
          </p:cNvPr>
          <p:cNvSpPr/>
          <p:nvPr/>
        </p:nvSpPr>
        <p:spPr>
          <a:xfrm>
            <a:off x="1199950" y="2909736"/>
            <a:ext cx="1842407" cy="646180"/>
          </a:xfrm>
          <a:prstGeom prst="roundRect">
            <a:avLst>
              <a:gd name="adj" fmla="val 1676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Convert the customer  conversation into a JSON that looks like this…</a:t>
            </a:r>
          </a:p>
        </p:txBody>
      </p:sp>
      <p:sp>
        <p:nvSpPr>
          <p:cNvPr id="8" name="Rounded Rectangle 7">
            <a:extLst>
              <a:ext uri="{FF2B5EF4-FFF2-40B4-BE49-F238E27FC236}">
                <a16:creationId xmlns:a16="http://schemas.microsoft.com/office/drawing/2014/main" id="{DA9337F1-C962-5CAD-F958-FBEFA99DB465}"/>
              </a:ext>
            </a:extLst>
          </p:cNvPr>
          <p:cNvSpPr/>
          <p:nvPr/>
        </p:nvSpPr>
        <p:spPr>
          <a:xfrm>
            <a:off x="1199950" y="3601259"/>
            <a:ext cx="1212980" cy="417840"/>
          </a:xfrm>
          <a:prstGeom prst="roundRect">
            <a:avLst>
              <a:gd name="adj" fmla="val 2068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Segoe UI" panose="020B0502040204020203" pitchFamily="34" charset="0"/>
              </a:rPr>
              <a:t>Transcript</a:t>
            </a:r>
          </a:p>
        </p:txBody>
      </p:sp>
      <p:pic>
        <p:nvPicPr>
          <p:cNvPr id="9" name="Picture 8">
            <a:extLst>
              <a:ext uri="{FF2B5EF4-FFF2-40B4-BE49-F238E27FC236}">
                <a16:creationId xmlns:a16="http://schemas.microsoft.com/office/drawing/2014/main" id="{E87C43C1-0F84-0691-1933-08826A7097A1}"/>
              </a:ext>
              <a:ext uri="{C183D7F6-B498-43B3-948B-1728B52AA6E4}">
                <adec:decorative xmlns:adec="http://schemas.microsoft.com/office/drawing/2017/decorative" val="1"/>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Effect>
                      <a14:saturation sat="0"/>
                    </a14:imgEffect>
                  </a14:imgLayer>
                </a14:imgProps>
              </a:ext>
            </a:extLst>
          </a:blip>
          <a:stretch>
            <a:fillRect/>
          </a:stretch>
        </p:blipFill>
        <p:spPr>
          <a:xfrm>
            <a:off x="1321627" y="3693083"/>
            <a:ext cx="241299" cy="241299"/>
          </a:xfrm>
          <a:prstGeom prst="rect">
            <a:avLst/>
          </a:prstGeom>
        </p:spPr>
      </p:pic>
      <p:pic>
        <p:nvPicPr>
          <p:cNvPr id="10" name="Picture 9">
            <a:extLst>
              <a:ext uri="{FF2B5EF4-FFF2-40B4-BE49-F238E27FC236}">
                <a16:creationId xmlns:a16="http://schemas.microsoft.com/office/drawing/2014/main" id="{FF5B2293-63FE-5AE3-8C80-482E34484B3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50341" y="2887020"/>
            <a:ext cx="395973" cy="395973"/>
          </a:xfrm>
          <a:prstGeom prst="rect">
            <a:avLst/>
          </a:prstGeom>
        </p:spPr>
      </p:pic>
      <p:pic>
        <p:nvPicPr>
          <p:cNvPr id="11" name="Picture 10">
            <a:extLst>
              <a:ext uri="{FF2B5EF4-FFF2-40B4-BE49-F238E27FC236}">
                <a16:creationId xmlns:a16="http://schemas.microsoft.com/office/drawing/2014/main" id="{D7F4119F-487D-61A8-C5A1-DCAFA4C7361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534769" y="2852483"/>
            <a:ext cx="395973" cy="395973"/>
          </a:xfrm>
          <a:prstGeom prst="rect">
            <a:avLst/>
          </a:prstGeom>
        </p:spPr>
      </p:pic>
      <p:pic>
        <p:nvPicPr>
          <p:cNvPr id="12" name="Picture 11">
            <a:extLst>
              <a:ext uri="{FF2B5EF4-FFF2-40B4-BE49-F238E27FC236}">
                <a16:creationId xmlns:a16="http://schemas.microsoft.com/office/drawing/2014/main" id="{3A06E482-2B38-DD68-1EB8-6711B55AA60B}"/>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96144" y="2854366"/>
            <a:ext cx="395973" cy="395973"/>
          </a:xfrm>
          <a:prstGeom prst="rect">
            <a:avLst/>
          </a:prstGeom>
        </p:spPr>
      </p:pic>
      <p:sp>
        <p:nvSpPr>
          <p:cNvPr id="13" name="Rounded Rectangle 12">
            <a:extLst>
              <a:ext uri="{FF2B5EF4-FFF2-40B4-BE49-F238E27FC236}">
                <a16:creationId xmlns:a16="http://schemas.microsoft.com/office/drawing/2014/main" id="{29819D6A-F4B8-B85F-FD3B-F7BBCD81FAF5}"/>
              </a:ext>
            </a:extLst>
          </p:cNvPr>
          <p:cNvSpPr/>
          <p:nvPr/>
        </p:nvSpPr>
        <p:spPr>
          <a:xfrm>
            <a:off x="1199950" y="4255896"/>
            <a:ext cx="1986012" cy="1606821"/>
          </a:xfrm>
          <a:prstGeom prst="roundRect">
            <a:avLst>
              <a:gd name="adj" fmla="val 766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Here you go!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Would you like me to submit the JSON to the API?</a:t>
            </a:r>
          </a:p>
        </p:txBody>
      </p:sp>
      <p:pic>
        <p:nvPicPr>
          <p:cNvPr id="20" name="Picture 19">
            <a:extLst>
              <a:ext uri="{FF2B5EF4-FFF2-40B4-BE49-F238E27FC236}">
                <a16:creationId xmlns:a16="http://schemas.microsoft.com/office/drawing/2014/main" id="{F726E037-26B7-BBB7-10D7-3D463AAD9174}"/>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3899" y="4150541"/>
            <a:ext cx="443198" cy="443198"/>
          </a:xfrm>
          <a:prstGeom prst="rect">
            <a:avLst/>
          </a:prstGeom>
        </p:spPr>
      </p:pic>
      <p:sp>
        <p:nvSpPr>
          <p:cNvPr id="21" name="Rounded Rectangle 20">
            <a:extLst>
              <a:ext uri="{FF2B5EF4-FFF2-40B4-BE49-F238E27FC236}">
                <a16:creationId xmlns:a16="http://schemas.microsoft.com/office/drawing/2014/main" id="{C2262614-5E54-97EF-2F1D-E23BB9B63CCD}"/>
              </a:ext>
            </a:extLst>
          </p:cNvPr>
          <p:cNvSpPr/>
          <p:nvPr/>
        </p:nvSpPr>
        <p:spPr>
          <a:xfrm>
            <a:off x="1321627" y="4556216"/>
            <a:ext cx="1728894" cy="811650"/>
          </a:xfrm>
          <a:prstGeom prst="roundRect">
            <a:avLst>
              <a:gd name="adj" fmla="val 544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a:t>
            </a:r>
            <a:b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b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  "name" : "John Clar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  "issue": ”Washing m</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enlo" panose="020B0609030804020204" pitchFamily="49" charset="0"/>
                <a:ea typeface="Menlo" panose="020B0609030804020204" pitchFamily="49" charset="0"/>
                <a:cs typeface="Menlo" panose="020B0609030804020204" pitchFamily="49" charset="0"/>
              </a:rPr>
              <a:t>}</a:t>
            </a:r>
          </a:p>
        </p:txBody>
      </p:sp>
      <p:sp>
        <p:nvSpPr>
          <p:cNvPr id="29" name="Rounded Rectangle 28">
            <a:extLst>
              <a:ext uri="{FF2B5EF4-FFF2-40B4-BE49-F238E27FC236}">
                <a16:creationId xmlns:a16="http://schemas.microsoft.com/office/drawing/2014/main" id="{4FE722D2-6F41-5ECD-1528-D9AD7A5FF5B5}"/>
              </a:ext>
            </a:extLst>
          </p:cNvPr>
          <p:cNvSpPr/>
          <p:nvPr/>
        </p:nvSpPr>
        <p:spPr>
          <a:xfrm>
            <a:off x="5002331" y="3683643"/>
            <a:ext cx="1986012" cy="665108"/>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Looks like the ID of the order form is </a:t>
            </a:r>
            <a:r>
              <a:rPr kumimoji="0" lang="en-US" sz="10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submit-order</a:t>
            </a: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I’ll go ahead and click it now.</a:t>
            </a:r>
          </a:p>
        </p:txBody>
      </p:sp>
      <p:pic>
        <p:nvPicPr>
          <p:cNvPr id="43" name="Picture 42">
            <a:extLst>
              <a:ext uri="{FF2B5EF4-FFF2-40B4-BE49-F238E27FC236}">
                <a16:creationId xmlns:a16="http://schemas.microsoft.com/office/drawing/2014/main" id="{C2F1963C-1339-24BE-3F76-1799FDF078F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26280" y="3578288"/>
            <a:ext cx="443198" cy="443198"/>
          </a:xfrm>
          <a:prstGeom prst="rect">
            <a:avLst/>
          </a:prstGeom>
        </p:spPr>
      </p:pic>
      <p:sp>
        <p:nvSpPr>
          <p:cNvPr id="45" name="Rounded Rectangle 44">
            <a:extLst>
              <a:ext uri="{FF2B5EF4-FFF2-40B4-BE49-F238E27FC236}">
                <a16:creationId xmlns:a16="http://schemas.microsoft.com/office/drawing/2014/main" id="{2804C864-5B7D-A30B-75B6-B29FF5D7D0EA}"/>
              </a:ext>
              <a:ext uri="{C183D7F6-B498-43B3-948B-1728B52AA6E4}">
                <adec:decorative xmlns:adec="http://schemas.microsoft.com/office/drawing/2017/decorative" val="1"/>
              </a:ext>
            </a:extLst>
          </p:cNvPr>
          <p:cNvSpPr/>
          <p:nvPr/>
        </p:nvSpPr>
        <p:spPr>
          <a:xfrm>
            <a:off x="5002330" y="4411286"/>
            <a:ext cx="1619851"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7" name="Rounded Rectangle 46">
            <a:extLst>
              <a:ext uri="{FF2B5EF4-FFF2-40B4-BE49-F238E27FC236}">
                <a16:creationId xmlns:a16="http://schemas.microsoft.com/office/drawing/2014/main" id="{344C4DB7-F92F-BF33-C7CB-9C545B4C7566}"/>
              </a:ext>
              <a:ext uri="{C183D7F6-B498-43B3-948B-1728B52AA6E4}">
                <adec:decorative xmlns:adec="http://schemas.microsoft.com/office/drawing/2017/decorative" val="1"/>
              </a:ext>
            </a:extLst>
          </p:cNvPr>
          <p:cNvSpPr/>
          <p:nvPr/>
        </p:nvSpPr>
        <p:spPr>
          <a:xfrm>
            <a:off x="5111015" y="4504659"/>
            <a:ext cx="139566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8" name="TextBox 47">
            <a:extLst>
              <a:ext uri="{FF2B5EF4-FFF2-40B4-BE49-F238E27FC236}">
                <a16:creationId xmlns:a16="http://schemas.microsoft.com/office/drawing/2014/main" id="{950A2065-CE97-3054-28C6-E61B255E9770}"/>
              </a:ext>
            </a:extLst>
          </p:cNvPr>
          <p:cNvSpPr txBox="1"/>
          <p:nvPr/>
        </p:nvSpPr>
        <p:spPr>
          <a:xfrm>
            <a:off x="5540725" y="4646170"/>
            <a:ext cx="90441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Submit form</a:t>
            </a:r>
          </a:p>
        </p:txBody>
      </p:sp>
      <p:pic>
        <p:nvPicPr>
          <p:cNvPr id="49" name="Picture 48">
            <a:extLst>
              <a:ext uri="{FF2B5EF4-FFF2-40B4-BE49-F238E27FC236}">
                <a16:creationId xmlns:a16="http://schemas.microsoft.com/office/drawing/2014/main" id="{DD15AB57-5CA8-E8AF-585D-28E703860FB4}"/>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224648" y="4629102"/>
            <a:ext cx="259347" cy="259347"/>
          </a:xfrm>
          <a:prstGeom prst="rect">
            <a:avLst/>
          </a:prstGeom>
        </p:spPr>
      </p:pic>
      <p:sp>
        <p:nvSpPr>
          <p:cNvPr id="50" name="Rounded Rectangle 49">
            <a:extLst>
              <a:ext uri="{FF2B5EF4-FFF2-40B4-BE49-F238E27FC236}">
                <a16:creationId xmlns:a16="http://schemas.microsoft.com/office/drawing/2014/main" id="{85FD1DBC-A74A-CC46-1F20-A89F4C32880A}"/>
              </a:ext>
            </a:extLst>
          </p:cNvPr>
          <p:cNvSpPr/>
          <p:nvPr/>
        </p:nvSpPr>
        <p:spPr>
          <a:xfrm>
            <a:off x="4988695" y="5190931"/>
            <a:ext cx="2153250" cy="665108"/>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The form has been successfully submitted, is there anything else you need?</a:t>
            </a:r>
          </a:p>
        </p:txBody>
      </p:sp>
      <p:pic>
        <p:nvPicPr>
          <p:cNvPr id="51" name="Picture 50">
            <a:extLst>
              <a:ext uri="{FF2B5EF4-FFF2-40B4-BE49-F238E27FC236}">
                <a16:creationId xmlns:a16="http://schemas.microsoft.com/office/drawing/2014/main" id="{E3030A23-98DA-EC6A-3812-A1197E1A35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85753" y="3372180"/>
            <a:ext cx="443198" cy="443198"/>
          </a:xfrm>
          <a:prstGeom prst="rect">
            <a:avLst/>
          </a:prstGeom>
        </p:spPr>
      </p:pic>
      <p:sp>
        <p:nvSpPr>
          <p:cNvPr id="52" name="Rounded Rectangle 51">
            <a:extLst>
              <a:ext uri="{FF2B5EF4-FFF2-40B4-BE49-F238E27FC236}">
                <a16:creationId xmlns:a16="http://schemas.microsoft.com/office/drawing/2014/main" id="{B779519D-92D5-C452-5698-63D8BDBFB572}"/>
              </a:ext>
              <a:ext uri="{C183D7F6-B498-43B3-948B-1728B52AA6E4}">
                <adec:decorative xmlns:adec="http://schemas.microsoft.com/office/drawing/2017/decorative" val="1"/>
              </a:ext>
            </a:extLst>
          </p:cNvPr>
          <p:cNvSpPr/>
          <p:nvPr/>
        </p:nvSpPr>
        <p:spPr>
          <a:xfrm>
            <a:off x="8765615" y="3426486"/>
            <a:ext cx="2009758"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4" name="Rounded Rectangle 53">
            <a:extLst>
              <a:ext uri="{FF2B5EF4-FFF2-40B4-BE49-F238E27FC236}">
                <a16:creationId xmlns:a16="http://schemas.microsoft.com/office/drawing/2014/main" id="{32A0B195-62AD-C13D-3C52-FE0C7B17C469}"/>
              </a:ext>
              <a:ext uri="{C183D7F6-B498-43B3-948B-1728B52AA6E4}">
                <adec:decorative xmlns:adec="http://schemas.microsoft.com/office/drawing/2017/decorative" val="1"/>
              </a:ext>
            </a:extLst>
          </p:cNvPr>
          <p:cNvSpPr/>
          <p:nvPr/>
        </p:nvSpPr>
        <p:spPr>
          <a:xfrm>
            <a:off x="8874300" y="3519859"/>
            <a:ext cx="1786773"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55" name="TextBox 54">
            <a:extLst>
              <a:ext uri="{FF2B5EF4-FFF2-40B4-BE49-F238E27FC236}">
                <a16:creationId xmlns:a16="http://schemas.microsoft.com/office/drawing/2014/main" id="{03D5B149-58B8-235A-7CA9-82BC307366C5}"/>
              </a:ext>
            </a:extLst>
          </p:cNvPr>
          <p:cNvSpPr txBox="1"/>
          <p:nvPr/>
        </p:nvSpPr>
        <p:spPr>
          <a:xfrm>
            <a:off x="9304010" y="3661370"/>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Update work order</a:t>
            </a:r>
          </a:p>
        </p:txBody>
      </p:sp>
      <p:pic>
        <p:nvPicPr>
          <p:cNvPr id="56" name="Picture 55">
            <a:extLst>
              <a:ext uri="{FF2B5EF4-FFF2-40B4-BE49-F238E27FC236}">
                <a16:creationId xmlns:a16="http://schemas.microsoft.com/office/drawing/2014/main" id="{B1E791D3-AD85-EB64-E6A3-84DE7CBC449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016808" y="3644302"/>
            <a:ext cx="259347" cy="259347"/>
          </a:xfrm>
          <a:prstGeom prst="rect">
            <a:avLst/>
          </a:prstGeom>
        </p:spPr>
      </p:pic>
      <p:sp>
        <p:nvSpPr>
          <p:cNvPr id="57" name="Rounded Rectangle 56">
            <a:extLst>
              <a:ext uri="{FF2B5EF4-FFF2-40B4-BE49-F238E27FC236}">
                <a16:creationId xmlns:a16="http://schemas.microsoft.com/office/drawing/2014/main" id="{F78D269D-0513-7241-59D4-E6F8F4DB02EB}"/>
              </a:ext>
            </a:extLst>
          </p:cNvPr>
          <p:cNvSpPr/>
          <p:nvPr/>
        </p:nvSpPr>
        <p:spPr>
          <a:xfrm>
            <a:off x="8761804" y="4431397"/>
            <a:ext cx="1767638" cy="497216"/>
          </a:xfrm>
          <a:prstGeom prst="roundRect">
            <a:avLst>
              <a:gd name="adj" fmla="val 2208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Let me try again with an available technician.</a:t>
            </a:r>
          </a:p>
        </p:txBody>
      </p:sp>
      <p:pic>
        <p:nvPicPr>
          <p:cNvPr id="58" name="Picture 57">
            <a:extLst>
              <a:ext uri="{FF2B5EF4-FFF2-40B4-BE49-F238E27FC236}">
                <a16:creationId xmlns:a16="http://schemas.microsoft.com/office/drawing/2014/main" id="{0A174BFE-9340-D95A-C02C-70C6E272ADE3}"/>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85753" y="4326041"/>
            <a:ext cx="443198" cy="443198"/>
          </a:xfrm>
          <a:prstGeom prst="rect">
            <a:avLst/>
          </a:prstGeom>
        </p:spPr>
      </p:pic>
      <p:sp>
        <p:nvSpPr>
          <p:cNvPr id="59" name="Rounded Rectangle 58">
            <a:extLst>
              <a:ext uri="{FF2B5EF4-FFF2-40B4-BE49-F238E27FC236}">
                <a16:creationId xmlns:a16="http://schemas.microsoft.com/office/drawing/2014/main" id="{5BBF0242-F0CD-B054-1234-95FFAD27ADF8}"/>
              </a:ext>
              <a:ext uri="{C183D7F6-B498-43B3-948B-1728B52AA6E4}">
                <adec:decorative xmlns:adec="http://schemas.microsoft.com/office/drawing/2017/decorative" val="1"/>
              </a:ext>
            </a:extLst>
          </p:cNvPr>
          <p:cNvSpPr/>
          <p:nvPr/>
        </p:nvSpPr>
        <p:spPr>
          <a:xfrm>
            <a:off x="8738450" y="4969261"/>
            <a:ext cx="1995359" cy="717110"/>
          </a:xfrm>
          <a:prstGeom prst="roundRect">
            <a:avLst>
              <a:gd name="adj" fmla="val 1489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60" name="Rounded Rectangle 59">
            <a:extLst>
              <a:ext uri="{FF2B5EF4-FFF2-40B4-BE49-F238E27FC236}">
                <a16:creationId xmlns:a16="http://schemas.microsoft.com/office/drawing/2014/main" id="{338D0267-B9DC-B03D-E91C-8105BD143429}"/>
              </a:ext>
              <a:ext uri="{C183D7F6-B498-43B3-948B-1728B52AA6E4}">
                <adec:decorative xmlns:adec="http://schemas.microsoft.com/office/drawing/2017/decorative" val="1"/>
              </a:ext>
            </a:extLst>
          </p:cNvPr>
          <p:cNvSpPr/>
          <p:nvPr/>
        </p:nvSpPr>
        <p:spPr>
          <a:xfrm>
            <a:off x="8847135" y="5062634"/>
            <a:ext cx="1782765" cy="508234"/>
          </a:xfrm>
          <a:prstGeom prst="round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61" name="TextBox 60">
            <a:extLst>
              <a:ext uri="{FF2B5EF4-FFF2-40B4-BE49-F238E27FC236}">
                <a16:creationId xmlns:a16="http://schemas.microsoft.com/office/drawing/2014/main" id="{7BD1C03B-7B3D-65F9-54D2-C3BF53CFB035}"/>
              </a:ext>
            </a:extLst>
          </p:cNvPr>
          <p:cNvSpPr txBox="1"/>
          <p:nvPr/>
        </p:nvSpPr>
        <p:spPr>
          <a:xfrm>
            <a:off x="9276845" y="5204145"/>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mn-cs"/>
              </a:rPr>
              <a:t>Update work order</a:t>
            </a:r>
          </a:p>
        </p:txBody>
      </p:sp>
      <p:pic>
        <p:nvPicPr>
          <p:cNvPr id="62" name="Picture 61">
            <a:extLst>
              <a:ext uri="{FF2B5EF4-FFF2-40B4-BE49-F238E27FC236}">
                <a16:creationId xmlns:a16="http://schemas.microsoft.com/office/drawing/2014/main" id="{6CE8710C-767B-F768-0EDD-A5FF52B1299B}"/>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989643" y="5187077"/>
            <a:ext cx="259347" cy="259347"/>
          </a:xfrm>
          <a:prstGeom prst="rect">
            <a:avLst/>
          </a:prstGeom>
        </p:spPr>
      </p:pic>
      <p:sp>
        <p:nvSpPr>
          <p:cNvPr id="63" name="TextBox 62">
            <a:extLst>
              <a:ext uri="{FF2B5EF4-FFF2-40B4-BE49-F238E27FC236}">
                <a16:creationId xmlns:a16="http://schemas.microsoft.com/office/drawing/2014/main" id="{5807CFFF-8C59-5BFE-36F4-33D8A07240CF}"/>
              </a:ext>
            </a:extLst>
          </p:cNvPr>
          <p:cNvSpPr txBox="1"/>
          <p:nvPr/>
        </p:nvSpPr>
        <p:spPr>
          <a:xfrm>
            <a:off x="8905119" y="4142248"/>
            <a:ext cx="196239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C3F9">
                    <a:lumMod val="75000"/>
                  </a:srgbClr>
                </a:solidFill>
                <a:effectLst/>
                <a:uLnTx/>
                <a:uFillTx/>
                <a:latin typeface="Segoe UI" panose="020B0502040204020203" pitchFamily="34" charset="0"/>
                <a:ea typeface="Menlo" panose="020B0609030804020204" pitchFamily="49" charset="0"/>
                <a:cs typeface="Segoe UI" panose="020B0502040204020203" pitchFamily="34" charset="0"/>
              </a:rPr>
              <a:t>Alex declined because they're on leave </a:t>
            </a:r>
            <a:endParaRPr kumimoji="0" lang="en-US" sz="800" b="0" i="0" u="none" strike="noStrike" kern="1200" cap="none" spc="0" normalizeH="0" baseline="0" noProof="0">
              <a:ln>
                <a:noFill/>
              </a:ln>
              <a:solidFill>
                <a:srgbClr val="51C3F9">
                  <a:lumMod val="75000"/>
                </a:srgbClr>
              </a:solidFill>
              <a:effectLst/>
              <a:uLnTx/>
              <a:uFillTx/>
              <a:latin typeface="Menlo" panose="020B0609030804020204" pitchFamily="49" charset="0"/>
              <a:ea typeface="Menlo" panose="020B0609030804020204" pitchFamily="49" charset="0"/>
              <a:cs typeface="Menlo" panose="020B0609030804020204" pitchFamily="49" charset="0"/>
            </a:endParaRPr>
          </a:p>
        </p:txBody>
      </p:sp>
      <p:sp>
        <p:nvSpPr>
          <p:cNvPr id="64" name="TextBox 63">
            <a:extLst>
              <a:ext uri="{FF2B5EF4-FFF2-40B4-BE49-F238E27FC236}">
                <a16:creationId xmlns:a16="http://schemas.microsoft.com/office/drawing/2014/main" id="{524FE9FF-1C85-FDEC-B8C6-5EC625294AB2}"/>
              </a:ext>
            </a:extLst>
          </p:cNvPr>
          <p:cNvSpPr txBox="1"/>
          <p:nvPr/>
        </p:nvSpPr>
        <p:spPr>
          <a:xfrm>
            <a:off x="8935539" y="5699332"/>
            <a:ext cx="151676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44C1A3">
                    <a:lumMod val="75000"/>
                  </a:srgbClr>
                </a:solidFill>
                <a:effectLst/>
                <a:uLnTx/>
                <a:uFillTx/>
                <a:latin typeface="Segoe UI" panose="020B0502040204020203" pitchFamily="34" charset="0"/>
                <a:ea typeface="+mn-ea"/>
                <a:cs typeface="Segoe UI" panose="020B0502040204020203" pitchFamily="34" charset="0"/>
              </a:rPr>
              <a:t>Successfully assigned Lindsay</a:t>
            </a:r>
          </a:p>
        </p:txBody>
      </p:sp>
      <p:pic>
        <p:nvPicPr>
          <p:cNvPr id="65" name="Graphic 64" descr="Close with solid fill">
            <a:extLst>
              <a:ext uri="{FF2B5EF4-FFF2-40B4-BE49-F238E27FC236}">
                <a16:creationId xmlns:a16="http://schemas.microsoft.com/office/drawing/2014/main" id="{BA72E0CC-0C95-866E-C610-28093A5C74B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60858" y="4183777"/>
            <a:ext cx="107666" cy="107666"/>
          </a:xfrm>
          <a:prstGeom prst="rect">
            <a:avLst/>
          </a:prstGeom>
        </p:spPr>
      </p:pic>
      <p:pic>
        <p:nvPicPr>
          <p:cNvPr id="66" name="Graphic 65" descr="Checkmark with solid fill">
            <a:extLst>
              <a:ext uri="{FF2B5EF4-FFF2-40B4-BE49-F238E27FC236}">
                <a16:creationId xmlns:a16="http://schemas.microsoft.com/office/drawing/2014/main" id="{E4BFB6C4-35BC-F6BB-2FC6-BA3298B84C3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874300" y="5753221"/>
            <a:ext cx="107666" cy="107666"/>
          </a:xfrm>
          <a:prstGeom prst="rect">
            <a:avLst/>
          </a:prstGeom>
        </p:spPr>
      </p:pic>
    </p:spTree>
    <p:extLst>
      <p:ext uri="{BB962C8B-B14F-4D97-AF65-F5344CB8AC3E}">
        <p14:creationId xmlns:p14="http://schemas.microsoft.com/office/powerpoint/2010/main" val="363942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7FA9-051B-21C4-12FF-53BA0B2A6E8D}"/>
            </a:ext>
          </a:extLst>
        </p:cNvPr>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8284779A-1CD7-B368-6B68-40DE9F594C2D}"/>
              </a:ext>
            </a:extLst>
          </p:cNvPr>
          <p:cNvSpPr/>
          <p:nvPr/>
        </p:nvSpPr>
        <p:spPr bwMode="auto">
          <a:xfrm>
            <a:off x="612139" y="2039933"/>
            <a:ext cx="4708526" cy="4322767"/>
          </a:xfrm>
          <a:prstGeom prst="roundRect">
            <a:avLst>
              <a:gd name="adj" fmla="val 6664"/>
            </a:avLst>
          </a:prstGeom>
          <a:solidFill>
            <a:schemeClr val="bg1"/>
          </a:solidFill>
          <a:ln>
            <a:noFill/>
            <a:headEnd type="none" w="med" len="med"/>
            <a:tailEnd type="none" w="med" len="med"/>
          </a:ln>
          <a:effectLst>
            <a:outerShdw blurRad="63500" dist="38100" dir="2700000" algn="tl" rotWithShape="0">
              <a:prstClr val="black">
                <a:alpha val="2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D6446A01-ECDA-227C-8CC0-EC4F7A1070C0}"/>
              </a:ext>
            </a:extLst>
          </p:cNvPr>
          <p:cNvSpPr>
            <a:spLocks noGrp="1"/>
          </p:cNvSpPr>
          <p:nvPr>
            <p:ph type="title"/>
          </p:nvPr>
        </p:nvSpPr>
        <p:spPr>
          <a:xfrm>
            <a:off x="588963" y="457200"/>
            <a:ext cx="6253797" cy="1107996"/>
          </a:xfrm>
        </p:spPr>
        <p:txBody>
          <a:bodyPr/>
          <a:lstStyle/>
          <a:p>
            <a:r>
              <a:rPr lang="en-US">
                <a:solidFill>
                  <a:schemeClr val="tx1"/>
                </a:solidFill>
              </a:rPr>
              <a:t>The new wave: multi-models and agentic AI</a:t>
            </a:r>
          </a:p>
        </p:txBody>
      </p:sp>
      <p:sp>
        <p:nvSpPr>
          <p:cNvPr id="3" name="TextBox 2">
            <a:extLst>
              <a:ext uri="{FF2B5EF4-FFF2-40B4-BE49-F238E27FC236}">
                <a16:creationId xmlns:a16="http://schemas.microsoft.com/office/drawing/2014/main" id="{20F12980-25C4-BDAA-1F25-A0EE12AF510F}"/>
              </a:ext>
            </a:extLst>
          </p:cNvPr>
          <p:cNvSpPr txBox="1"/>
          <p:nvPr/>
        </p:nvSpPr>
        <p:spPr>
          <a:xfrm>
            <a:off x="1093304" y="1490870"/>
            <a:ext cx="65"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20" name="Group 19">
            <a:extLst>
              <a:ext uri="{FF2B5EF4-FFF2-40B4-BE49-F238E27FC236}">
                <a16:creationId xmlns:a16="http://schemas.microsoft.com/office/drawing/2014/main" id="{A922ACE0-4CF9-FF1E-1C16-652CBEE5D4B4}"/>
              </a:ext>
            </a:extLst>
          </p:cNvPr>
          <p:cNvGrpSpPr/>
          <p:nvPr/>
        </p:nvGrpSpPr>
        <p:grpSpPr>
          <a:xfrm>
            <a:off x="5854700" y="2039933"/>
            <a:ext cx="2786141" cy="2778139"/>
            <a:chOff x="8872288" y="2847367"/>
            <a:chExt cx="3108960" cy="2331721"/>
          </a:xfrm>
        </p:grpSpPr>
        <p:sp>
          <p:nvSpPr>
            <p:cNvPr id="30" name="Rectangle: Rounded Corners 29">
              <a:extLst>
                <a:ext uri="{FF2B5EF4-FFF2-40B4-BE49-F238E27FC236}">
                  <a16:creationId xmlns:a16="http://schemas.microsoft.com/office/drawing/2014/main" id="{7895486E-FDE4-7609-DD80-29AB40BC4802}"/>
                </a:ext>
              </a:extLst>
            </p:cNvPr>
            <p:cNvSpPr/>
            <p:nvPr/>
          </p:nvSpPr>
          <p:spPr bwMode="auto">
            <a:xfrm rot="10800000">
              <a:off x="8872288" y="2847368"/>
              <a:ext cx="3108960" cy="2331720"/>
            </a:xfrm>
            <a:prstGeom prst="roundRect">
              <a:avLst/>
            </a:prstGeom>
            <a:gradFill>
              <a:gsLst>
                <a:gs pos="97000">
                  <a:schemeClr val="accent1"/>
                </a:gs>
                <a:gs pos="18000">
                  <a:schemeClr val="accent3"/>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1" name="TextBox 30">
              <a:extLst>
                <a:ext uri="{FF2B5EF4-FFF2-40B4-BE49-F238E27FC236}">
                  <a16:creationId xmlns:a16="http://schemas.microsoft.com/office/drawing/2014/main" id="{CBCCB26F-C207-F1D7-2CD0-20A14C6904E0}"/>
                </a:ext>
              </a:extLst>
            </p:cNvPr>
            <p:cNvSpPr txBox="1"/>
            <p:nvPr/>
          </p:nvSpPr>
          <p:spPr>
            <a:xfrm>
              <a:off x="8872288" y="2847367"/>
              <a:ext cx="3108960" cy="982979"/>
            </a:xfrm>
            <a:prstGeom prst="rect">
              <a:avLst/>
            </a:prstGeom>
            <a:noFill/>
          </p:spPr>
          <p:txBody>
            <a:bodyPr wrap="square" tIns="274320" anchor="b" anchorCtr="0">
              <a:noAutofit/>
            </a:bodyPr>
            <a:lstStyle>
              <a:defPPr>
                <a:defRPr lang="en-US"/>
              </a:defPPr>
              <a:lvl1pPr marR="0" lvl="0" indent="0" algn="ctr" fontAlgn="auto">
                <a:lnSpc>
                  <a:spcPct val="100000"/>
                </a:lnSpc>
                <a:spcBef>
                  <a:spcPts val="0"/>
                </a:spcBef>
                <a:spcAft>
                  <a:spcPts val="0"/>
                </a:spcAft>
                <a:buClrTx/>
                <a:buSzTx/>
                <a:buFontTx/>
                <a:buNone/>
                <a:tabLst/>
                <a:defRPr kumimoji="0" sz="6000" b="1" i="0" u="none" strike="noStrike" cap="none" spc="0" normalizeH="0" baseline="0">
                  <a:ln>
                    <a:noFill/>
                  </a:ln>
                  <a:solidFill>
                    <a:srgbClr val="FFFFFF"/>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srgbClr val="FFFFFF"/>
                  </a:solidFill>
                  <a:effectLst/>
                  <a:uLnTx/>
                  <a:uFillTx/>
                  <a:latin typeface="Segoe Sans Text" pitchFamily="2" charset="0"/>
                  <a:ea typeface="+mn-ea"/>
                  <a:cs typeface="Segoe Sans Text" pitchFamily="2" charset="0"/>
                </a:rPr>
                <a:t>81%</a:t>
              </a:r>
            </a:p>
          </p:txBody>
        </p:sp>
        <p:sp>
          <p:nvSpPr>
            <p:cNvPr id="32" name="Text Placeholder 13">
              <a:extLst>
                <a:ext uri="{FF2B5EF4-FFF2-40B4-BE49-F238E27FC236}">
                  <a16:creationId xmlns:a16="http://schemas.microsoft.com/office/drawing/2014/main" id="{72F47097-CB01-AA24-3F0B-74ED7BC188E7}"/>
                </a:ext>
              </a:extLst>
            </p:cNvPr>
            <p:cNvSpPr txBox="1">
              <a:spLocks/>
            </p:cNvSpPr>
            <p:nvPr/>
          </p:nvSpPr>
          <p:spPr>
            <a:xfrm>
              <a:off x="9076091" y="3925195"/>
              <a:ext cx="2701355" cy="1253893"/>
            </a:xfrm>
            <a:prstGeom prst="rect">
              <a:avLst/>
            </a:prstGeom>
          </p:spPr>
          <p:txBody>
            <a:bodyPr tIns="0" bIns="18288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FFFFFF"/>
                  </a:solidFill>
                  <a:effectLst/>
                  <a:uLnTx/>
                  <a:uFillTx/>
                  <a:latin typeface="Segoe Sans Text Light" pitchFamily="2" charset="0"/>
                  <a:ea typeface="+mn-ea"/>
                  <a:cs typeface="Segoe Sans Text Light" pitchFamily="2" charset="0"/>
                </a:rPr>
                <a:t>of leaders expect agents to be integrated into their company’s AI strategy in next 12-18 months</a:t>
              </a:r>
            </a:p>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b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b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Source: Work Trend Index Annual Report</a:t>
              </a:r>
            </a:p>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endParaRPr>
            </a:p>
          </p:txBody>
        </p:sp>
      </p:grpSp>
      <p:grpSp>
        <p:nvGrpSpPr>
          <p:cNvPr id="21" name="Group 20">
            <a:extLst>
              <a:ext uri="{FF2B5EF4-FFF2-40B4-BE49-F238E27FC236}">
                <a16:creationId xmlns:a16="http://schemas.microsoft.com/office/drawing/2014/main" id="{15162AA4-7244-0635-2714-AB65ABB67943}"/>
              </a:ext>
            </a:extLst>
          </p:cNvPr>
          <p:cNvGrpSpPr/>
          <p:nvPr/>
        </p:nvGrpSpPr>
        <p:grpSpPr>
          <a:xfrm>
            <a:off x="8811501" y="533401"/>
            <a:ext cx="2786141" cy="5791201"/>
            <a:chOff x="5212082" y="1540184"/>
            <a:chExt cx="3108960" cy="4860617"/>
          </a:xfrm>
        </p:grpSpPr>
        <p:grpSp>
          <p:nvGrpSpPr>
            <p:cNvPr id="22" name="Group 21">
              <a:extLst>
                <a:ext uri="{FF2B5EF4-FFF2-40B4-BE49-F238E27FC236}">
                  <a16:creationId xmlns:a16="http://schemas.microsoft.com/office/drawing/2014/main" id="{4F323CF9-B642-E2B3-BFFC-04646A6CA575}"/>
                </a:ext>
              </a:extLst>
            </p:cNvPr>
            <p:cNvGrpSpPr/>
            <p:nvPr/>
          </p:nvGrpSpPr>
          <p:grpSpPr>
            <a:xfrm>
              <a:off x="5212082" y="1540184"/>
              <a:ext cx="3108960" cy="2327369"/>
              <a:chOff x="5593082" y="1174424"/>
              <a:chExt cx="3108960" cy="2327369"/>
            </a:xfrm>
          </p:grpSpPr>
          <p:sp>
            <p:nvSpPr>
              <p:cNvPr id="27" name="Rectangle: Rounded Corners 26">
                <a:extLst>
                  <a:ext uri="{FF2B5EF4-FFF2-40B4-BE49-F238E27FC236}">
                    <a16:creationId xmlns:a16="http://schemas.microsoft.com/office/drawing/2014/main" id="{E59B5CC0-F61E-3F3C-2707-EDB5753C7EA6}"/>
                  </a:ext>
                </a:extLst>
              </p:cNvPr>
              <p:cNvSpPr/>
              <p:nvPr/>
            </p:nvSpPr>
            <p:spPr bwMode="auto">
              <a:xfrm rot="10800000">
                <a:off x="5593082" y="1174425"/>
                <a:ext cx="3108960" cy="2327368"/>
              </a:xfrm>
              <a:prstGeom prst="roundRect">
                <a:avLst/>
              </a:prstGeom>
              <a:gradFill>
                <a:gsLst>
                  <a:gs pos="21000">
                    <a:schemeClr val="accent1"/>
                  </a:gs>
                  <a:gs pos="93000">
                    <a:schemeClr val="accent2"/>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8" name="TextBox 27">
                <a:extLst>
                  <a:ext uri="{FF2B5EF4-FFF2-40B4-BE49-F238E27FC236}">
                    <a16:creationId xmlns:a16="http://schemas.microsoft.com/office/drawing/2014/main" id="{C1D7186A-8A7F-720E-8F49-DC253D9CEA3F}"/>
                  </a:ext>
                </a:extLst>
              </p:cNvPr>
              <p:cNvSpPr txBox="1"/>
              <p:nvPr/>
            </p:nvSpPr>
            <p:spPr>
              <a:xfrm>
                <a:off x="5593082" y="1174424"/>
                <a:ext cx="3108960" cy="982979"/>
              </a:xfrm>
              <a:prstGeom prst="rect">
                <a:avLst/>
              </a:prstGeom>
              <a:noFill/>
            </p:spPr>
            <p:txBody>
              <a:bodyPr wrap="square" tIns="274320"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srgbClr val="FFFFFF"/>
                    </a:solidFill>
                    <a:effectLst/>
                    <a:uLnTx/>
                    <a:uFillTx/>
                    <a:latin typeface="Segoe Sans Text" pitchFamily="2" charset="0"/>
                    <a:ea typeface="+mn-ea"/>
                    <a:cs typeface="Segoe Sans Text" pitchFamily="2" charset="0"/>
                  </a:rPr>
                  <a:t>85%</a:t>
                </a:r>
              </a:p>
            </p:txBody>
          </p:sp>
          <p:sp>
            <p:nvSpPr>
              <p:cNvPr id="29" name="Text Placeholder 12">
                <a:extLst>
                  <a:ext uri="{FF2B5EF4-FFF2-40B4-BE49-F238E27FC236}">
                    <a16:creationId xmlns:a16="http://schemas.microsoft.com/office/drawing/2014/main" id="{4E4FC7BD-63B4-7DB4-9039-D2FFAD6CCA52}"/>
                  </a:ext>
                </a:extLst>
              </p:cNvPr>
              <p:cNvSpPr txBox="1">
                <a:spLocks/>
              </p:cNvSpPr>
              <p:nvPr/>
            </p:nvSpPr>
            <p:spPr>
              <a:xfrm>
                <a:off x="5695120" y="2247900"/>
                <a:ext cx="2904885" cy="1253893"/>
              </a:xfrm>
              <a:prstGeom prst="rect">
                <a:avLst/>
              </a:prstGeom>
            </p:spPr>
            <p:txBody>
              <a:bodyPr tIns="0" bIns="18288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FFFFFF"/>
                    </a:solidFill>
                    <a:effectLst/>
                    <a:uLnTx/>
                    <a:uFillTx/>
                    <a:latin typeface="Segoe Sans Text Light" pitchFamily="2" charset="0"/>
                    <a:ea typeface="+mn-ea"/>
                    <a:cs typeface="Segoe Sans Text Light" pitchFamily="2" charset="0"/>
                  </a:rPr>
                  <a:t>of enterprises are pursuing multi-model strategies, emphasizing the need for rapid testing and deployment of new models to maintain a competitive edge</a:t>
                </a:r>
              </a:p>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b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b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Source: Forrester</a:t>
                </a:r>
              </a:p>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endParaRPr>
              </a:p>
            </p:txBody>
          </p:sp>
        </p:grpSp>
        <p:grpSp>
          <p:nvGrpSpPr>
            <p:cNvPr id="23" name="Group 22">
              <a:extLst>
                <a:ext uri="{FF2B5EF4-FFF2-40B4-BE49-F238E27FC236}">
                  <a16:creationId xmlns:a16="http://schemas.microsoft.com/office/drawing/2014/main" id="{30DEC2DB-7FB0-012A-3F61-1168B92A7DD0}"/>
                </a:ext>
              </a:extLst>
            </p:cNvPr>
            <p:cNvGrpSpPr/>
            <p:nvPr/>
          </p:nvGrpSpPr>
          <p:grpSpPr>
            <a:xfrm>
              <a:off x="5212082" y="4069080"/>
              <a:ext cx="3108960" cy="2331721"/>
              <a:chOff x="5628251" y="4069080"/>
              <a:chExt cx="3108960" cy="2331721"/>
            </a:xfrm>
          </p:grpSpPr>
          <p:sp>
            <p:nvSpPr>
              <p:cNvPr id="24" name="Rectangle: Rounded Corners 23">
                <a:extLst>
                  <a:ext uri="{FF2B5EF4-FFF2-40B4-BE49-F238E27FC236}">
                    <a16:creationId xmlns:a16="http://schemas.microsoft.com/office/drawing/2014/main" id="{94BB7D70-CB2C-9DB9-368B-A08114B88661}"/>
                  </a:ext>
                </a:extLst>
              </p:cNvPr>
              <p:cNvSpPr/>
              <p:nvPr/>
            </p:nvSpPr>
            <p:spPr bwMode="auto">
              <a:xfrm rot="10800000">
                <a:off x="5628251" y="4069080"/>
                <a:ext cx="3108960" cy="2331720"/>
              </a:xfrm>
              <a:prstGeom prst="roundRect">
                <a:avLst/>
              </a:prstGeom>
              <a:gradFill>
                <a:gsLst>
                  <a:gs pos="96000">
                    <a:schemeClr val="accent1"/>
                  </a:gs>
                  <a:gs pos="22000">
                    <a:schemeClr val="accent6"/>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5" name="TextBox 24">
                <a:extLst>
                  <a:ext uri="{FF2B5EF4-FFF2-40B4-BE49-F238E27FC236}">
                    <a16:creationId xmlns:a16="http://schemas.microsoft.com/office/drawing/2014/main" id="{E2489D46-0BBC-AA9A-5A3C-6648C212F996}"/>
                  </a:ext>
                </a:extLst>
              </p:cNvPr>
              <p:cNvSpPr txBox="1"/>
              <p:nvPr/>
            </p:nvSpPr>
            <p:spPr>
              <a:xfrm>
                <a:off x="5628251" y="4069080"/>
                <a:ext cx="3108960" cy="982979"/>
              </a:xfrm>
              <a:prstGeom prst="rect">
                <a:avLst/>
              </a:prstGeom>
              <a:noFill/>
            </p:spPr>
            <p:txBody>
              <a:bodyPr wrap="square" tIns="274320" anchor="b" anchorCtr="0">
                <a:noAutofit/>
              </a:bodyPr>
              <a:lstStyle>
                <a:defPPr>
                  <a:defRPr lang="en-US"/>
                </a:defPPr>
                <a:lvl1pPr marR="0" lvl="0" indent="0" algn="ctr" fontAlgn="auto">
                  <a:lnSpc>
                    <a:spcPct val="100000"/>
                  </a:lnSpc>
                  <a:spcBef>
                    <a:spcPts val="0"/>
                  </a:spcBef>
                  <a:spcAft>
                    <a:spcPts val="0"/>
                  </a:spcAft>
                  <a:buClrTx/>
                  <a:buSzTx/>
                  <a:buFontTx/>
                  <a:buNone/>
                  <a:tabLst/>
                  <a:defRPr kumimoji="0" sz="6000" b="1" i="0" u="none" strike="noStrike" cap="none" spc="0" normalizeH="0" baseline="0">
                    <a:ln>
                      <a:noFill/>
                    </a:ln>
                    <a:solidFill>
                      <a:srgbClr val="FFFFFF"/>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srgbClr val="FFFFFF"/>
                    </a:solidFill>
                    <a:effectLst/>
                    <a:uLnTx/>
                    <a:uFillTx/>
                    <a:latin typeface="Segoe Sans Text" pitchFamily="2" charset="0"/>
                    <a:ea typeface="+mn-ea"/>
                    <a:cs typeface="Segoe Sans Text" pitchFamily="2" charset="0"/>
                  </a:rPr>
                  <a:t>70%</a:t>
                </a:r>
              </a:p>
            </p:txBody>
          </p:sp>
          <p:sp>
            <p:nvSpPr>
              <p:cNvPr id="26" name="Text Placeholder 29">
                <a:extLst>
                  <a:ext uri="{FF2B5EF4-FFF2-40B4-BE49-F238E27FC236}">
                    <a16:creationId xmlns:a16="http://schemas.microsoft.com/office/drawing/2014/main" id="{2046AD4E-1D65-AF02-50E7-F70D52FAF6F6}"/>
                  </a:ext>
                </a:extLst>
              </p:cNvPr>
              <p:cNvSpPr txBox="1">
                <a:spLocks/>
              </p:cNvSpPr>
              <p:nvPr/>
            </p:nvSpPr>
            <p:spPr>
              <a:xfrm>
                <a:off x="5815316" y="5146908"/>
                <a:ext cx="2734829" cy="1253893"/>
              </a:xfrm>
              <a:prstGeom prst="rect">
                <a:avLst/>
              </a:prstGeom>
            </p:spPr>
            <p:txBody>
              <a:bodyPr tIns="0" bIns="18288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FFFFFF"/>
                    </a:solidFill>
                    <a:effectLst/>
                    <a:uLnTx/>
                    <a:uFillTx/>
                    <a:latin typeface="Segoe Sans Text Light" pitchFamily="2" charset="0"/>
                    <a:ea typeface="+mn-ea"/>
                    <a:cs typeface="Segoe Sans Text Light" pitchFamily="2" charset="0"/>
                  </a:rPr>
                  <a:t>or more generative AI experiments never make it to production</a:t>
                </a:r>
              </a:p>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b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b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Source: Deloitte</a:t>
                </a:r>
              </a:p>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endParaRPr>
              </a:p>
            </p:txBody>
          </p:sp>
        </p:grpSp>
      </p:grpSp>
      <p:sp>
        <p:nvSpPr>
          <p:cNvPr id="5" name="Text Placeholder 7">
            <a:extLst>
              <a:ext uri="{FF2B5EF4-FFF2-40B4-BE49-F238E27FC236}">
                <a16:creationId xmlns:a16="http://schemas.microsoft.com/office/drawing/2014/main" id="{3DA1EFFC-D016-1276-AF64-1D26889414F0}"/>
              </a:ext>
            </a:extLst>
          </p:cNvPr>
          <p:cNvSpPr txBox="1">
            <a:spLocks/>
          </p:cNvSpPr>
          <p:nvPr/>
        </p:nvSpPr>
        <p:spPr>
          <a:xfrm>
            <a:off x="997745" y="2959664"/>
            <a:ext cx="3719035" cy="2872581"/>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Sans Text"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1000"/>
              </a:spcBef>
              <a:spcAft>
                <a:spcPts val="1000"/>
              </a:spcAft>
              <a:buClrTx/>
              <a:buSzPct val="9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Select the best model in a fast-evolving landscape and continue using the best model throughout AI app and agent lifecycle</a:t>
            </a:r>
          </a:p>
          <a:p>
            <a:pPr marL="285750" marR="0" lvl="0" indent="-285750" algn="l" defTabSz="932742" rtl="0" eaLnBrk="1" fontAlgn="auto" latinLnBrk="0" hangingPunct="1">
              <a:lnSpc>
                <a:spcPct val="100000"/>
              </a:lnSpc>
              <a:spcBef>
                <a:spcPts val="1000"/>
              </a:spcBef>
              <a:spcAft>
                <a:spcPts val="1000"/>
              </a:spcAft>
              <a:buClrTx/>
              <a:buSzPct val="9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Lack of streamlined tools for orchestrating AI agents </a:t>
            </a:r>
          </a:p>
          <a:p>
            <a:pPr marL="285750" marR="0" lvl="0" indent="-285750" algn="l" defTabSz="932742" rtl="0" eaLnBrk="1" fontAlgn="auto" latinLnBrk="0" hangingPunct="1">
              <a:lnSpc>
                <a:spcPct val="100000"/>
              </a:lnSpc>
              <a:spcBef>
                <a:spcPts val="1000"/>
              </a:spcBef>
              <a:spcAft>
                <a:spcPts val="1000"/>
              </a:spcAft>
              <a:buClrTx/>
              <a:buSzPct val="9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Complex enterprise workflows with data spread across different sources </a:t>
            </a:r>
          </a:p>
          <a:p>
            <a:pPr marL="285750" marR="0" lvl="0" indent="-285750" algn="l" defTabSz="932742" rtl="0" eaLnBrk="1" fontAlgn="auto" latinLnBrk="0" hangingPunct="1">
              <a:lnSpc>
                <a:spcPct val="100000"/>
              </a:lnSpc>
              <a:spcBef>
                <a:spcPts val="1000"/>
              </a:spcBef>
              <a:spcAft>
                <a:spcPts val="1000"/>
              </a:spcAft>
              <a:buClrTx/>
              <a:buSzPct val="9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Cost management and scalability of generative </a:t>
            </a:r>
            <a:b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b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AI models</a:t>
            </a:r>
          </a:p>
          <a:p>
            <a:pPr marL="285750" marR="0" lvl="0" indent="-285750" algn="l" defTabSz="932742" rtl="0" eaLnBrk="1" fontAlgn="auto" latinLnBrk="0" hangingPunct="1">
              <a:lnSpc>
                <a:spcPct val="100000"/>
              </a:lnSpc>
              <a:spcBef>
                <a:spcPts val="1000"/>
              </a:spcBef>
              <a:spcAft>
                <a:spcPts val="1000"/>
              </a:spcAft>
              <a:buClrTx/>
              <a:buSzPct val="9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Continuously monitor and optimize AI apps and agent performance </a:t>
            </a:r>
          </a:p>
        </p:txBody>
      </p:sp>
      <p:sp>
        <p:nvSpPr>
          <p:cNvPr id="7" name="TextBox 6">
            <a:extLst>
              <a:ext uri="{FF2B5EF4-FFF2-40B4-BE49-F238E27FC236}">
                <a16:creationId xmlns:a16="http://schemas.microsoft.com/office/drawing/2014/main" id="{18334D18-EE15-6DB4-13C4-95591E030F0F}"/>
              </a:ext>
            </a:extLst>
          </p:cNvPr>
          <p:cNvSpPr txBox="1"/>
          <p:nvPr/>
        </p:nvSpPr>
        <p:spPr>
          <a:xfrm>
            <a:off x="997744" y="2387507"/>
            <a:ext cx="1266372"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Sans Text Semibold"/>
                <a:ea typeface="+mn-ea"/>
                <a:cs typeface="+mn-cs"/>
              </a:rPr>
              <a:t>Challenges</a:t>
            </a:r>
          </a:p>
        </p:txBody>
      </p:sp>
    </p:spTree>
    <p:extLst>
      <p:ext uri="{BB962C8B-B14F-4D97-AF65-F5344CB8AC3E}">
        <p14:creationId xmlns:p14="http://schemas.microsoft.com/office/powerpoint/2010/main" val="107043074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5683E-C546-CD79-D511-08EC9A5946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BF3CEA-A66D-80B8-FDBD-463548E433AC}"/>
              </a:ext>
            </a:extLst>
          </p:cNvPr>
          <p:cNvSpPr>
            <a:spLocks noGrp="1"/>
          </p:cNvSpPr>
          <p:nvPr>
            <p:ph type="body" idx="1"/>
          </p:nvPr>
        </p:nvSpPr>
        <p:spPr>
          <a:xfrm>
            <a:off x="5695951" y="2808423"/>
            <a:ext cx="4800600" cy="430887"/>
          </a:xfrm>
        </p:spPr>
        <p:txBody>
          <a:bodyPr/>
          <a:lstStyle/>
          <a:p>
            <a:r>
              <a:rPr lang="en-US" sz="2800"/>
              <a:t>A new frontier</a:t>
            </a:r>
          </a:p>
        </p:txBody>
      </p:sp>
      <p:sp>
        <p:nvSpPr>
          <p:cNvPr id="3" name="Title 2">
            <a:extLst>
              <a:ext uri="{FF2B5EF4-FFF2-40B4-BE49-F238E27FC236}">
                <a16:creationId xmlns:a16="http://schemas.microsoft.com/office/drawing/2014/main" id="{EB0CB590-B06A-DA02-FA6F-C8AF2BDF5E42}"/>
              </a:ext>
            </a:extLst>
          </p:cNvPr>
          <p:cNvSpPr>
            <a:spLocks noGrp="1"/>
          </p:cNvSpPr>
          <p:nvPr>
            <p:ph type="title"/>
          </p:nvPr>
        </p:nvSpPr>
        <p:spPr>
          <a:xfrm>
            <a:off x="5695951" y="3215333"/>
            <a:ext cx="4800600" cy="1015663"/>
          </a:xfrm>
        </p:spPr>
        <p:txBody>
          <a:bodyPr/>
          <a:lstStyle/>
          <a:p>
            <a:r>
              <a:rPr lang="en-US" sz="6600">
                <a:solidFill>
                  <a:schemeClr val="tx1"/>
                </a:solidFill>
              </a:rPr>
              <a:t>Agentic AI</a:t>
            </a:r>
          </a:p>
        </p:txBody>
      </p:sp>
    </p:spTree>
    <p:extLst>
      <p:ext uri="{BB962C8B-B14F-4D97-AF65-F5344CB8AC3E}">
        <p14:creationId xmlns:p14="http://schemas.microsoft.com/office/powerpoint/2010/main" val="30614549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B4DB6-1094-5A4A-BECB-D6E07ED1355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EF1289-FB50-3D7B-9EEE-8E2E699FC25C}"/>
              </a:ext>
            </a:extLst>
          </p:cNvPr>
          <p:cNvSpPr>
            <a:spLocks noGrp="1"/>
          </p:cNvSpPr>
          <p:nvPr>
            <p:ph type="title"/>
          </p:nvPr>
        </p:nvSpPr>
        <p:spPr>
          <a:xfrm>
            <a:off x="588263" y="457200"/>
            <a:ext cx="11018520" cy="1107996"/>
          </a:xfrm>
        </p:spPr>
        <p:txBody>
          <a:bodyPr/>
          <a:lstStyle/>
          <a:p>
            <a:pPr algn="ctr"/>
            <a:r>
              <a:rPr lang="en-US">
                <a:solidFill>
                  <a:schemeClr val="tx1"/>
                </a:solidFill>
              </a:rPr>
              <a:t>AI adoption is accelerating and </a:t>
            </a:r>
            <a:br>
              <a:rPr lang="en-US"/>
            </a:br>
            <a:r>
              <a:rPr lang="en-US"/>
              <a:t>AI agents </a:t>
            </a:r>
            <a:r>
              <a:rPr lang="en-US">
                <a:solidFill>
                  <a:schemeClr val="tx1"/>
                </a:solidFill>
              </a:rPr>
              <a:t>are at the forefront</a:t>
            </a:r>
          </a:p>
        </p:txBody>
      </p:sp>
      <p:sp>
        <p:nvSpPr>
          <p:cNvPr id="7" name="Rounded Rectangle 7">
            <a:extLst>
              <a:ext uri="{FF2B5EF4-FFF2-40B4-BE49-F238E27FC236}">
                <a16:creationId xmlns:a16="http://schemas.microsoft.com/office/drawing/2014/main" id="{71F94C73-71B1-5F04-F3ED-F7EA42D15618}"/>
              </a:ext>
              <a:ext uri="{C183D7F6-B498-43B3-948B-1728B52AA6E4}">
                <adec:decorative xmlns:adec="http://schemas.microsoft.com/office/drawing/2017/decorative" val="1"/>
              </a:ext>
            </a:extLst>
          </p:cNvPr>
          <p:cNvSpPr/>
          <p:nvPr/>
        </p:nvSpPr>
        <p:spPr bwMode="auto">
          <a:xfrm>
            <a:off x="6844976" y="2209349"/>
            <a:ext cx="4004687" cy="1885429"/>
          </a:xfrm>
          <a:prstGeom prst="roundRect">
            <a:avLst>
              <a:gd name="adj" fmla="val 5687"/>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9" name="Rounded Rectangle 7">
            <a:extLst>
              <a:ext uri="{FF2B5EF4-FFF2-40B4-BE49-F238E27FC236}">
                <a16:creationId xmlns:a16="http://schemas.microsoft.com/office/drawing/2014/main" id="{21DDDECB-B29C-FAF3-C16E-0750B9BF05FC}"/>
              </a:ext>
              <a:ext uri="{C183D7F6-B498-43B3-948B-1728B52AA6E4}">
                <adec:decorative xmlns:adec="http://schemas.microsoft.com/office/drawing/2017/decorative" val="1"/>
              </a:ext>
            </a:extLst>
          </p:cNvPr>
          <p:cNvSpPr/>
          <p:nvPr/>
        </p:nvSpPr>
        <p:spPr bwMode="auto">
          <a:xfrm>
            <a:off x="1342337" y="2209883"/>
            <a:ext cx="4603233" cy="3995892"/>
          </a:xfrm>
          <a:prstGeom prst="roundRect">
            <a:avLst>
              <a:gd name="adj" fmla="val 5687"/>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8" name="Rounded Rectangle 7">
            <a:extLst>
              <a:ext uri="{FF2B5EF4-FFF2-40B4-BE49-F238E27FC236}">
                <a16:creationId xmlns:a16="http://schemas.microsoft.com/office/drawing/2014/main" id="{42407509-1C29-C694-3BA9-1CEFE9F49A6E}"/>
              </a:ext>
              <a:ext uri="{C183D7F6-B498-43B3-948B-1728B52AA6E4}">
                <adec:decorative xmlns:adec="http://schemas.microsoft.com/office/drawing/2017/decorative" val="1"/>
              </a:ext>
            </a:extLst>
          </p:cNvPr>
          <p:cNvSpPr/>
          <p:nvPr/>
        </p:nvSpPr>
        <p:spPr bwMode="auto">
          <a:xfrm>
            <a:off x="6872637" y="4377501"/>
            <a:ext cx="4004687" cy="1885429"/>
          </a:xfrm>
          <a:prstGeom prst="roundRect">
            <a:avLst>
              <a:gd name="adj" fmla="val 5687"/>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0" name="TextBox 9">
            <a:extLst>
              <a:ext uri="{FF2B5EF4-FFF2-40B4-BE49-F238E27FC236}">
                <a16:creationId xmlns:a16="http://schemas.microsoft.com/office/drawing/2014/main" id="{1FD2B217-A62B-4CBC-E643-CD6BEC9A9901}"/>
              </a:ext>
            </a:extLst>
          </p:cNvPr>
          <p:cNvSpPr txBox="1"/>
          <p:nvPr/>
        </p:nvSpPr>
        <p:spPr>
          <a:xfrm>
            <a:off x="1776651" y="2454582"/>
            <a:ext cx="3960758" cy="1661993"/>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90000"/>
              </a:lnSpc>
              <a:spcBef>
                <a:spcPts val="200"/>
              </a:spcBef>
              <a:spcAft>
                <a:spcPts val="0"/>
              </a:spcAft>
              <a:buClrTx/>
              <a:buSzTx/>
              <a:buFontTx/>
              <a:buNone/>
              <a:tabLst/>
              <a:defRPr/>
            </a:pPr>
            <a:r>
              <a:rPr kumimoji="0" lang="en-US" sz="6000" b="0" i="0" u="none" strike="noStrike" kern="0" cap="none" spc="0" normalizeH="0" baseline="0" noProof="0">
                <a:ln>
                  <a:noFill/>
                </a:ln>
                <a:gradFill flip="none" rotWithShape="1">
                  <a:gsLst>
                    <a:gs pos="0">
                      <a:srgbClr val="C03BC4"/>
                    </a:gs>
                    <a:gs pos="80000">
                      <a:srgbClr val="0078D4"/>
                    </a:gs>
                  </a:gsLst>
                  <a:path path="circle">
                    <a:fillToRect l="100000" t="100000"/>
                  </a:path>
                  <a:tileRect r="-100000" b="-100000"/>
                </a:gradFill>
                <a:effectLst/>
                <a:uLnTx/>
                <a:uFillTx/>
                <a:latin typeface="Segoe Sans Text Semibold" pitchFamily="2" charset="0"/>
                <a:ea typeface="+mn-ea"/>
                <a:cs typeface="+mn-cs"/>
              </a:rPr>
              <a:t>1.3B </a:t>
            </a:r>
            <a:br>
              <a:rPr kumimoji="0" lang="en-US" sz="6000" b="0" i="0" u="none" strike="noStrike" kern="0" cap="none" spc="0" normalizeH="0" baseline="0" noProof="0">
                <a:ln>
                  <a:noFill/>
                </a:ln>
                <a:gradFill flip="none" rotWithShape="1">
                  <a:gsLst>
                    <a:gs pos="0">
                      <a:srgbClr val="C03BC4"/>
                    </a:gs>
                    <a:gs pos="80000">
                      <a:srgbClr val="0078D4"/>
                    </a:gs>
                  </a:gsLst>
                  <a:path path="circle">
                    <a:fillToRect l="100000" t="100000"/>
                  </a:path>
                  <a:tileRect r="-100000" b="-100000"/>
                </a:gradFill>
                <a:effectLst/>
                <a:uLnTx/>
                <a:uFillTx/>
                <a:latin typeface="Segoe Sans Text Semibold" pitchFamily="2" charset="0"/>
                <a:ea typeface="+mn-ea"/>
                <a:cs typeface="+mn-cs"/>
              </a:rPr>
            </a:br>
            <a:r>
              <a:rPr kumimoji="0" lang="en-US" sz="6000" b="0" i="0" u="none" strike="noStrike" kern="0" cap="none" spc="0" normalizeH="0" baseline="0" noProof="0">
                <a:ln>
                  <a:noFill/>
                </a:ln>
                <a:gradFill flip="none" rotWithShape="1">
                  <a:gsLst>
                    <a:gs pos="0">
                      <a:srgbClr val="C03BC4"/>
                    </a:gs>
                    <a:gs pos="80000">
                      <a:srgbClr val="0078D4"/>
                    </a:gs>
                  </a:gsLst>
                  <a:path path="circle">
                    <a:fillToRect l="100000" t="100000"/>
                  </a:path>
                  <a:tileRect r="-100000" b="-100000"/>
                </a:gradFill>
                <a:effectLst/>
                <a:uLnTx/>
                <a:uFillTx/>
                <a:latin typeface="Segoe Sans Text Semibold" pitchFamily="2" charset="0"/>
                <a:ea typeface="+mn-ea"/>
                <a:cs typeface="+mn-cs"/>
              </a:rPr>
              <a:t>AI agents</a:t>
            </a:r>
          </a:p>
        </p:txBody>
      </p:sp>
      <p:sp>
        <p:nvSpPr>
          <p:cNvPr id="11" name="TextBox 10">
            <a:extLst>
              <a:ext uri="{FF2B5EF4-FFF2-40B4-BE49-F238E27FC236}">
                <a16:creationId xmlns:a16="http://schemas.microsoft.com/office/drawing/2014/main" id="{154601B6-A643-E858-1274-B3E7A6BDAD7B}"/>
              </a:ext>
            </a:extLst>
          </p:cNvPr>
          <p:cNvSpPr txBox="1"/>
          <p:nvPr/>
        </p:nvSpPr>
        <p:spPr>
          <a:xfrm>
            <a:off x="1776651" y="4270554"/>
            <a:ext cx="2834640" cy="624017"/>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10000"/>
              </a:lnSpc>
              <a:spcBef>
                <a:spcPts val="200"/>
              </a:spcBef>
              <a:spcAft>
                <a:spcPts val="0"/>
              </a:spcAft>
              <a:buClrTx/>
              <a:buSzTx/>
              <a:buFontTx/>
              <a:buNone/>
              <a:tabLst/>
              <a:defRPr/>
            </a:pPr>
            <a:r>
              <a:rPr kumimoji="0" lang="en-US" sz="4000" b="0" i="0" u="none" strike="noStrike" kern="0" cap="none" spc="0" normalizeH="0" baseline="0" noProof="0">
                <a:ln>
                  <a:noFill/>
                </a:ln>
                <a:solidFill>
                  <a:srgbClr val="1A1A1A"/>
                </a:solidFill>
                <a:effectLst/>
                <a:uLnTx/>
                <a:uFillTx/>
                <a:latin typeface="Segoe Sans Text" pitchFamily="2" charset="0"/>
                <a:ea typeface="+mn-ea"/>
                <a:cs typeface="+mn-cs"/>
              </a:rPr>
              <a:t>by 2028</a:t>
            </a:r>
          </a:p>
        </p:txBody>
      </p:sp>
      <p:pic>
        <p:nvPicPr>
          <p:cNvPr id="12" name="Picture 11" descr="IDC logo">
            <a:extLst>
              <a:ext uri="{FF2B5EF4-FFF2-40B4-BE49-F238E27FC236}">
                <a16:creationId xmlns:a16="http://schemas.microsoft.com/office/drawing/2014/main" id="{109DE40C-35D7-943C-5492-6CCBE74DCE97}"/>
              </a:ext>
            </a:extLst>
          </p:cNvPr>
          <p:cNvPicPr>
            <a:picLocks noChangeAspect="1"/>
          </p:cNvPicPr>
          <p:nvPr/>
        </p:nvPicPr>
        <p:blipFill>
          <a:blip r:embed="rId3">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776651" y="5458755"/>
            <a:ext cx="1259115" cy="391402"/>
          </a:xfrm>
          <a:prstGeom prst="rect">
            <a:avLst/>
          </a:prstGeom>
        </p:spPr>
      </p:pic>
      <p:sp>
        <p:nvSpPr>
          <p:cNvPr id="15" name="TextBox 14">
            <a:extLst>
              <a:ext uri="{FF2B5EF4-FFF2-40B4-BE49-F238E27FC236}">
                <a16:creationId xmlns:a16="http://schemas.microsoft.com/office/drawing/2014/main" id="{07708F83-B5DF-B10F-BEED-24580F6D19B9}"/>
              </a:ext>
            </a:extLst>
          </p:cNvPr>
          <p:cNvSpPr txBox="1"/>
          <p:nvPr/>
        </p:nvSpPr>
        <p:spPr>
          <a:xfrm>
            <a:off x="7091464" y="2269135"/>
            <a:ext cx="2948810" cy="677108"/>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R="0" lvl="0" indent="0" defTabSz="932449" fontAlgn="auto">
              <a:lnSpc>
                <a:spcPct val="100000"/>
              </a:lnSpc>
              <a:spcBef>
                <a:spcPts val="200"/>
              </a:spcBef>
              <a:spcAft>
                <a:spcPts val="0"/>
              </a:spcAft>
              <a:buClrTx/>
              <a:buSzTx/>
              <a:buFontTx/>
              <a:buNone/>
              <a:tabLst/>
              <a:defRPr kumimoji="0" sz="7200" b="0" i="0" u="none" strike="noStrike" cap="none" spc="0" normalizeH="0" baseline="0">
                <a:ln>
                  <a:noFill/>
                </a:ln>
                <a:gradFill>
                  <a:gsLst>
                    <a:gs pos="6993">
                      <a:srgbClr val="000000"/>
                    </a:gs>
                    <a:gs pos="20280">
                      <a:srgbClr val="000000"/>
                    </a:gs>
                  </a:gsLst>
                  <a:lin ang="0" scaled="0"/>
                </a:gradFill>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4400" b="0" i="0" u="none" strike="noStrike" kern="0" cap="none" spc="0" normalizeH="0" baseline="0" noProof="0">
                <a:ln>
                  <a:noFill/>
                </a:ln>
                <a:gradFill flip="none" rotWithShape="1">
                  <a:gsLst>
                    <a:gs pos="0">
                      <a:srgbClr val="C03BC4"/>
                    </a:gs>
                    <a:gs pos="80000">
                      <a:srgbClr val="0078D4"/>
                    </a:gs>
                  </a:gsLst>
                  <a:path path="circle">
                    <a:fillToRect l="100000" t="100000"/>
                  </a:path>
                  <a:tileRect r="-100000" b="-100000"/>
                </a:gradFill>
                <a:effectLst/>
                <a:uLnTx/>
                <a:uFillTx/>
                <a:latin typeface="Segoe Sans Text Semibold" pitchFamily="2" charset="0"/>
                <a:ea typeface="+mn-ea"/>
                <a:cs typeface="+mn-cs"/>
              </a:rPr>
              <a:t>82%</a:t>
            </a:r>
          </a:p>
        </p:txBody>
      </p:sp>
      <p:sp>
        <p:nvSpPr>
          <p:cNvPr id="16" name="TextBox 15">
            <a:extLst>
              <a:ext uri="{FF2B5EF4-FFF2-40B4-BE49-F238E27FC236}">
                <a16:creationId xmlns:a16="http://schemas.microsoft.com/office/drawing/2014/main" id="{CF02B880-01DC-3615-B2EE-6004C8BAEFA4}"/>
              </a:ext>
            </a:extLst>
          </p:cNvPr>
          <p:cNvSpPr txBox="1"/>
          <p:nvPr/>
        </p:nvSpPr>
        <p:spPr>
          <a:xfrm>
            <a:off x="7091464" y="2948297"/>
            <a:ext cx="3093113" cy="492443"/>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1600" b="0" i="0" u="none" strike="noStrike" kern="0" cap="none" spc="0" normalizeH="0" baseline="0" noProof="0">
                <a:ln>
                  <a:noFill/>
                </a:ln>
                <a:solidFill>
                  <a:srgbClr val="1A1A1A"/>
                </a:solidFill>
                <a:effectLst/>
                <a:uLnTx/>
                <a:uFillTx/>
                <a:latin typeface="Segoe Sans Text" pitchFamily="2" charset="0"/>
                <a:ea typeface="+mn-ea"/>
                <a:cs typeface="+mn-cs"/>
              </a:rPr>
              <a:t>of organizations intend to integrate them within 1–3 years</a:t>
            </a:r>
          </a:p>
        </p:txBody>
      </p:sp>
      <p:pic>
        <p:nvPicPr>
          <p:cNvPr id="14" name="Picture 13" descr="Capegemini logo">
            <a:extLst>
              <a:ext uri="{FF2B5EF4-FFF2-40B4-BE49-F238E27FC236}">
                <a16:creationId xmlns:a16="http://schemas.microsoft.com/office/drawing/2014/main" id="{D98FD035-1593-BD55-A509-B19B6306862B}"/>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091464" y="3695117"/>
            <a:ext cx="1236128" cy="288751"/>
          </a:xfrm>
          <a:prstGeom prst="rect">
            <a:avLst/>
          </a:prstGeom>
        </p:spPr>
      </p:pic>
      <p:sp>
        <p:nvSpPr>
          <p:cNvPr id="19" name="TextBox 18">
            <a:extLst>
              <a:ext uri="{FF2B5EF4-FFF2-40B4-BE49-F238E27FC236}">
                <a16:creationId xmlns:a16="http://schemas.microsoft.com/office/drawing/2014/main" id="{F7B18569-B56A-3E84-9A4F-6600A7319BEC}"/>
              </a:ext>
            </a:extLst>
          </p:cNvPr>
          <p:cNvSpPr txBox="1"/>
          <p:nvPr/>
        </p:nvSpPr>
        <p:spPr>
          <a:xfrm>
            <a:off x="7119125" y="4437287"/>
            <a:ext cx="2948810" cy="677108"/>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R="0" lvl="0" indent="0" defTabSz="932449" fontAlgn="auto">
              <a:lnSpc>
                <a:spcPct val="100000"/>
              </a:lnSpc>
              <a:spcBef>
                <a:spcPts val="200"/>
              </a:spcBef>
              <a:spcAft>
                <a:spcPts val="0"/>
              </a:spcAft>
              <a:buClrTx/>
              <a:buSzTx/>
              <a:buFontTx/>
              <a:buNone/>
              <a:tabLst/>
              <a:defRPr kumimoji="0" sz="7200" b="0" i="0" u="none" strike="noStrike" cap="none" spc="0" normalizeH="0" baseline="0">
                <a:ln>
                  <a:noFill/>
                </a:ln>
                <a:gradFill>
                  <a:gsLst>
                    <a:gs pos="6993">
                      <a:srgbClr val="000000"/>
                    </a:gs>
                    <a:gs pos="20280">
                      <a:srgbClr val="000000"/>
                    </a:gs>
                  </a:gsLst>
                  <a:lin ang="0" scaled="0"/>
                </a:gradFill>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4400" b="0" i="0" u="none" strike="noStrike" kern="0" cap="none" spc="0" normalizeH="0" baseline="0" noProof="0">
                <a:ln>
                  <a:noFill/>
                </a:ln>
                <a:gradFill flip="none" rotWithShape="1">
                  <a:gsLst>
                    <a:gs pos="0">
                      <a:srgbClr val="C03BC4"/>
                    </a:gs>
                    <a:gs pos="80000">
                      <a:srgbClr val="0078D4"/>
                    </a:gs>
                  </a:gsLst>
                  <a:path path="circle">
                    <a:fillToRect l="100000" t="100000"/>
                  </a:path>
                  <a:tileRect r="-100000" b="-100000"/>
                </a:gradFill>
                <a:effectLst/>
                <a:uLnTx/>
                <a:uFillTx/>
                <a:latin typeface="Segoe Sans Text Semibold" pitchFamily="2" charset="0"/>
                <a:ea typeface="+mn-ea"/>
                <a:cs typeface="+mn-cs"/>
              </a:rPr>
              <a:t>90%</a:t>
            </a:r>
          </a:p>
        </p:txBody>
      </p:sp>
      <p:sp>
        <p:nvSpPr>
          <p:cNvPr id="23" name="TextBox 22">
            <a:extLst>
              <a:ext uri="{FF2B5EF4-FFF2-40B4-BE49-F238E27FC236}">
                <a16:creationId xmlns:a16="http://schemas.microsoft.com/office/drawing/2014/main" id="{BFEBD320-8BDB-37CE-37AC-066AA46A48B1}"/>
              </a:ext>
            </a:extLst>
          </p:cNvPr>
          <p:cNvSpPr txBox="1"/>
          <p:nvPr/>
        </p:nvSpPr>
        <p:spPr>
          <a:xfrm>
            <a:off x="7119125" y="5116449"/>
            <a:ext cx="3374704" cy="492443"/>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2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US" sz="1600" b="0" i="0" u="none" strike="noStrike" kern="0" cap="none" spc="0" normalizeH="0" baseline="0" noProof="0">
                <a:ln>
                  <a:noFill/>
                </a:ln>
                <a:solidFill>
                  <a:srgbClr val="1A1A1A"/>
                </a:solidFill>
                <a:effectLst/>
                <a:uLnTx/>
                <a:uFillTx/>
                <a:latin typeface="Segoe Sans Text" pitchFamily="2" charset="0"/>
                <a:ea typeface="+mn-ea"/>
                <a:cs typeface="+mn-cs"/>
              </a:rPr>
              <a:t>of enterprise software engineers will utilize AI code assistants by 2028</a:t>
            </a:r>
          </a:p>
        </p:txBody>
      </p:sp>
      <p:pic>
        <p:nvPicPr>
          <p:cNvPr id="28" name="Picture 27" descr="Gartner logo">
            <a:extLst>
              <a:ext uri="{FF2B5EF4-FFF2-40B4-BE49-F238E27FC236}">
                <a16:creationId xmlns:a16="http://schemas.microsoft.com/office/drawing/2014/main" id="{355127E0-6CF7-C5F9-B3A5-6B9B07770B9A}"/>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119125" y="5850157"/>
            <a:ext cx="863612" cy="198359"/>
          </a:xfrm>
          <a:prstGeom prst="rect">
            <a:avLst/>
          </a:prstGeom>
        </p:spPr>
      </p:pic>
    </p:spTree>
    <p:extLst>
      <p:ext uri="{BB962C8B-B14F-4D97-AF65-F5344CB8AC3E}">
        <p14:creationId xmlns:p14="http://schemas.microsoft.com/office/powerpoint/2010/main" val="1535667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par>
                                <p:cTn id="8" presetID="42" presetClass="path" presetSubtype="0" decel="100000" fill="hold" grpId="1" nodeType="withEffect">
                                  <p:stCondLst>
                                    <p:cond delay="100"/>
                                  </p:stCondLst>
                                  <p:childTnLst>
                                    <p:animMotion origin="layout" path="M 1.25E-6 0.03889 L 1.25E-6 1.85185E-6 " pathEditMode="relative" rAng="0" ptsTypes="AA">
                                      <p:cBhvr>
                                        <p:cTn id="9" dur="500" fill="hold"/>
                                        <p:tgtEl>
                                          <p:spTgt spid="7"/>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42" presetClass="path" presetSubtype="0" decel="100000" fill="hold" grpId="1" nodeType="withEffect">
                                  <p:stCondLst>
                                    <p:cond delay="0"/>
                                  </p:stCondLst>
                                  <p:childTnLst>
                                    <p:animMotion origin="layout" path="M 1.875E-6 0.03888 L 1.875E-6 4.07407E-6 " pathEditMode="relative" rAng="0" ptsTypes="AA">
                                      <p:cBhvr>
                                        <p:cTn id="14" dur="500" fill="hold"/>
                                        <p:tgtEl>
                                          <p:spTgt spid="9"/>
                                        </p:tgtEl>
                                        <p:attrNameLst>
                                          <p:attrName>ppt_x</p:attrName>
                                          <p:attrName>ppt_y</p:attrName>
                                        </p:attrNameLst>
                                      </p:cBhvr>
                                      <p:rCtr x="0" y="-1944"/>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50"/>
                                        <p:tgtEl>
                                          <p:spTgt spid="10"/>
                                        </p:tgtEl>
                                      </p:cBhvr>
                                    </p:animEffect>
                                  </p:childTnLst>
                                </p:cTn>
                              </p:par>
                              <p:par>
                                <p:cTn id="18" presetID="42" presetClass="path" presetSubtype="0" decel="100000" fill="hold" grpId="1" nodeType="withEffect">
                                  <p:stCondLst>
                                    <p:cond delay="0"/>
                                  </p:stCondLst>
                                  <p:childTnLst>
                                    <p:animMotion origin="layout" path="M -2.91667E-6 0.03888 L -2.91667E-6 4.81481E-6 " pathEditMode="relative" rAng="0" ptsTypes="AA">
                                      <p:cBhvr>
                                        <p:cTn id="19" dur="500" fill="hold"/>
                                        <p:tgtEl>
                                          <p:spTgt spid="10"/>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50"/>
                                        <p:tgtEl>
                                          <p:spTgt spid="11"/>
                                        </p:tgtEl>
                                      </p:cBhvr>
                                    </p:animEffect>
                                  </p:childTnLst>
                                </p:cTn>
                              </p:par>
                              <p:par>
                                <p:cTn id="23" presetID="42" presetClass="path" presetSubtype="0" decel="100000" fill="hold" grpId="1" nodeType="withEffect">
                                  <p:stCondLst>
                                    <p:cond delay="0"/>
                                  </p:stCondLst>
                                  <p:childTnLst>
                                    <p:animMotion origin="layout" path="M 8.33333E-7 0.03888 L 8.33333E-7 4.44444E-6 " pathEditMode="relative" rAng="0" ptsTypes="AA">
                                      <p:cBhvr>
                                        <p:cTn id="24" dur="500" fill="hold"/>
                                        <p:tgtEl>
                                          <p:spTgt spid="11"/>
                                        </p:tgtEl>
                                        <p:attrNameLst>
                                          <p:attrName>ppt_x</p:attrName>
                                          <p:attrName>ppt_y</p:attrName>
                                        </p:attrNameLst>
                                      </p:cBhvr>
                                      <p:rCtr x="0" y="-1944"/>
                                    </p:animMotion>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par>
                                <p:cTn id="28" presetID="42" presetClass="path" presetSubtype="0" decel="100000" fill="hold" nodeType="withEffect">
                                  <p:stCondLst>
                                    <p:cond delay="0"/>
                                  </p:stCondLst>
                                  <p:childTnLst>
                                    <p:animMotion origin="layout" path="M 4.375E-6 0.03889 L 4.375E-6 2.96296E-6 " pathEditMode="relative" rAng="0" ptsTypes="AA">
                                      <p:cBhvr>
                                        <p:cTn id="29" dur="500" fill="hold"/>
                                        <p:tgtEl>
                                          <p:spTgt spid="12"/>
                                        </p:tgtEl>
                                        <p:attrNameLst>
                                          <p:attrName>ppt_x</p:attrName>
                                          <p:attrName>ppt_y</p:attrName>
                                        </p:attrNameLst>
                                      </p:cBhvr>
                                      <p:rCtr x="0" y="-1944"/>
                                    </p:animMotion>
                                  </p:childTnLst>
                                </p:cTn>
                              </p:par>
                              <p:par>
                                <p:cTn id="30" presetID="10" presetClass="entr" presetSubtype="0" fill="hold" nodeType="withEffect">
                                  <p:stCondLst>
                                    <p:cond delay="1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par>
                                <p:cTn id="33" presetID="42" presetClass="path" presetSubtype="0" decel="100000" fill="hold" nodeType="withEffect">
                                  <p:stCondLst>
                                    <p:cond delay="100"/>
                                  </p:stCondLst>
                                  <p:childTnLst>
                                    <p:animMotion origin="layout" path="M 1.25E-6 0.03889 L 1.25E-6 1.85185E-6 " pathEditMode="relative" rAng="0" ptsTypes="AA">
                                      <p:cBhvr>
                                        <p:cTn id="34" dur="500" fill="hold"/>
                                        <p:tgtEl>
                                          <p:spTgt spid="14"/>
                                        </p:tgtEl>
                                        <p:attrNameLst>
                                          <p:attrName>ppt_x</p:attrName>
                                          <p:attrName>ppt_y</p:attrName>
                                        </p:attrNameLst>
                                      </p:cBhvr>
                                      <p:rCtr x="0" y="-1944"/>
                                    </p:animMotion>
                                  </p:childTnLst>
                                </p:cTn>
                              </p:par>
                              <p:par>
                                <p:cTn id="35" presetID="10" presetClass="entr" presetSubtype="0" fill="hold" grpId="0" nodeType="withEffect">
                                  <p:stCondLst>
                                    <p:cond delay="1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par>
                                <p:cTn id="38" presetID="42" presetClass="path" presetSubtype="0" decel="100000" fill="hold" grpId="1" nodeType="withEffect">
                                  <p:stCondLst>
                                    <p:cond delay="100"/>
                                  </p:stCondLst>
                                  <p:childTnLst>
                                    <p:animMotion origin="layout" path="M 1.25E-6 0.03889 L 1.25E-6 1.85185E-6 " pathEditMode="relative" rAng="0" ptsTypes="AA">
                                      <p:cBhvr>
                                        <p:cTn id="39" dur="500" fill="hold"/>
                                        <p:tgtEl>
                                          <p:spTgt spid="15"/>
                                        </p:tgtEl>
                                        <p:attrNameLst>
                                          <p:attrName>ppt_x</p:attrName>
                                          <p:attrName>ppt_y</p:attrName>
                                        </p:attrNameLst>
                                      </p:cBhvr>
                                      <p:rCtr x="0" y="-1944"/>
                                    </p:animMotion>
                                  </p:childTnLst>
                                </p:cTn>
                              </p:par>
                              <p:par>
                                <p:cTn id="40" presetID="10" presetClass="entr" presetSubtype="0" fill="hold" grpId="0" nodeType="withEffect">
                                  <p:stCondLst>
                                    <p:cond delay="1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childTnLst>
                                </p:cTn>
                              </p:par>
                              <p:par>
                                <p:cTn id="43" presetID="42" presetClass="path" presetSubtype="0" decel="100000" fill="hold" grpId="1" nodeType="withEffect">
                                  <p:stCondLst>
                                    <p:cond delay="100"/>
                                  </p:stCondLst>
                                  <p:childTnLst>
                                    <p:animMotion origin="layout" path="M 1.25E-6 0.03889 L 1.25E-6 1.85185E-6 " pathEditMode="relative" rAng="0" ptsTypes="AA">
                                      <p:cBhvr>
                                        <p:cTn id="44" dur="500" fill="hold"/>
                                        <p:tgtEl>
                                          <p:spTgt spid="16"/>
                                        </p:tgtEl>
                                        <p:attrNameLst>
                                          <p:attrName>ppt_x</p:attrName>
                                          <p:attrName>ppt_y</p:attrName>
                                        </p:attrNameLst>
                                      </p:cBhvr>
                                      <p:rCtr x="0" y="-1944"/>
                                    </p:animMotion>
                                  </p:childTnLst>
                                </p:cTn>
                              </p:par>
                              <p:par>
                                <p:cTn id="45" presetID="10" presetClass="entr" presetSubtype="0" fill="hold" grpId="0" nodeType="withEffect">
                                  <p:stCondLst>
                                    <p:cond delay="20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250"/>
                                        <p:tgtEl>
                                          <p:spTgt spid="18"/>
                                        </p:tgtEl>
                                      </p:cBhvr>
                                    </p:animEffect>
                                  </p:childTnLst>
                                </p:cTn>
                              </p:par>
                              <p:par>
                                <p:cTn id="48" presetID="42" presetClass="path" presetSubtype="0" decel="100000" fill="hold" grpId="1" nodeType="withEffect">
                                  <p:stCondLst>
                                    <p:cond delay="200"/>
                                  </p:stCondLst>
                                  <p:childTnLst>
                                    <p:animMotion origin="layout" path="M 1.25E-6 0.03889 L 1.25E-6 1.85185E-6 " pathEditMode="relative" rAng="0" ptsTypes="AA">
                                      <p:cBhvr>
                                        <p:cTn id="49" dur="500" fill="hold"/>
                                        <p:tgtEl>
                                          <p:spTgt spid="18"/>
                                        </p:tgtEl>
                                        <p:attrNameLst>
                                          <p:attrName>ppt_x</p:attrName>
                                          <p:attrName>ppt_y</p:attrName>
                                        </p:attrNameLst>
                                      </p:cBhvr>
                                      <p:rCtr x="0" y="-1944"/>
                                    </p:animMotion>
                                  </p:childTnLst>
                                </p:cTn>
                              </p:par>
                              <p:par>
                                <p:cTn id="50" presetID="10" presetClass="entr" presetSubtype="0" fill="hold" grpId="0" nodeType="withEffect">
                                  <p:stCondLst>
                                    <p:cond delay="2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250"/>
                                        <p:tgtEl>
                                          <p:spTgt spid="19"/>
                                        </p:tgtEl>
                                      </p:cBhvr>
                                    </p:animEffect>
                                  </p:childTnLst>
                                </p:cTn>
                              </p:par>
                              <p:par>
                                <p:cTn id="53" presetID="42" presetClass="path" presetSubtype="0" decel="100000" fill="hold" grpId="1" nodeType="withEffect">
                                  <p:stCondLst>
                                    <p:cond delay="200"/>
                                  </p:stCondLst>
                                  <p:childTnLst>
                                    <p:animMotion origin="layout" path="M 1.25E-6 0.03889 L 1.25E-6 1.85185E-6 " pathEditMode="relative" rAng="0" ptsTypes="AA">
                                      <p:cBhvr>
                                        <p:cTn id="54" dur="500" fill="hold"/>
                                        <p:tgtEl>
                                          <p:spTgt spid="19"/>
                                        </p:tgtEl>
                                        <p:attrNameLst>
                                          <p:attrName>ppt_x</p:attrName>
                                          <p:attrName>ppt_y</p:attrName>
                                        </p:attrNameLst>
                                      </p:cBhvr>
                                      <p:rCtr x="0" y="-1944"/>
                                    </p:animMotion>
                                  </p:childTnLst>
                                </p:cTn>
                              </p:par>
                              <p:par>
                                <p:cTn id="55" presetID="10" presetClass="entr" presetSubtype="0" fill="hold" grpId="0" nodeType="withEffect">
                                  <p:stCondLst>
                                    <p:cond delay="20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250"/>
                                        <p:tgtEl>
                                          <p:spTgt spid="23"/>
                                        </p:tgtEl>
                                      </p:cBhvr>
                                    </p:animEffect>
                                  </p:childTnLst>
                                </p:cTn>
                              </p:par>
                              <p:par>
                                <p:cTn id="58" presetID="42" presetClass="path" presetSubtype="0" decel="100000" fill="hold" grpId="1" nodeType="withEffect">
                                  <p:stCondLst>
                                    <p:cond delay="200"/>
                                  </p:stCondLst>
                                  <p:childTnLst>
                                    <p:animMotion origin="layout" path="M 1.25E-6 0.03889 L 1.25E-6 1.85185E-6 " pathEditMode="relative" rAng="0" ptsTypes="AA">
                                      <p:cBhvr>
                                        <p:cTn id="59" dur="500" fill="hold"/>
                                        <p:tgtEl>
                                          <p:spTgt spid="23"/>
                                        </p:tgtEl>
                                        <p:attrNameLst>
                                          <p:attrName>ppt_x</p:attrName>
                                          <p:attrName>ppt_y</p:attrName>
                                        </p:attrNameLst>
                                      </p:cBhvr>
                                      <p:rCtr x="0" y="-1944"/>
                                    </p:animMotion>
                                  </p:childTnLst>
                                </p:cTn>
                              </p:par>
                              <p:par>
                                <p:cTn id="60" presetID="10" presetClass="entr" presetSubtype="0" fill="hold" nodeType="withEffect">
                                  <p:stCondLst>
                                    <p:cond delay="20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250"/>
                                        <p:tgtEl>
                                          <p:spTgt spid="28"/>
                                        </p:tgtEl>
                                      </p:cBhvr>
                                    </p:animEffect>
                                  </p:childTnLst>
                                </p:cTn>
                              </p:par>
                              <p:par>
                                <p:cTn id="63" presetID="42" presetClass="path" presetSubtype="0" decel="100000" fill="hold" nodeType="withEffect">
                                  <p:stCondLst>
                                    <p:cond delay="200"/>
                                  </p:stCondLst>
                                  <p:childTnLst>
                                    <p:animMotion origin="layout" path="M 1.25E-6 0.03889 L 1.25E-6 1.85185E-6 " pathEditMode="relative" rAng="0" ptsTypes="AA">
                                      <p:cBhvr>
                                        <p:cTn id="64" dur="500" fill="hold"/>
                                        <p:tgtEl>
                                          <p:spTgt spid="28"/>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8" grpId="0" animBg="1"/>
      <p:bldP spid="18" grpId="1" animBg="1"/>
      <p:bldP spid="10" grpId="0"/>
      <p:bldP spid="10" grpId="1"/>
      <p:bldP spid="11" grpId="0"/>
      <p:bldP spid="11" grpId="1"/>
      <p:bldP spid="15" grpId="0"/>
      <p:bldP spid="15" grpId="1"/>
      <p:bldP spid="16" grpId="0"/>
      <p:bldP spid="16" grpId="1"/>
      <p:bldP spid="19" grpId="0"/>
      <p:bldP spid="19" grpId="1"/>
      <p:bldP spid="23" grpId="0"/>
      <p:bldP spid="2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D815-D5EC-6B09-BB9B-AF64A498B707}"/>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9C89E5C8-AB8D-C4FB-8C25-F4F2EFDB691D}"/>
              </a:ext>
              <a:ext uri="{C183D7F6-B498-43B3-948B-1728B52AA6E4}">
                <adec:decorative xmlns:adec="http://schemas.microsoft.com/office/drawing/2017/decorative" val="1"/>
              </a:ext>
            </a:extLst>
          </p:cNvPr>
          <p:cNvGrpSpPr/>
          <p:nvPr/>
        </p:nvGrpSpPr>
        <p:grpSpPr>
          <a:xfrm>
            <a:off x="0" y="661429"/>
            <a:ext cx="12192000" cy="6858000"/>
            <a:chOff x="-66675" y="-1967372"/>
            <a:chExt cx="12253479" cy="10791391"/>
          </a:xfrm>
        </p:grpSpPr>
        <p:sp>
          <p:nvSpPr>
            <p:cNvPr id="13" name="Graphic 4">
              <a:extLst>
                <a:ext uri="{FF2B5EF4-FFF2-40B4-BE49-F238E27FC236}">
                  <a16:creationId xmlns:a16="http://schemas.microsoft.com/office/drawing/2014/main" id="{927558CC-7603-3AA5-538E-16DF2D9566B1}"/>
                </a:ext>
              </a:extLst>
            </p:cNvPr>
            <p:cNvSpPr/>
            <p:nvPr/>
          </p:nvSpPr>
          <p:spPr>
            <a:xfrm>
              <a:off x="6058005" y="-1967372"/>
              <a:ext cx="6128799" cy="10791391"/>
            </a:xfrm>
            <a:custGeom>
              <a:avLst/>
              <a:gdLst>
                <a:gd name="connsiteX0" fmla="*/ 0 w 6128799"/>
                <a:gd name="connsiteY0" fmla="*/ 3123315 h 10791391"/>
                <a:gd name="connsiteX1" fmla="*/ 6128799 w 6128799"/>
                <a:gd name="connsiteY1" fmla="*/ 0 h 10791391"/>
                <a:gd name="connsiteX2" fmla="*/ 6128799 w 6128799"/>
                <a:gd name="connsiteY2" fmla="*/ 10791391 h 10791391"/>
                <a:gd name="connsiteX3" fmla="*/ 0 w 6128799"/>
                <a:gd name="connsiteY3" fmla="*/ 7668076 h 10791391"/>
                <a:gd name="connsiteX4" fmla="*/ 0 w 6128799"/>
                <a:gd name="connsiteY4" fmla="*/ 3123315 h 10791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8799" h="10791391">
                  <a:moveTo>
                    <a:pt x="0" y="3123315"/>
                  </a:moveTo>
                  <a:cubicBezTo>
                    <a:pt x="1319250" y="3123315"/>
                    <a:pt x="4134343" y="2330399"/>
                    <a:pt x="6128799" y="0"/>
                  </a:cubicBezTo>
                  <a:lnTo>
                    <a:pt x="6128799" y="10791391"/>
                  </a:lnTo>
                  <a:cubicBezTo>
                    <a:pt x="4134343" y="8460992"/>
                    <a:pt x="1319250" y="7668076"/>
                    <a:pt x="0" y="7668076"/>
                  </a:cubicBezTo>
                  <a:lnTo>
                    <a:pt x="0" y="3123315"/>
                  </a:lnTo>
                  <a:close/>
                </a:path>
              </a:pathLst>
            </a:custGeom>
            <a:gradFill flip="none" rotWithShape="1">
              <a:gsLst>
                <a:gs pos="100000">
                  <a:srgbClr val="386ECE">
                    <a:alpha val="25000"/>
                  </a:srgbClr>
                </a:gs>
                <a:gs pos="0">
                  <a:srgbClr val="386ECE">
                    <a:alpha val="0"/>
                  </a:srgb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14" name="Graphic 4">
              <a:extLst>
                <a:ext uri="{FF2B5EF4-FFF2-40B4-BE49-F238E27FC236}">
                  <a16:creationId xmlns:a16="http://schemas.microsoft.com/office/drawing/2014/main" id="{BC264583-E81A-F2F7-AF9F-77BD9C960625}"/>
                </a:ext>
              </a:extLst>
            </p:cNvPr>
            <p:cNvSpPr/>
            <p:nvPr/>
          </p:nvSpPr>
          <p:spPr>
            <a:xfrm flipH="1">
              <a:off x="-66675" y="-1967372"/>
              <a:ext cx="6128799" cy="10791391"/>
            </a:xfrm>
            <a:custGeom>
              <a:avLst/>
              <a:gdLst>
                <a:gd name="connsiteX0" fmla="*/ 0 w 6128799"/>
                <a:gd name="connsiteY0" fmla="*/ 3123315 h 10791391"/>
                <a:gd name="connsiteX1" fmla="*/ 6128799 w 6128799"/>
                <a:gd name="connsiteY1" fmla="*/ 0 h 10791391"/>
                <a:gd name="connsiteX2" fmla="*/ 6128799 w 6128799"/>
                <a:gd name="connsiteY2" fmla="*/ 10791391 h 10791391"/>
                <a:gd name="connsiteX3" fmla="*/ 0 w 6128799"/>
                <a:gd name="connsiteY3" fmla="*/ 7668076 h 10791391"/>
                <a:gd name="connsiteX4" fmla="*/ 0 w 6128799"/>
                <a:gd name="connsiteY4" fmla="*/ 3123315 h 10791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8799" h="10791391">
                  <a:moveTo>
                    <a:pt x="0" y="3123315"/>
                  </a:moveTo>
                  <a:cubicBezTo>
                    <a:pt x="1319250" y="3123315"/>
                    <a:pt x="4134343" y="2330399"/>
                    <a:pt x="6128799" y="0"/>
                  </a:cubicBezTo>
                  <a:lnTo>
                    <a:pt x="6128799" y="10791391"/>
                  </a:lnTo>
                  <a:cubicBezTo>
                    <a:pt x="4134343" y="8460992"/>
                    <a:pt x="1319250" y="7668076"/>
                    <a:pt x="0" y="7668076"/>
                  </a:cubicBezTo>
                  <a:lnTo>
                    <a:pt x="0" y="3123315"/>
                  </a:lnTo>
                  <a:close/>
                </a:path>
              </a:pathLst>
            </a:custGeom>
            <a:gradFill flip="none" rotWithShape="1">
              <a:gsLst>
                <a:gs pos="100000">
                  <a:srgbClr val="0988B7">
                    <a:alpha val="25000"/>
                  </a:srgbClr>
                </a:gs>
                <a:gs pos="0">
                  <a:srgbClr val="0988B7">
                    <a:alpha val="0"/>
                  </a:srgb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grpSp>
      <p:grpSp>
        <p:nvGrpSpPr>
          <p:cNvPr id="54" name="Group 53">
            <a:extLst>
              <a:ext uri="{FF2B5EF4-FFF2-40B4-BE49-F238E27FC236}">
                <a16:creationId xmlns:a16="http://schemas.microsoft.com/office/drawing/2014/main" id="{BB0AA59F-512B-AB4B-8771-8C55172E8FA6}"/>
              </a:ext>
              <a:ext uri="{C183D7F6-B498-43B3-948B-1728B52AA6E4}">
                <adec:decorative xmlns:adec="http://schemas.microsoft.com/office/drawing/2017/decorative" val="1"/>
              </a:ext>
            </a:extLst>
          </p:cNvPr>
          <p:cNvGrpSpPr/>
          <p:nvPr/>
        </p:nvGrpSpPr>
        <p:grpSpPr>
          <a:xfrm>
            <a:off x="3899080" y="1978484"/>
            <a:ext cx="4393840" cy="4302336"/>
            <a:chOff x="6484117" y="290659"/>
            <a:chExt cx="6416814" cy="6283183"/>
          </a:xfrm>
        </p:grpSpPr>
        <p:sp>
          <p:nvSpPr>
            <p:cNvPr id="55" name="Oval 54">
              <a:extLst>
                <a:ext uri="{FF2B5EF4-FFF2-40B4-BE49-F238E27FC236}">
                  <a16:creationId xmlns:a16="http://schemas.microsoft.com/office/drawing/2014/main" id="{7495AE8C-1B89-FD7E-038B-EB228284553A}"/>
                </a:ext>
              </a:extLst>
            </p:cNvPr>
            <p:cNvSpPr>
              <a:spLocks noChangeAspect="1"/>
            </p:cNvSpPr>
            <p:nvPr/>
          </p:nvSpPr>
          <p:spPr>
            <a:xfrm>
              <a:off x="6653213" y="416174"/>
              <a:ext cx="6023016" cy="6022726"/>
            </a:xfrm>
            <a:prstGeom prst="ellipse">
              <a:avLst/>
            </a:prstGeom>
            <a:gradFill>
              <a:gsLst>
                <a:gs pos="0">
                  <a:srgbClr val="49C5B1">
                    <a:alpha val="20000"/>
                  </a:srgbClr>
                </a:gs>
                <a:gs pos="50000">
                  <a:srgbClr val="0078D4">
                    <a:alpha val="20000"/>
                  </a:srgbClr>
                </a:gs>
                <a:gs pos="100000">
                  <a:srgbClr val="8661C5">
                    <a:alpha val="20000"/>
                  </a:srgbClr>
                </a:gs>
              </a:gsLst>
              <a:path path="circle">
                <a:fillToRect r="100000" b="100000"/>
              </a:path>
            </a:gradFill>
            <a:ln w="12700">
              <a:gradFill flip="none" rotWithShape="1">
                <a:gsLst>
                  <a:gs pos="50000">
                    <a:srgbClr val="0078D4"/>
                  </a:gs>
                  <a:gs pos="0">
                    <a:srgbClr val="49C5B1"/>
                  </a:gs>
                  <a:gs pos="100000">
                    <a:srgbClr val="8661C5"/>
                  </a:gs>
                </a:gsLst>
                <a:path path="circle">
                  <a:fillToRect r="100000" b="100000"/>
                </a:path>
                <a:tileRect l="-100000" t="-100000"/>
              </a:gradFill>
              <a:prstDash val="dash"/>
            </a:ln>
            <a:effectLst/>
          </p:spPr>
          <p:txBody>
            <a:bodyPr vert="horz" wrap="square" lIns="0" tIns="180000" rIns="0" bIns="180000" rtlCol="0" anchor="ctr">
              <a:noAutofit/>
            </a:bodyPr>
            <a:lstStyle/>
            <a:p>
              <a:pPr marL="0" marR="0" lvl="0" indent="0" algn="ctr" defTabSz="932742" rtl="0" eaLnBrk="1" fontAlgn="auto" latinLnBrk="0" hangingPunct="1">
                <a:lnSpc>
                  <a:spcPct val="100000"/>
                </a:lnSpc>
                <a:spcBef>
                  <a:spcPct val="20000"/>
                </a:spcBef>
                <a:spcAft>
                  <a:spcPts val="600"/>
                </a:spcAft>
                <a:buClrTx/>
                <a:buSzPct val="90000"/>
                <a:buFontTx/>
                <a:buNone/>
                <a:tabLst/>
                <a:defRPr/>
              </a:pPr>
              <a:endParaRPr kumimoji="0" lang="en-US" sz="1600" b="0" i="0" u="none" strike="noStrike" kern="1200" cap="none" spc="0" normalizeH="0" baseline="0" noProof="0">
                <a:ln>
                  <a:noFill/>
                </a:ln>
                <a:solidFill>
                  <a:srgbClr val="0078D4"/>
                </a:solidFill>
                <a:effectLst/>
                <a:uLnTx/>
                <a:uFillTx/>
                <a:latin typeface="Segoe Sans Text Semibold"/>
                <a:ea typeface="+mn-ea"/>
                <a:cs typeface="Segoe Sans Text" pitchFamily="2" charset="0"/>
              </a:endParaRPr>
            </a:p>
          </p:txBody>
        </p:sp>
        <p:sp>
          <p:nvSpPr>
            <p:cNvPr id="56" name="Oval 55">
              <a:extLst>
                <a:ext uri="{FF2B5EF4-FFF2-40B4-BE49-F238E27FC236}">
                  <a16:creationId xmlns:a16="http://schemas.microsoft.com/office/drawing/2014/main" id="{3A2FD10E-94A7-8257-A005-0EF9DEE5927E}"/>
                </a:ext>
              </a:extLst>
            </p:cNvPr>
            <p:cNvSpPr>
              <a:spLocks noChangeAspect="1"/>
            </p:cNvSpPr>
            <p:nvPr/>
          </p:nvSpPr>
          <p:spPr>
            <a:xfrm>
              <a:off x="6939324" y="702139"/>
              <a:ext cx="5450796" cy="5450796"/>
            </a:xfrm>
            <a:prstGeom prst="ellipse">
              <a:avLst/>
            </a:prstGeom>
            <a:solidFill>
              <a:srgbClr val="FFFFFF"/>
            </a:solidFill>
            <a:effectLst>
              <a:outerShdw blurRad="254000" dist="38100" dir="2700000" algn="ctr" rotWithShape="0">
                <a:srgbClr val="000000">
                  <a:alpha val="20000"/>
                </a:srgbClr>
              </a:outerShdw>
            </a:effectLst>
          </p:spPr>
          <p:txBody>
            <a:bodyPr vert="horz" wrap="square" lIns="0" tIns="180000" rIns="0" bIns="180000" rtlCol="0" anchor="ctr">
              <a:noAutofit/>
            </a:bodyPr>
            <a:lstStyle/>
            <a:p>
              <a:pPr marL="0" marR="0" lvl="0" indent="0" algn="ctr" defTabSz="932742" rtl="0" eaLnBrk="1" fontAlgn="auto" latinLnBrk="0" hangingPunct="1">
                <a:lnSpc>
                  <a:spcPct val="100000"/>
                </a:lnSpc>
                <a:spcBef>
                  <a:spcPct val="20000"/>
                </a:spcBef>
                <a:spcAft>
                  <a:spcPts val="600"/>
                </a:spcAft>
                <a:buClrTx/>
                <a:buSzPct val="90000"/>
                <a:buFontTx/>
                <a:buNone/>
                <a:tabLst/>
                <a:defRPr/>
              </a:pPr>
              <a:endParaRPr kumimoji="0" lang="en-US" sz="1600" b="0" i="0" u="none" strike="noStrike" kern="1200" cap="none" spc="0" normalizeH="0" baseline="0" noProof="0">
                <a:ln>
                  <a:noFill/>
                </a:ln>
                <a:solidFill>
                  <a:srgbClr val="0078D4"/>
                </a:solidFill>
                <a:effectLst/>
                <a:uLnTx/>
                <a:uFillTx/>
                <a:latin typeface="Segoe Sans Text Semibold"/>
                <a:ea typeface="+mn-ea"/>
                <a:cs typeface="Segoe Sans Text" pitchFamily="2" charset="0"/>
              </a:endParaRPr>
            </a:p>
          </p:txBody>
        </p:sp>
        <p:sp>
          <p:nvSpPr>
            <p:cNvPr id="57" name="Oval 56">
              <a:extLst>
                <a:ext uri="{FF2B5EF4-FFF2-40B4-BE49-F238E27FC236}">
                  <a16:creationId xmlns:a16="http://schemas.microsoft.com/office/drawing/2014/main" id="{4D5A8B6E-9973-F2B6-22BA-F7661042344B}"/>
                </a:ext>
              </a:extLst>
            </p:cNvPr>
            <p:cNvSpPr>
              <a:spLocks noChangeAspect="1"/>
            </p:cNvSpPr>
            <p:nvPr/>
          </p:nvSpPr>
          <p:spPr>
            <a:xfrm>
              <a:off x="7861344" y="1624159"/>
              <a:ext cx="3606756" cy="3606756"/>
            </a:xfrm>
            <a:prstGeom prst="ellipse">
              <a:avLst/>
            </a:prstGeom>
            <a:gradFill>
              <a:gsLst>
                <a:gs pos="0">
                  <a:srgbClr val="49C5B1">
                    <a:alpha val="15000"/>
                  </a:srgbClr>
                </a:gs>
                <a:gs pos="50000">
                  <a:srgbClr val="0078D4">
                    <a:alpha val="15000"/>
                  </a:srgbClr>
                </a:gs>
                <a:gs pos="100000">
                  <a:srgbClr val="8661C5">
                    <a:alpha val="15000"/>
                  </a:srgbClr>
                </a:gs>
              </a:gsLst>
              <a:path path="circle">
                <a:fillToRect r="100000" b="100000"/>
              </a:path>
            </a:gradFill>
            <a:ln w="12700">
              <a:gradFill flip="none" rotWithShape="1">
                <a:gsLst>
                  <a:gs pos="50000">
                    <a:srgbClr val="0078D4"/>
                  </a:gs>
                  <a:gs pos="0">
                    <a:srgbClr val="49C5B1"/>
                  </a:gs>
                  <a:gs pos="100000">
                    <a:srgbClr val="8661C5"/>
                  </a:gs>
                </a:gsLst>
                <a:path path="circle">
                  <a:fillToRect r="100000" b="100000"/>
                </a:path>
                <a:tileRect l="-100000" t="-100000"/>
              </a:gradFill>
              <a:prstDash val="dash"/>
            </a:ln>
            <a:effectLst/>
          </p:spPr>
          <p:txBody>
            <a:bodyPr vert="horz" wrap="square" lIns="0" tIns="180000" rIns="0" bIns="180000" rtlCol="0" anchor="ctr">
              <a:noAutofit/>
            </a:bodyPr>
            <a:lstStyle/>
            <a:p>
              <a:pPr marL="0" marR="0" lvl="0" indent="0" algn="ctr" defTabSz="932742" rtl="0" eaLnBrk="1" fontAlgn="auto" latinLnBrk="0" hangingPunct="1">
                <a:lnSpc>
                  <a:spcPct val="100000"/>
                </a:lnSpc>
                <a:spcBef>
                  <a:spcPct val="20000"/>
                </a:spcBef>
                <a:spcAft>
                  <a:spcPts val="600"/>
                </a:spcAft>
                <a:buClrTx/>
                <a:buSzPct val="90000"/>
                <a:buFontTx/>
                <a:buNone/>
                <a:tabLst/>
                <a:defRPr/>
              </a:pPr>
              <a:endParaRPr kumimoji="0" lang="en-US" sz="1600" b="0" i="0" u="none" strike="noStrike" kern="1200" cap="none" spc="0" normalizeH="0" baseline="0" noProof="0">
                <a:ln>
                  <a:noFill/>
                </a:ln>
                <a:solidFill>
                  <a:srgbClr val="0078D4"/>
                </a:solidFill>
                <a:effectLst/>
                <a:uLnTx/>
                <a:uFillTx/>
                <a:latin typeface="Segoe Sans Text Semibold"/>
                <a:ea typeface="+mn-ea"/>
                <a:cs typeface="Segoe Sans Text" pitchFamily="2" charset="0"/>
              </a:endParaRPr>
            </a:p>
          </p:txBody>
        </p:sp>
        <p:sp>
          <p:nvSpPr>
            <p:cNvPr id="58" name="Oval 57">
              <a:extLst>
                <a:ext uri="{FF2B5EF4-FFF2-40B4-BE49-F238E27FC236}">
                  <a16:creationId xmlns:a16="http://schemas.microsoft.com/office/drawing/2014/main" id="{01416ED9-3AFF-330E-3A9C-279F4E6A479E}"/>
                </a:ext>
              </a:extLst>
            </p:cNvPr>
            <p:cNvSpPr/>
            <p:nvPr/>
          </p:nvSpPr>
          <p:spPr>
            <a:xfrm flipH="1">
              <a:off x="8192599" y="1955414"/>
              <a:ext cx="2944246" cy="2944246"/>
            </a:xfrm>
            <a:prstGeom prst="ellipse">
              <a:avLst/>
            </a:prstGeom>
            <a:solidFill>
              <a:srgbClr val="FFFFFF"/>
            </a:solidFill>
            <a:effectLst>
              <a:outerShdw blurRad="254000" dist="38100" dir="2700000" algn="ctr" rotWithShape="0">
                <a:srgbClr val="000000">
                  <a:alpha val="20000"/>
                </a:srgbClr>
              </a:outerShdw>
            </a:effectLst>
          </p:spPr>
          <p:txBody>
            <a:bodyPr vert="horz" wrap="square" lIns="0" tIns="180000" rIns="0" bIns="180000" rtlCol="0" anchor="ctr">
              <a:noAutofit/>
            </a:bodyPr>
            <a:lstStyle/>
            <a:p>
              <a:pPr marL="0" marR="0" lvl="0" indent="0" algn="ctr" defTabSz="932742" rtl="0" eaLnBrk="1" fontAlgn="auto" latinLnBrk="0" hangingPunct="1">
                <a:lnSpc>
                  <a:spcPct val="100000"/>
                </a:lnSpc>
                <a:spcBef>
                  <a:spcPct val="20000"/>
                </a:spcBef>
                <a:spcAft>
                  <a:spcPts val="600"/>
                </a:spcAft>
                <a:buClrTx/>
                <a:buSzPct val="90000"/>
                <a:buFontTx/>
                <a:buNone/>
                <a:tabLst/>
                <a:defRPr/>
              </a:pPr>
              <a:r>
                <a:rPr kumimoji="0" lang="en-US" sz="20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AI apps </a:t>
              </a:r>
              <a:br>
                <a:rPr kumimoji="0" lang="en-US" sz="20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br>
              <a:r>
                <a:rPr kumimoji="0" lang="en-US" sz="20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and agents</a:t>
              </a:r>
            </a:p>
          </p:txBody>
        </p:sp>
        <p:pic>
          <p:nvPicPr>
            <p:cNvPr id="59" name="Picture 58" descr="A green square object with black background&#10;&#10;AI-generated content may be incorrect.">
              <a:extLst>
                <a:ext uri="{FF2B5EF4-FFF2-40B4-BE49-F238E27FC236}">
                  <a16:creationId xmlns:a16="http://schemas.microsoft.com/office/drawing/2014/main" id="{9299692E-E145-37A1-2DC3-8EAFDCF5CC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2457" y="1527399"/>
              <a:ext cx="263370" cy="199385"/>
            </a:xfrm>
            <a:prstGeom prst="rect">
              <a:avLst/>
            </a:prstGeom>
          </p:spPr>
        </p:pic>
        <p:pic>
          <p:nvPicPr>
            <p:cNvPr id="60" name="Picture 59" descr="A blue square with black background&#10;&#10;AI-generated content may be incorrect.">
              <a:extLst>
                <a:ext uri="{FF2B5EF4-FFF2-40B4-BE49-F238E27FC236}">
                  <a16:creationId xmlns:a16="http://schemas.microsoft.com/office/drawing/2014/main" id="{61E71993-9DC4-365E-6CFB-157700106D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5864" y="3313698"/>
              <a:ext cx="226370" cy="227678"/>
            </a:xfrm>
            <a:prstGeom prst="rect">
              <a:avLst/>
            </a:prstGeom>
            <a:effectLst/>
          </p:spPr>
        </p:pic>
        <p:pic>
          <p:nvPicPr>
            <p:cNvPr id="61" name="Picture 60" descr="A blue square with a black background&#10;&#10;AI-generated content may be incorrect.">
              <a:extLst>
                <a:ext uri="{FF2B5EF4-FFF2-40B4-BE49-F238E27FC236}">
                  <a16:creationId xmlns:a16="http://schemas.microsoft.com/office/drawing/2014/main" id="{4B2F185D-5E7E-E0B9-DAEB-05B28AE8C9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43916" y="4559078"/>
              <a:ext cx="249006" cy="249006"/>
            </a:xfrm>
            <a:prstGeom prst="rect">
              <a:avLst/>
            </a:prstGeom>
            <a:effectLst/>
          </p:spPr>
        </p:pic>
        <p:pic>
          <p:nvPicPr>
            <p:cNvPr id="62" name="Picture 61" descr="A blue rectangle with white border&#10;&#10;AI-generated content may be incorrect.">
              <a:extLst>
                <a:ext uri="{FF2B5EF4-FFF2-40B4-BE49-F238E27FC236}">
                  <a16:creationId xmlns:a16="http://schemas.microsoft.com/office/drawing/2014/main" id="{B8D23223-8BCA-B6C7-6E2B-680BEF43E4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87100" y="3337671"/>
              <a:ext cx="358834" cy="179732"/>
            </a:xfrm>
            <a:prstGeom prst="rect">
              <a:avLst/>
            </a:prstGeom>
            <a:effectLst/>
          </p:spPr>
        </p:pic>
        <p:pic>
          <p:nvPicPr>
            <p:cNvPr id="63" name="Picture 62" descr="A blue and pink planet&#10;&#10;AI-generated content may be incorrect.">
              <a:extLst>
                <a:ext uri="{FF2B5EF4-FFF2-40B4-BE49-F238E27FC236}">
                  <a16:creationId xmlns:a16="http://schemas.microsoft.com/office/drawing/2014/main" id="{02FC5481-757B-E6CD-3553-B5D0268E5E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82062" y="5146891"/>
              <a:ext cx="194440" cy="194869"/>
            </a:xfrm>
            <a:prstGeom prst="rect">
              <a:avLst/>
            </a:prstGeom>
            <a:effectLst/>
          </p:spPr>
        </p:pic>
        <p:pic>
          <p:nvPicPr>
            <p:cNvPr id="64" name="Picture 63" descr="A purple and pink sphere&#10;&#10;AI-generated content may be incorrect.">
              <a:extLst>
                <a:ext uri="{FF2B5EF4-FFF2-40B4-BE49-F238E27FC236}">
                  <a16:creationId xmlns:a16="http://schemas.microsoft.com/office/drawing/2014/main" id="{AF2FCC59-ED2C-FD64-D64E-4030DE323366}"/>
                </a:ext>
              </a:extLst>
            </p:cNvPr>
            <p:cNvPicPr>
              <a:picLocks noChangeAspect="1"/>
            </p:cNvPicPr>
            <p:nvPr/>
          </p:nvPicPr>
          <p:blipFill>
            <a:blip r:embed="rId8">
              <a:extLst>
                <a:ext uri="{BEBA8EAE-BF5A-486C-A8C5-ECC9F3942E4B}">
                  <a14:imgProps xmlns:a14="http://schemas.microsoft.com/office/drawing/2010/main">
                    <a14:imgLayer r:embed="rId9">
                      <a14:imgEffect>
                        <a14:saturation sat="200000"/>
                      </a14:imgEffect>
                    </a14:imgLayer>
                  </a14:imgProps>
                </a:ext>
                <a:ext uri="{28A0092B-C50C-407E-A947-70E740481C1C}">
                  <a14:useLocalDpi xmlns:a14="http://schemas.microsoft.com/office/drawing/2010/main" val="0"/>
                </a:ext>
              </a:extLst>
            </a:blip>
            <a:stretch>
              <a:fillRect/>
            </a:stretch>
          </p:blipFill>
          <p:spPr>
            <a:xfrm>
              <a:off x="10869932" y="4565685"/>
              <a:ext cx="235273" cy="235792"/>
            </a:xfrm>
            <a:prstGeom prst="rect">
              <a:avLst/>
            </a:prstGeom>
            <a:effectLst/>
          </p:spPr>
        </p:pic>
        <p:pic>
          <p:nvPicPr>
            <p:cNvPr id="65" name="Picture 64" descr="A green square with black border&#10;&#10;AI-generated content may be incorrect.">
              <a:extLst>
                <a:ext uri="{FF2B5EF4-FFF2-40B4-BE49-F238E27FC236}">
                  <a16:creationId xmlns:a16="http://schemas.microsoft.com/office/drawing/2014/main" id="{FA05F65D-50A6-00D4-A6C8-6B40C27CC5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03992" y="2093737"/>
              <a:ext cx="205195" cy="205196"/>
            </a:xfrm>
            <a:prstGeom prst="rect">
              <a:avLst/>
            </a:prstGeom>
            <a:effectLst/>
          </p:spPr>
        </p:pic>
        <p:pic>
          <p:nvPicPr>
            <p:cNvPr id="66" name="Picture 65" descr="A blue and pink planet&#10;&#10;AI-generated content may be incorrect.">
              <a:extLst>
                <a:ext uri="{FF2B5EF4-FFF2-40B4-BE49-F238E27FC236}">
                  <a16:creationId xmlns:a16="http://schemas.microsoft.com/office/drawing/2014/main" id="{F3AA4A99-9A98-B1E4-E066-36394DED56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69932" y="2066650"/>
              <a:ext cx="258799" cy="259371"/>
            </a:xfrm>
            <a:prstGeom prst="rect">
              <a:avLst/>
            </a:prstGeom>
            <a:effectLst/>
          </p:spPr>
        </p:pic>
        <p:pic>
          <p:nvPicPr>
            <p:cNvPr id="67" name="Picture 66">
              <a:extLst>
                <a:ext uri="{FF2B5EF4-FFF2-40B4-BE49-F238E27FC236}">
                  <a16:creationId xmlns:a16="http://schemas.microsoft.com/office/drawing/2014/main" id="{080000B1-3570-96D4-B65A-44AA1B66EC0A}"/>
                </a:ext>
              </a:extLst>
            </p:cNvPr>
            <p:cNvPicPr>
              <a:picLocks noChangeAspect="1"/>
            </p:cNvPicPr>
            <p:nvPr/>
          </p:nvPicPr>
          <p:blipFill rotWithShape="1">
            <a:blip r:embed="rId11"/>
            <a:srcRect l="3881" r="3881" b="8799"/>
            <a:stretch/>
          </p:blipFill>
          <p:spPr>
            <a:xfrm>
              <a:off x="11450727" y="2250647"/>
              <a:ext cx="602095" cy="602097"/>
            </a:xfrm>
            <a:prstGeom prst="ellipse">
              <a:avLst/>
            </a:prstGeom>
            <a:solidFill>
              <a:srgbClr val="FFFFFF"/>
            </a:solidFill>
            <a:effectLst/>
          </p:spPr>
        </p:pic>
        <p:pic>
          <p:nvPicPr>
            <p:cNvPr id="68" name="Picture 67">
              <a:extLst>
                <a:ext uri="{FF2B5EF4-FFF2-40B4-BE49-F238E27FC236}">
                  <a16:creationId xmlns:a16="http://schemas.microsoft.com/office/drawing/2014/main" id="{3F25F815-F76B-0160-76F2-3FE975A4FC7A}"/>
                </a:ext>
              </a:extLst>
            </p:cNvPr>
            <p:cNvPicPr>
              <a:picLocks noChangeAspect="1"/>
            </p:cNvPicPr>
            <p:nvPr/>
          </p:nvPicPr>
          <p:blipFill rotWithShape="1">
            <a:blip r:embed="rId12"/>
            <a:srcRect l="11008" t="15961" r="49452" b="31434"/>
            <a:stretch/>
          </p:blipFill>
          <p:spPr>
            <a:xfrm>
              <a:off x="11446014" y="4035128"/>
              <a:ext cx="602097" cy="602097"/>
            </a:xfrm>
            <a:prstGeom prst="ellipse">
              <a:avLst/>
            </a:prstGeom>
            <a:solidFill>
              <a:srgbClr val="FFFFFF"/>
            </a:solidFill>
            <a:effectLst/>
          </p:spPr>
        </p:pic>
        <p:pic>
          <p:nvPicPr>
            <p:cNvPr id="69" name="Picture 68">
              <a:extLst>
                <a:ext uri="{FF2B5EF4-FFF2-40B4-BE49-F238E27FC236}">
                  <a16:creationId xmlns:a16="http://schemas.microsoft.com/office/drawing/2014/main" id="{790BC5F1-9D12-16DB-2E14-03D49E7BFDD5}"/>
                </a:ext>
              </a:extLst>
            </p:cNvPr>
            <p:cNvPicPr>
              <a:picLocks noChangeAspect="1"/>
            </p:cNvPicPr>
            <p:nvPr/>
          </p:nvPicPr>
          <p:blipFill rotWithShape="1">
            <a:blip r:embed="rId13"/>
            <a:srcRect l="2822" r="2822"/>
            <a:stretch/>
          </p:blipFill>
          <p:spPr>
            <a:xfrm>
              <a:off x="10372620" y="1128920"/>
              <a:ext cx="602097" cy="602097"/>
            </a:xfrm>
            <a:prstGeom prst="ellipse">
              <a:avLst/>
            </a:prstGeom>
            <a:solidFill>
              <a:srgbClr val="FFFFFF"/>
            </a:solidFill>
            <a:effectLst/>
          </p:spPr>
        </p:pic>
        <p:pic>
          <p:nvPicPr>
            <p:cNvPr id="70" name="Picture 69">
              <a:extLst>
                <a:ext uri="{FF2B5EF4-FFF2-40B4-BE49-F238E27FC236}">
                  <a16:creationId xmlns:a16="http://schemas.microsoft.com/office/drawing/2014/main" id="{4339342A-A0E3-48FE-998B-D0EB206BABCA}"/>
                </a:ext>
              </a:extLst>
            </p:cNvPr>
            <p:cNvPicPr>
              <a:picLocks noChangeAspect="1"/>
            </p:cNvPicPr>
            <p:nvPr/>
          </p:nvPicPr>
          <p:blipFill rotWithShape="1">
            <a:blip r:embed="rId14"/>
            <a:srcRect l="47781" t="10772" r="10504" b="30465"/>
            <a:stretch/>
          </p:blipFill>
          <p:spPr>
            <a:xfrm>
              <a:off x="8297429" y="1128920"/>
              <a:ext cx="602097" cy="602097"/>
            </a:xfrm>
            <a:prstGeom prst="ellipse">
              <a:avLst/>
            </a:prstGeom>
            <a:solidFill>
              <a:srgbClr val="FFFFFF"/>
            </a:solidFill>
            <a:effectLst/>
          </p:spPr>
        </p:pic>
        <p:pic>
          <p:nvPicPr>
            <p:cNvPr id="71" name="Picture 70">
              <a:extLst>
                <a:ext uri="{FF2B5EF4-FFF2-40B4-BE49-F238E27FC236}">
                  <a16:creationId xmlns:a16="http://schemas.microsoft.com/office/drawing/2014/main" id="{FB779366-8B42-D6CE-8387-7E84D602133A}"/>
                </a:ext>
              </a:extLst>
            </p:cNvPr>
            <p:cNvPicPr>
              <a:picLocks noChangeAspect="1"/>
            </p:cNvPicPr>
            <p:nvPr/>
          </p:nvPicPr>
          <p:blipFill rotWithShape="1">
            <a:blip r:embed="rId15"/>
            <a:srcRect l="23843" t="7759" r="25419" b="16179"/>
            <a:stretch/>
          </p:blipFill>
          <p:spPr>
            <a:xfrm>
              <a:off x="10372620" y="5148253"/>
              <a:ext cx="602096" cy="602097"/>
            </a:xfrm>
            <a:prstGeom prst="ellipse">
              <a:avLst/>
            </a:prstGeom>
            <a:solidFill>
              <a:srgbClr val="FFFFFF"/>
            </a:solidFill>
            <a:effectLst/>
          </p:spPr>
        </p:pic>
        <p:pic>
          <p:nvPicPr>
            <p:cNvPr id="72" name="Picture 71">
              <a:extLst>
                <a:ext uri="{FF2B5EF4-FFF2-40B4-BE49-F238E27FC236}">
                  <a16:creationId xmlns:a16="http://schemas.microsoft.com/office/drawing/2014/main" id="{C49656B2-9F29-8573-5BD5-E77521014CA2}"/>
                </a:ext>
              </a:extLst>
            </p:cNvPr>
            <p:cNvPicPr>
              <a:picLocks noChangeAspect="1"/>
            </p:cNvPicPr>
            <p:nvPr/>
          </p:nvPicPr>
          <p:blipFill rotWithShape="1">
            <a:blip r:embed="rId16"/>
            <a:srcRect l="38510" t="18419" r="14567" b="17187"/>
            <a:stretch/>
          </p:blipFill>
          <p:spPr>
            <a:xfrm>
              <a:off x="8297429" y="5148253"/>
              <a:ext cx="602097" cy="602097"/>
            </a:xfrm>
            <a:prstGeom prst="ellipse">
              <a:avLst/>
            </a:prstGeom>
            <a:solidFill>
              <a:srgbClr val="FFFFFF"/>
            </a:solidFill>
            <a:effectLst/>
          </p:spPr>
        </p:pic>
        <p:pic>
          <p:nvPicPr>
            <p:cNvPr id="73" name="Picture 72">
              <a:extLst>
                <a:ext uri="{FF2B5EF4-FFF2-40B4-BE49-F238E27FC236}">
                  <a16:creationId xmlns:a16="http://schemas.microsoft.com/office/drawing/2014/main" id="{DFFCD4F1-8A50-CB25-229E-CDC8E937C03A}"/>
                </a:ext>
              </a:extLst>
            </p:cNvPr>
            <p:cNvPicPr>
              <a:picLocks noChangeAspect="1"/>
            </p:cNvPicPr>
            <p:nvPr/>
          </p:nvPicPr>
          <p:blipFill rotWithShape="1">
            <a:blip r:embed="rId17"/>
            <a:srcRect l="16647" r="16647"/>
            <a:stretch/>
          </p:blipFill>
          <p:spPr>
            <a:xfrm>
              <a:off x="7275487" y="2250647"/>
              <a:ext cx="602097" cy="602097"/>
            </a:xfrm>
            <a:prstGeom prst="ellipse">
              <a:avLst/>
            </a:prstGeom>
            <a:solidFill>
              <a:srgbClr val="FFFFFF"/>
            </a:solidFill>
            <a:effectLst/>
          </p:spPr>
        </p:pic>
        <p:pic>
          <p:nvPicPr>
            <p:cNvPr id="75" name="Picture 74">
              <a:extLst>
                <a:ext uri="{FF2B5EF4-FFF2-40B4-BE49-F238E27FC236}">
                  <a16:creationId xmlns:a16="http://schemas.microsoft.com/office/drawing/2014/main" id="{5D0998E3-EA28-E92C-F6D9-9AC9B3187F6D}"/>
                </a:ext>
              </a:extLst>
            </p:cNvPr>
            <p:cNvPicPr>
              <a:picLocks noChangeAspect="1"/>
            </p:cNvPicPr>
            <p:nvPr/>
          </p:nvPicPr>
          <p:blipFill rotWithShape="1">
            <a:blip r:embed="rId18"/>
            <a:srcRect l="46580" t="10587" r="7875" b="27600"/>
            <a:stretch/>
          </p:blipFill>
          <p:spPr>
            <a:xfrm>
              <a:off x="7306829" y="4035128"/>
              <a:ext cx="602096" cy="602097"/>
            </a:xfrm>
            <a:prstGeom prst="ellipse">
              <a:avLst/>
            </a:prstGeom>
            <a:solidFill>
              <a:srgbClr val="FFFFFF"/>
            </a:solidFill>
            <a:effectLst/>
          </p:spPr>
        </p:pic>
        <p:pic>
          <p:nvPicPr>
            <p:cNvPr id="79" name="Picture 78" descr="A green square object with black background&#10;&#10;AI-generated content may be incorrect.">
              <a:extLst>
                <a:ext uri="{FF2B5EF4-FFF2-40B4-BE49-F238E27FC236}">
                  <a16:creationId xmlns:a16="http://schemas.microsoft.com/office/drawing/2014/main" id="{1A0C2003-A875-CDFC-CE59-9FC935164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0248" y="290659"/>
              <a:ext cx="338997" cy="256640"/>
            </a:xfrm>
            <a:prstGeom prst="rect">
              <a:avLst/>
            </a:prstGeom>
          </p:spPr>
        </p:pic>
        <p:pic>
          <p:nvPicPr>
            <p:cNvPr id="82" name="Picture 81" descr="A blue square with black background&#10;&#10;AI-generated content may be incorrect.">
              <a:extLst>
                <a:ext uri="{FF2B5EF4-FFF2-40B4-BE49-F238E27FC236}">
                  <a16:creationId xmlns:a16="http://schemas.microsoft.com/office/drawing/2014/main" id="{FA1579C1-5D42-EAAC-057D-CE1AADFB00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4117" y="3281009"/>
              <a:ext cx="291374" cy="293057"/>
            </a:xfrm>
            <a:prstGeom prst="rect">
              <a:avLst/>
            </a:prstGeom>
            <a:effectLst/>
          </p:spPr>
        </p:pic>
        <p:pic>
          <p:nvPicPr>
            <p:cNvPr id="83" name="Picture 82" descr="A blue square with a black background&#10;&#10;AI-generated content may be incorrect.">
              <a:extLst>
                <a:ext uri="{FF2B5EF4-FFF2-40B4-BE49-F238E27FC236}">
                  <a16:creationId xmlns:a16="http://schemas.microsoft.com/office/drawing/2014/main" id="{0966F03A-6288-54C0-7516-CF2BF3ED15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40788" y="5289755"/>
              <a:ext cx="320508" cy="320508"/>
            </a:xfrm>
            <a:prstGeom prst="rect">
              <a:avLst/>
            </a:prstGeom>
            <a:effectLst/>
          </p:spPr>
        </p:pic>
        <p:pic>
          <p:nvPicPr>
            <p:cNvPr id="98" name="Picture 97" descr="A blue rectangle with white border&#10;&#10;AI-generated content may be incorrect.">
              <a:extLst>
                <a:ext uri="{FF2B5EF4-FFF2-40B4-BE49-F238E27FC236}">
                  <a16:creationId xmlns:a16="http://schemas.microsoft.com/office/drawing/2014/main" id="{38BECE9F-C345-7032-CA45-BEEBB3C0B8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439057" y="3311866"/>
              <a:ext cx="461874" cy="231343"/>
            </a:xfrm>
            <a:prstGeom prst="rect">
              <a:avLst/>
            </a:prstGeom>
            <a:effectLst/>
          </p:spPr>
        </p:pic>
        <p:pic>
          <p:nvPicPr>
            <p:cNvPr id="113" name="Picture 112" descr="A blue and pink planet&#10;&#10;AI-generated content may be incorrect.">
              <a:extLst>
                <a:ext uri="{FF2B5EF4-FFF2-40B4-BE49-F238E27FC236}">
                  <a16:creationId xmlns:a16="http://schemas.microsoft.com/office/drawing/2014/main" id="{41E2F67F-8664-484D-0323-47267EDFC0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43414" y="6323016"/>
              <a:ext cx="250275" cy="250826"/>
            </a:xfrm>
            <a:prstGeom prst="rect">
              <a:avLst/>
            </a:prstGeom>
            <a:effectLst/>
          </p:spPr>
        </p:pic>
        <p:pic>
          <p:nvPicPr>
            <p:cNvPr id="115" name="Picture 114" descr="A purple and pink sphere&#10;&#10;AI-generated content may be incorrect.">
              <a:extLst>
                <a:ext uri="{FF2B5EF4-FFF2-40B4-BE49-F238E27FC236}">
                  <a16:creationId xmlns:a16="http://schemas.microsoft.com/office/drawing/2014/main" id="{17F2B8DD-7912-68B9-8F69-44DADB2A5C43}"/>
                </a:ext>
              </a:extLst>
            </p:cNvPr>
            <p:cNvPicPr>
              <a:picLocks noChangeAspect="1"/>
            </p:cNvPicPr>
            <p:nvPr/>
          </p:nvPicPr>
          <p:blipFill>
            <a:blip r:embed="rId8">
              <a:extLst>
                <a:ext uri="{BEBA8EAE-BF5A-486C-A8C5-ECC9F3942E4B}">
                  <a14:imgProps xmlns:a14="http://schemas.microsoft.com/office/drawing/2010/main">
                    <a14:imgLayer r:embed="rId9">
                      <a14:imgEffect>
                        <a14:saturation sat="200000"/>
                      </a14:imgEffect>
                    </a14:imgLayer>
                  </a14:imgProps>
                </a:ext>
                <a:ext uri="{28A0092B-C50C-407E-A947-70E740481C1C}">
                  <a14:useLocalDpi xmlns:a14="http://schemas.microsoft.com/office/drawing/2010/main" val="0"/>
                </a:ext>
              </a:extLst>
            </a:blip>
            <a:stretch>
              <a:fillRect/>
            </a:stretch>
          </p:blipFill>
          <p:spPr>
            <a:xfrm>
              <a:off x="11758492" y="5298258"/>
              <a:ext cx="302832" cy="303500"/>
            </a:xfrm>
            <a:prstGeom prst="rect">
              <a:avLst/>
            </a:prstGeom>
            <a:effectLst/>
          </p:spPr>
        </p:pic>
        <p:pic>
          <p:nvPicPr>
            <p:cNvPr id="116" name="Picture 115" descr="A green square with black border&#10;&#10;AI-generated content may be incorrect.">
              <a:extLst>
                <a:ext uri="{FF2B5EF4-FFF2-40B4-BE49-F238E27FC236}">
                  <a16:creationId xmlns:a16="http://schemas.microsoft.com/office/drawing/2014/main" id="{6DEB0801-028D-CBEC-E283-ABB5C5169E8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68983" y="1291968"/>
              <a:ext cx="264117" cy="264119"/>
            </a:xfrm>
            <a:prstGeom prst="rect">
              <a:avLst/>
            </a:prstGeom>
            <a:effectLst/>
          </p:spPr>
        </p:pic>
        <p:pic>
          <p:nvPicPr>
            <p:cNvPr id="122" name="Picture 121" descr="A blue and pink planet&#10;&#10;AI-generated content may be incorrect.">
              <a:extLst>
                <a:ext uri="{FF2B5EF4-FFF2-40B4-BE49-F238E27FC236}">
                  <a16:creationId xmlns:a16="http://schemas.microsoft.com/office/drawing/2014/main" id="{3E5C4B62-F92A-96B0-F24C-717C8FC9FE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58492" y="1257102"/>
              <a:ext cx="333114" cy="333850"/>
            </a:xfrm>
            <a:prstGeom prst="rect">
              <a:avLst/>
            </a:prstGeom>
            <a:effectLst/>
          </p:spPr>
        </p:pic>
      </p:grpSp>
      <p:sp>
        <p:nvSpPr>
          <p:cNvPr id="3" name="Title 2">
            <a:extLst>
              <a:ext uri="{FF2B5EF4-FFF2-40B4-BE49-F238E27FC236}">
                <a16:creationId xmlns:a16="http://schemas.microsoft.com/office/drawing/2014/main" id="{32E2A42E-263A-F4C1-31DC-E77295A1FDCD}"/>
              </a:ext>
            </a:extLst>
          </p:cNvPr>
          <p:cNvSpPr>
            <a:spLocks noGrp="1"/>
          </p:cNvSpPr>
          <p:nvPr>
            <p:ph type="title"/>
          </p:nvPr>
        </p:nvSpPr>
        <p:spPr>
          <a:xfrm>
            <a:off x="1069976" y="457200"/>
            <a:ext cx="10055224" cy="1107996"/>
          </a:xfrm>
        </p:spPr>
        <p:txBody>
          <a:bodyPr/>
          <a:lstStyle/>
          <a:p>
            <a:pPr algn="ctr"/>
            <a:r>
              <a:rPr lang="en-US">
                <a:solidFill>
                  <a:schemeClr val="tx1"/>
                </a:solidFill>
              </a:rPr>
              <a:t>AI apps and agents are </a:t>
            </a:r>
            <a:r>
              <a:rPr lang="en-US">
                <a:solidFill>
                  <a:schemeClr val="accent1"/>
                </a:solidFill>
              </a:rPr>
              <a:t>transforming industries </a:t>
            </a:r>
            <a:r>
              <a:rPr lang="en-US">
                <a:solidFill>
                  <a:schemeClr val="tx1"/>
                </a:solidFill>
              </a:rPr>
              <a:t>and </a:t>
            </a:r>
            <a:r>
              <a:rPr lang="en-US">
                <a:solidFill>
                  <a:schemeClr val="accent1"/>
                </a:solidFill>
              </a:rPr>
              <a:t>business functions</a:t>
            </a:r>
          </a:p>
        </p:txBody>
      </p:sp>
      <p:grpSp>
        <p:nvGrpSpPr>
          <p:cNvPr id="5" name="Group 4">
            <a:extLst>
              <a:ext uri="{FF2B5EF4-FFF2-40B4-BE49-F238E27FC236}">
                <a16:creationId xmlns:a16="http://schemas.microsoft.com/office/drawing/2014/main" id="{9949DC05-E7DC-77C3-66BB-8C552653233C}"/>
              </a:ext>
              <a:ext uri="{C183D7F6-B498-43B3-948B-1728B52AA6E4}">
                <adec:decorative xmlns:adec="http://schemas.microsoft.com/office/drawing/2017/decorative" val="1"/>
              </a:ext>
            </a:extLst>
          </p:cNvPr>
          <p:cNvGrpSpPr/>
          <p:nvPr/>
        </p:nvGrpSpPr>
        <p:grpSpPr>
          <a:xfrm>
            <a:off x="977603" y="1507260"/>
            <a:ext cx="10785772" cy="5115345"/>
            <a:chOff x="644190" y="1388715"/>
            <a:chExt cx="11484050" cy="5446515"/>
          </a:xfrm>
        </p:grpSpPr>
        <p:sp>
          <p:nvSpPr>
            <p:cNvPr id="141" name="TextBox 140">
              <a:extLst>
                <a:ext uri="{FF2B5EF4-FFF2-40B4-BE49-F238E27FC236}">
                  <a16:creationId xmlns:a16="http://schemas.microsoft.com/office/drawing/2014/main" id="{44774513-1260-E331-2335-52A8AFC81B67}"/>
                </a:ext>
              </a:extLst>
            </p:cNvPr>
            <p:cNvSpPr txBox="1"/>
            <p:nvPr/>
          </p:nvSpPr>
          <p:spPr>
            <a:xfrm>
              <a:off x="2143125" y="1730527"/>
              <a:ext cx="1917960" cy="822960"/>
            </a:xfrm>
            <a:prstGeom prst="roundRect">
              <a:avLst>
                <a:gd name="adj" fmla="val 12066"/>
              </a:avLst>
            </a:prstGeom>
            <a:gradFill flip="none" rotWithShape="1">
              <a:gsLst>
                <a:gs pos="0">
                  <a:schemeClr val="accent3">
                    <a:lumMod val="20000"/>
                    <a:lumOff val="80000"/>
                  </a:schemeClr>
                </a:gs>
                <a:gs pos="37000">
                  <a:schemeClr val="tx2">
                    <a:lumMod val="20000"/>
                    <a:lumOff val="80000"/>
                  </a:schemeClr>
                </a:gs>
              </a:gsLst>
              <a:path path="circle">
                <a:fillToRect l="100000" t="100000"/>
              </a:path>
              <a:tileRect r="-100000" b="-100000"/>
            </a:gradFill>
            <a:ln>
              <a:noFill/>
            </a:ln>
          </p:spPr>
          <p:txBody>
            <a:bodyPr wrap="square" anchor="ctr" anchorCtr="0">
              <a:noAutofit/>
            </a:body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 diagnostics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Patient onboarding </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Clinical assistant agents</a:t>
              </a:r>
            </a:p>
          </p:txBody>
        </p:sp>
        <p:sp>
          <p:nvSpPr>
            <p:cNvPr id="144" name="TextBox 143">
              <a:extLst>
                <a:ext uri="{FF2B5EF4-FFF2-40B4-BE49-F238E27FC236}">
                  <a16:creationId xmlns:a16="http://schemas.microsoft.com/office/drawing/2014/main" id="{364570FD-268D-8705-B055-D1AB2779EC50}"/>
                </a:ext>
              </a:extLst>
            </p:cNvPr>
            <p:cNvSpPr txBox="1"/>
            <p:nvPr/>
          </p:nvSpPr>
          <p:spPr>
            <a:xfrm>
              <a:off x="645413" y="2656075"/>
              <a:ext cx="1917960" cy="822960"/>
            </a:xfrm>
            <a:prstGeom prst="roundRect">
              <a:avLst>
                <a:gd name="adj" fmla="val 12066"/>
              </a:avLst>
            </a:prstGeom>
            <a:gradFill flip="none" rotWithShape="1">
              <a:gsLst>
                <a:gs pos="1000">
                  <a:schemeClr val="accent3">
                    <a:lumMod val="20000"/>
                    <a:lumOff val="80000"/>
                  </a:schemeClr>
                </a:gs>
                <a:gs pos="43000">
                  <a:schemeClr val="tx2">
                    <a:lumMod val="20000"/>
                    <a:lumOff val="80000"/>
                  </a:schemeClr>
                </a:gs>
              </a:gsLst>
              <a:path path="circle">
                <a:fillToRect l="100000" t="100000"/>
              </a:path>
              <a:tileRect r="-100000" b="-100000"/>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Robo-advisors for investment</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AI-driven fraud detection </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AI-based credit scoring</a:t>
              </a:r>
            </a:p>
          </p:txBody>
        </p:sp>
        <p:sp>
          <p:nvSpPr>
            <p:cNvPr id="148" name="TextBox 147">
              <a:extLst>
                <a:ext uri="{FF2B5EF4-FFF2-40B4-BE49-F238E27FC236}">
                  <a16:creationId xmlns:a16="http://schemas.microsoft.com/office/drawing/2014/main" id="{2A92BB41-D176-C13E-B012-55C949A12EFC}"/>
                </a:ext>
              </a:extLst>
            </p:cNvPr>
            <p:cNvSpPr txBox="1"/>
            <p:nvPr/>
          </p:nvSpPr>
          <p:spPr>
            <a:xfrm>
              <a:off x="1362075" y="3918576"/>
              <a:ext cx="2409440" cy="822960"/>
            </a:xfrm>
            <a:prstGeom prst="roundRect">
              <a:avLst>
                <a:gd name="adj" fmla="val 12066"/>
              </a:avLst>
            </a:prstGeom>
            <a:gradFill flip="none" rotWithShape="1">
              <a:gsLst>
                <a:gs pos="100000">
                  <a:schemeClr val="tx2">
                    <a:lumMod val="20000"/>
                    <a:lumOff val="80000"/>
                  </a:schemeClr>
                </a:gs>
                <a:gs pos="63000">
                  <a:schemeClr val="tx2">
                    <a:lumMod val="40000"/>
                    <a:lumOff val="60000"/>
                  </a:schemeClr>
                </a:gs>
              </a:gsLst>
              <a:lin ang="0" scaled="1"/>
              <a:tileRect/>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Personalized product recommendations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AI-driven inventory forecasting</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Customer service chatbots</a:t>
              </a:r>
            </a:p>
          </p:txBody>
        </p:sp>
        <p:sp>
          <p:nvSpPr>
            <p:cNvPr id="153" name="TextBox 152">
              <a:extLst>
                <a:ext uri="{FF2B5EF4-FFF2-40B4-BE49-F238E27FC236}">
                  <a16:creationId xmlns:a16="http://schemas.microsoft.com/office/drawing/2014/main" id="{1F88A30D-43BD-ED66-FD51-309B566A3BBA}"/>
                </a:ext>
              </a:extLst>
            </p:cNvPr>
            <p:cNvSpPr txBox="1"/>
            <p:nvPr/>
          </p:nvSpPr>
          <p:spPr>
            <a:xfrm>
              <a:off x="645413" y="5160626"/>
              <a:ext cx="1917960" cy="822960"/>
            </a:xfrm>
            <a:prstGeom prst="roundRect">
              <a:avLst>
                <a:gd name="adj" fmla="val 12066"/>
              </a:avLst>
            </a:prstGeom>
            <a:gradFill flip="none" rotWithShape="1">
              <a:gsLst>
                <a:gs pos="100000">
                  <a:schemeClr val="tx2">
                    <a:lumMod val="20000"/>
                    <a:lumOff val="80000"/>
                  </a:schemeClr>
                </a:gs>
                <a:gs pos="66000">
                  <a:schemeClr val="tx2">
                    <a:lumMod val="40000"/>
                    <a:lumOff val="60000"/>
                  </a:schemeClr>
                </a:gs>
              </a:gsLst>
              <a:lin ang="20400000" scaled="0"/>
              <a:tileRect/>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 tutoring agents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Personalized learning paths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Automated grading system</a:t>
              </a:r>
            </a:p>
          </p:txBody>
        </p:sp>
        <p:sp>
          <p:nvSpPr>
            <p:cNvPr id="156" name="TextBox 155">
              <a:extLst>
                <a:ext uri="{FF2B5EF4-FFF2-40B4-BE49-F238E27FC236}">
                  <a16:creationId xmlns:a16="http://schemas.microsoft.com/office/drawing/2014/main" id="{4E343AED-823E-11DD-08B2-B43BD6C37D48}"/>
                </a:ext>
              </a:extLst>
            </p:cNvPr>
            <p:cNvSpPr txBox="1"/>
            <p:nvPr/>
          </p:nvSpPr>
          <p:spPr>
            <a:xfrm>
              <a:off x="2711228" y="5951624"/>
              <a:ext cx="2206293" cy="822960"/>
            </a:xfrm>
            <a:prstGeom prst="roundRect">
              <a:avLst>
                <a:gd name="adj" fmla="val 12066"/>
              </a:avLst>
            </a:prstGeom>
            <a:gradFill flip="none" rotWithShape="1">
              <a:gsLst>
                <a:gs pos="100000">
                  <a:schemeClr val="tx2">
                    <a:lumMod val="20000"/>
                    <a:lumOff val="80000"/>
                  </a:schemeClr>
                </a:gs>
                <a:gs pos="48000">
                  <a:schemeClr val="tx2">
                    <a:lumMod val="40000"/>
                    <a:lumOff val="60000"/>
                  </a:schemeClr>
                </a:gs>
              </a:gsLst>
              <a:lin ang="18000000" scaled="0"/>
              <a:tileRect/>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Predictive maintenance agents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AI-driven quality control</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2A446F">
                      <a:lumMod val="50000"/>
                    </a:srgbClr>
                  </a:solidFill>
                  <a:effectLst/>
                  <a:uLnTx/>
                  <a:uFillTx/>
                  <a:latin typeface="Segoe Sans Text Light" pitchFamily="2" charset="0"/>
                  <a:ea typeface="+mn-ea"/>
                  <a:cs typeface="Segoe Sans Text Light" pitchFamily="2" charset="0"/>
                </a:rPr>
                <a:t>AI-driven supply chain optimization</a:t>
              </a:r>
            </a:p>
          </p:txBody>
        </p:sp>
        <p:sp>
          <p:nvSpPr>
            <p:cNvPr id="159" name="TextBox 158">
              <a:extLst>
                <a:ext uri="{FF2B5EF4-FFF2-40B4-BE49-F238E27FC236}">
                  <a16:creationId xmlns:a16="http://schemas.microsoft.com/office/drawing/2014/main" id="{CEE024E6-3F53-188C-1ABD-E122B8D50FB8}"/>
                </a:ext>
              </a:extLst>
            </p:cNvPr>
            <p:cNvSpPr txBox="1"/>
            <p:nvPr/>
          </p:nvSpPr>
          <p:spPr>
            <a:xfrm>
              <a:off x="9764865" y="1730527"/>
              <a:ext cx="2363375" cy="822960"/>
            </a:xfrm>
            <a:prstGeom prst="roundRect">
              <a:avLst>
                <a:gd name="adj" fmla="val 12066"/>
              </a:avLst>
            </a:prstGeom>
            <a:gradFill flip="none" rotWithShape="1">
              <a:gsLst>
                <a:gs pos="100000">
                  <a:schemeClr val="accent2">
                    <a:lumMod val="20000"/>
                    <a:lumOff val="80000"/>
                  </a:schemeClr>
                </a:gs>
                <a:gs pos="52000">
                  <a:schemeClr val="tx2">
                    <a:lumMod val="20000"/>
                    <a:lumOff val="80000"/>
                  </a:schemeClr>
                </a:gs>
              </a:gsLst>
              <a:lin ang="9600000" scaled="0"/>
              <a:tileRect/>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24/7 availability bots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Routine automation agents </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Quality standardization agents</a:t>
              </a:r>
            </a:p>
          </p:txBody>
        </p:sp>
        <p:sp>
          <p:nvSpPr>
            <p:cNvPr id="162" name="TextBox 161">
              <a:extLst>
                <a:ext uri="{FF2B5EF4-FFF2-40B4-BE49-F238E27FC236}">
                  <a16:creationId xmlns:a16="http://schemas.microsoft.com/office/drawing/2014/main" id="{37B555BA-2FFD-10E0-64C5-FD4591046F16}"/>
                </a:ext>
              </a:extLst>
            </p:cNvPr>
            <p:cNvSpPr txBox="1"/>
            <p:nvPr/>
          </p:nvSpPr>
          <p:spPr>
            <a:xfrm>
              <a:off x="8131309" y="2622525"/>
              <a:ext cx="2241416" cy="822960"/>
            </a:xfrm>
            <a:prstGeom prst="roundRect">
              <a:avLst>
                <a:gd name="adj" fmla="val 12066"/>
              </a:avLst>
            </a:prstGeom>
            <a:gradFill flip="none" rotWithShape="1">
              <a:gsLst>
                <a:gs pos="100000">
                  <a:schemeClr val="accent2">
                    <a:lumMod val="20000"/>
                    <a:lumOff val="80000"/>
                  </a:schemeClr>
                </a:gs>
                <a:gs pos="50000">
                  <a:schemeClr val="tx2">
                    <a:lumMod val="20000"/>
                    <a:lumOff val="80000"/>
                  </a:schemeClr>
                </a:gs>
              </a:gsLst>
              <a:lin ang="9600000" scaled="0"/>
              <a:tileRect/>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Personalized engagement</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AI-driven predictive lead management</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Dynamic and real-time selling</a:t>
              </a:r>
            </a:p>
          </p:txBody>
        </p:sp>
        <p:sp>
          <p:nvSpPr>
            <p:cNvPr id="165" name="TextBox 164">
              <a:extLst>
                <a:ext uri="{FF2B5EF4-FFF2-40B4-BE49-F238E27FC236}">
                  <a16:creationId xmlns:a16="http://schemas.microsoft.com/office/drawing/2014/main" id="{AB2E3BDC-E856-BE39-F502-9267C952FE4C}"/>
                </a:ext>
              </a:extLst>
            </p:cNvPr>
            <p:cNvSpPr txBox="1"/>
            <p:nvPr/>
          </p:nvSpPr>
          <p:spPr>
            <a:xfrm>
              <a:off x="9441028" y="3876303"/>
              <a:ext cx="2524944" cy="822960"/>
            </a:xfrm>
            <a:prstGeom prst="roundRect">
              <a:avLst>
                <a:gd name="adj" fmla="val 12066"/>
              </a:avLst>
            </a:prstGeom>
            <a:gradFill flip="none" rotWithShape="1">
              <a:gsLst>
                <a:gs pos="100000">
                  <a:schemeClr val="accent2">
                    <a:lumMod val="20000"/>
                    <a:lumOff val="80000"/>
                  </a:schemeClr>
                </a:gs>
                <a:gs pos="51000">
                  <a:schemeClr val="tx2">
                    <a:lumMod val="20000"/>
                    <a:lumOff val="80000"/>
                  </a:schemeClr>
                </a:gs>
              </a:gsLst>
              <a:lin ang="10800000" scaled="0"/>
              <a:tileRect/>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Automated reporting</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Real-time fraud prevention</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Auditing agenting</a:t>
              </a:r>
            </a:p>
          </p:txBody>
        </p:sp>
        <p:sp>
          <p:nvSpPr>
            <p:cNvPr id="168" name="TextBox 167">
              <a:extLst>
                <a:ext uri="{FF2B5EF4-FFF2-40B4-BE49-F238E27FC236}">
                  <a16:creationId xmlns:a16="http://schemas.microsoft.com/office/drawing/2014/main" id="{67029945-61E2-B870-C875-165BEDD85CD8}"/>
                </a:ext>
              </a:extLst>
            </p:cNvPr>
            <p:cNvSpPr txBox="1"/>
            <p:nvPr/>
          </p:nvSpPr>
          <p:spPr>
            <a:xfrm>
              <a:off x="8138878" y="4763899"/>
              <a:ext cx="1917960" cy="822960"/>
            </a:xfrm>
            <a:prstGeom prst="roundRect">
              <a:avLst>
                <a:gd name="adj" fmla="val 12066"/>
              </a:avLst>
            </a:prstGeom>
            <a:gradFill flip="none" rotWithShape="1">
              <a:gsLst>
                <a:gs pos="100000">
                  <a:schemeClr val="accent6">
                    <a:lumMod val="20000"/>
                    <a:lumOff val="80000"/>
                  </a:schemeClr>
                </a:gs>
                <a:gs pos="53000">
                  <a:schemeClr val="tx2">
                    <a:lumMod val="20000"/>
                    <a:lumOff val="80000"/>
                  </a:schemeClr>
                </a:gs>
              </a:gsLst>
              <a:path path="circle">
                <a:fillToRect l="100000" t="100000"/>
              </a:path>
              <a:tileRect r="-100000" b="-100000"/>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AI-driven predictive forecasting</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Intelligent route planning</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Continuous monitoring agents</a:t>
              </a:r>
            </a:p>
          </p:txBody>
        </p:sp>
        <p:sp>
          <p:nvSpPr>
            <p:cNvPr id="171" name="TextBox 170">
              <a:extLst>
                <a:ext uri="{FF2B5EF4-FFF2-40B4-BE49-F238E27FC236}">
                  <a16:creationId xmlns:a16="http://schemas.microsoft.com/office/drawing/2014/main" id="{BDBF0FD1-9351-3736-A99E-BD9082B2B8FC}"/>
                </a:ext>
              </a:extLst>
            </p:cNvPr>
            <p:cNvSpPr txBox="1"/>
            <p:nvPr/>
          </p:nvSpPr>
          <p:spPr>
            <a:xfrm>
              <a:off x="9429899" y="6012270"/>
              <a:ext cx="2221680" cy="822960"/>
            </a:xfrm>
            <a:prstGeom prst="roundRect">
              <a:avLst>
                <a:gd name="adj" fmla="val 12066"/>
              </a:avLst>
            </a:prstGeom>
            <a:gradFill flip="none" rotWithShape="1">
              <a:gsLst>
                <a:gs pos="100000">
                  <a:schemeClr val="accent6">
                    <a:lumMod val="20000"/>
                    <a:lumOff val="80000"/>
                  </a:schemeClr>
                </a:gs>
                <a:gs pos="49000">
                  <a:schemeClr val="tx2">
                    <a:lumMod val="20000"/>
                    <a:lumOff val="80000"/>
                  </a:schemeClr>
                </a:gs>
              </a:gsLst>
              <a:path path="circle">
                <a:fillToRect l="100000" t="100000"/>
              </a:path>
              <a:tileRect r="-100000" b="-100000"/>
            </a:gradFill>
            <a:ln>
              <a:noFill/>
            </a:ln>
          </p:spPr>
          <p:txBody>
            <a:bodyPr wrap="square" anchor="ctr" anchorCtr="0">
              <a:noAutofit/>
            </a:bodyPr>
            <a:lstStyle>
              <a:defPPr>
                <a:defRPr lang="en-US"/>
              </a:defPPr>
              <a:lvl1pPr defTabSz="932742">
                <a:spcBef>
                  <a:spcPts val="600"/>
                </a:spcBef>
                <a:buSzPct val="90000"/>
                <a:defRPr sz="900">
                  <a:solidFill>
                    <a:schemeClr val="bg1"/>
                  </a:solidFill>
                  <a:cs typeface="Segoe Sans Text" pitchFamily="2" charset="0"/>
                </a:defRPr>
              </a:lvl1pPr>
            </a:lstStyle>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Recruitment agents</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Individualized programming</a:t>
              </a:r>
            </a:p>
            <a:p>
              <a:pPr marL="0" marR="0" lvl="0" indent="0" algn="l" defTabSz="932742" rtl="0" eaLnBrk="1" fontAlgn="auto" latinLnBrk="0" hangingPunct="1">
                <a:lnSpc>
                  <a:spcPct val="100000"/>
                </a:lnSpc>
                <a:spcBef>
                  <a:spcPts val="600"/>
                </a:spcBef>
                <a:spcAft>
                  <a:spcPts val="0"/>
                </a:spcAft>
                <a:buClrTx/>
                <a:buSzPct val="90000"/>
                <a:buFontTx/>
                <a:buNone/>
                <a:tabLst/>
                <a:defRPr/>
              </a:pPr>
              <a:r>
                <a:rPr kumimoji="0" lang="en-US" sz="9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Predictive retention and engagement</a:t>
              </a:r>
            </a:p>
          </p:txBody>
        </p:sp>
        <p:sp>
          <p:nvSpPr>
            <p:cNvPr id="8" name="Rectangle: Rounded Corners 24">
              <a:extLst>
                <a:ext uri="{FF2B5EF4-FFF2-40B4-BE49-F238E27FC236}">
                  <a16:creationId xmlns:a16="http://schemas.microsoft.com/office/drawing/2014/main" id="{54364756-681C-004A-2502-A143DEC5BEDC}"/>
                </a:ext>
                <a:ext uri="{C183D7F6-B498-43B3-948B-1728B52AA6E4}">
                  <adec:decorative xmlns:adec="http://schemas.microsoft.com/office/drawing/2017/decorative" val="0"/>
                </a:ext>
              </a:extLst>
            </p:cNvPr>
            <p:cNvSpPr/>
            <p:nvPr/>
          </p:nvSpPr>
          <p:spPr bwMode="auto">
            <a:xfrm>
              <a:off x="2143127" y="1388715"/>
              <a:ext cx="1056407" cy="317409"/>
            </a:xfrm>
            <a:prstGeom prst="roundRect">
              <a:avLst>
                <a:gd name="adj" fmla="val 34256"/>
              </a:avLst>
            </a:prstGeom>
            <a:gradFill flip="none" rotWithShape="1">
              <a:gsLst>
                <a:gs pos="75000">
                  <a:schemeClr val="tx2"/>
                </a:gs>
                <a:gs pos="0">
                  <a:schemeClr val="accent3"/>
                </a:gs>
              </a:gsLst>
              <a:path path="circle">
                <a:fillToRect l="100000" t="100000"/>
              </a:path>
              <a:tileRect r="-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Healthcare</a:t>
              </a:r>
            </a:p>
          </p:txBody>
        </p:sp>
        <p:sp>
          <p:nvSpPr>
            <p:cNvPr id="9" name="Rectangle: Rounded Corners 24">
              <a:extLst>
                <a:ext uri="{FF2B5EF4-FFF2-40B4-BE49-F238E27FC236}">
                  <a16:creationId xmlns:a16="http://schemas.microsoft.com/office/drawing/2014/main" id="{F3F6EDC9-5747-353B-3138-8791D5FDD9B4}"/>
                </a:ext>
                <a:ext uri="{C183D7F6-B498-43B3-948B-1728B52AA6E4}">
                  <adec:decorative xmlns:adec="http://schemas.microsoft.com/office/drawing/2017/decorative" val="0"/>
                </a:ext>
              </a:extLst>
            </p:cNvPr>
            <p:cNvSpPr/>
            <p:nvPr/>
          </p:nvSpPr>
          <p:spPr bwMode="auto">
            <a:xfrm>
              <a:off x="644190" y="2319014"/>
              <a:ext cx="820489" cy="317409"/>
            </a:xfrm>
            <a:prstGeom prst="roundRect">
              <a:avLst>
                <a:gd name="adj" fmla="val 34256"/>
              </a:avLst>
            </a:prstGeom>
            <a:gradFill flip="none" rotWithShape="1">
              <a:gsLst>
                <a:gs pos="75000">
                  <a:schemeClr val="tx2"/>
                </a:gs>
                <a:gs pos="0">
                  <a:schemeClr val="accent3"/>
                </a:gs>
              </a:gsLst>
              <a:path path="circle">
                <a:fillToRect l="100000" t="100000"/>
              </a:path>
              <a:tileRect r="-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Finance</a:t>
              </a:r>
            </a:p>
          </p:txBody>
        </p:sp>
        <p:sp>
          <p:nvSpPr>
            <p:cNvPr id="15" name="Rectangle: Rounded Corners 24">
              <a:extLst>
                <a:ext uri="{FF2B5EF4-FFF2-40B4-BE49-F238E27FC236}">
                  <a16:creationId xmlns:a16="http://schemas.microsoft.com/office/drawing/2014/main" id="{6A0E64A5-2A85-63E6-8733-14223D6D32DC}"/>
                </a:ext>
                <a:ext uri="{C183D7F6-B498-43B3-948B-1728B52AA6E4}">
                  <adec:decorative xmlns:adec="http://schemas.microsoft.com/office/drawing/2017/decorative" val="0"/>
                </a:ext>
              </a:extLst>
            </p:cNvPr>
            <p:cNvSpPr/>
            <p:nvPr/>
          </p:nvSpPr>
          <p:spPr bwMode="auto">
            <a:xfrm>
              <a:off x="644190" y="4823755"/>
              <a:ext cx="988145" cy="317409"/>
            </a:xfrm>
            <a:prstGeom prst="roundRect">
              <a:avLst>
                <a:gd name="adj" fmla="val 34256"/>
              </a:avLst>
            </a:prstGeom>
            <a:gradFill flip="none" rotWithShape="1">
              <a:gsLst>
                <a:gs pos="45000">
                  <a:schemeClr val="tx2"/>
                </a:gs>
                <a:gs pos="0">
                  <a:schemeClr val="accent1">
                    <a:lumMod val="20000"/>
                    <a:lumOff val="80000"/>
                  </a:schemeClr>
                </a:gs>
              </a:gsLst>
              <a:path path="circle">
                <a:fillToRect l="100000" t="100000"/>
              </a:path>
              <a:tileRect r="-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Education</a:t>
              </a:r>
            </a:p>
          </p:txBody>
        </p:sp>
        <p:sp>
          <p:nvSpPr>
            <p:cNvPr id="16" name="Rectangle: Rounded Corners 24">
              <a:extLst>
                <a:ext uri="{FF2B5EF4-FFF2-40B4-BE49-F238E27FC236}">
                  <a16:creationId xmlns:a16="http://schemas.microsoft.com/office/drawing/2014/main" id="{8DB5590A-6E35-9810-23B3-2A07E7F02349}"/>
                </a:ext>
                <a:ext uri="{C183D7F6-B498-43B3-948B-1728B52AA6E4}">
                  <adec:decorative xmlns:adec="http://schemas.microsoft.com/office/drawing/2017/decorative" val="0"/>
                </a:ext>
              </a:extLst>
            </p:cNvPr>
            <p:cNvSpPr/>
            <p:nvPr/>
          </p:nvSpPr>
          <p:spPr bwMode="auto">
            <a:xfrm>
              <a:off x="1361122" y="3576003"/>
              <a:ext cx="671918" cy="317409"/>
            </a:xfrm>
            <a:prstGeom prst="roundRect">
              <a:avLst>
                <a:gd name="adj" fmla="val 34256"/>
              </a:avLst>
            </a:prstGeom>
            <a:gradFill flip="none" rotWithShape="1">
              <a:gsLst>
                <a:gs pos="45000">
                  <a:schemeClr val="tx2"/>
                </a:gs>
                <a:gs pos="0">
                  <a:schemeClr val="accent1">
                    <a:lumMod val="20000"/>
                    <a:lumOff val="80000"/>
                  </a:schemeClr>
                </a:gs>
              </a:gsLst>
              <a:path path="circle">
                <a:fillToRect l="100000" t="100000"/>
              </a:path>
              <a:tileRect r="-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Retail</a:t>
              </a:r>
            </a:p>
          </p:txBody>
        </p:sp>
        <p:sp>
          <p:nvSpPr>
            <p:cNvPr id="17" name="Rectangle: Rounded Corners 24">
              <a:extLst>
                <a:ext uri="{FF2B5EF4-FFF2-40B4-BE49-F238E27FC236}">
                  <a16:creationId xmlns:a16="http://schemas.microsoft.com/office/drawing/2014/main" id="{193C7483-A375-222A-66C8-30FD04608E74}"/>
                </a:ext>
                <a:ext uri="{C183D7F6-B498-43B3-948B-1728B52AA6E4}">
                  <adec:decorative xmlns:adec="http://schemas.microsoft.com/office/drawing/2017/decorative" val="0"/>
                </a:ext>
              </a:extLst>
            </p:cNvPr>
            <p:cNvSpPr/>
            <p:nvPr/>
          </p:nvSpPr>
          <p:spPr bwMode="auto">
            <a:xfrm>
              <a:off x="2711230" y="5610405"/>
              <a:ext cx="1360238" cy="317409"/>
            </a:xfrm>
            <a:prstGeom prst="roundRect">
              <a:avLst>
                <a:gd name="adj" fmla="val 34256"/>
              </a:avLst>
            </a:prstGeom>
            <a:gradFill flip="none" rotWithShape="1">
              <a:gsLst>
                <a:gs pos="45000">
                  <a:schemeClr val="tx2"/>
                </a:gs>
                <a:gs pos="0">
                  <a:schemeClr val="accent1">
                    <a:lumMod val="20000"/>
                    <a:lumOff val="80000"/>
                  </a:schemeClr>
                </a:gs>
              </a:gsLst>
              <a:path path="circle">
                <a:fillToRect l="100000" t="100000"/>
              </a:path>
              <a:tileRect r="-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Manufacturing</a:t>
              </a:r>
            </a:p>
          </p:txBody>
        </p:sp>
        <p:sp>
          <p:nvSpPr>
            <p:cNvPr id="18" name="Rectangle: Rounded Corners 24">
              <a:extLst>
                <a:ext uri="{FF2B5EF4-FFF2-40B4-BE49-F238E27FC236}">
                  <a16:creationId xmlns:a16="http://schemas.microsoft.com/office/drawing/2014/main" id="{C47840CD-6CED-A2C0-FDF8-D6617AECD9ED}"/>
                </a:ext>
                <a:ext uri="{C183D7F6-B498-43B3-948B-1728B52AA6E4}">
                  <adec:decorative xmlns:adec="http://schemas.microsoft.com/office/drawing/2017/decorative" val="0"/>
                </a:ext>
              </a:extLst>
            </p:cNvPr>
            <p:cNvSpPr/>
            <p:nvPr/>
          </p:nvSpPr>
          <p:spPr bwMode="auto">
            <a:xfrm>
              <a:off x="9764866" y="1388715"/>
              <a:ext cx="2360347" cy="317409"/>
            </a:xfrm>
            <a:prstGeom prst="roundRect">
              <a:avLst>
                <a:gd name="adj" fmla="val 34256"/>
              </a:avLst>
            </a:prstGeom>
            <a:gradFill flip="none" rotWithShape="1">
              <a:gsLst>
                <a:gs pos="75000">
                  <a:schemeClr val="tx2"/>
                </a:gs>
                <a:gs pos="0">
                  <a:schemeClr val="accent2"/>
                </a:gs>
              </a:gsLst>
              <a:path path="circle">
                <a:fillToRect t="100000" r="100000"/>
              </a:path>
              <a:tileRect l="-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Customer Service &amp; Support</a:t>
              </a:r>
            </a:p>
          </p:txBody>
        </p:sp>
        <p:sp>
          <p:nvSpPr>
            <p:cNvPr id="19" name="Rectangle: Rounded Corners 24">
              <a:extLst>
                <a:ext uri="{FF2B5EF4-FFF2-40B4-BE49-F238E27FC236}">
                  <a16:creationId xmlns:a16="http://schemas.microsoft.com/office/drawing/2014/main" id="{BDEED12C-0E34-149E-9D53-156B015B990C}"/>
                </a:ext>
                <a:ext uri="{C183D7F6-B498-43B3-948B-1728B52AA6E4}">
                  <adec:decorative xmlns:adec="http://schemas.microsoft.com/office/drawing/2017/decorative" val="0"/>
                </a:ext>
              </a:extLst>
            </p:cNvPr>
            <p:cNvSpPr/>
            <p:nvPr/>
          </p:nvSpPr>
          <p:spPr bwMode="auto">
            <a:xfrm>
              <a:off x="8130915" y="2273121"/>
              <a:ext cx="1623397" cy="317409"/>
            </a:xfrm>
            <a:prstGeom prst="roundRect">
              <a:avLst>
                <a:gd name="adj" fmla="val 34256"/>
              </a:avLst>
            </a:prstGeom>
            <a:gradFill flip="none" rotWithShape="1">
              <a:gsLst>
                <a:gs pos="75000">
                  <a:schemeClr val="tx2"/>
                </a:gs>
                <a:gs pos="0">
                  <a:schemeClr val="accent2"/>
                </a:gs>
              </a:gsLst>
              <a:path path="circle">
                <a:fillToRect t="100000" r="100000"/>
              </a:path>
              <a:tileRect l="-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Sales &amp; Marketing</a:t>
              </a:r>
            </a:p>
          </p:txBody>
        </p:sp>
        <p:sp>
          <p:nvSpPr>
            <p:cNvPr id="20" name="Rectangle: Rounded Corners 24">
              <a:extLst>
                <a:ext uri="{FF2B5EF4-FFF2-40B4-BE49-F238E27FC236}">
                  <a16:creationId xmlns:a16="http://schemas.microsoft.com/office/drawing/2014/main" id="{B2CB0A2B-9165-BEB0-4F8F-5B098D940188}"/>
                </a:ext>
                <a:ext uri="{C183D7F6-B498-43B3-948B-1728B52AA6E4}">
                  <adec:decorative xmlns:adec="http://schemas.microsoft.com/office/drawing/2017/decorative" val="0"/>
                </a:ext>
              </a:extLst>
            </p:cNvPr>
            <p:cNvSpPr/>
            <p:nvPr/>
          </p:nvSpPr>
          <p:spPr bwMode="auto">
            <a:xfrm>
              <a:off x="9441029" y="3530568"/>
              <a:ext cx="2530011" cy="317409"/>
            </a:xfrm>
            <a:prstGeom prst="roundRect">
              <a:avLst>
                <a:gd name="adj" fmla="val 34256"/>
              </a:avLst>
            </a:prstGeom>
            <a:gradFill flip="none" rotWithShape="1">
              <a:gsLst>
                <a:gs pos="75000">
                  <a:schemeClr val="tx2"/>
                </a:gs>
                <a:gs pos="0">
                  <a:schemeClr val="accent2"/>
                </a:gs>
              </a:gsLst>
              <a:path path="circle">
                <a:fillToRect t="100000" r="100000"/>
              </a:path>
              <a:tileRect l="-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Finance &amp; Business Operations</a:t>
              </a:r>
            </a:p>
          </p:txBody>
        </p:sp>
        <p:sp>
          <p:nvSpPr>
            <p:cNvPr id="21" name="Rectangle: Rounded Corners 24">
              <a:extLst>
                <a:ext uri="{FF2B5EF4-FFF2-40B4-BE49-F238E27FC236}">
                  <a16:creationId xmlns:a16="http://schemas.microsoft.com/office/drawing/2014/main" id="{90EE1379-89B5-ED3E-BB45-0EBC5EF3C2B5}"/>
                </a:ext>
                <a:ext uri="{C183D7F6-B498-43B3-948B-1728B52AA6E4}">
                  <adec:decorative xmlns:adec="http://schemas.microsoft.com/office/drawing/2017/decorative" val="0"/>
                </a:ext>
              </a:extLst>
            </p:cNvPr>
            <p:cNvSpPr/>
            <p:nvPr/>
          </p:nvSpPr>
          <p:spPr bwMode="auto">
            <a:xfrm>
              <a:off x="8137391" y="4418164"/>
              <a:ext cx="1227829" cy="317409"/>
            </a:xfrm>
            <a:prstGeom prst="roundRect">
              <a:avLst>
                <a:gd name="adj" fmla="val 34256"/>
              </a:avLst>
            </a:prstGeom>
            <a:gradFill flip="none" rotWithShape="1">
              <a:gsLst>
                <a:gs pos="75000">
                  <a:schemeClr val="tx2"/>
                </a:gs>
                <a:gs pos="0">
                  <a:schemeClr val="accent6"/>
                </a:gs>
              </a:gsLst>
              <a:path path="circle">
                <a:fillToRect t="100000" r="100000"/>
              </a:path>
              <a:tileRect l="-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Supply Chain</a:t>
              </a:r>
            </a:p>
          </p:txBody>
        </p:sp>
        <p:sp>
          <p:nvSpPr>
            <p:cNvPr id="22" name="Rectangle: Rounded Corners 24">
              <a:extLst>
                <a:ext uri="{FF2B5EF4-FFF2-40B4-BE49-F238E27FC236}">
                  <a16:creationId xmlns:a16="http://schemas.microsoft.com/office/drawing/2014/main" id="{A65F875C-2FAE-BAFD-BD80-40E47B46E30F}"/>
                </a:ext>
                <a:ext uri="{C183D7F6-B498-43B3-948B-1728B52AA6E4}">
                  <adec:decorative xmlns:adec="http://schemas.microsoft.com/office/drawing/2017/decorative" val="0"/>
                </a:ext>
              </a:extLst>
            </p:cNvPr>
            <p:cNvSpPr/>
            <p:nvPr/>
          </p:nvSpPr>
          <p:spPr bwMode="auto">
            <a:xfrm>
              <a:off x="9420769" y="5662715"/>
              <a:ext cx="1586239" cy="317409"/>
            </a:xfrm>
            <a:prstGeom prst="roundRect">
              <a:avLst>
                <a:gd name="adj" fmla="val 34256"/>
              </a:avLst>
            </a:prstGeom>
            <a:gradFill flip="none" rotWithShape="1">
              <a:gsLst>
                <a:gs pos="75000">
                  <a:schemeClr val="tx2"/>
                </a:gs>
                <a:gs pos="0">
                  <a:schemeClr val="accent6"/>
                </a:gs>
              </a:gsLst>
              <a:path path="circle">
                <a:fillToRect t="100000" r="100000"/>
              </a:path>
              <a:tileRect l="-100000" b="-100000"/>
            </a:gradFill>
          </p:spPr>
          <p:txBody>
            <a:bodyPr wrap="none" lIns="91440" tIns="18288" rIns="91440" bIns="36576" rtlCol="0" anchor="ctr" anchorCtr="0">
              <a:sp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pitchFamily="2" charset="0"/>
                </a:rPr>
                <a:t>Human Resources</a:t>
              </a:r>
            </a:p>
          </p:txBody>
        </p:sp>
      </p:grpSp>
    </p:spTree>
    <p:extLst>
      <p:ext uri="{BB962C8B-B14F-4D97-AF65-F5344CB8AC3E}">
        <p14:creationId xmlns:p14="http://schemas.microsoft.com/office/powerpoint/2010/main" val="19410827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p:cTn id="7" dur="600" fill="hold"/>
                                        <p:tgtEl>
                                          <p:spTgt spid="54"/>
                                        </p:tgtEl>
                                        <p:attrNameLst>
                                          <p:attrName>ppt_w</p:attrName>
                                        </p:attrNameLst>
                                      </p:cBhvr>
                                      <p:tavLst>
                                        <p:tav tm="0">
                                          <p:val>
                                            <p:fltVal val="0"/>
                                          </p:val>
                                        </p:tav>
                                        <p:tav tm="100000">
                                          <p:val>
                                            <p:strVal val="#ppt_w"/>
                                          </p:val>
                                        </p:tav>
                                      </p:tavLst>
                                    </p:anim>
                                    <p:anim calcmode="lin" valueType="num">
                                      <p:cBhvr>
                                        <p:cTn id="8" dur="600" fill="hold"/>
                                        <p:tgtEl>
                                          <p:spTgt spid="54"/>
                                        </p:tgtEl>
                                        <p:attrNameLst>
                                          <p:attrName>ppt_h</p:attrName>
                                        </p:attrNameLst>
                                      </p:cBhvr>
                                      <p:tavLst>
                                        <p:tav tm="0">
                                          <p:val>
                                            <p:fltVal val="0"/>
                                          </p:val>
                                        </p:tav>
                                        <p:tav tm="100000">
                                          <p:val>
                                            <p:strVal val="#ppt_h"/>
                                          </p:val>
                                        </p:tav>
                                      </p:tavLst>
                                    </p:anim>
                                    <p:animEffect transition="in" filter="fade">
                                      <p:cBhvr>
                                        <p:cTn id="9" dur="600"/>
                                        <p:tgtEl>
                                          <p:spTgt spid="54"/>
                                        </p:tgtEl>
                                      </p:cBhvr>
                                    </p:animEffect>
                                  </p:childTnLst>
                                </p:cTn>
                              </p:par>
                              <p:par>
                                <p:cTn id="10" presetID="53" presetClass="entr" presetSubtype="16"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Effect transition="in" filter="fade">
                                      <p:cBhvr>
                                        <p:cTn id="14" dur="1000"/>
                                        <p:tgtEl>
                                          <p:spTgt spid="5"/>
                                        </p:tgtEl>
                                      </p:cBhvr>
                                    </p:animEffect>
                                  </p:childTnLst>
                                </p:cTn>
                              </p:par>
                              <p:par>
                                <p:cTn id="15" presetID="16" presetClass="entr" presetSubtype="37" fill="hold" nodeType="withEffect">
                                  <p:stCondLst>
                                    <p:cond delay="500"/>
                                  </p:stCondLst>
                                  <p:childTnLst>
                                    <p:set>
                                      <p:cBhvr>
                                        <p:cTn id="16" dur="1" fill="hold">
                                          <p:stCondLst>
                                            <p:cond delay="0"/>
                                          </p:stCondLst>
                                        </p:cTn>
                                        <p:tgtEl>
                                          <p:spTgt spid="12"/>
                                        </p:tgtEl>
                                        <p:attrNameLst>
                                          <p:attrName>style.visibility</p:attrName>
                                        </p:attrNameLst>
                                      </p:cBhvr>
                                      <p:to>
                                        <p:strVal val="visible"/>
                                      </p:to>
                                    </p:set>
                                    <p:animEffect transition="in" filter="barn(outVertical)">
                                      <p:cBhvr>
                                        <p:cTn id="17"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90774-12E6-7F21-215E-9429531CC194}"/>
            </a:ext>
          </a:extLst>
        </p:cNvPr>
        <p:cNvGrpSpPr/>
        <p:nvPr/>
      </p:nvGrpSpPr>
      <p:grpSpPr>
        <a:xfrm>
          <a:off x="0" y="0"/>
          <a:ext cx="0" cy="0"/>
          <a:chOff x="0" y="0"/>
          <a:chExt cx="0" cy="0"/>
        </a:xfrm>
      </p:grpSpPr>
      <p:sp>
        <p:nvSpPr>
          <p:cNvPr id="5" name="Title 5">
            <a:extLst>
              <a:ext uri="{FF2B5EF4-FFF2-40B4-BE49-F238E27FC236}">
                <a16:creationId xmlns:a16="http://schemas.microsoft.com/office/drawing/2014/main" id="{8E2A54F7-8390-C6D0-B825-C8E8BFCB2EB2}"/>
              </a:ext>
            </a:extLst>
          </p:cNvPr>
          <p:cNvSpPr>
            <a:spLocks noGrp="1"/>
          </p:cNvSpPr>
          <p:nvPr>
            <p:ph type="title"/>
          </p:nvPr>
        </p:nvSpPr>
        <p:spPr>
          <a:xfrm>
            <a:off x="587375" y="457200"/>
            <a:ext cx="11017250" cy="554038"/>
          </a:xfrm>
        </p:spPr>
        <p:txBody>
          <a:bodyPr wrap="square">
            <a:spAutoFit/>
          </a:bodyPr>
          <a:lstStyle/>
          <a:p>
            <a:pPr algn="ctr"/>
            <a:r>
              <a:rPr lang="en-US"/>
              <a:t>Functional impact </a:t>
            </a:r>
            <a:r>
              <a:rPr lang="en-US">
                <a:solidFill>
                  <a:schemeClr val="tx1"/>
                </a:solidFill>
              </a:rPr>
              <a:t>of AI at Microsoft</a:t>
            </a:r>
          </a:p>
        </p:txBody>
      </p:sp>
      <p:grpSp>
        <p:nvGrpSpPr>
          <p:cNvPr id="4" name="Group 3">
            <a:extLst>
              <a:ext uri="{FF2B5EF4-FFF2-40B4-BE49-F238E27FC236}">
                <a16:creationId xmlns:a16="http://schemas.microsoft.com/office/drawing/2014/main" id="{25BDC3F5-821A-D1DB-1918-CEC1A36E60EE}"/>
              </a:ext>
              <a:ext uri="{C183D7F6-B498-43B3-948B-1728B52AA6E4}">
                <adec:decorative xmlns:adec="http://schemas.microsoft.com/office/drawing/2017/decorative" val="1"/>
              </a:ext>
            </a:extLst>
          </p:cNvPr>
          <p:cNvGrpSpPr/>
          <p:nvPr/>
        </p:nvGrpSpPr>
        <p:grpSpPr>
          <a:xfrm>
            <a:off x="1036444" y="1380450"/>
            <a:ext cx="2377440" cy="2228622"/>
            <a:chOff x="1036444" y="1380450"/>
            <a:chExt cx="2377440" cy="2228622"/>
          </a:xfrm>
        </p:grpSpPr>
        <p:sp>
          <p:nvSpPr>
            <p:cNvPr id="6" name="Rectangle: Rounded Corners 5">
              <a:extLst>
                <a:ext uri="{FF2B5EF4-FFF2-40B4-BE49-F238E27FC236}">
                  <a16:creationId xmlns:a16="http://schemas.microsoft.com/office/drawing/2014/main" id="{7AA49972-34E9-94F2-F9E9-BA2558874D34}"/>
                </a:ext>
              </a:extLst>
            </p:cNvPr>
            <p:cNvSpPr/>
            <p:nvPr/>
          </p:nvSpPr>
          <p:spPr bwMode="auto">
            <a:xfrm>
              <a:off x="1036444" y="1380450"/>
              <a:ext cx="2377440" cy="2223989"/>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0078D4"/>
                      </a:gs>
                      <a:gs pos="100000">
                        <a:srgbClr val="BF3AC4"/>
                      </a:gs>
                    </a:gsLst>
                    <a:lin ang="2700000" scaled="1"/>
                    <a:tileRect/>
                  </a:gradFill>
                  <a:effectLst/>
                  <a:uLnTx/>
                  <a:uFillTx/>
                  <a:latin typeface="Segoe Sans Text Semibold"/>
                  <a:ea typeface="Segoe UI Black" panose="020B0A02040204020203" pitchFamily="34" charset="0"/>
                  <a:cs typeface="Segoe Sans Text Light" pitchFamily="2" charset="0"/>
                </a:rPr>
                <a:t>11.5%</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faster in </a:t>
              </a:r>
              <a:b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br>
              <a:r>
                <a:rPr kumimoji="0" lang="en-US" sz="1200" b="0" i="0" u="none" strike="noStrike" kern="1200" cap="none" spc="0" normalizeH="0" baseline="0" noProof="0">
                  <a:ln>
                    <a:noFill/>
                  </a:ln>
                  <a:solidFill>
                    <a:srgbClr val="000000"/>
                  </a:solidFill>
                  <a:effectLst/>
                  <a:uLnTx/>
                  <a:uFillTx/>
                  <a:latin typeface="Segoe Sans Text Semibold" pitchFamily="2" charset="0"/>
                  <a:ea typeface="+mn-ea"/>
                  <a:cs typeface="Segoe Sans Text Light" pitchFamily="2" charset="0"/>
                </a:rPr>
                <a:t>resolving </a:t>
              </a: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cases </a:t>
              </a: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for </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Azure support team</a:t>
              </a:r>
            </a:p>
          </p:txBody>
        </p:sp>
        <p:pic>
          <p:nvPicPr>
            <p:cNvPr id="7" name="Picture 6">
              <a:extLst>
                <a:ext uri="{FF2B5EF4-FFF2-40B4-BE49-F238E27FC236}">
                  <a16:creationId xmlns:a16="http://schemas.microsoft.com/office/drawing/2014/main" id="{31FA95BE-0858-538B-40C4-4454D48C1B8F}"/>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rcRect l="2277" r="2277"/>
            <a:stretch/>
          </p:blipFill>
          <p:spPr>
            <a:xfrm>
              <a:off x="1253140" y="1568101"/>
              <a:ext cx="581243" cy="608973"/>
            </a:xfrm>
            <a:prstGeom prst="roundRect">
              <a:avLst>
                <a:gd name="adj" fmla="val 11613"/>
              </a:avLst>
            </a:prstGeom>
          </p:spPr>
        </p:pic>
        <p:sp>
          <p:nvSpPr>
            <p:cNvPr id="10" name="TextBox 9">
              <a:extLst>
                <a:ext uri="{FF2B5EF4-FFF2-40B4-BE49-F238E27FC236}">
                  <a16:creationId xmlns:a16="http://schemas.microsoft.com/office/drawing/2014/main" id="{98788DB2-AACC-21CD-210E-FB3266C09E02}"/>
                </a:ext>
              </a:extLst>
            </p:cNvPr>
            <p:cNvSpPr txBox="1"/>
            <p:nvPr/>
          </p:nvSpPr>
          <p:spPr>
            <a:xfrm rot="5400000">
              <a:off x="2100980" y="2311558"/>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CUSTOMER SERVICE</a:t>
              </a:r>
            </a:p>
          </p:txBody>
        </p:sp>
      </p:grpSp>
      <p:grpSp>
        <p:nvGrpSpPr>
          <p:cNvPr id="8" name="Group 7">
            <a:extLst>
              <a:ext uri="{FF2B5EF4-FFF2-40B4-BE49-F238E27FC236}">
                <a16:creationId xmlns:a16="http://schemas.microsoft.com/office/drawing/2014/main" id="{B94D3F4D-123D-5503-7993-AE756B6CFB3A}"/>
              </a:ext>
              <a:ext uri="{C183D7F6-B498-43B3-948B-1728B52AA6E4}">
                <adec:decorative xmlns:adec="http://schemas.microsoft.com/office/drawing/2017/decorative" val="1"/>
              </a:ext>
            </a:extLst>
          </p:cNvPr>
          <p:cNvGrpSpPr/>
          <p:nvPr/>
        </p:nvGrpSpPr>
        <p:grpSpPr>
          <a:xfrm>
            <a:off x="3625355" y="1378603"/>
            <a:ext cx="2377440" cy="2225699"/>
            <a:chOff x="3625355" y="1378603"/>
            <a:chExt cx="2377440" cy="2225699"/>
          </a:xfrm>
        </p:grpSpPr>
        <p:sp>
          <p:nvSpPr>
            <p:cNvPr id="11" name="Rectangle: Rounded Corners 10">
              <a:extLst>
                <a:ext uri="{FF2B5EF4-FFF2-40B4-BE49-F238E27FC236}">
                  <a16:creationId xmlns:a16="http://schemas.microsoft.com/office/drawing/2014/main" id="{2DAE8C68-B7BA-3149-BF25-AA657C70E557}"/>
                </a:ext>
              </a:extLst>
            </p:cNvPr>
            <p:cNvSpPr/>
            <p:nvPr/>
          </p:nvSpPr>
          <p:spPr bwMode="auto">
            <a:xfrm>
              <a:off x="3625355" y="1378603"/>
              <a:ext cx="2377440" cy="2223989"/>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0078D4"/>
                      </a:gs>
                      <a:gs pos="100000">
                        <a:srgbClr val="49C5B1"/>
                      </a:gs>
                    </a:gsLst>
                    <a:lin ang="2700000" scaled="1"/>
                    <a:tileRect/>
                  </a:gradFill>
                  <a:effectLst/>
                  <a:uLnTx/>
                  <a:uFillTx/>
                  <a:latin typeface="Segoe Sans Text Semibold"/>
                  <a:ea typeface="Segoe UI Black" panose="020B0A02040204020203" pitchFamily="34" charset="0"/>
                  <a:cs typeface="Segoe Sans Text Light" pitchFamily="2" charset="0"/>
                </a:rPr>
                <a:t>9.4%</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higher </a:t>
              </a: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revenue per seller</a:t>
              </a:r>
              <a:b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b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for one business group</a:t>
              </a:r>
              <a:endParaRPr kumimoji="0" lang="en-US" sz="1200" b="0" i="0" u="none" strike="noStrike" kern="1200" cap="none" spc="0" normalizeH="0" baseline="30000" noProof="0">
                <a:ln>
                  <a:noFill/>
                </a:ln>
                <a:solidFill>
                  <a:srgbClr val="000000"/>
                </a:solidFill>
                <a:effectLst/>
                <a:uLnTx/>
                <a:uFillTx/>
                <a:latin typeface="Segoe Sans Text Light" pitchFamily="2" charset="0"/>
                <a:ea typeface="Segoe UI" pitchFamily="34" charset="0"/>
                <a:cs typeface="Segoe Sans Text Light" pitchFamily="2" charset="0"/>
              </a:endParaRPr>
            </a:p>
          </p:txBody>
        </p:sp>
        <p:pic>
          <p:nvPicPr>
            <p:cNvPr id="23" name="Picture 22">
              <a:extLst>
                <a:ext uri="{FF2B5EF4-FFF2-40B4-BE49-F238E27FC236}">
                  <a16:creationId xmlns:a16="http://schemas.microsoft.com/office/drawing/2014/main" id="{E7435F33-88BD-EE7A-F630-A6E8AD179DA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36751" r="5" b="36746"/>
            <a:stretch/>
          </p:blipFill>
          <p:spPr>
            <a:xfrm>
              <a:off x="3815214" y="1596168"/>
              <a:ext cx="581243" cy="608973"/>
            </a:xfrm>
            <a:prstGeom prst="roundRect">
              <a:avLst>
                <a:gd name="adj" fmla="val 11613"/>
              </a:avLst>
            </a:prstGeom>
          </p:spPr>
        </p:pic>
        <p:sp>
          <p:nvSpPr>
            <p:cNvPr id="24" name="TextBox 23">
              <a:extLst>
                <a:ext uri="{FF2B5EF4-FFF2-40B4-BE49-F238E27FC236}">
                  <a16:creationId xmlns:a16="http://schemas.microsoft.com/office/drawing/2014/main" id="{C9C3DFE2-28F7-DCDE-EBBA-6DE365FD0800}"/>
                </a:ext>
              </a:extLst>
            </p:cNvPr>
            <p:cNvSpPr txBox="1"/>
            <p:nvPr/>
          </p:nvSpPr>
          <p:spPr>
            <a:xfrm rot="5400000">
              <a:off x="4689890" y="2306788"/>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SALES</a:t>
              </a:r>
            </a:p>
          </p:txBody>
        </p:sp>
      </p:grpSp>
      <p:grpSp>
        <p:nvGrpSpPr>
          <p:cNvPr id="17" name="Group 16">
            <a:extLst>
              <a:ext uri="{FF2B5EF4-FFF2-40B4-BE49-F238E27FC236}">
                <a16:creationId xmlns:a16="http://schemas.microsoft.com/office/drawing/2014/main" id="{4B58E000-75DD-B32C-CB7B-60EE5913675A}"/>
              </a:ext>
              <a:ext uri="{C183D7F6-B498-43B3-948B-1728B52AA6E4}">
                <adec:decorative xmlns:adec="http://schemas.microsoft.com/office/drawing/2017/decorative" val="1"/>
              </a:ext>
            </a:extLst>
          </p:cNvPr>
          <p:cNvGrpSpPr/>
          <p:nvPr/>
        </p:nvGrpSpPr>
        <p:grpSpPr>
          <a:xfrm>
            <a:off x="6214266" y="1378603"/>
            <a:ext cx="2377440" cy="2225697"/>
            <a:chOff x="6214266" y="1378603"/>
            <a:chExt cx="2377440" cy="2225697"/>
          </a:xfrm>
        </p:grpSpPr>
        <p:sp>
          <p:nvSpPr>
            <p:cNvPr id="25" name="Rectangle: Rounded Corners 24">
              <a:extLst>
                <a:ext uri="{FF2B5EF4-FFF2-40B4-BE49-F238E27FC236}">
                  <a16:creationId xmlns:a16="http://schemas.microsoft.com/office/drawing/2014/main" id="{AD541DB8-DF55-4A60-4364-ED14F1DF6797}"/>
                </a:ext>
              </a:extLst>
            </p:cNvPr>
            <p:cNvSpPr/>
            <p:nvPr/>
          </p:nvSpPr>
          <p:spPr bwMode="auto">
            <a:xfrm>
              <a:off x="6214266" y="1378603"/>
              <a:ext cx="2377440" cy="2223989"/>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0078D4"/>
                      </a:gs>
                      <a:gs pos="100000">
                        <a:srgbClr val="2A446F"/>
                      </a:gs>
                    </a:gsLst>
                    <a:lin ang="2700000" scaled="1"/>
                    <a:tileRect/>
                  </a:gradFill>
                  <a:effectLst/>
                  <a:uLnTx/>
                  <a:uFillTx/>
                  <a:latin typeface="Segoe Sans Text Semibold"/>
                  <a:ea typeface="Segoe UI Black" panose="020B0A02040204020203" pitchFamily="34" charset="0"/>
                  <a:cs typeface="Segoe Sans Text Light" pitchFamily="2" charset="0"/>
                </a:rPr>
                <a:t>21.5%</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increase in </a:t>
              </a: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conversion</a:t>
              </a:r>
              <a:b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b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rates </a:t>
              </a: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on Azure.com</a:t>
              </a:r>
              <a:endParaRPr kumimoji="0" lang="en-US" sz="1200" b="0" i="0" u="none" strike="noStrike" kern="1200" cap="none" spc="0" normalizeH="0" baseline="30000" noProof="0">
                <a:ln>
                  <a:noFill/>
                </a:ln>
                <a:solidFill>
                  <a:srgbClr val="000000"/>
                </a:solidFill>
                <a:effectLst/>
                <a:uLnTx/>
                <a:uFillTx/>
                <a:latin typeface="Segoe Sans Text Light" pitchFamily="2" charset="0"/>
                <a:ea typeface="Segoe UI" pitchFamily="34" charset="0"/>
                <a:cs typeface="Segoe Sans Text Light" pitchFamily="2" charset="0"/>
              </a:endParaRPr>
            </a:p>
          </p:txBody>
        </p:sp>
        <p:pic>
          <p:nvPicPr>
            <p:cNvPr id="26" name="Picture 25">
              <a:extLst>
                <a:ext uri="{FF2B5EF4-FFF2-40B4-BE49-F238E27FC236}">
                  <a16:creationId xmlns:a16="http://schemas.microsoft.com/office/drawing/2014/main" id="{0A710757-FA0F-DAAA-9104-10E01EE51880}"/>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rcRect l="71" r="13584" b="13513"/>
            <a:stretch/>
          </p:blipFill>
          <p:spPr>
            <a:xfrm>
              <a:off x="6400677" y="1568101"/>
              <a:ext cx="581243" cy="608973"/>
            </a:xfrm>
            <a:prstGeom prst="roundRect">
              <a:avLst>
                <a:gd name="adj" fmla="val 11613"/>
              </a:avLst>
            </a:prstGeom>
          </p:spPr>
        </p:pic>
        <p:sp>
          <p:nvSpPr>
            <p:cNvPr id="27" name="TextBox 26">
              <a:extLst>
                <a:ext uri="{FF2B5EF4-FFF2-40B4-BE49-F238E27FC236}">
                  <a16:creationId xmlns:a16="http://schemas.microsoft.com/office/drawing/2014/main" id="{EFE35DCF-5CEE-819B-E010-7FCC14084914}"/>
                </a:ext>
              </a:extLst>
            </p:cNvPr>
            <p:cNvSpPr txBox="1"/>
            <p:nvPr/>
          </p:nvSpPr>
          <p:spPr>
            <a:xfrm rot="5400000">
              <a:off x="7278802" y="2306786"/>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MARKETING</a:t>
              </a:r>
            </a:p>
          </p:txBody>
        </p:sp>
      </p:grpSp>
      <p:grpSp>
        <p:nvGrpSpPr>
          <p:cNvPr id="18" name="Group 17">
            <a:extLst>
              <a:ext uri="{FF2B5EF4-FFF2-40B4-BE49-F238E27FC236}">
                <a16:creationId xmlns:a16="http://schemas.microsoft.com/office/drawing/2014/main" id="{5367D84A-6FE0-6C56-9BCB-D80EF4E6778B}"/>
              </a:ext>
              <a:ext uri="{C183D7F6-B498-43B3-948B-1728B52AA6E4}">
                <adec:decorative xmlns:adec="http://schemas.microsoft.com/office/drawing/2017/decorative" val="1"/>
              </a:ext>
            </a:extLst>
          </p:cNvPr>
          <p:cNvGrpSpPr/>
          <p:nvPr/>
        </p:nvGrpSpPr>
        <p:grpSpPr>
          <a:xfrm>
            <a:off x="8778117" y="1376758"/>
            <a:ext cx="2377440" cy="2225834"/>
            <a:chOff x="8778117" y="1376758"/>
            <a:chExt cx="2377440" cy="2225834"/>
          </a:xfrm>
        </p:grpSpPr>
        <p:sp>
          <p:nvSpPr>
            <p:cNvPr id="28" name="Rectangle: Rounded Corners 27">
              <a:extLst>
                <a:ext uri="{FF2B5EF4-FFF2-40B4-BE49-F238E27FC236}">
                  <a16:creationId xmlns:a16="http://schemas.microsoft.com/office/drawing/2014/main" id="{9B3C5880-9272-799D-DBEC-97CD6CC387E1}"/>
                </a:ext>
              </a:extLst>
            </p:cNvPr>
            <p:cNvSpPr/>
            <p:nvPr/>
          </p:nvSpPr>
          <p:spPr bwMode="auto">
            <a:xfrm>
              <a:off x="8778117" y="1378603"/>
              <a:ext cx="2377440" cy="2223989"/>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F4364F"/>
                      </a:gs>
                      <a:gs pos="100000">
                        <a:srgbClr val="BF3AC4"/>
                      </a:gs>
                    </a:gsLst>
                    <a:lin ang="2700000" scaled="1"/>
                    <a:tileRect/>
                  </a:gradFill>
                  <a:effectLst/>
                  <a:uLnTx/>
                  <a:uFillTx/>
                  <a:latin typeface="Segoe Sans Text Semibold"/>
                  <a:ea typeface="Segoe UI Black" panose="020B0A02040204020203" pitchFamily="34" charset="0"/>
                  <a:cs typeface="Segoe Sans Text Light" pitchFamily="2" charset="0"/>
                </a:rPr>
                <a:t>25%</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Semibold" pitchFamily="2" charset="0"/>
                  <a:ea typeface="+mn-ea"/>
                  <a:cs typeface="Segoe Sans Text Light" pitchFamily="2" charset="0"/>
                </a:rPr>
                <a:t>greater accuracy </a:t>
              </a: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in answering questions through </a:t>
              </a: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employee self-service </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endParaRPr>
            </a:p>
          </p:txBody>
        </p:sp>
        <p:pic>
          <p:nvPicPr>
            <p:cNvPr id="29" name="Picture 28">
              <a:extLst>
                <a:ext uri="{FF2B5EF4-FFF2-40B4-BE49-F238E27FC236}">
                  <a16:creationId xmlns:a16="http://schemas.microsoft.com/office/drawing/2014/main" id="{AA1637BA-0624-97F8-AF44-53EDBE83F0AC}"/>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rcRect l="5116" t="9145" r="46294" b="42185"/>
            <a:stretch/>
          </p:blipFill>
          <p:spPr>
            <a:xfrm>
              <a:off x="8964786" y="1552841"/>
              <a:ext cx="581243" cy="608973"/>
            </a:xfrm>
            <a:prstGeom prst="roundRect">
              <a:avLst>
                <a:gd name="adj" fmla="val 11613"/>
              </a:avLst>
            </a:prstGeom>
          </p:spPr>
        </p:pic>
        <p:sp>
          <p:nvSpPr>
            <p:cNvPr id="30" name="TextBox 29">
              <a:extLst>
                <a:ext uri="{FF2B5EF4-FFF2-40B4-BE49-F238E27FC236}">
                  <a16:creationId xmlns:a16="http://schemas.microsoft.com/office/drawing/2014/main" id="{7D9AB67D-8B38-80D9-F6D4-EA3B8BAF9E37}"/>
                </a:ext>
              </a:extLst>
            </p:cNvPr>
            <p:cNvSpPr txBox="1"/>
            <p:nvPr/>
          </p:nvSpPr>
          <p:spPr>
            <a:xfrm rot="5400000">
              <a:off x="9839745" y="2304941"/>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HR</a:t>
              </a:r>
            </a:p>
          </p:txBody>
        </p:sp>
      </p:grpSp>
      <p:grpSp>
        <p:nvGrpSpPr>
          <p:cNvPr id="9" name="Group 8">
            <a:extLst>
              <a:ext uri="{FF2B5EF4-FFF2-40B4-BE49-F238E27FC236}">
                <a16:creationId xmlns:a16="http://schemas.microsoft.com/office/drawing/2014/main" id="{B424F2FB-1E02-281A-16A6-A2BB178A9FCB}"/>
              </a:ext>
              <a:ext uri="{C183D7F6-B498-43B3-948B-1728B52AA6E4}">
                <adec:decorative xmlns:adec="http://schemas.microsoft.com/office/drawing/2017/decorative" val="1"/>
              </a:ext>
            </a:extLst>
          </p:cNvPr>
          <p:cNvGrpSpPr/>
          <p:nvPr/>
        </p:nvGrpSpPr>
        <p:grpSpPr>
          <a:xfrm>
            <a:off x="2318369" y="3775404"/>
            <a:ext cx="2377440" cy="2225834"/>
            <a:chOff x="2318369" y="3775404"/>
            <a:chExt cx="2377440" cy="2225834"/>
          </a:xfrm>
        </p:grpSpPr>
        <p:sp>
          <p:nvSpPr>
            <p:cNvPr id="31" name="Rectangle: Rounded Corners 30">
              <a:extLst>
                <a:ext uri="{FF2B5EF4-FFF2-40B4-BE49-F238E27FC236}">
                  <a16:creationId xmlns:a16="http://schemas.microsoft.com/office/drawing/2014/main" id="{955B9242-8E5D-4863-FBA6-FEBE29B45DE6}"/>
                </a:ext>
              </a:extLst>
            </p:cNvPr>
            <p:cNvSpPr/>
            <p:nvPr/>
          </p:nvSpPr>
          <p:spPr bwMode="auto">
            <a:xfrm>
              <a:off x="2318369" y="3777249"/>
              <a:ext cx="2377440" cy="2223989"/>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2A446F"/>
                      </a:gs>
                      <a:gs pos="100000">
                        <a:srgbClr val="49C5B1"/>
                      </a:gs>
                    </a:gsLst>
                    <a:lin ang="2700000" scaled="1"/>
                    <a:tileRect/>
                  </a:gradFill>
                  <a:effectLst/>
                  <a:uLnTx/>
                  <a:uFillTx/>
                  <a:latin typeface="Segoe Sans Text Semibold"/>
                  <a:ea typeface="Segoe UI Black" panose="020B0A02040204020203" pitchFamily="34" charset="0"/>
                  <a:cs typeface="Segoe Sans Text Light" pitchFamily="2" charset="0"/>
                </a:rPr>
                <a:t>60%</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reduction in </a:t>
              </a: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case resolution time</a:t>
              </a: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 in cash collections</a:t>
              </a:r>
              <a:endParaRPr kumimoji="0" lang="en-US" sz="1200" b="0" i="0" u="none" strike="noStrike" kern="1200" cap="none" spc="0" normalizeH="0" baseline="30000" noProof="0">
                <a:ln>
                  <a:noFill/>
                </a:ln>
                <a:solidFill>
                  <a:srgbClr val="000000"/>
                </a:solidFill>
                <a:effectLst/>
                <a:uLnTx/>
                <a:uFillTx/>
                <a:latin typeface="Segoe Sans Text Light" pitchFamily="2" charset="0"/>
                <a:ea typeface="Segoe UI" pitchFamily="34" charset="0"/>
                <a:cs typeface="Segoe Sans Text Light" pitchFamily="2" charset="0"/>
              </a:endParaRPr>
            </a:p>
          </p:txBody>
        </p:sp>
        <p:pic>
          <p:nvPicPr>
            <p:cNvPr id="32" name="Picture 31">
              <a:extLst>
                <a:ext uri="{FF2B5EF4-FFF2-40B4-BE49-F238E27FC236}">
                  <a16:creationId xmlns:a16="http://schemas.microsoft.com/office/drawing/2014/main" id="{BB9DC039-0231-5579-3478-23F65029AC08}"/>
                </a:ex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rcRect l="18237" t="8555" r="23817" b="33403"/>
            <a:stretch/>
          </p:blipFill>
          <p:spPr>
            <a:xfrm>
              <a:off x="2545631" y="3951487"/>
              <a:ext cx="581243" cy="608973"/>
            </a:xfrm>
            <a:prstGeom prst="roundRect">
              <a:avLst>
                <a:gd name="adj" fmla="val 11613"/>
              </a:avLst>
            </a:prstGeom>
          </p:spPr>
        </p:pic>
        <p:sp>
          <p:nvSpPr>
            <p:cNvPr id="33" name="TextBox 32">
              <a:extLst>
                <a:ext uri="{FF2B5EF4-FFF2-40B4-BE49-F238E27FC236}">
                  <a16:creationId xmlns:a16="http://schemas.microsoft.com/office/drawing/2014/main" id="{B4915533-8501-9350-6509-51B977127D57}"/>
                </a:ext>
              </a:extLst>
            </p:cNvPr>
            <p:cNvSpPr txBox="1"/>
            <p:nvPr/>
          </p:nvSpPr>
          <p:spPr>
            <a:xfrm rot="5400000">
              <a:off x="3382905" y="4703587"/>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FINANCE</a:t>
              </a:r>
            </a:p>
          </p:txBody>
        </p:sp>
      </p:grpSp>
      <p:grpSp>
        <p:nvGrpSpPr>
          <p:cNvPr id="15" name="Group 14">
            <a:extLst>
              <a:ext uri="{FF2B5EF4-FFF2-40B4-BE49-F238E27FC236}">
                <a16:creationId xmlns:a16="http://schemas.microsoft.com/office/drawing/2014/main" id="{2316B9BF-8920-ED08-C4A4-9488FA3A507A}"/>
              </a:ext>
              <a:ext uri="{C183D7F6-B498-43B3-948B-1728B52AA6E4}">
                <adec:decorative xmlns:adec="http://schemas.microsoft.com/office/drawing/2017/decorative" val="1"/>
              </a:ext>
            </a:extLst>
          </p:cNvPr>
          <p:cNvGrpSpPr/>
          <p:nvPr/>
        </p:nvGrpSpPr>
        <p:grpSpPr>
          <a:xfrm>
            <a:off x="4907280" y="3775404"/>
            <a:ext cx="2377440" cy="2225698"/>
            <a:chOff x="4907280" y="3775404"/>
            <a:chExt cx="2377440" cy="2225698"/>
          </a:xfrm>
        </p:grpSpPr>
        <p:sp>
          <p:nvSpPr>
            <p:cNvPr id="34" name="Rectangle: Rounded Corners 33">
              <a:extLst>
                <a:ext uri="{FF2B5EF4-FFF2-40B4-BE49-F238E27FC236}">
                  <a16:creationId xmlns:a16="http://schemas.microsoft.com/office/drawing/2014/main" id="{FD98F063-6F41-48EC-CCAF-3DC339950411}"/>
                </a:ext>
              </a:extLst>
            </p:cNvPr>
            <p:cNvSpPr/>
            <p:nvPr/>
          </p:nvSpPr>
          <p:spPr bwMode="auto">
            <a:xfrm>
              <a:off x="4907280" y="3782019"/>
              <a:ext cx="2377440" cy="2219083"/>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FFB900"/>
                      </a:gs>
                      <a:gs pos="100000">
                        <a:srgbClr val="F4364F"/>
                      </a:gs>
                    </a:gsLst>
                    <a:lin ang="2700000" scaled="1"/>
                    <a:tileRect/>
                  </a:gradFill>
                  <a:effectLst/>
                  <a:uLnTx/>
                  <a:uFillTx/>
                  <a:latin typeface="Segoe Sans Text Semibold"/>
                  <a:ea typeface="Segoe UI Black" panose="020B0A02040204020203" pitchFamily="34" charset="0"/>
                  <a:cs typeface="Segoe Sans Text Light" pitchFamily="2" charset="0"/>
                </a:rPr>
                <a:t>5%</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reduction expected</a:t>
              </a:r>
              <a:b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b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in </a:t>
              </a:r>
              <a:r>
                <a:rPr kumimoji="0" lang="en-US" sz="1200" b="0" i="0" u="none" strike="noStrike" kern="1200" cap="none" spc="0" normalizeH="0" baseline="0" noProof="0">
                  <a:ln>
                    <a:noFill/>
                  </a:ln>
                  <a:solidFill>
                    <a:srgbClr val="000000"/>
                  </a:solidFill>
                  <a:effectLst/>
                  <a:uLnTx/>
                  <a:uFillTx/>
                  <a:latin typeface="Segoe Sans Text Semibold" pitchFamily="2" charset="0"/>
                  <a:ea typeface="+mn-ea"/>
                  <a:cs typeface="Segoe Sans Text Light" pitchFamily="2" charset="0"/>
                </a:rPr>
                <a:t>exter</a:t>
              </a: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nal spend </a:t>
              </a: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rPr>
                <a:t>for regulatory work i</a:t>
              </a: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n 2025</a:t>
              </a:r>
              <a:endParaRPr kumimoji="0" lang="en-US" sz="1200" b="0" i="0" u="none" strike="noStrike" kern="1200" cap="none" spc="0" normalizeH="0" baseline="30000" noProof="0">
                <a:ln>
                  <a:noFill/>
                </a:ln>
                <a:solidFill>
                  <a:srgbClr val="000000"/>
                </a:solidFill>
                <a:effectLst/>
                <a:uLnTx/>
                <a:uFillTx/>
                <a:latin typeface="Segoe Sans Text Light" pitchFamily="2" charset="0"/>
                <a:ea typeface="Segoe UI" pitchFamily="34" charset="0"/>
                <a:cs typeface="Segoe Sans Text Light" pitchFamily="2" charset="0"/>
              </a:endParaRPr>
            </a:p>
          </p:txBody>
        </p:sp>
        <p:pic>
          <p:nvPicPr>
            <p:cNvPr id="35" name="Picture 34">
              <a:extLst>
                <a:ext uri="{FF2B5EF4-FFF2-40B4-BE49-F238E27FC236}">
                  <a16:creationId xmlns:a16="http://schemas.microsoft.com/office/drawing/2014/main" id="{A9C35B03-F0EE-0471-DA44-587E9F8F72CE}"/>
                </a:ex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rcRect l="19683" t="9057" r="11730" b="22347"/>
            <a:stretch/>
          </p:blipFill>
          <p:spPr>
            <a:xfrm>
              <a:off x="5097140" y="3951487"/>
              <a:ext cx="581243" cy="608973"/>
            </a:xfrm>
            <a:prstGeom prst="roundRect">
              <a:avLst>
                <a:gd name="adj" fmla="val 11613"/>
              </a:avLst>
            </a:prstGeom>
          </p:spPr>
        </p:pic>
        <p:sp>
          <p:nvSpPr>
            <p:cNvPr id="36" name="TextBox 35">
              <a:extLst>
                <a:ext uri="{FF2B5EF4-FFF2-40B4-BE49-F238E27FC236}">
                  <a16:creationId xmlns:a16="http://schemas.microsoft.com/office/drawing/2014/main" id="{5030C5DB-3F66-7F2E-B648-6B5808AB2678}"/>
                </a:ext>
              </a:extLst>
            </p:cNvPr>
            <p:cNvSpPr txBox="1"/>
            <p:nvPr/>
          </p:nvSpPr>
          <p:spPr>
            <a:xfrm rot="5400000">
              <a:off x="5971815" y="4703587"/>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LEGAL</a:t>
              </a:r>
            </a:p>
          </p:txBody>
        </p:sp>
      </p:grpSp>
      <p:grpSp>
        <p:nvGrpSpPr>
          <p:cNvPr id="16" name="Group 15">
            <a:extLst>
              <a:ext uri="{FF2B5EF4-FFF2-40B4-BE49-F238E27FC236}">
                <a16:creationId xmlns:a16="http://schemas.microsoft.com/office/drawing/2014/main" id="{C691DC1E-F5F8-C8BB-9E65-AD247CF9DAE7}"/>
              </a:ext>
              <a:ext uri="{C183D7F6-B498-43B3-948B-1728B52AA6E4}">
                <adec:decorative xmlns:adec="http://schemas.microsoft.com/office/drawing/2017/decorative" val="1"/>
              </a:ext>
            </a:extLst>
          </p:cNvPr>
          <p:cNvGrpSpPr/>
          <p:nvPr/>
        </p:nvGrpSpPr>
        <p:grpSpPr>
          <a:xfrm>
            <a:off x="7496191" y="3777249"/>
            <a:ext cx="2377440" cy="2228622"/>
            <a:chOff x="7496191" y="3777249"/>
            <a:chExt cx="2377440" cy="2228622"/>
          </a:xfrm>
        </p:grpSpPr>
        <p:sp>
          <p:nvSpPr>
            <p:cNvPr id="37" name="Rectangle: Rounded Corners 36">
              <a:extLst>
                <a:ext uri="{FF2B5EF4-FFF2-40B4-BE49-F238E27FC236}">
                  <a16:creationId xmlns:a16="http://schemas.microsoft.com/office/drawing/2014/main" id="{35BAE9C3-5DE1-5E36-2B36-5BD40ADB0EC5}"/>
                </a:ext>
              </a:extLst>
            </p:cNvPr>
            <p:cNvSpPr/>
            <p:nvPr/>
          </p:nvSpPr>
          <p:spPr bwMode="auto">
            <a:xfrm>
              <a:off x="7496191" y="3777249"/>
              <a:ext cx="2377440" cy="2223989"/>
            </a:xfrm>
            <a:prstGeom prst="roundRect">
              <a:avLst>
                <a:gd name="adj" fmla="val 3781"/>
              </a:avLst>
            </a:prstGeom>
            <a:solidFill>
              <a:schemeClr val="bg1"/>
            </a:solidFill>
            <a:ln w="9525">
              <a:noFill/>
              <a:headEnd type="none" w="med" len="med"/>
              <a:tailEnd type="none" w="med" len="med"/>
            </a:ln>
            <a:effectLst>
              <a:outerShdw blurRad="1016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gradFill flip="none" rotWithShape="1">
                    <a:gsLst>
                      <a:gs pos="15000">
                        <a:srgbClr val="49C5B1"/>
                      </a:gs>
                      <a:gs pos="100000">
                        <a:srgbClr val="8DE971"/>
                      </a:gs>
                    </a:gsLst>
                    <a:lin ang="2700000" scaled="1"/>
                    <a:tileRect/>
                  </a:gradFill>
                  <a:effectLst/>
                  <a:uLnTx/>
                  <a:uFillTx/>
                  <a:latin typeface="Segoe Sans Text Semibold"/>
                  <a:ea typeface="Segoe UI Black" panose="020B0A02040204020203" pitchFamily="34" charset="0"/>
                  <a:cs typeface="Segoe Sans Text Light" pitchFamily="2" charset="0"/>
                </a:rPr>
                <a:t>36%</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increase for the </a:t>
              </a:r>
              <a:r>
                <a:rPr kumimoji="0" lang="en-US" sz="1200" b="0" i="0" u="none" strike="noStrike" kern="1200" cap="none" spc="0" normalizeH="0" baseline="0" noProof="0">
                  <a:ln>
                    <a:noFill/>
                  </a:ln>
                  <a:solidFill>
                    <a:srgbClr val="000000"/>
                  </a:solidFill>
                  <a:effectLst/>
                  <a:uLnTx/>
                  <a:uFillTx/>
                  <a:latin typeface="Segoe Sans Text Semibold" pitchFamily="2" charset="0"/>
                  <a:ea typeface="Segoe UI" pitchFamily="34" charset="0"/>
                  <a:cs typeface="Segoe Sans Text Light" pitchFamily="2" charset="0"/>
                </a:rPr>
                <a:t>self-help success rate </a:t>
              </a:r>
              <a:r>
                <a:rPr kumimoji="0" lang="en-US" sz="1200" b="0" i="0" u="none" strike="noStrike" kern="1200" cap="none" spc="0" normalizeH="0" baseline="0" noProof="0">
                  <a:ln>
                    <a:noFill/>
                  </a:ln>
                  <a:solidFill>
                    <a:srgbClr val="000000"/>
                  </a:solidFill>
                  <a:effectLst/>
                  <a:uLnTx/>
                  <a:uFillTx/>
                  <a:latin typeface="Segoe Sans Text Light" pitchFamily="2" charset="0"/>
                  <a:ea typeface="Segoe UI" pitchFamily="34" charset="0"/>
                  <a:cs typeface="Segoe Sans Text Light" pitchFamily="2" charset="0"/>
                </a:rPr>
                <a:t>for employees</a:t>
              </a:r>
            </a:p>
          </p:txBody>
        </p:sp>
        <p:pic>
          <p:nvPicPr>
            <p:cNvPr id="38" name="Picture 37">
              <a:extLst>
                <a:ext uri="{FF2B5EF4-FFF2-40B4-BE49-F238E27FC236}">
                  <a16:creationId xmlns:a16="http://schemas.microsoft.com/office/drawing/2014/main" id="{F47CE1EF-3C75-004C-1116-F59059238D85}"/>
                </a:ex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Lst>
            </a:blip>
            <a:srcRect l="22568" t="10011" r="32454" b="45004"/>
            <a:stretch/>
          </p:blipFill>
          <p:spPr>
            <a:xfrm>
              <a:off x="7689729" y="3951487"/>
              <a:ext cx="581243" cy="608973"/>
            </a:xfrm>
            <a:prstGeom prst="roundRect">
              <a:avLst>
                <a:gd name="adj" fmla="val 11613"/>
              </a:avLst>
            </a:prstGeom>
          </p:spPr>
        </p:pic>
        <p:sp>
          <p:nvSpPr>
            <p:cNvPr id="39" name="TextBox 38">
              <a:extLst>
                <a:ext uri="{FF2B5EF4-FFF2-40B4-BE49-F238E27FC236}">
                  <a16:creationId xmlns:a16="http://schemas.microsoft.com/office/drawing/2014/main" id="{CA1E0107-494A-6C26-459B-8B710361D880}"/>
                </a:ext>
              </a:extLst>
            </p:cNvPr>
            <p:cNvSpPr txBox="1"/>
            <p:nvPr/>
          </p:nvSpPr>
          <p:spPr>
            <a:xfrm rot="5400000">
              <a:off x="8560727" y="4708357"/>
              <a:ext cx="2225697" cy="369332"/>
            </a:xfrm>
            <a:prstGeom prst="rect">
              <a:avLst/>
            </a:prstGeom>
            <a:noFill/>
          </p:spPr>
          <p:txBody>
            <a:bodyPr wrap="square" lIns="137160" tIns="182880" rIns="164592"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a:ln>
                    <a:noFill/>
                  </a:ln>
                  <a:solidFill>
                    <a:srgbClr val="FFFFFF">
                      <a:lumMod val="65000"/>
                    </a:srgbClr>
                  </a:solidFill>
                  <a:effectLst/>
                  <a:uLnTx/>
                  <a:uFillTx/>
                  <a:latin typeface="Segoe Sans Text Semibold" pitchFamily="2" charset="0"/>
                  <a:ea typeface="+mn-ea"/>
                  <a:cs typeface="+mn-cs"/>
                </a:rPr>
                <a:t>IT</a:t>
              </a:r>
            </a:p>
          </p:txBody>
        </p:sp>
      </p:grpSp>
      <p:sp>
        <p:nvSpPr>
          <p:cNvPr id="40" name="TextBox 39">
            <a:extLst>
              <a:ext uri="{FF2B5EF4-FFF2-40B4-BE49-F238E27FC236}">
                <a16:creationId xmlns:a16="http://schemas.microsoft.com/office/drawing/2014/main" id="{E31F3480-E6B3-F429-B7D4-8CCAC0EF5500}"/>
              </a:ext>
            </a:extLst>
          </p:cNvPr>
          <p:cNvSpPr txBox="1"/>
          <p:nvPr/>
        </p:nvSpPr>
        <p:spPr>
          <a:xfrm>
            <a:off x="4495753" y="6590394"/>
            <a:ext cx="3704091"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mn-cs"/>
              </a:rPr>
              <a:t>Source: </a:t>
            </a:r>
            <a:r>
              <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mn-cs"/>
                <a:hlinkClick r:id="rId10">
                  <a:extLst>
                    <a:ext uri="{A12FA001-AC4F-418D-AE19-62706E023703}">
                      <ahyp:hlinkClr xmlns:ahyp="http://schemas.microsoft.com/office/drawing/2018/hyperlinkcolor" val="tx"/>
                    </a:ext>
                  </a:extLst>
                </a:hlinkClick>
              </a:rPr>
              <a:t>AI is Already Changing Work – Microsoft Included</a:t>
            </a:r>
            <a:endParaRPr kumimoji="0" lang="en-US" sz="1200" b="0" i="0" u="none" strike="noStrike" kern="1200" cap="none" spc="0" normalizeH="0" baseline="0" noProof="0">
              <a:ln>
                <a:noFill/>
              </a:ln>
              <a:solidFill>
                <a:srgbClr val="000000"/>
              </a:solidFill>
              <a:effectLst/>
              <a:uLnTx/>
              <a:uFillTx/>
              <a:latin typeface="Segoe Sans Text Light" pitchFamily="2" charset="0"/>
              <a:ea typeface="+mn-ea"/>
              <a:cs typeface="+mn-cs"/>
            </a:endParaRPr>
          </a:p>
        </p:txBody>
      </p:sp>
      <p:sp>
        <p:nvSpPr>
          <p:cNvPr id="3" name="Rectangle: Rounded Corners 4">
            <a:extLst>
              <a:ext uri="{FF2B5EF4-FFF2-40B4-BE49-F238E27FC236}">
                <a16:creationId xmlns:a16="http://schemas.microsoft.com/office/drawing/2014/main" id="{5EC661AE-C70E-A42B-C328-6A8A5BD3C352}"/>
              </a:ext>
              <a:ext uri="{C183D7F6-B498-43B3-948B-1728B52AA6E4}">
                <adec:decorative xmlns:adec="http://schemas.microsoft.com/office/drawing/2017/decorative" val="0"/>
              </a:ext>
            </a:extLst>
          </p:cNvPr>
          <p:cNvSpPr/>
          <p:nvPr/>
        </p:nvSpPr>
        <p:spPr bwMode="auto">
          <a:xfrm>
            <a:off x="2318369" y="6122535"/>
            <a:ext cx="7555262" cy="346290"/>
          </a:xfrm>
          <a:prstGeom prst="roundRect">
            <a:avLst>
              <a:gd name="adj" fmla="val 50000"/>
            </a:avLst>
          </a:prstGeom>
          <a:gradFill flip="none" rotWithShape="1">
            <a:gsLst>
              <a:gs pos="0">
                <a:srgbClr val="49C5B1"/>
              </a:gs>
              <a:gs pos="100000">
                <a:srgbClr val="0078D4"/>
              </a:gs>
            </a:gsLst>
            <a:lin ang="13500000" scaled="0"/>
            <a:tileRect/>
          </a:gradFill>
          <a:ln w="10795" cap="flat" cmpd="sng" algn="ctr">
            <a:noFill/>
            <a:prstDash val="solid"/>
          </a:ln>
          <a:effectLst/>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717626"/>
            <a:r>
              <a:rPr lang="en-GB" sz="1600" kern="0">
                <a:solidFill>
                  <a:srgbClr val="091F2C"/>
                </a:solidFill>
                <a:latin typeface="Segoe Sans Text Semibold"/>
                <a:cs typeface="Segoe Sans Text" pitchFamily="2" charset="0"/>
              </a:rPr>
              <a:t>Customer Zero outcomes –with reliability at scale.</a:t>
            </a:r>
            <a:endParaRPr lang="en-US" sz="1600" kern="0">
              <a:solidFill>
                <a:srgbClr val="091F2C"/>
              </a:solidFill>
              <a:latin typeface="Segoe Sans Text Semibold"/>
              <a:cs typeface="Segoe Sans Text" pitchFamily="2" charset="0"/>
            </a:endParaRPr>
          </a:p>
        </p:txBody>
      </p:sp>
    </p:spTree>
    <p:extLst>
      <p:ext uri="{BB962C8B-B14F-4D97-AF65-F5344CB8AC3E}">
        <p14:creationId xmlns:p14="http://schemas.microsoft.com/office/powerpoint/2010/main" val="22581205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2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30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4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5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60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70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7E83-BF91-AA16-DB73-DC0CA6F87EE0}"/>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4426C6FD-8486-2C30-9491-7AC947835A61}"/>
              </a:ext>
            </a:extLst>
          </p:cNvPr>
          <p:cNvSpPr>
            <a:spLocks noGrp="1"/>
          </p:cNvSpPr>
          <p:nvPr>
            <p:ph type="title" idx="4294967295"/>
          </p:nvPr>
        </p:nvSpPr>
        <p:spPr>
          <a:xfrm>
            <a:off x="588263" y="-498545"/>
            <a:ext cx="11018520" cy="307777"/>
          </a:xfrm>
        </p:spPr>
        <p:txBody>
          <a:bodyPr vert="horz" wrap="square" lIns="0" tIns="0" rIns="0" bIns="0" rtlCol="0" anchor="b">
            <a:spAutoFit/>
          </a:bodyPr>
          <a:lstStyle/>
          <a:p>
            <a:r>
              <a:rPr lang="en-US" sz="2000"/>
              <a:t>We started with automation</a:t>
            </a:r>
          </a:p>
        </p:txBody>
      </p:sp>
      <p:grpSp>
        <p:nvGrpSpPr>
          <p:cNvPr id="16" name="Group 15" descr="Yesterday">
            <a:extLst>
              <a:ext uri="{FF2B5EF4-FFF2-40B4-BE49-F238E27FC236}">
                <a16:creationId xmlns:a16="http://schemas.microsoft.com/office/drawing/2014/main" id="{1F645094-6014-630B-6B4F-4CCCEB9DBBA1}"/>
              </a:ext>
            </a:extLst>
          </p:cNvPr>
          <p:cNvGrpSpPr/>
          <p:nvPr/>
        </p:nvGrpSpPr>
        <p:grpSpPr>
          <a:xfrm>
            <a:off x="588263" y="880510"/>
            <a:ext cx="5336527" cy="4798889"/>
            <a:chOff x="588263" y="880510"/>
            <a:chExt cx="5336527" cy="4798889"/>
          </a:xfrm>
        </p:grpSpPr>
        <p:sp>
          <p:nvSpPr>
            <p:cNvPr id="53" name="Rectangle: Rounded Corners 4">
              <a:extLst>
                <a:ext uri="{FF2B5EF4-FFF2-40B4-BE49-F238E27FC236}">
                  <a16:creationId xmlns:a16="http://schemas.microsoft.com/office/drawing/2014/main" id="{DDFD6D67-A713-27BD-1752-C7680AE2665A}"/>
                </a:ext>
                <a:ext uri="{C183D7F6-B498-43B3-948B-1728B52AA6E4}">
                  <adec:decorative xmlns:adec="http://schemas.microsoft.com/office/drawing/2017/decorative" val="1"/>
                </a:ext>
              </a:extLst>
            </p:cNvPr>
            <p:cNvSpPr/>
            <p:nvPr/>
          </p:nvSpPr>
          <p:spPr bwMode="auto">
            <a:xfrm>
              <a:off x="588263" y="1052846"/>
              <a:ext cx="5336527" cy="4626553"/>
            </a:xfrm>
            <a:prstGeom prst="roundRect">
              <a:avLst>
                <a:gd name="adj" fmla="val 5384"/>
              </a:avLst>
            </a:prstGeom>
            <a:no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ctr" defTabSz="110155" rtl="0" eaLnBrk="1" fontAlgn="base" latinLnBrk="0" hangingPunct="1">
                <a:lnSpc>
                  <a:spcPct val="100000"/>
                </a:lnSpc>
                <a:spcBef>
                  <a:spcPts val="0"/>
                </a:spcBef>
                <a:spcAft>
                  <a:spcPct val="0"/>
                </a:spcAft>
                <a:buClrTx/>
                <a:buSzTx/>
                <a:buFontTx/>
                <a:buNone/>
                <a:tabLst/>
                <a:defRPr/>
              </a:pPr>
              <a:endParaRPr kumimoji="0" lang="en-US" sz="1800" b="1" i="0" u="none" strike="noStrike" kern="0" cap="none" spc="0" normalizeH="0" baseline="0" noProof="0" err="1">
                <a:ln>
                  <a:noFill/>
                </a:ln>
                <a:solidFill>
                  <a:srgbClr val="000000"/>
                </a:solidFill>
                <a:effectLst/>
                <a:uLnTx/>
                <a:uFillTx/>
                <a:latin typeface="Segoe Sans Text Semibold" pitchFamily="2" charset="0"/>
                <a:ea typeface="+mn-ea"/>
                <a:cs typeface="Segoe Sans Text Semibold" pitchFamily="2" charset="0"/>
              </a:endParaRPr>
            </a:p>
          </p:txBody>
        </p:sp>
        <p:sp useBgFill="1">
          <p:nvSpPr>
            <p:cNvPr id="66" name="TextBox 65">
              <a:extLst>
                <a:ext uri="{FF2B5EF4-FFF2-40B4-BE49-F238E27FC236}">
                  <a16:creationId xmlns:a16="http://schemas.microsoft.com/office/drawing/2014/main" id="{93EAF412-B153-A020-7CD4-81B573D42CCE}"/>
                </a:ext>
              </a:extLst>
            </p:cNvPr>
            <p:cNvSpPr txBox="1"/>
            <p:nvPr/>
          </p:nvSpPr>
          <p:spPr>
            <a:xfrm>
              <a:off x="2620216" y="880510"/>
              <a:ext cx="128087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Segoe Sans Text"/>
                  <a:ea typeface="+mn-ea"/>
                  <a:cs typeface="+mn-cs"/>
                </a:rPr>
                <a:t>Yesterday</a:t>
              </a:r>
              <a:endParaRPr kumimoji="0" lang="en-US" sz="1400" b="0" i="0" u="none" strike="noStrike" kern="1200" cap="none" spc="0" normalizeH="0" baseline="0" noProof="0">
                <a:ln>
                  <a:noFill/>
                </a:ln>
                <a:effectLst/>
                <a:uLnTx/>
                <a:uFillTx/>
                <a:latin typeface="Segoe Sans Text"/>
                <a:ea typeface="+mn-ea"/>
                <a:cs typeface="+mn-cs"/>
              </a:endParaRPr>
            </a:p>
          </p:txBody>
        </p:sp>
      </p:grpSp>
      <p:grpSp>
        <p:nvGrpSpPr>
          <p:cNvPr id="21" name="Group 20" descr="Automation">
            <a:extLst>
              <a:ext uri="{FF2B5EF4-FFF2-40B4-BE49-F238E27FC236}">
                <a16:creationId xmlns:a16="http://schemas.microsoft.com/office/drawing/2014/main" id="{6C797E19-068C-091F-00F7-AD5FEA910156}"/>
              </a:ext>
            </a:extLst>
          </p:cNvPr>
          <p:cNvGrpSpPr/>
          <p:nvPr/>
        </p:nvGrpSpPr>
        <p:grpSpPr>
          <a:xfrm>
            <a:off x="902946" y="1379011"/>
            <a:ext cx="2274151" cy="3498306"/>
            <a:chOff x="902946" y="1379011"/>
            <a:chExt cx="2274151" cy="3498306"/>
          </a:xfrm>
        </p:grpSpPr>
        <p:sp>
          <p:nvSpPr>
            <p:cNvPr id="40" name="Rectangle: Rounded Corners 39">
              <a:extLst>
                <a:ext uri="{FF2B5EF4-FFF2-40B4-BE49-F238E27FC236}">
                  <a16:creationId xmlns:a16="http://schemas.microsoft.com/office/drawing/2014/main" id="{D5D4AB58-009C-50CE-E2DA-EDA8FF4F881F}"/>
                </a:ext>
              </a:extLst>
            </p:cNvPr>
            <p:cNvSpPr/>
            <p:nvPr/>
          </p:nvSpPr>
          <p:spPr bwMode="auto">
            <a:xfrm>
              <a:off x="1344920" y="1630724"/>
              <a:ext cx="1380062" cy="274304"/>
            </a:xfrm>
            <a:prstGeom prst="roundRect">
              <a:avLst>
                <a:gd name="adj" fmla="val 50000"/>
              </a:avLst>
            </a:prstGeom>
            <a:gradFill flip="none" rotWithShape="1">
              <a:gsLst>
                <a:gs pos="71000">
                  <a:srgbClr val="432EC8"/>
                </a:gs>
                <a:gs pos="100000">
                  <a:srgbClr val="998CE4"/>
                </a:gs>
              </a:gsLst>
              <a:lin ang="0" scaled="1"/>
              <a:tileRect/>
            </a:gradFill>
          </p:spPr>
          <p:txBody>
            <a:bodyPr wrap="none" lIns="0" tIns="0" rIns="0" bIns="0" rtlCol="0" anchor="ctr" anchorCtr="0">
              <a:noAutofit/>
            </a:bodyPr>
            <a:lstStyle/>
            <a:p>
              <a:pPr algn="ctr" defTabSz="914367" fontAlgn="base">
                <a:spcBef>
                  <a:spcPct val="0"/>
                </a:spcBef>
                <a:spcAft>
                  <a:spcPct val="0"/>
                </a:spcAft>
              </a:pPr>
              <a:r>
                <a:rPr lang="en-US" sz="1200"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rPr>
                <a:t>Automation</a:t>
              </a:r>
            </a:p>
          </p:txBody>
        </p:sp>
        <p:sp>
          <p:nvSpPr>
            <p:cNvPr id="3" name="Rectangle: Rounded Corners 2">
              <a:extLst>
                <a:ext uri="{FF2B5EF4-FFF2-40B4-BE49-F238E27FC236}">
                  <a16:creationId xmlns:a16="http://schemas.microsoft.com/office/drawing/2014/main" id="{A1ABBF43-2894-98CF-D41F-9A3E65C8787A}"/>
                </a:ext>
              </a:extLst>
            </p:cNvPr>
            <p:cNvSpPr/>
            <p:nvPr/>
          </p:nvSpPr>
          <p:spPr bwMode="auto">
            <a:xfrm>
              <a:off x="902946" y="1379011"/>
              <a:ext cx="2274151" cy="3498306"/>
            </a:xfrm>
            <a:prstGeom prst="roundRect">
              <a:avLst>
                <a:gd name="adj" fmla="val 7875"/>
              </a:avLst>
            </a:prstGeom>
            <a:solidFill>
              <a:srgbClr val="ECECEA">
                <a:alpha val="15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err="1">
                <a:ln w="3175">
                  <a:noFill/>
                </a:ln>
                <a:gradFill>
                  <a:gsLst>
                    <a:gs pos="22936">
                      <a:srgbClr val="F4F3F5"/>
                    </a:gs>
                    <a:gs pos="38000">
                      <a:srgbClr val="F4F3F5"/>
                    </a:gs>
                  </a:gsLst>
                  <a:path path="circle">
                    <a:fillToRect l="100000" t="100000"/>
                  </a:path>
                </a:gradFill>
                <a:latin typeface="Segoe UI Variable Display Semibold" pitchFamily="2" charset="0"/>
                <a:cs typeface="Segoe UI" pitchFamily="34" charset="0"/>
              </a:endParaRPr>
            </a:p>
          </p:txBody>
        </p:sp>
        <p:pic>
          <p:nvPicPr>
            <p:cNvPr id="1028" name="Picture 4" descr="AI Emoji Generator">
              <a:extLst>
                <a:ext uri="{FF2B5EF4-FFF2-40B4-BE49-F238E27FC236}">
                  <a16:creationId xmlns:a16="http://schemas.microsoft.com/office/drawing/2014/main" id="{B6F978E0-6244-9B65-7202-E7B8B744CF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0793" y="2756553"/>
              <a:ext cx="788628" cy="78862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4" descr="AI Emoji Generator">
              <a:extLst>
                <a:ext uri="{FF2B5EF4-FFF2-40B4-BE49-F238E27FC236}">
                  <a16:creationId xmlns:a16="http://schemas.microsoft.com/office/drawing/2014/main" id="{9730286E-2D10-3CF9-8AE7-38998999AF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8660" y="2330343"/>
              <a:ext cx="788628" cy="788628"/>
            </a:xfrm>
            <a:prstGeom prst="rect">
              <a:avLst/>
            </a:prstGeom>
            <a:noFill/>
            <a:extLst>
              <a:ext uri="{909E8E84-426E-40DD-AFC4-6F175D3DCCD1}">
                <a14:hiddenFill xmlns:a14="http://schemas.microsoft.com/office/drawing/2010/main">
                  <a:solidFill>
                    <a:srgbClr val="FFFFFF"/>
                  </a:solidFill>
                </a14:hiddenFill>
              </a:ext>
            </a:extLst>
          </p:spPr>
        </p:pic>
      </p:grpSp>
      <p:sp>
        <p:nvSpPr>
          <p:cNvPr id="33" name="Text Placeholder 3">
            <a:extLst>
              <a:ext uri="{FF2B5EF4-FFF2-40B4-BE49-F238E27FC236}">
                <a16:creationId xmlns:a16="http://schemas.microsoft.com/office/drawing/2014/main" id="{EBEC181B-2002-37F6-C2D2-5E20EAA0B0EA}"/>
              </a:ext>
            </a:extLst>
          </p:cNvPr>
          <p:cNvSpPr>
            <a:spLocks noGrp="1"/>
          </p:cNvSpPr>
          <p:nvPr/>
        </p:nvSpPr>
        <p:spPr>
          <a:xfrm>
            <a:off x="910329" y="4076863"/>
            <a:ext cx="2259385" cy="658642"/>
          </a:xfrm>
          <a:prstGeom prst="rect">
            <a:avLst/>
          </a:prstGeom>
        </p:spPr>
        <p:txBody>
          <a:bodyPr vert="horz" wrap="square" lIns="0" tIns="0" rIns="0" bIns="0" rtlCol="0" anchor="b">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a:ln>
                  <a:noFill/>
                </a:ln>
                <a:effectLst/>
                <a:uLnTx/>
                <a:uFillTx/>
                <a:latin typeface="Segoe UI Semibold" panose="020B0702040204020203" pitchFamily="34" charset="0"/>
                <a:ea typeface="+mn-ea"/>
                <a:cs typeface="Segoe UI Semibold" panose="020B0702040204020203" pitchFamily="34" charset="0"/>
              </a:rPr>
              <a:t>Completes repetitive tasks</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“Inputs new hire information</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into HR System”</a:t>
            </a:r>
          </a:p>
        </p:txBody>
      </p:sp>
      <p:grpSp>
        <p:nvGrpSpPr>
          <p:cNvPr id="22" name="Group 21" descr="Assistants">
            <a:extLst>
              <a:ext uri="{FF2B5EF4-FFF2-40B4-BE49-F238E27FC236}">
                <a16:creationId xmlns:a16="http://schemas.microsoft.com/office/drawing/2014/main" id="{8CD9D6C6-0D3A-A7F5-18F7-327E7FD1A943}"/>
              </a:ext>
            </a:extLst>
          </p:cNvPr>
          <p:cNvGrpSpPr/>
          <p:nvPr/>
        </p:nvGrpSpPr>
        <p:grpSpPr>
          <a:xfrm>
            <a:off x="3339579" y="1381882"/>
            <a:ext cx="2271503" cy="3498306"/>
            <a:chOff x="3346179" y="1379012"/>
            <a:chExt cx="2271503" cy="3498306"/>
          </a:xfrm>
        </p:grpSpPr>
        <p:sp>
          <p:nvSpPr>
            <p:cNvPr id="4" name="Rectangle: Rounded Corners 3">
              <a:extLst>
                <a:ext uri="{FF2B5EF4-FFF2-40B4-BE49-F238E27FC236}">
                  <a16:creationId xmlns:a16="http://schemas.microsoft.com/office/drawing/2014/main" id="{6560FEC4-2E6C-B811-FFB8-106FE066F0C3}"/>
                </a:ext>
              </a:extLst>
            </p:cNvPr>
            <p:cNvSpPr/>
            <p:nvPr/>
          </p:nvSpPr>
          <p:spPr bwMode="auto">
            <a:xfrm>
              <a:off x="3346179" y="1379012"/>
              <a:ext cx="2271503" cy="3498306"/>
            </a:xfrm>
            <a:prstGeom prst="roundRect">
              <a:avLst>
                <a:gd name="adj" fmla="val 7944"/>
              </a:avLst>
            </a:prstGeom>
            <a:solidFill>
              <a:srgbClr val="ECECEA">
                <a:alpha val="15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a:ln w="3175">
                  <a:noFill/>
                </a:ln>
                <a:gradFill>
                  <a:gsLst>
                    <a:gs pos="22936">
                      <a:srgbClr val="F4F3F5"/>
                    </a:gs>
                    <a:gs pos="38000">
                      <a:srgbClr val="F4F3F5"/>
                    </a:gs>
                  </a:gsLst>
                  <a:path path="circle">
                    <a:fillToRect l="100000" t="100000"/>
                  </a:path>
                </a:gradFill>
                <a:latin typeface="Segoe UI Variable Display Semibold" pitchFamily="2" charset="0"/>
                <a:cs typeface="Segoe UI" pitchFamily="34" charset="0"/>
              </a:endParaRPr>
            </a:p>
          </p:txBody>
        </p:sp>
        <p:sp>
          <p:nvSpPr>
            <p:cNvPr id="35" name="Rectangle: Rounded Corners 34">
              <a:extLst>
                <a:ext uri="{FF2B5EF4-FFF2-40B4-BE49-F238E27FC236}">
                  <a16:creationId xmlns:a16="http://schemas.microsoft.com/office/drawing/2014/main" id="{539C19A2-304A-E118-AF04-49DADC91E04D}"/>
                </a:ext>
              </a:extLst>
            </p:cNvPr>
            <p:cNvSpPr/>
            <p:nvPr/>
          </p:nvSpPr>
          <p:spPr bwMode="auto">
            <a:xfrm>
              <a:off x="3849201" y="1623107"/>
              <a:ext cx="1197572" cy="274304"/>
            </a:xfrm>
            <a:prstGeom prst="roundRect">
              <a:avLst>
                <a:gd name="adj" fmla="val 50000"/>
              </a:avLst>
            </a:prstGeom>
            <a:gradFill flip="none" rotWithShape="1">
              <a:gsLst>
                <a:gs pos="71000">
                  <a:srgbClr val="432EC8"/>
                </a:gs>
                <a:gs pos="100000">
                  <a:srgbClr val="998CE4"/>
                </a:gs>
              </a:gsLst>
              <a:lin ang="0" scaled="1"/>
              <a:tileRect/>
            </a:gradFill>
          </p:spPr>
          <p:txBody>
            <a:bodyPr wrap="none" lIns="0" tIns="0" rIns="0" bIns="0" rtlCol="0" anchor="ctr" anchorCtr="0">
              <a:noAutofit/>
            </a:bodyPr>
            <a:lstStyle/>
            <a:p>
              <a:pPr algn="ctr" defTabSz="914367" fontAlgn="base">
                <a:spcBef>
                  <a:spcPct val="0"/>
                </a:spcBef>
                <a:spcAft>
                  <a:spcPct val="0"/>
                </a:spcAft>
              </a:pPr>
              <a:r>
                <a:rPr lang="en-US" sz="1200"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rPr>
                <a:t>Assistants</a:t>
              </a:r>
            </a:p>
          </p:txBody>
        </p:sp>
        <p:pic>
          <p:nvPicPr>
            <p:cNvPr id="1032" name="Picture 8" descr="Download Speech Bubble Emoji | Emoji Island">
              <a:extLst>
                <a:ext uri="{FF2B5EF4-FFF2-40B4-BE49-F238E27FC236}">
                  <a16:creationId xmlns:a16="http://schemas.microsoft.com/office/drawing/2014/main" id="{3F93875D-7816-A2FA-0EB0-474311E969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5284" y="2756553"/>
              <a:ext cx="781315" cy="78131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8" descr="Download Speech Bubble Emoji | Emoji Island">
              <a:extLst>
                <a:ext uri="{FF2B5EF4-FFF2-40B4-BE49-F238E27FC236}">
                  <a16:creationId xmlns:a16="http://schemas.microsoft.com/office/drawing/2014/main" id="{A16D62A5-913B-6D18-61FD-9A4772F843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683297" y="2316834"/>
              <a:ext cx="781315" cy="781315"/>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 Placeholder 3">
            <a:extLst>
              <a:ext uri="{FF2B5EF4-FFF2-40B4-BE49-F238E27FC236}">
                <a16:creationId xmlns:a16="http://schemas.microsoft.com/office/drawing/2014/main" id="{2D87E791-EBF6-FEB0-1E8C-CD501E08F0A4}"/>
              </a:ext>
            </a:extLst>
          </p:cNvPr>
          <p:cNvSpPr>
            <a:spLocks noGrp="1"/>
          </p:cNvSpPr>
          <p:nvPr/>
        </p:nvSpPr>
        <p:spPr>
          <a:xfrm>
            <a:off x="3382638" y="4076863"/>
            <a:ext cx="2130699" cy="658642"/>
          </a:xfrm>
          <a:prstGeom prst="rect">
            <a:avLst/>
          </a:prstGeom>
        </p:spPr>
        <p:txBody>
          <a:bodyPr vert="horz" wrap="square" lIns="0" tIns="0" rIns="0" bIns="0" rtlCol="0" anchor="b">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a:ln>
                  <a:noFill/>
                </a:ln>
                <a:effectLst/>
                <a:uLnTx/>
                <a:uFillTx/>
                <a:latin typeface="Segoe UI Semibold" panose="020B0702040204020203" pitchFamily="34" charset="0"/>
                <a:ea typeface="+mn-ea"/>
                <a:cs typeface="Segoe UI Semibold" panose="020B0702040204020203" pitchFamily="34" charset="0"/>
              </a:rPr>
              <a:t>Answers &amp; suggests</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“What is the dress code </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in the office?”</a:t>
            </a:r>
          </a:p>
        </p:txBody>
      </p:sp>
      <p:grpSp>
        <p:nvGrpSpPr>
          <p:cNvPr id="19" name="Group 18" descr="Today">
            <a:extLst>
              <a:ext uri="{FF2B5EF4-FFF2-40B4-BE49-F238E27FC236}">
                <a16:creationId xmlns:a16="http://schemas.microsoft.com/office/drawing/2014/main" id="{AA6662D0-3AD7-E784-6F6D-1553ABF6DA9B}"/>
              </a:ext>
            </a:extLst>
          </p:cNvPr>
          <p:cNvGrpSpPr/>
          <p:nvPr/>
        </p:nvGrpSpPr>
        <p:grpSpPr>
          <a:xfrm>
            <a:off x="6286119" y="880510"/>
            <a:ext cx="5336527" cy="4798889"/>
            <a:chOff x="6286119" y="880510"/>
            <a:chExt cx="5336527" cy="4798889"/>
          </a:xfrm>
        </p:grpSpPr>
        <p:sp>
          <p:nvSpPr>
            <p:cNvPr id="20" name="Rectangle: Rounded Corners 4">
              <a:extLst>
                <a:ext uri="{FF2B5EF4-FFF2-40B4-BE49-F238E27FC236}">
                  <a16:creationId xmlns:a16="http://schemas.microsoft.com/office/drawing/2014/main" id="{E0C48556-E6F6-C619-5AE8-B1D7D1678C53}"/>
                </a:ext>
                <a:ext uri="{C183D7F6-B498-43B3-948B-1728B52AA6E4}">
                  <adec:decorative xmlns:adec="http://schemas.microsoft.com/office/drawing/2017/decorative" val="1"/>
                </a:ext>
              </a:extLst>
            </p:cNvPr>
            <p:cNvSpPr/>
            <p:nvPr/>
          </p:nvSpPr>
          <p:spPr bwMode="auto">
            <a:xfrm>
              <a:off x="6286119" y="1052847"/>
              <a:ext cx="5336527" cy="4626552"/>
            </a:xfrm>
            <a:prstGeom prst="roundRect">
              <a:avLst>
                <a:gd name="adj" fmla="val 5236"/>
              </a:avLst>
            </a:prstGeom>
            <a:noFill/>
            <a:ln w="12700">
              <a:solidFill>
                <a:schemeClr val="tx1">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ctr" defTabSz="110155" rtl="0" eaLnBrk="1" fontAlgn="base" latinLnBrk="0" hangingPunct="1">
                <a:lnSpc>
                  <a:spcPct val="100000"/>
                </a:lnSpc>
                <a:spcBef>
                  <a:spcPts val="0"/>
                </a:spcBef>
                <a:spcAft>
                  <a:spcPct val="0"/>
                </a:spcAft>
                <a:buClrTx/>
                <a:buSzTx/>
                <a:buFontTx/>
                <a:buNone/>
                <a:tabLst/>
                <a:defRPr/>
              </a:pPr>
              <a:endParaRPr kumimoji="0" lang="en-US" sz="1800" b="1" i="0" u="none" strike="noStrike" kern="0" cap="none" spc="0" normalizeH="0" baseline="0" noProof="0" err="1">
                <a:ln>
                  <a:noFill/>
                </a:ln>
                <a:solidFill>
                  <a:srgbClr val="000000"/>
                </a:solidFill>
                <a:effectLst/>
                <a:uLnTx/>
                <a:uFillTx/>
                <a:latin typeface="Segoe Sans Text Semibold" pitchFamily="2" charset="0"/>
                <a:ea typeface="+mn-ea"/>
                <a:cs typeface="Segoe Sans Text Semibold" pitchFamily="2" charset="0"/>
              </a:endParaRPr>
            </a:p>
          </p:txBody>
        </p:sp>
        <p:sp useBgFill="1">
          <p:nvSpPr>
            <p:cNvPr id="9" name="TextBox 8">
              <a:extLst>
                <a:ext uri="{FF2B5EF4-FFF2-40B4-BE49-F238E27FC236}">
                  <a16:creationId xmlns:a16="http://schemas.microsoft.com/office/drawing/2014/main" id="{8EEFF944-ADD8-C0FC-20D8-3FBEB417165D}"/>
                </a:ext>
              </a:extLst>
            </p:cNvPr>
            <p:cNvSpPr txBox="1"/>
            <p:nvPr/>
          </p:nvSpPr>
          <p:spPr>
            <a:xfrm>
              <a:off x="8517411" y="880510"/>
              <a:ext cx="87394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Segoe Sans Text"/>
                  <a:ea typeface="+mn-ea"/>
                  <a:cs typeface="+mn-cs"/>
                </a:rPr>
                <a:t>Today</a:t>
              </a:r>
              <a:endParaRPr kumimoji="0" lang="en-US" sz="1400" b="0" i="0" u="none" strike="noStrike" kern="1200" cap="none" spc="0" normalizeH="0" baseline="0" noProof="0">
                <a:ln>
                  <a:noFill/>
                </a:ln>
                <a:effectLst/>
                <a:uLnTx/>
                <a:uFillTx/>
                <a:latin typeface="Segoe Sans Text"/>
                <a:ea typeface="+mn-ea"/>
                <a:cs typeface="+mn-cs"/>
              </a:endParaRPr>
            </a:p>
          </p:txBody>
        </p:sp>
      </p:grpSp>
      <p:grpSp>
        <p:nvGrpSpPr>
          <p:cNvPr id="24" name="Group 23" descr="Agents">
            <a:extLst>
              <a:ext uri="{FF2B5EF4-FFF2-40B4-BE49-F238E27FC236}">
                <a16:creationId xmlns:a16="http://schemas.microsoft.com/office/drawing/2014/main" id="{4EB22E46-D9F9-9277-B892-C653D80D3962}"/>
              </a:ext>
            </a:extLst>
          </p:cNvPr>
          <p:cNvGrpSpPr/>
          <p:nvPr/>
        </p:nvGrpSpPr>
        <p:grpSpPr>
          <a:xfrm>
            <a:off x="6613825" y="1379012"/>
            <a:ext cx="2271503" cy="3498306"/>
            <a:chOff x="6613825" y="1379012"/>
            <a:chExt cx="2271503" cy="3498306"/>
          </a:xfrm>
        </p:grpSpPr>
        <p:sp>
          <p:nvSpPr>
            <p:cNvPr id="5" name="Rectangle: Rounded Corners 4">
              <a:extLst>
                <a:ext uri="{FF2B5EF4-FFF2-40B4-BE49-F238E27FC236}">
                  <a16:creationId xmlns:a16="http://schemas.microsoft.com/office/drawing/2014/main" id="{B9033DA5-3D4A-79AC-9A76-5BB533C739CB}"/>
                </a:ext>
              </a:extLst>
            </p:cNvPr>
            <p:cNvSpPr/>
            <p:nvPr/>
          </p:nvSpPr>
          <p:spPr bwMode="auto">
            <a:xfrm>
              <a:off x="6613825" y="1379012"/>
              <a:ext cx="2271503" cy="3498306"/>
            </a:xfrm>
            <a:prstGeom prst="roundRect">
              <a:avLst>
                <a:gd name="adj" fmla="val 7877"/>
              </a:avLst>
            </a:prstGeom>
            <a:solidFill>
              <a:srgbClr val="ECECEA">
                <a:alpha val="15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err="1">
                <a:ln w="3175">
                  <a:noFill/>
                </a:ln>
                <a:gradFill>
                  <a:gsLst>
                    <a:gs pos="22936">
                      <a:srgbClr val="F4F3F5"/>
                    </a:gs>
                    <a:gs pos="38000">
                      <a:srgbClr val="F4F3F5"/>
                    </a:gs>
                  </a:gsLst>
                  <a:path path="circle">
                    <a:fillToRect l="100000" t="100000"/>
                  </a:path>
                </a:gradFill>
                <a:latin typeface="Segoe UI Variable Display Semibold" pitchFamily="2" charset="0"/>
                <a:cs typeface="Segoe UI" pitchFamily="34" charset="0"/>
              </a:endParaRPr>
            </a:p>
          </p:txBody>
        </p:sp>
        <p:sp>
          <p:nvSpPr>
            <p:cNvPr id="36" name="Rectangle: Rounded Corners 35">
              <a:extLst>
                <a:ext uri="{FF2B5EF4-FFF2-40B4-BE49-F238E27FC236}">
                  <a16:creationId xmlns:a16="http://schemas.microsoft.com/office/drawing/2014/main" id="{C64E58B4-5CF1-CB8C-29FB-42B13169E8F7}"/>
                </a:ext>
              </a:extLst>
            </p:cNvPr>
            <p:cNvSpPr/>
            <p:nvPr/>
          </p:nvSpPr>
          <p:spPr bwMode="auto">
            <a:xfrm>
              <a:off x="7185468" y="1623107"/>
              <a:ext cx="1154431" cy="274304"/>
            </a:xfrm>
            <a:prstGeom prst="roundRect">
              <a:avLst>
                <a:gd name="adj" fmla="val 50000"/>
              </a:avLst>
            </a:prstGeom>
            <a:gradFill flip="none" rotWithShape="1">
              <a:gsLst>
                <a:gs pos="71000">
                  <a:srgbClr val="432EC8"/>
                </a:gs>
                <a:gs pos="100000">
                  <a:srgbClr val="998CE4"/>
                </a:gs>
              </a:gsLst>
              <a:lin ang="0" scaled="1"/>
              <a:tileRect/>
            </a:gradFill>
          </p:spPr>
          <p:txBody>
            <a:bodyPr wrap="none" lIns="0" tIns="0" rIns="0" bIns="0" rtlCol="0" anchor="ctr" anchorCtr="0">
              <a:noAutofit/>
            </a:bodyPr>
            <a:lstStyle/>
            <a:p>
              <a:pPr algn="ctr" defTabSz="914367" fontAlgn="base">
                <a:spcBef>
                  <a:spcPct val="0"/>
                </a:spcBef>
                <a:spcAft>
                  <a:spcPct val="0"/>
                </a:spcAft>
              </a:pPr>
              <a:r>
                <a:rPr lang="en-US" sz="1200"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rPr>
                <a:t>Agents</a:t>
              </a:r>
            </a:p>
          </p:txBody>
        </p:sp>
        <p:pic>
          <p:nvPicPr>
            <p:cNvPr id="11" name="Picture 10">
              <a:extLst>
                <a:ext uri="{FF2B5EF4-FFF2-40B4-BE49-F238E27FC236}">
                  <a16:creationId xmlns:a16="http://schemas.microsoft.com/office/drawing/2014/main" id="{8B99F04E-ADE1-A79F-48EF-52670E5B2C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29265" y="2286272"/>
              <a:ext cx="1040621" cy="1040621"/>
            </a:xfrm>
            <a:prstGeom prst="rect">
              <a:avLst/>
            </a:prstGeom>
          </p:spPr>
        </p:pic>
      </p:grpSp>
      <p:sp>
        <p:nvSpPr>
          <p:cNvPr id="17" name="Text Placeholder 3">
            <a:extLst>
              <a:ext uri="{FF2B5EF4-FFF2-40B4-BE49-F238E27FC236}">
                <a16:creationId xmlns:a16="http://schemas.microsoft.com/office/drawing/2014/main" id="{28C0A4B5-A0AC-43D1-5D8F-7F19FA0EB89E}"/>
              </a:ext>
            </a:extLst>
          </p:cNvPr>
          <p:cNvSpPr>
            <a:spLocks noGrp="1"/>
          </p:cNvSpPr>
          <p:nvPr/>
        </p:nvSpPr>
        <p:spPr>
          <a:xfrm>
            <a:off x="6640041" y="4076863"/>
            <a:ext cx="2245287" cy="658642"/>
          </a:xfrm>
          <a:prstGeom prst="rect">
            <a:avLst/>
          </a:prstGeom>
        </p:spPr>
        <p:txBody>
          <a:bodyPr vert="horz" wrap="square" lIns="0" tIns="0" rIns="0" bIns="0" rtlCol="0" anchor="b">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a:ln>
                  <a:noFill/>
                </a:ln>
                <a:effectLst/>
                <a:uLnTx/>
                <a:uFillTx/>
                <a:latin typeface="Segoe UI Semibold" panose="020B0702040204020203" pitchFamily="34" charset="0"/>
                <a:ea typeface="+mn-ea"/>
                <a:cs typeface="Segoe UI Semibold" panose="020B0702040204020203" pitchFamily="34" charset="0"/>
              </a:rPr>
              <a:t>Plans, reasons &amp; acts</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“Order a laptop for a </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new employee”</a:t>
            </a:r>
          </a:p>
        </p:txBody>
      </p:sp>
      <p:grpSp>
        <p:nvGrpSpPr>
          <p:cNvPr id="2" name="Group 1" descr="Agentic Systems">
            <a:extLst>
              <a:ext uri="{FF2B5EF4-FFF2-40B4-BE49-F238E27FC236}">
                <a16:creationId xmlns:a16="http://schemas.microsoft.com/office/drawing/2014/main" id="{E539E961-1718-09FD-630E-87BD06803FAE}"/>
              </a:ext>
            </a:extLst>
          </p:cNvPr>
          <p:cNvGrpSpPr/>
          <p:nvPr/>
        </p:nvGrpSpPr>
        <p:grpSpPr>
          <a:xfrm>
            <a:off x="9037781" y="1379012"/>
            <a:ext cx="2271503" cy="3498306"/>
            <a:chOff x="9037781" y="1379012"/>
            <a:chExt cx="2271503" cy="3498306"/>
          </a:xfrm>
        </p:grpSpPr>
        <p:sp>
          <p:nvSpPr>
            <p:cNvPr id="6" name="Rectangle: Rounded Corners 5">
              <a:extLst>
                <a:ext uri="{FF2B5EF4-FFF2-40B4-BE49-F238E27FC236}">
                  <a16:creationId xmlns:a16="http://schemas.microsoft.com/office/drawing/2014/main" id="{B6DD726C-EC3B-B997-15EE-BF419C4AD33E}"/>
                </a:ext>
              </a:extLst>
            </p:cNvPr>
            <p:cNvSpPr/>
            <p:nvPr/>
          </p:nvSpPr>
          <p:spPr bwMode="auto">
            <a:xfrm>
              <a:off x="9037781" y="1379012"/>
              <a:ext cx="2271503" cy="3498306"/>
            </a:xfrm>
            <a:prstGeom prst="roundRect">
              <a:avLst>
                <a:gd name="adj" fmla="val 7782"/>
              </a:avLst>
            </a:prstGeom>
            <a:solidFill>
              <a:srgbClr val="ECECEA">
                <a:alpha val="15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err="1">
                <a:ln w="3175">
                  <a:noFill/>
                </a:ln>
                <a:gradFill>
                  <a:gsLst>
                    <a:gs pos="22936">
                      <a:srgbClr val="F4F3F5"/>
                    </a:gs>
                    <a:gs pos="38000">
                      <a:srgbClr val="F4F3F5"/>
                    </a:gs>
                  </a:gsLst>
                  <a:path path="circle">
                    <a:fillToRect l="100000" t="100000"/>
                  </a:path>
                </a:gradFill>
                <a:latin typeface="Segoe UI Variable Display Semibold" pitchFamily="2" charset="0"/>
                <a:cs typeface="Segoe UI" pitchFamily="34" charset="0"/>
              </a:endParaRPr>
            </a:p>
          </p:txBody>
        </p:sp>
        <p:sp>
          <p:nvSpPr>
            <p:cNvPr id="38" name="Rectangle: Rounded Corners 37">
              <a:extLst>
                <a:ext uri="{FF2B5EF4-FFF2-40B4-BE49-F238E27FC236}">
                  <a16:creationId xmlns:a16="http://schemas.microsoft.com/office/drawing/2014/main" id="{DE3EE0E5-BC3C-2F5F-038F-F0F99560ACA8}"/>
                </a:ext>
              </a:extLst>
            </p:cNvPr>
            <p:cNvSpPr/>
            <p:nvPr/>
          </p:nvSpPr>
          <p:spPr bwMode="auto">
            <a:xfrm>
              <a:off x="9371426" y="1620751"/>
              <a:ext cx="1594535" cy="284277"/>
            </a:xfrm>
            <a:prstGeom prst="roundRect">
              <a:avLst>
                <a:gd name="adj" fmla="val 50000"/>
              </a:avLst>
            </a:prstGeom>
            <a:gradFill flip="none" rotWithShape="1">
              <a:gsLst>
                <a:gs pos="71000">
                  <a:srgbClr val="432EC8"/>
                </a:gs>
                <a:gs pos="100000">
                  <a:srgbClr val="998CE4"/>
                </a:gs>
              </a:gsLst>
              <a:lin ang="0" scaled="1"/>
              <a:tileRect/>
            </a:gradFill>
          </p:spPr>
          <p:txBody>
            <a:bodyPr wrap="none" lIns="0" tIns="0" rIns="0" bIns="0" rtlCol="0" anchor="ctr" anchorCtr="0">
              <a:noAutofit/>
            </a:bodyPr>
            <a:lstStyle/>
            <a:p>
              <a:pPr algn="ctr" defTabSz="914367" fontAlgn="base">
                <a:spcBef>
                  <a:spcPct val="0"/>
                </a:spcBef>
                <a:spcAft>
                  <a:spcPct val="0"/>
                </a:spcAft>
              </a:pPr>
              <a:r>
                <a:rPr lang="en-US" sz="1200"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rPr>
                <a:t>Agentic Systems</a:t>
              </a:r>
            </a:p>
          </p:txBody>
        </p:sp>
        <p:pic>
          <p:nvPicPr>
            <p:cNvPr id="50" name="Picture 4" descr="AI Emoji Generator">
              <a:extLst>
                <a:ext uri="{FF2B5EF4-FFF2-40B4-BE49-F238E27FC236}">
                  <a16:creationId xmlns:a16="http://schemas.microsoft.com/office/drawing/2014/main" id="{225A6FD0-155B-B5C0-0532-397866AC023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336015" y="3118971"/>
              <a:ext cx="583273" cy="5832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B80850D-B780-65B7-CE52-A5DE6649DC8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98177" y="2949144"/>
              <a:ext cx="711053" cy="711053"/>
            </a:xfrm>
            <a:prstGeom prst="rect">
              <a:avLst/>
            </a:prstGeom>
          </p:spPr>
        </p:pic>
        <p:pic>
          <p:nvPicPr>
            <p:cNvPr id="14" name="Picture 13">
              <a:extLst>
                <a:ext uri="{FF2B5EF4-FFF2-40B4-BE49-F238E27FC236}">
                  <a16:creationId xmlns:a16="http://schemas.microsoft.com/office/drawing/2014/main" id="{7AC9FA00-CB83-1D9B-3698-E351716E5A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29729" y="2198588"/>
              <a:ext cx="711053" cy="711053"/>
            </a:xfrm>
            <a:prstGeom prst="rect">
              <a:avLst/>
            </a:prstGeom>
          </p:spPr>
        </p:pic>
      </p:grpSp>
      <p:sp>
        <p:nvSpPr>
          <p:cNvPr id="23" name="Text Placeholder 3">
            <a:extLst>
              <a:ext uri="{FF2B5EF4-FFF2-40B4-BE49-F238E27FC236}">
                <a16:creationId xmlns:a16="http://schemas.microsoft.com/office/drawing/2014/main" id="{36B1BCDC-FE31-A7CC-EDEC-BFF5341AF956}"/>
              </a:ext>
            </a:extLst>
          </p:cNvPr>
          <p:cNvSpPr>
            <a:spLocks noGrp="1"/>
          </p:cNvSpPr>
          <p:nvPr/>
        </p:nvSpPr>
        <p:spPr>
          <a:xfrm>
            <a:off x="9037781" y="4076863"/>
            <a:ext cx="2271504" cy="658642"/>
          </a:xfrm>
          <a:prstGeom prst="rect">
            <a:avLst/>
          </a:prstGeom>
        </p:spPr>
        <p:txBody>
          <a:bodyPr vert="horz" wrap="square" lIns="0" tIns="0" rIns="0" bIns="0" rtlCol="0" anchor="b">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a:ln>
                  <a:noFill/>
                </a:ln>
                <a:effectLst/>
                <a:uLnTx/>
                <a:uFillTx/>
                <a:latin typeface="Segoe UI Semibold" panose="020B0702040204020203" pitchFamily="34" charset="0"/>
                <a:ea typeface="+mn-ea"/>
                <a:cs typeface="Segoe UI Semibold" panose="020B0702040204020203" pitchFamily="34" charset="0"/>
              </a:rPr>
              <a:t>Solves complex tasks</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“Onboard 5 employees </a:t>
            </a:r>
          </a:p>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200" b="0" i="1" u="none" strike="noStrike" kern="1200" cap="none" spc="0" normalizeH="0" baseline="0" noProof="0">
                <a:ln>
                  <a:noFill/>
                </a:ln>
                <a:effectLst/>
                <a:uLnTx/>
                <a:uFillTx/>
                <a:latin typeface="Segoe UI"/>
                <a:ea typeface="+mn-ea"/>
                <a:cs typeface="Segoe UI" panose="020B0502040204020203" pitchFamily="34" charset="0"/>
              </a:rPr>
              <a:t>by Monday”</a:t>
            </a:r>
          </a:p>
        </p:txBody>
      </p:sp>
      <p:grpSp>
        <p:nvGrpSpPr>
          <p:cNvPr id="74" name="Group 73" descr="Arrow: &quot;Value&quot;">
            <a:extLst>
              <a:ext uri="{FF2B5EF4-FFF2-40B4-BE49-F238E27FC236}">
                <a16:creationId xmlns:a16="http://schemas.microsoft.com/office/drawing/2014/main" id="{87A3C308-9F73-3A95-68D4-F854020945DD}"/>
              </a:ext>
              <a:ext uri="{C183D7F6-B498-43B3-948B-1728B52AA6E4}">
                <adec:decorative xmlns:adec="http://schemas.microsoft.com/office/drawing/2017/decorative" val="0"/>
              </a:ext>
            </a:extLst>
          </p:cNvPr>
          <p:cNvGrpSpPr/>
          <p:nvPr/>
        </p:nvGrpSpPr>
        <p:grpSpPr>
          <a:xfrm>
            <a:off x="569354" y="5295977"/>
            <a:ext cx="11482784" cy="862371"/>
            <a:chOff x="489632" y="5215295"/>
            <a:chExt cx="11482784" cy="862371"/>
          </a:xfrm>
        </p:grpSpPr>
        <p:sp useBgFill="1">
          <p:nvSpPr>
            <p:cNvPr id="71" name="Rectangle 70">
              <a:extLst>
                <a:ext uri="{FF2B5EF4-FFF2-40B4-BE49-F238E27FC236}">
                  <a16:creationId xmlns:a16="http://schemas.microsoft.com/office/drawing/2014/main" id="{1363AA44-FF9F-7FA7-4F73-8D4D66D1119F}"/>
                </a:ext>
              </a:extLst>
            </p:cNvPr>
            <p:cNvSpPr/>
            <p:nvPr/>
          </p:nvSpPr>
          <p:spPr bwMode="auto">
            <a:xfrm>
              <a:off x="5630779" y="5598717"/>
              <a:ext cx="921275" cy="47894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useBgFill="1">
          <p:nvSpPr>
            <p:cNvPr id="72" name="Rectangle 71">
              <a:extLst>
                <a:ext uri="{FF2B5EF4-FFF2-40B4-BE49-F238E27FC236}">
                  <a16:creationId xmlns:a16="http://schemas.microsoft.com/office/drawing/2014/main" id="{BE6973ED-D152-5EC9-2244-33032BA59933}"/>
                </a:ext>
              </a:extLst>
            </p:cNvPr>
            <p:cNvSpPr/>
            <p:nvPr/>
          </p:nvSpPr>
          <p:spPr bwMode="auto">
            <a:xfrm>
              <a:off x="11051141" y="5598717"/>
              <a:ext cx="921275" cy="47894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3" name="Arrow: Right 6">
              <a:extLst>
                <a:ext uri="{FF2B5EF4-FFF2-40B4-BE49-F238E27FC236}">
                  <a16:creationId xmlns:a16="http://schemas.microsoft.com/office/drawing/2014/main" id="{A048A99B-8C12-C1F8-7DBF-352064F9B73A}"/>
                </a:ext>
              </a:extLst>
            </p:cNvPr>
            <p:cNvSpPr/>
            <p:nvPr/>
          </p:nvSpPr>
          <p:spPr bwMode="auto">
            <a:xfrm>
              <a:off x="489632" y="5215295"/>
              <a:ext cx="11185675" cy="602804"/>
            </a:xfrm>
            <a:prstGeom prst="rightArrow">
              <a:avLst>
                <a:gd name="adj1" fmla="val 50000"/>
                <a:gd name="adj2" fmla="val 50000"/>
              </a:avLst>
            </a:prstGeom>
            <a:gradFill flip="none" rotWithShape="1">
              <a:gsLst>
                <a:gs pos="71000">
                  <a:srgbClr val="432EC8"/>
                </a:gs>
                <a:gs pos="100000">
                  <a:srgbClr val="998CE4"/>
                </a:gs>
              </a:gsLst>
              <a:lin ang="0" scaled="1"/>
              <a:tileRect/>
            </a:gradFill>
          </p:spPr>
          <p:txBody>
            <a:bodyPr wrap="none" lIns="0" tIns="0" rIns="0" bIns="0" rtlCol="0" anchor="ctr" anchorCtr="0">
              <a:noAutofit/>
            </a:bodyPr>
            <a:lstStyle/>
            <a:p>
              <a:pPr algn="ctr" defTabSz="914367" fontAlgn="base">
                <a:spcBef>
                  <a:spcPct val="0"/>
                </a:spcBef>
                <a:spcAft>
                  <a:spcPct val="0"/>
                </a:spcAft>
              </a:pPr>
              <a:r>
                <a:rPr lang="en-US" sz="1200"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rPr>
                <a:t>VALUE</a:t>
              </a:r>
            </a:p>
          </p:txBody>
        </p:sp>
      </p:grpSp>
      <p:cxnSp>
        <p:nvCxnSpPr>
          <p:cNvPr id="51" name="Straight Arrow Connector 50">
            <a:extLst>
              <a:ext uri="{FF2B5EF4-FFF2-40B4-BE49-F238E27FC236}">
                <a16:creationId xmlns:a16="http://schemas.microsoft.com/office/drawing/2014/main" id="{5C7B1158-F54D-2E21-FB56-A643AED9835C}"/>
              </a:ext>
              <a:ext uri="{C183D7F6-B498-43B3-948B-1728B52AA6E4}">
                <adec:decorative xmlns:adec="http://schemas.microsoft.com/office/drawing/2017/decorative" val="1"/>
              </a:ext>
            </a:extLst>
          </p:cNvPr>
          <p:cNvCxnSpPr>
            <a:cxnSpLocks/>
          </p:cNvCxnSpPr>
          <p:nvPr/>
        </p:nvCxnSpPr>
        <p:spPr>
          <a:xfrm flipH="1">
            <a:off x="9567580" y="2625090"/>
            <a:ext cx="262149" cy="298853"/>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444B15E-EFC0-59E8-F1F7-4C83A347622D}"/>
              </a:ext>
              <a:ext uri="{C183D7F6-B498-43B3-948B-1728B52AA6E4}">
                <adec:decorative xmlns:adec="http://schemas.microsoft.com/office/drawing/2017/decorative" val="1"/>
              </a:ext>
            </a:extLst>
          </p:cNvPr>
          <p:cNvCxnSpPr>
            <a:cxnSpLocks/>
          </p:cNvCxnSpPr>
          <p:nvPr/>
        </p:nvCxnSpPr>
        <p:spPr>
          <a:xfrm flipV="1">
            <a:off x="9974686" y="3324993"/>
            <a:ext cx="308336" cy="6057"/>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F325596-B4FB-75EF-E012-C67742014F3A}"/>
              </a:ext>
              <a:ext uri="{C183D7F6-B498-43B3-948B-1728B52AA6E4}">
                <adec:decorative xmlns:adec="http://schemas.microsoft.com/office/drawing/2017/decorative" val="1"/>
              </a:ext>
            </a:extLst>
          </p:cNvPr>
          <p:cNvCxnSpPr>
            <a:cxnSpLocks/>
          </p:cNvCxnSpPr>
          <p:nvPr/>
        </p:nvCxnSpPr>
        <p:spPr>
          <a:xfrm flipH="1">
            <a:off x="9915518" y="3466806"/>
            <a:ext cx="367504" cy="275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7112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42" presetClass="path" presetSubtype="0" decel="100000" fill="hold" nodeType="withEffect">
                                  <p:stCondLst>
                                    <p:cond delay="0"/>
                                  </p:stCondLst>
                                  <p:childTnLst>
                                    <p:animMotion origin="layout" path="M -1.66667E-6 3.7037E-6 L -1.66667E-6 0.03541 " pathEditMode="relative" rAng="0" ptsTypes="AA">
                                      <p:cBhvr>
                                        <p:cTn id="9" dur="700" spd="-100000" fill="hold"/>
                                        <p:tgtEl>
                                          <p:spTgt spid="16"/>
                                        </p:tgtEl>
                                        <p:attrNameLst>
                                          <p:attrName>ppt_x</p:attrName>
                                          <p:attrName>ppt_y</p:attrName>
                                        </p:attrNameLst>
                                      </p:cBhvr>
                                      <p:rCtr x="0" y="1782"/>
                                    </p:animMotion>
                                  </p:childTnLst>
                                </p:cTn>
                              </p:par>
                              <p:par>
                                <p:cTn id="10" presetID="10" presetClass="entr" presetSubtype="0" fill="hold"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42" presetClass="path" presetSubtype="0" decel="100000" fill="hold" nodeType="withEffect">
                                  <p:stCondLst>
                                    <p:cond delay="0"/>
                                  </p:stCondLst>
                                  <p:childTnLst>
                                    <p:animMotion origin="layout" path="M -1.66667E-6 3.7037E-6 L -1.66667E-6 0.03541 " pathEditMode="relative" rAng="0" ptsTypes="AA">
                                      <p:cBhvr>
                                        <p:cTn id="14" dur="700" spd="-100000" fill="hold"/>
                                        <p:tgtEl>
                                          <p:spTgt spid="21"/>
                                        </p:tgtEl>
                                        <p:attrNameLst>
                                          <p:attrName>ppt_x</p:attrName>
                                          <p:attrName>ppt_y</p:attrName>
                                        </p:attrNameLst>
                                      </p:cBhvr>
                                      <p:rCtr x="0" y="1782"/>
                                    </p:animMotion>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par>
                                <p:cTn id="18" presetID="42" presetClass="path" presetSubtype="0" decel="100000" fill="hold" nodeType="withEffect">
                                  <p:stCondLst>
                                    <p:cond delay="0"/>
                                  </p:stCondLst>
                                  <p:childTnLst>
                                    <p:animMotion origin="layout" path="M -1.66667E-6 3.7037E-6 L -1.66667E-6 0.03541 " pathEditMode="relative" rAng="0" ptsTypes="AA">
                                      <p:cBhvr>
                                        <p:cTn id="19" dur="700" spd="-100000" fill="hold"/>
                                        <p:tgtEl>
                                          <p:spTgt spid="22"/>
                                        </p:tgtEl>
                                        <p:attrNameLst>
                                          <p:attrName>ppt_x</p:attrName>
                                          <p:attrName>ppt_y</p:attrName>
                                        </p:attrNameLst>
                                      </p:cBhvr>
                                      <p:rCtr x="0" y="1782"/>
                                    </p:animMotion>
                                  </p:childTnLst>
                                </p:cTn>
                              </p:par>
                              <p:par>
                                <p:cTn id="20" presetID="10"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42" presetClass="path" presetSubtype="0" decel="100000" fill="hold" grpId="1" nodeType="withEffect">
                                  <p:stCondLst>
                                    <p:cond delay="0"/>
                                  </p:stCondLst>
                                  <p:childTnLst>
                                    <p:animMotion origin="layout" path="M -1.66667E-6 3.7037E-6 L -1.66667E-6 0.03541 " pathEditMode="relative" rAng="0" ptsTypes="AA">
                                      <p:cBhvr>
                                        <p:cTn id="24" dur="700" spd="-100000" fill="hold"/>
                                        <p:tgtEl>
                                          <p:spTgt spid="33"/>
                                        </p:tgtEl>
                                        <p:attrNameLst>
                                          <p:attrName>ppt_x</p:attrName>
                                          <p:attrName>ppt_y</p:attrName>
                                        </p:attrNameLst>
                                      </p:cBhvr>
                                      <p:rCtr x="0" y="1782"/>
                                    </p:animMotion>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42" presetClass="path" presetSubtype="0" decel="100000" fill="hold" grpId="1" nodeType="withEffect">
                                  <p:stCondLst>
                                    <p:cond delay="0"/>
                                  </p:stCondLst>
                                  <p:childTnLst>
                                    <p:animMotion origin="layout" path="M -1.66667E-6 3.7037E-6 L -1.66667E-6 0.03541 " pathEditMode="relative" rAng="0" ptsTypes="AA">
                                      <p:cBhvr>
                                        <p:cTn id="29" dur="700" spd="-100000" fill="hold"/>
                                        <p:tgtEl>
                                          <p:spTgt spid="13"/>
                                        </p:tgtEl>
                                        <p:attrNameLst>
                                          <p:attrName>ppt_x</p:attrName>
                                          <p:attrName>ppt_y</p:attrName>
                                        </p:attrNameLst>
                                      </p:cBhvr>
                                      <p:rCtr x="0" y="1782"/>
                                    </p:animMotion>
                                  </p:childTnLst>
                                </p:cTn>
                              </p:par>
                              <p:par>
                                <p:cTn id="30" presetID="10" presetClass="entr" presetSubtype="0" fill="hold" nodeType="withEffect">
                                  <p:stCondLst>
                                    <p:cond delay="10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42" presetClass="path" presetSubtype="0" decel="100000" fill="hold" nodeType="withEffect">
                                  <p:stCondLst>
                                    <p:cond delay="100"/>
                                  </p:stCondLst>
                                  <p:childTnLst>
                                    <p:animMotion origin="layout" path="M -1.66667E-6 7.40741E-7 L -1.66667E-6 0.03542 " pathEditMode="relative" rAng="0" ptsTypes="AA">
                                      <p:cBhvr>
                                        <p:cTn id="34" dur="700" spd="-100000" fill="hold"/>
                                        <p:tgtEl>
                                          <p:spTgt spid="19"/>
                                        </p:tgtEl>
                                        <p:attrNameLst>
                                          <p:attrName>ppt_x</p:attrName>
                                          <p:attrName>ppt_y</p:attrName>
                                        </p:attrNameLst>
                                      </p:cBhvr>
                                      <p:rCtr x="0" y="1759"/>
                                    </p:animMotion>
                                  </p:childTnLst>
                                </p:cTn>
                              </p:par>
                              <p:par>
                                <p:cTn id="35" presetID="10" presetClass="entr" presetSubtype="0" fill="hold" nodeType="withEffect">
                                  <p:stCondLst>
                                    <p:cond delay="10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42" presetClass="path" presetSubtype="0" decel="100000" fill="hold" nodeType="withEffect">
                                  <p:stCondLst>
                                    <p:cond delay="100"/>
                                  </p:stCondLst>
                                  <p:childTnLst>
                                    <p:animMotion origin="layout" path="M -1.66667E-6 7.40741E-7 L -1.66667E-6 0.03542 " pathEditMode="relative" rAng="0" ptsTypes="AA">
                                      <p:cBhvr>
                                        <p:cTn id="39" dur="700" spd="-100000" fill="hold"/>
                                        <p:tgtEl>
                                          <p:spTgt spid="24"/>
                                        </p:tgtEl>
                                        <p:attrNameLst>
                                          <p:attrName>ppt_x</p:attrName>
                                          <p:attrName>ppt_y</p:attrName>
                                        </p:attrNameLst>
                                      </p:cBhvr>
                                      <p:rCtr x="0" y="1759"/>
                                    </p:animMotion>
                                  </p:childTnLst>
                                </p:cTn>
                              </p:par>
                              <p:par>
                                <p:cTn id="40" presetID="10" presetClass="entr" presetSubtype="0" fill="hold" nodeType="withEffect">
                                  <p:stCondLst>
                                    <p:cond delay="10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par>
                                <p:cTn id="43" presetID="42" presetClass="path" presetSubtype="0" decel="100000" fill="hold" nodeType="withEffect">
                                  <p:stCondLst>
                                    <p:cond delay="100"/>
                                  </p:stCondLst>
                                  <p:childTnLst>
                                    <p:animMotion origin="layout" path="M -1.66667E-6 7.40741E-7 L -1.66667E-6 0.03542 " pathEditMode="relative" rAng="0" ptsTypes="AA">
                                      <p:cBhvr>
                                        <p:cTn id="44" dur="700" spd="-100000" fill="hold"/>
                                        <p:tgtEl>
                                          <p:spTgt spid="2"/>
                                        </p:tgtEl>
                                        <p:attrNameLst>
                                          <p:attrName>ppt_x</p:attrName>
                                          <p:attrName>ppt_y</p:attrName>
                                        </p:attrNameLst>
                                      </p:cBhvr>
                                      <p:rCtr x="0" y="1759"/>
                                    </p:animMotion>
                                  </p:childTnLst>
                                </p:cTn>
                              </p:par>
                              <p:par>
                                <p:cTn id="45" presetID="10" presetClass="entr" presetSubtype="0" fill="hold" grpId="0" nodeType="withEffect">
                                  <p:stCondLst>
                                    <p:cond delay="10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42" presetClass="path" presetSubtype="0" decel="100000" fill="hold" grpId="1" nodeType="withEffect">
                                  <p:stCondLst>
                                    <p:cond delay="100"/>
                                  </p:stCondLst>
                                  <p:childTnLst>
                                    <p:animMotion origin="layout" path="M -1.66667E-6 7.40741E-7 L -1.66667E-6 0.03542 " pathEditMode="relative" rAng="0" ptsTypes="AA">
                                      <p:cBhvr>
                                        <p:cTn id="49" dur="700" spd="-100000" fill="hold"/>
                                        <p:tgtEl>
                                          <p:spTgt spid="17"/>
                                        </p:tgtEl>
                                        <p:attrNameLst>
                                          <p:attrName>ppt_x</p:attrName>
                                          <p:attrName>ppt_y</p:attrName>
                                        </p:attrNameLst>
                                      </p:cBhvr>
                                      <p:rCtr x="0" y="1759"/>
                                    </p:animMotion>
                                  </p:childTnLst>
                                </p:cTn>
                              </p:par>
                              <p:par>
                                <p:cTn id="50" presetID="10" presetClass="entr" presetSubtype="0" fill="hold" grpId="0" nodeType="withEffect">
                                  <p:stCondLst>
                                    <p:cond delay="10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42" presetClass="path" presetSubtype="0" decel="100000" fill="hold" grpId="1" nodeType="withEffect">
                                  <p:stCondLst>
                                    <p:cond delay="100"/>
                                  </p:stCondLst>
                                  <p:childTnLst>
                                    <p:animMotion origin="layout" path="M -1.66667E-6 7.40741E-7 L -1.66667E-6 0.03542 " pathEditMode="relative" rAng="0" ptsTypes="AA">
                                      <p:cBhvr>
                                        <p:cTn id="54" dur="700" spd="-100000" fill="hold"/>
                                        <p:tgtEl>
                                          <p:spTgt spid="23"/>
                                        </p:tgtEl>
                                        <p:attrNameLst>
                                          <p:attrName>ppt_x</p:attrName>
                                          <p:attrName>ppt_y</p:attrName>
                                        </p:attrNameLst>
                                      </p:cBhvr>
                                      <p:rCtr x="0" y="1759"/>
                                    </p:animMotion>
                                  </p:childTnLst>
                                </p:cTn>
                              </p:par>
                              <p:par>
                                <p:cTn id="55" presetID="10" presetClass="entr" presetSubtype="0" fill="hold" nodeType="withEffect">
                                  <p:stCondLst>
                                    <p:cond delay="500"/>
                                  </p:stCondLst>
                                  <p:childTnLst>
                                    <p:set>
                                      <p:cBhvr>
                                        <p:cTn id="56" dur="1" fill="hold">
                                          <p:stCondLst>
                                            <p:cond delay="0"/>
                                          </p:stCondLst>
                                        </p:cTn>
                                        <p:tgtEl>
                                          <p:spTgt spid="74"/>
                                        </p:tgtEl>
                                        <p:attrNameLst>
                                          <p:attrName>style.visibility</p:attrName>
                                        </p:attrNameLst>
                                      </p:cBhvr>
                                      <p:to>
                                        <p:strVal val="visible"/>
                                      </p:to>
                                    </p:set>
                                    <p:animEffect transition="in" filter="fade">
                                      <p:cBhvr>
                                        <p:cTn id="57" dur="500"/>
                                        <p:tgtEl>
                                          <p:spTgt spid="74"/>
                                        </p:tgtEl>
                                      </p:cBhvr>
                                    </p:animEffect>
                                  </p:childTnLst>
                                </p:cTn>
                              </p:par>
                              <p:par>
                                <p:cTn id="58" presetID="42" presetClass="path" presetSubtype="0" decel="50000" fill="hold" nodeType="withEffect">
                                  <p:stCondLst>
                                    <p:cond delay="500"/>
                                  </p:stCondLst>
                                  <p:childTnLst>
                                    <p:animMotion origin="layout" path="M -0.01836 -6.93889E-18 L -2.5E-6 -6.93889E-18 " pathEditMode="relative" rAng="0" ptsTypes="AA">
                                      <p:cBhvr>
                                        <p:cTn id="59" dur="500" fill="hold"/>
                                        <p:tgtEl>
                                          <p:spTgt spid="74"/>
                                        </p:tgtEl>
                                        <p:attrNameLst>
                                          <p:attrName>ppt_x</p:attrName>
                                          <p:attrName>ppt_y</p:attrName>
                                        </p:attrNameLst>
                                      </p:cBhvr>
                                      <p:rCtr x="911" y="0"/>
                                    </p:animMotion>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fade">
                                      <p:cBhvr>
                                        <p:cTn id="63" dur="500"/>
                                        <p:tgtEl>
                                          <p:spTgt spid="51"/>
                                        </p:tgtEl>
                                      </p:cBhvr>
                                    </p:animEffect>
                                  </p:childTnLst>
                                </p:cTn>
                              </p:par>
                            </p:childTnLst>
                          </p:cTn>
                        </p:par>
                        <p:par>
                          <p:cTn id="64" fill="hold">
                            <p:stCondLst>
                              <p:cond delay="1500"/>
                            </p:stCondLst>
                            <p:childTnLst>
                              <p:par>
                                <p:cTn id="65" presetID="10" presetClass="entr" presetSubtype="0" fill="hold"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500"/>
                                        <p:tgtEl>
                                          <p:spTgt spid="55"/>
                                        </p:tgtEl>
                                      </p:cBhvr>
                                    </p:animEffect>
                                  </p:childTnLst>
                                </p:cTn>
                              </p:par>
                            </p:childTnLst>
                          </p:cTn>
                        </p:par>
                        <p:par>
                          <p:cTn id="68" fill="hold">
                            <p:stCondLst>
                              <p:cond delay="2000"/>
                            </p:stCondLst>
                            <p:childTnLst>
                              <p:par>
                                <p:cTn id="69" presetID="10" presetClass="entr" presetSubtype="0" fill="hold" nodeType="after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3" grpId="1"/>
      <p:bldP spid="13" grpId="0"/>
      <p:bldP spid="13" grpId="1"/>
      <p:bldP spid="17" grpId="0"/>
      <p:bldP spid="17" grpId="1"/>
      <p:bldP spid="23" grpId="0"/>
      <p:bldP spid="2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FC087-3A21-98F4-2D5D-26F79C9E5C80}"/>
            </a:ext>
          </a:extLst>
        </p:cNvPr>
        <p:cNvGrpSpPr/>
        <p:nvPr/>
      </p:nvGrpSpPr>
      <p:grpSpPr>
        <a:xfrm>
          <a:off x="0" y="0"/>
          <a:ext cx="0" cy="0"/>
          <a:chOff x="0" y="0"/>
          <a:chExt cx="0" cy="0"/>
        </a:xfrm>
      </p:grpSpPr>
      <p:sp>
        <p:nvSpPr>
          <p:cNvPr id="52" name="Title 20">
            <a:extLst>
              <a:ext uri="{FF2B5EF4-FFF2-40B4-BE49-F238E27FC236}">
                <a16:creationId xmlns:a16="http://schemas.microsoft.com/office/drawing/2014/main" id="{C3B61F8B-42B7-F40B-827D-ED8064FE791B}"/>
              </a:ext>
            </a:extLst>
          </p:cNvPr>
          <p:cNvSpPr txBox="1">
            <a:spLocks noGrp="1"/>
          </p:cNvSpPr>
          <p:nvPr>
            <p:ph type="title"/>
          </p:nvPr>
        </p:nvSpPr>
        <p:spPr>
          <a:xfrm>
            <a:off x="467696" y="2815676"/>
            <a:ext cx="5155038" cy="1107996"/>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2363637">
              <a:spcAft>
                <a:spcPct val="0"/>
              </a:spcAft>
              <a:defRPr/>
            </a:pPr>
            <a:r>
              <a:rPr lang="en-US" b="1" spc="0">
                <a:ln>
                  <a:noFill/>
                </a:ln>
                <a:gradFill>
                  <a:gsLst>
                    <a:gs pos="68966">
                      <a:srgbClr val="000000"/>
                    </a:gs>
                    <a:gs pos="89510">
                      <a:srgbClr val="000000"/>
                    </a:gs>
                  </a:gsLst>
                  <a:path path="circle">
                    <a:fillToRect l="100000" t="100000"/>
                  </a:path>
                </a:gradFill>
                <a:latin typeface="Segoe UI Variable Display Semibold"/>
              </a:rPr>
              <a:t>Agentic </a:t>
            </a:r>
            <a:r>
              <a:rPr kumimoji="0" lang="en-US" sz="3600" b="1" i="0" u="none" strike="noStrike" kern="1200" cap="none" spc="0" normalizeH="0" baseline="0" noProof="0">
                <a:ln>
                  <a:noFill/>
                </a:ln>
                <a:gradFill>
                  <a:gsLst>
                    <a:gs pos="68966">
                      <a:srgbClr val="000000"/>
                    </a:gs>
                    <a:gs pos="89510">
                      <a:srgbClr val="000000"/>
                    </a:gs>
                  </a:gsLst>
                  <a:path path="circle">
                    <a:fillToRect l="100000" t="100000"/>
                  </a:path>
                </a:gradFill>
                <a:effectLst/>
                <a:uLnTx/>
                <a:uFillTx/>
                <a:latin typeface="Segoe UI Variable Display Semibold"/>
              </a:rPr>
              <a:t>AI </a:t>
            </a:r>
            <a:r>
              <a:rPr lang="en-US" b="1" spc="0">
                <a:ln>
                  <a:noFill/>
                </a:ln>
                <a:gradFill>
                  <a:gsLst>
                    <a:gs pos="68966">
                      <a:srgbClr val="000000"/>
                    </a:gs>
                    <a:gs pos="89510">
                      <a:srgbClr val="000000"/>
                    </a:gs>
                  </a:gsLst>
                  <a:path path="circle">
                    <a:fillToRect l="100000" t="100000"/>
                  </a:path>
                </a:gradFill>
                <a:latin typeface="Segoe UI Variable Display Semibold"/>
              </a:rPr>
              <a:t>changes how business operate</a:t>
            </a:r>
            <a:endParaRPr lang="en-US"/>
          </a:p>
        </p:txBody>
      </p:sp>
      <p:grpSp>
        <p:nvGrpSpPr>
          <p:cNvPr id="149" name="Group 148">
            <a:extLst>
              <a:ext uri="{FF2B5EF4-FFF2-40B4-BE49-F238E27FC236}">
                <a16:creationId xmlns:a16="http://schemas.microsoft.com/office/drawing/2014/main" id="{9720971B-CBDD-DBA6-AF09-199797CDFEDC}"/>
              </a:ext>
              <a:ext uri="{C183D7F6-B498-43B3-948B-1728B52AA6E4}">
                <adec:decorative xmlns:adec="http://schemas.microsoft.com/office/drawing/2017/decorative" val="1"/>
              </a:ext>
            </a:extLst>
          </p:cNvPr>
          <p:cNvGrpSpPr/>
          <p:nvPr/>
        </p:nvGrpSpPr>
        <p:grpSpPr>
          <a:xfrm>
            <a:off x="8540469" y="1718259"/>
            <a:ext cx="636060" cy="3166205"/>
            <a:chOff x="8375386" y="1878610"/>
            <a:chExt cx="636060" cy="3166205"/>
          </a:xfrm>
        </p:grpSpPr>
        <p:sp>
          <p:nvSpPr>
            <p:cNvPr id="144" name="Freeform 35">
              <a:extLst>
                <a:ext uri="{FF2B5EF4-FFF2-40B4-BE49-F238E27FC236}">
                  <a16:creationId xmlns:a16="http://schemas.microsoft.com/office/drawing/2014/main" id="{5E11ABB6-C7A0-5E5B-3BD1-E12956C0FFA5}"/>
                </a:ext>
                <a:ext uri="{C183D7F6-B498-43B3-948B-1728B52AA6E4}">
                  <adec:decorative xmlns:adec="http://schemas.microsoft.com/office/drawing/2017/decorative" val="1"/>
                </a:ext>
              </a:extLst>
            </p:cNvPr>
            <p:cNvSpPr>
              <a:spLocks/>
            </p:cNvSpPr>
            <p:nvPr/>
          </p:nvSpPr>
          <p:spPr bwMode="auto">
            <a:xfrm>
              <a:off x="8400186" y="3160521"/>
              <a:ext cx="603596" cy="527631"/>
            </a:xfrm>
            <a:custGeom>
              <a:avLst/>
              <a:gdLst>
                <a:gd name="connsiteX0" fmla="*/ 0 w 2848303"/>
                <a:gd name="connsiteY0" fmla="*/ 0 h 1355835"/>
                <a:gd name="connsiteX1" fmla="*/ 2848303 w 2848303"/>
                <a:gd name="connsiteY1" fmla="*/ 1355835 h 1355835"/>
                <a:gd name="connsiteX0" fmla="*/ 0 w 2848322"/>
                <a:gd name="connsiteY0" fmla="*/ 0 h 1355835"/>
                <a:gd name="connsiteX1" fmla="*/ 2848303 w 2848322"/>
                <a:gd name="connsiteY1" fmla="*/ 1355835 h 1355835"/>
                <a:gd name="connsiteX0" fmla="*/ 0 w 2827302"/>
                <a:gd name="connsiteY0" fmla="*/ 0 h 1282262"/>
                <a:gd name="connsiteX1" fmla="*/ 2827283 w 2827302"/>
                <a:gd name="connsiteY1" fmla="*/ 1282262 h 1282262"/>
                <a:gd name="connsiteX0" fmla="*/ 0 w 2827296"/>
                <a:gd name="connsiteY0" fmla="*/ 0 h 1282262"/>
                <a:gd name="connsiteX1" fmla="*/ 2827283 w 2827296"/>
                <a:gd name="connsiteY1" fmla="*/ 1282262 h 1282262"/>
                <a:gd name="connsiteX0" fmla="*/ 0 w 2911378"/>
                <a:gd name="connsiteY0" fmla="*/ 0 h 1229710"/>
                <a:gd name="connsiteX1" fmla="*/ 2911366 w 2911378"/>
                <a:gd name="connsiteY1" fmla="*/ 1229710 h 1229710"/>
                <a:gd name="connsiteX0" fmla="*/ 0 w 2911378"/>
                <a:gd name="connsiteY0" fmla="*/ 0 h 1229710"/>
                <a:gd name="connsiteX1" fmla="*/ 2911366 w 2911378"/>
                <a:gd name="connsiteY1" fmla="*/ 1229710 h 1229710"/>
                <a:gd name="connsiteX0" fmla="*/ 0 w 2911366"/>
                <a:gd name="connsiteY0" fmla="*/ 0 h 1229710"/>
                <a:gd name="connsiteX1" fmla="*/ 2911366 w 2911366"/>
                <a:gd name="connsiteY1" fmla="*/ 1229710 h 1229710"/>
                <a:gd name="connsiteX0" fmla="*/ 0 w 2911366"/>
                <a:gd name="connsiteY0" fmla="*/ 0 h 1229710"/>
                <a:gd name="connsiteX1" fmla="*/ 2911366 w 2911366"/>
                <a:gd name="connsiteY1" fmla="*/ 1229710 h 1229710"/>
                <a:gd name="connsiteX0" fmla="*/ 0 w 4246180"/>
                <a:gd name="connsiteY0" fmla="*/ 836800 h 836853"/>
                <a:gd name="connsiteX1" fmla="*/ 4246180 w 4246180"/>
                <a:gd name="connsiteY1" fmla="*/ 374344 h 836853"/>
                <a:gd name="connsiteX0" fmla="*/ 0 w 6558456"/>
                <a:gd name="connsiteY0" fmla="*/ 3050848 h 3050868"/>
                <a:gd name="connsiteX1" fmla="*/ 6558456 w 6558456"/>
                <a:gd name="connsiteY1" fmla="*/ 181523 h 3050868"/>
                <a:gd name="connsiteX0" fmla="*/ 0 w 6558554"/>
                <a:gd name="connsiteY0" fmla="*/ 2869325 h 2869462"/>
                <a:gd name="connsiteX1" fmla="*/ 6558456 w 6558554"/>
                <a:gd name="connsiteY1" fmla="*/ 0 h 2869462"/>
                <a:gd name="connsiteX0" fmla="*/ 0 w 5644172"/>
                <a:gd name="connsiteY0" fmla="*/ 2879835 h 2879970"/>
                <a:gd name="connsiteX1" fmla="*/ 5644056 w 5644172"/>
                <a:gd name="connsiteY1" fmla="*/ 0 h 2879970"/>
                <a:gd name="connsiteX0" fmla="*/ 0 w 5644247"/>
                <a:gd name="connsiteY0" fmla="*/ 2879835 h 2879835"/>
                <a:gd name="connsiteX1" fmla="*/ 5644056 w 5644247"/>
                <a:gd name="connsiteY1" fmla="*/ 0 h 2879835"/>
                <a:gd name="connsiteX0" fmla="*/ 0 w 5644056"/>
                <a:gd name="connsiteY0" fmla="*/ 2879835 h 2879835"/>
                <a:gd name="connsiteX1" fmla="*/ 5644056 w 5644056"/>
                <a:gd name="connsiteY1" fmla="*/ 0 h 2879835"/>
                <a:gd name="connsiteX0" fmla="*/ 0 w 5644056"/>
                <a:gd name="connsiteY0" fmla="*/ 2879835 h 2879835"/>
                <a:gd name="connsiteX1" fmla="*/ 154748 w 5644056"/>
                <a:gd name="connsiteY1" fmla="*/ 2874235 h 2879835"/>
                <a:gd name="connsiteX2" fmla="*/ 5644056 w 5644056"/>
                <a:gd name="connsiteY2" fmla="*/ 0 h 2879835"/>
                <a:gd name="connsiteX0" fmla="*/ 0 w 6558456"/>
                <a:gd name="connsiteY0" fmla="*/ 2879835 h 2879835"/>
                <a:gd name="connsiteX1" fmla="*/ 1069148 w 6558456"/>
                <a:gd name="connsiteY1" fmla="*/ 2874235 h 2879835"/>
                <a:gd name="connsiteX2" fmla="*/ 6558456 w 6558456"/>
                <a:gd name="connsiteY2" fmla="*/ 0 h 2879835"/>
                <a:gd name="connsiteX0" fmla="*/ 0 w 5489308"/>
                <a:gd name="connsiteY0" fmla="*/ 2874235 h 2874235"/>
                <a:gd name="connsiteX1" fmla="*/ 5489308 w 5489308"/>
                <a:gd name="connsiteY1" fmla="*/ 0 h 2874235"/>
                <a:gd name="connsiteX0" fmla="*/ 0 w 6014241"/>
                <a:gd name="connsiteY0" fmla="*/ 2857248 h 2857248"/>
                <a:gd name="connsiteX1" fmla="*/ 6014241 w 6014241"/>
                <a:gd name="connsiteY1" fmla="*/ 0 h 2857248"/>
                <a:gd name="connsiteX0" fmla="*/ 0 w 1489713"/>
                <a:gd name="connsiteY0" fmla="*/ 852906 h 1456275"/>
                <a:gd name="connsiteX1" fmla="*/ 1137441 w 1489713"/>
                <a:gd name="connsiteY1" fmla="*/ 0 h 1456275"/>
                <a:gd name="connsiteX0" fmla="*/ 0 w 1545400"/>
                <a:gd name="connsiteY0" fmla="*/ 852906 h 852906"/>
                <a:gd name="connsiteX1" fmla="*/ 1137441 w 1545400"/>
                <a:gd name="connsiteY1" fmla="*/ 0 h 852906"/>
                <a:gd name="connsiteX0" fmla="*/ 0 w 1651593"/>
                <a:gd name="connsiteY0" fmla="*/ 937835 h 937835"/>
                <a:gd name="connsiteX1" fmla="*/ 1340641 w 1651593"/>
                <a:gd name="connsiteY1" fmla="*/ 0 h 937835"/>
                <a:gd name="connsiteX0" fmla="*/ 0 w 1354123"/>
                <a:gd name="connsiteY0" fmla="*/ 937835 h 937835"/>
                <a:gd name="connsiteX1" fmla="*/ 1340641 w 1354123"/>
                <a:gd name="connsiteY1" fmla="*/ 0 h 937835"/>
                <a:gd name="connsiteX0" fmla="*/ 0 w 1087687"/>
                <a:gd name="connsiteY0" fmla="*/ 428257 h 428257"/>
                <a:gd name="connsiteX1" fmla="*/ 1069708 w 1087687"/>
                <a:gd name="connsiteY1" fmla="*/ 0 h 428257"/>
                <a:gd name="connsiteX0" fmla="*/ 0 w 1069708"/>
                <a:gd name="connsiteY0" fmla="*/ 428257 h 428257"/>
                <a:gd name="connsiteX1" fmla="*/ 1069708 w 1069708"/>
                <a:gd name="connsiteY1" fmla="*/ 0 h 428257"/>
                <a:gd name="connsiteX0" fmla="*/ 0 w 1069708"/>
                <a:gd name="connsiteY0" fmla="*/ 428257 h 428257"/>
                <a:gd name="connsiteX1" fmla="*/ 1069708 w 1069708"/>
                <a:gd name="connsiteY1" fmla="*/ 0 h 428257"/>
                <a:gd name="connsiteX0" fmla="*/ 0 w 896453"/>
                <a:gd name="connsiteY0" fmla="*/ 447568 h 447568"/>
                <a:gd name="connsiteX1" fmla="*/ 896453 w 896453"/>
                <a:gd name="connsiteY1" fmla="*/ 0 h 447568"/>
                <a:gd name="connsiteX0" fmla="*/ 0 w 1165961"/>
                <a:gd name="connsiteY0" fmla="*/ 418602 h 418602"/>
                <a:gd name="connsiteX1" fmla="*/ 1165961 w 1165961"/>
                <a:gd name="connsiteY1" fmla="*/ 0 h 418602"/>
                <a:gd name="connsiteX0" fmla="*/ 0 w 1165961"/>
                <a:gd name="connsiteY0" fmla="*/ 418602 h 418602"/>
                <a:gd name="connsiteX1" fmla="*/ 1165961 w 1165961"/>
                <a:gd name="connsiteY1" fmla="*/ 0 h 418602"/>
                <a:gd name="connsiteX0" fmla="*/ 0 w 1968848"/>
                <a:gd name="connsiteY0" fmla="*/ 396231 h 396231"/>
                <a:gd name="connsiteX1" fmla="*/ 1968848 w 1968848"/>
                <a:gd name="connsiteY1" fmla="*/ 0 h 396231"/>
                <a:gd name="connsiteX0" fmla="*/ 0 w 2191873"/>
                <a:gd name="connsiteY0" fmla="*/ 228443 h 228443"/>
                <a:gd name="connsiteX1" fmla="*/ 2191873 w 2191873"/>
                <a:gd name="connsiteY1" fmla="*/ 0 h 228443"/>
                <a:gd name="connsiteX0" fmla="*/ 0 w 2191873"/>
                <a:gd name="connsiteY0" fmla="*/ 251029 h 251029"/>
                <a:gd name="connsiteX1" fmla="*/ 2191873 w 2191873"/>
                <a:gd name="connsiteY1" fmla="*/ 22586 h 251029"/>
                <a:gd name="connsiteX0" fmla="*/ 0 w 2002302"/>
                <a:gd name="connsiteY0" fmla="*/ 178233 h 178233"/>
                <a:gd name="connsiteX1" fmla="*/ 2002302 w 2002302"/>
                <a:gd name="connsiteY1" fmla="*/ 28091 h 178233"/>
                <a:gd name="connsiteX0" fmla="*/ 0 w 1879639"/>
                <a:gd name="connsiteY0" fmla="*/ 128199 h 128199"/>
                <a:gd name="connsiteX1" fmla="*/ 1879639 w 1879639"/>
                <a:gd name="connsiteY1" fmla="*/ 33986 h 128199"/>
                <a:gd name="connsiteX0" fmla="*/ 0 w 1879639"/>
                <a:gd name="connsiteY0" fmla="*/ 151386 h 151386"/>
                <a:gd name="connsiteX1" fmla="*/ 1879639 w 1879639"/>
                <a:gd name="connsiteY1" fmla="*/ 57173 h 151386"/>
                <a:gd name="connsiteX0" fmla="*/ 0 w 1879639"/>
                <a:gd name="connsiteY0" fmla="*/ 136719 h 160243"/>
                <a:gd name="connsiteX1" fmla="*/ 1879639 w 1879639"/>
                <a:gd name="connsiteY1" fmla="*/ 42506 h 160243"/>
                <a:gd name="connsiteX0" fmla="*/ 0 w 2334819"/>
                <a:gd name="connsiteY0" fmla="*/ 372253 h 387309"/>
                <a:gd name="connsiteX1" fmla="*/ 2334819 w 2334819"/>
                <a:gd name="connsiteY1" fmla="*/ 27883 h 387309"/>
                <a:gd name="connsiteX0" fmla="*/ 0 w 2434389"/>
                <a:gd name="connsiteY0" fmla="*/ 873002 h 881698"/>
                <a:gd name="connsiteX1" fmla="*/ 2434389 w 2434389"/>
                <a:gd name="connsiteY1" fmla="*/ 16407 h 881698"/>
                <a:gd name="connsiteX0" fmla="*/ 0 w 2434389"/>
                <a:gd name="connsiteY0" fmla="*/ 875258 h 875258"/>
                <a:gd name="connsiteX1" fmla="*/ 2434389 w 2434389"/>
                <a:gd name="connsiteY1" fmla="*/ 18663 h 875258"/>
                <a:gd name="connsiteX0" fmla="*/ 0 w 2434389"/>
                <a:gd name="connsiteY0" fmla="*/ 856595 h 856595"/>
                <a:gd name="connsiteX1" fmla="*/ 2434389 w 2434389"/>
                <a:gd name="connsiteY1" fmla="*/ 0 h 856595"/>
              </a:gdLst>
              <a:ahLst/>
              <a:cxnLst>
                <a:cxn ang="0">
                  <a:pos x="connsiteX0" y="connsiteY0"/>
                </a:cxn>
                <a:cxn ang="0">
                  <a:pos x="connsiteX1" y="connsiteY1"/>
                </a:cxn>
              </a:cxnLst>
              <a:rect l="l" t="t" r="r" b="b"/>
              <a:pathLst>
                <a:path w="2434389" h="856595">
                  <a:moveTo>
                    <a:pt x="0" y="856595"/>
                  </a:moveTo>
                  <a:cubicBezTo>
                    <a:pt x="1063026" y="820547"/>
                    <a:pt x="1345306" y="72971"/>
                    <a:pt x="2434389" y="0"/>
                  </a:cubicBezTo>
                </a:path>
              </a:pathLst>
            </a:cu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Text"/>
                <a:ea typeface="+mn-ea"/>
                <a:cs typeface="Segoe UI" pitchFamily="34" charset="0"/>
              </a:endParaRPr>
            </a:p>
          </p:txBody>
        </p:sp>
        <p:sp>
          <p:nvSpPr>
            <p:cNvPr id="145" name="Freeform 35">
              <a:extLst>
                <a:ext uri="{FF2B5EF4-FFF2-40B4-BE49-F238E27FC236}">
                  <a16:creationId xmlns:a16="http://schemas.microsoft.com/office/drawing/2014/main" id="{95B83D42-1D66-4A8F-63B3-8DEC8E374109}"/>
                </a:ext>
                <a:ext uri="{C183D7F6-B498-43B3-948B-1728B52AA6E4}">
                  <adec:decorative xmlns:adec="http://schemas.microsoft.com/office/drawing/2017/decorative" val="1"/>
                </a:ext>
              </a:extLst>
            </p:cNvPr>
            <p:cNvSpPr>
              <a:spLocks/>
            </p:cNvSpPr>
            <p:nvPr/>
          </p:nvSpPr>
          <p:spPr bwMode="auto">
            <a:xfrm>
              <a:off x="8381737" y="2543508"/>
              <a:ext cx="624922" cy="527631"/>
            </a:xfrm>
            <a:custGeom>
              <a:avLst/>
              <a:gdLst>
                <a:gd name="connsiteX0" fmla="*/ 0 w 2848303"/>
                <a:gd name="connsiteY0" fmla="*/ 0 h 1355835"/>
                <a:gd name="connsiteX1" fmla="*/ 2848303 w 2848303"/>
                <a:gd name="connsiteY1" fmla="*/ 1355835 h 1355835"/>
                <a:gd name="connsiteX0" fmla="*/ 0 w 2848322"/>
                <a:gd name="connsiteY0" fmla="*/ 0 h 1355835"/>
                <a:gd name="connsiteX1" fmla="*/ 2848303 w 2848322"/>
                <a:gd name="connsiteY1" fmla="*/ 1355835 h 1355835"/>
                <a:gd name="connsiteX0" fmla="*/ 0 w 2827302"/>
                <a:gd name="connsiteY0" fmla="*/ 0 h 1282262"/>
                <a:gd name="connsiteX1" fmla="*/ 2827283 w 2827302"/>
                <a:gd name="connsiteY1" fmla="*/ 1282262 h 1282262"/>
                <a:gd name="connsiteX0" fmla="*/ 0 w 2827296"/>
                <a:gd name="connsiteY0" fmla="*/ 0 h 1282262"/>
                <a:gd name="connsiteX1" fmla="*/ 2827283 w 2827296"/>
                <a:gd name="connsiteY1" fmla="*/ 1282262 h 1282262"/>
                <a:gd name="connsiteX0" fmla="*/ 0 w 2911378"/>
                <a:gd name="connsiteY0" fmla="*/ 0 h 1229710"/>
                <a:gd name="connsiteX1" fmla="*/ 2911366 w 2911378"/>
                <a:gd name="connsiteY1" fmla="*/ 1229710 h 1229710"/>
                <a:gd name="connsiteX0" fmla="*/ 0 w 2911378"/>
                <a:gd name="connsiteY0" fmla="*/ 0 h 1229710"/>
                <a:gd name="connsiteX1" fmla="*/ 2911366 w 2911378"/>
                <a:gd name="connsiteY1" fmla="*/ 1229710 h 1229710"/>
                <a:gd name="connsiteX0" fmla="*/ 0 w 2911366"/>
                <a:gd name="connsiteY0" fmla="*/ 0 h 1229710"/>
                <a:gd name="connsiteX1" fmla="*/ 2911366 w 2911366"/>
                <a:gd name="connsiteY1" fmla="*/ 1229710 h 1229710"/>
                <a:gd name="connsiteX0" fmla="*/ 0 w 2911366"/>
                <a:gd name="connsiteY0" fmla="*/ 0 h 1229710"/>
                <a:gd name="connsiteX1" fmla="*/ 2911366 w 2911366"/>
                <a:gd name="connsiteY1" fmla="*/ 1229710 h 1229710"/>
                <a:gd name="connsiteX0" fmla="*/ 0 w 4246180"/>
                <a:gd name="connsiteY0" fmla="*/ 836800 h 836853"/>
                <a:gd name="connsiteX1" fmla="*/ 4246180 w 4246180"/>
                <a:gd name="connsiteY1" fmla="*/ 374344 h 836853"/>
                <a:gd name="connsiteX0" fmla="*/ 0 w 6558456"/>
                <a:gd name="connsiteY0" fmla="*/ 3050848 h 3050868"/>
                <a:gd name="connsiteX1" fmla="*/ 6558456 w 6558456"/>
                <a:gd name="connsiteY1" fmla="*/ 181523 h 3050868"/>
                <a:gd name="connsiteX0" fmla="*/ 0 w 6558554"/>
                <a:gd name="connsiteY0" fmla="*/ 2869325 h 2869462"/>
                <a:gd name="connsiteX1" fmla="*/ 6558456 w 6558554"/>
                <a:gd name="connsiteY1" fmla="*/ 0 h 2869462"/>
                <a:gd name="connsiteX0" fmla="*/ 0 w 5644172"/>
                <a:gd name="connsiteY0" fmla="*/ 2879835 h 2879970"/>
                <a:gd name="connsiteX1" fmla="*/ 5644056 w 5644172"/>
                <a:gd name="connsiteY1" fmla="*/ 0 h 2879970"/>
                <a:gd name="connsiteX0" fmla="*/ 0 w 5644247"/>
                <a:gd name="connsiteY0" fmla="*/ 2879835 h 2879835"/>
                <a:gd name="connsiteX1" fmla="*/ 5644056 w 5644247"/>
                <a:gd name="connsiteY1" fmla="*/ 0 h 2879835"/>
                <a:gd name="connsiteX0" fmla="*/ 0 w 5644056"/>
                <a:gd name="connsiteY0" fmla="*/ 2879835 h 2879835"/>
                <a:gd name="connsiteX1" fmla="*/ 5644056 w 5644056"/>
                <a:gd name="connsiteY1" fmla="*/ 0 h 2879835"/>
                <a:gd name="connsiteX0" fmla="*/ 0 w 5644056"/>
                <a:gd name="connsiteY0" fmla="*/ 2879835 h 2879835"/>
                <a:gd name="connsiteX1" fmla="*/ 154748 w 5644056"/>
                <a:gd name="connsiteY1" fmla="*/ 2874235 h 2879835"/>
                <a:gd name="connsiteX2" fmla="*/ 5644056 w 5644056"/>
                <a:gd name="connsiteY2" fmla="*/ 0 h 2879835"/>
                <a:gd name="connsiteX0" fmla="*/ 0 w 6558456"/>
                <a:gd name="connsiteY0" fmla="*/ 2879835 h 2879835"/>
                <a:gd name="connsiteX1" fmla="*/ 1069148 w 6558456"/>
                <a:gd name="connsiteY1" fmla="*/ 2874235 h 2879835"/>
                <a:gd name="connsiteX2" fmla="*/ 6558456 w 6558456"/>
                <a:gd name="connsiteY2" fmla="*/ 0 h 2879835"/>
                <a:gd name="connsiteX0" fmla="*/ 0 w 5489308"/>
                <a:gd name="connsiteY0" fmla="*/ 2874235 h 2874235"/>
                <a:gd name="connsiteX1" fmla="*/ 5489308 w 5489308"/>
                <a:gd name="connsiteY1" fmla="*/ 0 h 2874235"/>
                <a:gd name="connsiteX0" fmla="*/ 0 w 6014241"/>
                <a:gd name="connsiteY0" fmla="*/ 2857248 h 2857248"/>
                <a:gd name="connsiteX1" fmla="*/ 6014241 w 6014241"/>
                <a:gd name="connsiteY1" fmla="*/ 0 h 2857248"/>
                <a:gd name="connsiteX0" fmla="*/ 0 w 1489713"/>
                <a:gd name="connsiteY0" fmla="*/ 852906 h 1456275"/>
                <a:gd name="connsiteX1" fmla="*/ 1137441 w 1489713"/>
                <a:gd name="connsiteY1" fmla="*/ 0 h 1456275"/>
                <a:gd name="connsiteX0" fmla="*/ 0 w 1545400"/>
                <a:gd name="connsiteY0" fmla="*/ 852906 h 852906"/>
                <a:gd name="connsiteX1" fmla="*/ 1137441 w 1545400"/>
                <a:gd name="connsiteY1" fmla="*/ 0 h 852906"/>
                <a:gd name="connsiteX0" fmla="*/ 0 w 1651593"/>
                <a:gd name="connsiteY0" fmla="*/ 937835 h 937835"/>
                <a:gd name="connsiteX1" fmla="*/ 1340641 w 1651593"/>
                <a:gd name="connsiteY1" fmla="*/ 0 h 937835"/>
                <a:gd name="connsiteX0" fmla="*/ 0 w 1354123"/>
                <a:gd name="connsiteY0" fmla="*/ 937835 h 937835"/>
                <a:gd name="connsiteX1" fmla="*/ 1340641 w 1354123"/>
                <a:gd name="connsiteY1" fmla="*/ 0 h 937835"/>
                <a:gd name="connsiteX0" fmla="*/ 0 w 1087687"/>
                <a:gd name="connsiteY0" fmla="*/ 428257 h 428257"/>
                <a:gd name="connsiteX1" fmla="*/ 1069708 w 1087687"/>
                <a:gd name="connsiteY1" fmla="*/ 0 h 428257"/>
                <a:gd name="connsiteX0" fmla="*/ 0 w 1069708"/>
                <a:gd name="connsiteY0" fmla="*/ 428257 h 428257"/>
                <a:gd name="connsiteX1" fmla="*/ 1069708 w 1069708"/>
                <a:gd name="connsiteY1" fmla="*/ 0 h 428257"/>
                <a:gd name="connsiteX0" fmla="*/ 0 w 1069708"/>
                <a:gd name="connsiteY0" fmla="*/ 428257 h 428257"/>
                <a:gd name="connsiteX1" fmla="*/ 1069708 w 1069708"/>
                <a:gd name="connsiteY1" fmla="*/ 0 h 428257"/>
                <a:gd name="connsiteX0" fmla="*/ 0 w 896453"/>
                <a:gd name="connsiteY0" fmla="*/ 447568 h 447568"/>
                <a:gd name="connsiteX1" fmla="*/ 896453 w 896453"/>
                <a:gd name="connsiteY1" fmla="*/ 0 h 447568"/>
                <a:gd name="connsiteX0" fmla="*/ 0 w 1165961"/>
                <a:gd name="connsiteY0" fmla="*/ 418602 h 418602"/>
                <a:gd name="connsiteX1" fmla="*/ 1165961 w 1165961"/>
                <a:gd name="connsiteY1" fmla="*/ 0 h 418602"/>
                <a:gd name="connsiteX0" fmla="*/ 0 w 1165961"/>
                <a:gd name="connsiteY0" fmla="*/ 418602 h 418602"/>
                <a:gd name="connsiteX1" fmla="*/ 1165961 w 1165961"/>
                <a:gd name="connsiteY1" fmla="*/ 0 h 418602"/>
                <a:gd name="connsiteX0" fmla="*/ 0 w 1968848"/>
                <a:gd name="connsiteY0" fmla="*/ 396231 h 396231"/>
                <a:gd name="connsiteX1" fmla="*/ 1968848 w 1968848"/>
                <a:gd name="connsiteY1" fmla="*/ 0 h 396231"/>
                <a:gd name="connsiteX0" fmla="*/ 0 w 2191873"/>
                <a:gd name="connsiteY0" fmla="*/ 228443 h 228443"/>
                <a:gd name="connsiteX1" fmla="*/ 2191873 w 2191873"/>
                <a:gd name="connsiteY1" fmla="*/ 0 h 228443"/>
                <a:gd name="connsiteX0" fmla="*/ 0 w 2191873"/>
                <a:gd name="connsiteY0" fmla="*/ 251029 h 251029"/>
                <a:gd name="connsiteX1" fmla="*/ 2191873 w 2191873"/>
                <a:gd name="connsiteY1" fmla="*/ 22586 h 251029"/>
                <a:gd name="connsiteX0" fmla="*/ 0 w 2002302"/>
                <a:gd name="connsiteY0" fmla="*/ 178233 h 178233"/>
                <a:gd name="connsiteX1" fmla="*/ 2002302 w 2002302"/>
                <a:gd name="connsiteY1" fmla="*/ 28091 h 178233"/>
                <a:gd name="connsiteX0" fmla="*/ 0 w 1879639"/>
                <a:gd name="connsiteY0" fmla="*/ 128199 h 128199"/>
                <a:gd name="connsiteX1" fmla="*/ 1879639 w 1879639"/>
                <a:gd name="connsiteY1" fmla="*/ 33986 h 128199"/>
                <a:gd name="connsiteX0" fmla="*/ 0 w 1879639"/>
                <a:gd name="connsiteY0" fmla="*/ 151386 h 151386"/>
                <a:gd name="connsiteX1" fmla="*/ 1879639 w 1879639"/>
                <a:gd name="connsiteY1" fmla="*/ 57173 h 151386"/>
                <a:gd name="connsiteX0" fmla="*/ 0 w 1879639"/>
                <a:gd name="connsiteY0" fmla="*/ 136719 h 160243"/>
                <a:gd name="connsiteX1" fmla="*/ 1879639 w 1879639"/>
                <a:gd name="connsiteY1" fmla="*/ 42506 h 160243"/>
                <a:gd name="connsiteX0" fmla="*/ 0 w 2334819"/>
                <a:gd name="connsiteY0" fmla="*/ 372253 h 387309"/>
                <a:gd name="connsiteX1" fmla="*/ 2334819 w 2334819"/>
                <a:gd name="connsiteY1" fmla="*/ 27883 h 387309"/>
                <a:gd name="connsiteX0" fmla="*/ 0 w 2434389"/>
                <a:gd name="connsiteY0" fmla="*/ 873002 h 881698"/>
                <a:gd name="connsiteX1" fmla="*/ 2434389 w 2434389"/>
                <a:gd name="connsiteY1" fmla="*/ 16407 h 881698"/>
                <a:gd name="connsiteX0" fmla="*/ 0 w 2434389"/>
                <a:gd name="connsiteY0" fmla="*/ 875258 h 875258"/>
                <a:gd name="connsiteX1" fmla="*/ 2434389 w 2434389"/>
                <a:gd name="connsiteY1" fmla="*/ 18663 h 875258"/>
                <a:gd name="connsiteX0" fmla="*/ 0 w 2434389"/>
                <a:gd name="connsiteY0" fmla="*/ 856595 h 856595"/>
                <a:gd name="connsiteX1" fmla="*/ 2434389 w 2434389"/>
                <a:gd name="connsiteY1" fmla="*/ 0 h 856595"/>
              </a:gdLst>
              <a:ahLst/>
              <a:cxnLst>
                <a:cxn ang="0">
                  <a:pos x="connsiteX0" y="connsiteY0"/>
                </a:cxn>
                <a:cxn ang="0">
                  <a:pos x="connsiteX1" y="connsiteY1"/>
                </a:cxn>
              </a:cxnLst>
              <a:rect l="l" t="t" r="r" b="b"/>
              <a:pathLst>
                <a:path w="2434389" h="856595">
                  <a:moveTo>
                    <a:pt x="0" y="856595"/>
                  </a:moveTo>
                  <a:cubicBezTo>
                    <a:pt x="1063026" y="820547"/>
                    <a:pt x="1345306" y="72971"/>
                    <a:pt x="2434389" y="0"/>
                  </a:cubicBezTo>
                </a:path>
              </a:pathLst>
            </a:cu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Text"/>
                <a:ea typeface="+mn-ea"/>
                <a:cs typeface="Segoe UI" pitchFamily="34" charset="0"/>
              </a:endParaRPr>
            </a:p>
          </p:txBody>
        </p:sp>
        <p:sp>
          <p:nvSpPr>
            <p:cNvPr id="146" name="Freeform 35">
              <a:extLst>
                <a:ext uri="{FF2B5EF4-FFF2-40B4-BE49-F238E27FC236}">
                  <a16:creationId xmlns:a16="http://schemas.microsoft.com/office/drawing/2014/main" id="{84449F7B-64C7-21F5-DF2C-D7ACB48DE0FB}"/>
                </a:ext>
                <a:ext uri="{C183D7F6-B498-43B3-948B-1728B52AA6E4}">
                  <adec:decorative xmlns:adec="http://schemas.microsoft.com/office/drawing/2017/decorative" val="1"/>
                </a:ext>
              </a:extLst>
            </p:cNvPr>
            <p:cNvSpPr>
              <a:spLocks/>
            </p:cNvSpPr>
            <p:nvPr/>
          </p:nvSpPr>
          <p:spPr bwMode="auto">
            <a:xfrm>
              <a:off x="8375386" y="1878610"/>
              <a:ext cx="627947" cy="619600"/>
            </a:xfrm>
            <a:custGeom>
              <a:avLst/>
              <a:gdLst>
                <a:gd name="connsiteX0" fmla="*/ 0 w 2848303"/>
                <a:gd name="connsiteY0" fmla="*/ 0 h 1355835"/>
                <a:gd name="connsiteX1" fmla="*/ 2848303 w 2848303"/>
                <a:gd name="connsiteY1" fmla="*/ 1355835 h 1355835"/>
                <a:gd name="connsiteX0" fmla="*/ 0 w 2848322"/>
                <a:gd name="connsiteY0" fmla="*/ 0 h 1355835"/>
                <a:gd name="connsiteX1" fmla="*/ 2848303 w 2848322"/>
                <a:gd name="connsiteY1" fmla="*/ 1355835 h 1355835"/>
                <a:gd name="connsiteX0" fmla="*/ 0 w 2827302"/>
                <a:gd name="connsiteY0" fmla="*/ 0 h 1282262"/>
                <a:gd name="connsiteX1" fmla="*/ 2827283 w 2827302"/>
                <a:gd name="connsiteY1" fmla="*/ 1282262 h 1282262"/>
                <a:gd name="connsiteX0" fmla="*/ 0 w 2827296"/>
                <a:gd name="connsiteY0" fmla="*/ 0 h 1282262"/>
                <a:gd name="connsiteX1" fmla="*/ 2827283 w 2827296"/>
                <a:gd name="connsiteY1" fmla="*/ 1282262 h 1282262"/>
                <a:gd name="connsiteX0" fmla="*/ 0 w 2911378"/>
                <a:gd name="connsiteY0" fmla="*/ 0 h 1229710"/>
                <a:gd name="connsiteX1" fmla="*/ 2911366 w 2911378"/>
                <a:gd name="connsiteY1" fmla="*/ 1229710 h 1229710"/>
                <a:gd name="connsiteX0" fmla="*/ 0 w 2911378"/>
                <a:gd name="connsiteY0" fmla="*/ 0 h 1229710"/>
                <a:gd name="connsiteX1" fmla="*/ 2911366 w 2911378"/>
                <a:gd name="connsiteY1" fmla="*/ 1229710 h 1229710"/>
                <a:gd name="connsiteX0" fmla="*/ 0 w 2911366"/>
                <a:gd name="connsiteY0" fmla="*/ 0 h 1229710"/>
                <a:gd name="connsiteX1" fmla="*/ 2911366 w 2911366"/>
                <a:gd name="connsiteY1" fmla="*/ 1229710 h 1229710"/>
                <a:gd name="connsiteX0" fmla="*/ 0 w 2911366"/>
                <a:gd name="connsiteY0" fmla="*/ 0 h 1229710"/>
                <a:gd name="connsiteX1" fmla="*/ 2911366 w 2911366"/>
                <a:gd name="connsiteY1" fmla="*/ 1229710 h 1229710"/>
                <a:gd name="connsiteX0" fmla="*/ 0 w 4246180"/>
                <a:gd name="connsiteY0" fmla="*/ 836800 h 836853"/>
                <a:gd name="connsiteX1" fmla="*/ 4246180 w 4246180"/>
                <a:gd name="connsiteY1" fmla="*/ 374344 h 836853"/>
                <a:gd name="connsiteX0" fmla="*/ 0 w 6558456"/>
                <a:gd name="connsiteY0" fmla="*/ 3050848 h 3050868"/>
                <a:gd name="connsiteX1" fmla="*/ 6558456 w 6558456"/>
                <a:gd name="connsiteY1" fmla="*/ 181523 h 3050868"/>
                <a:gd name="connsiteX0" fmla="*/ 0 w 6558554"/>
                <a:gd name="connsiteY0" fmla="*/ 2869325 h 2869462"/>
                <a:gd name="connsiteX1" fmla="*/ 6558456 w 6558554"/>
                <a:gd name="connsiteY1" fmla="*/ 0 h 2869462"/>
                <a:gd name="connsiteX0" fmla="*/ 0 w 5644172"/>
                <a:gd name="connsiteY0" fmla="*/ 2879835 h 2879970"/>
                <a:gd name="connsiteX1" fmla="*/ 5644056 w 5644172"/>
                <a:gd name="connsiteY1" fmla="*/ 0 h 2879970"/>
                <a:gd name="connsiteX0" fmla="*/ 0 w 5644247"/>
                <a:gd name="connsiteY0" fmla="*/ 2879835 h 2879835"/>
                <a:gd name="connsiteX1" fmla="*/ 5644056 w 5644247"/>
                <a:gd name="connsiteY1" fmla="*/ 0 h 2879835"/>
                <a:gd name="connsiteX0" fmla="*/ 0 w 5644056"/>
                <a:gd name="connsiteY0" fmla="*/ 2879835 h 2879835"/>
                <a:gd name="connsiteX1" fmla="*/ 5644056 w 5644056"/>
                <a:gd name="connsiteY1" fmla="*/ 0 h 2879835"/>
                <a:gd name="connsiteX0" fmla="*/ 0 w 5644056"/>
                <a:gd name="connsiteY0" fmla="*/ 2879835 h 2879835"/>
                <a:gd name="connsiteX1" fmla="*/ 154748 w 5644056"/>
                <a:gd name="connsiteY1" fmla="*/ 2874235 h 2879835"/>
                <a:gd name="connsiteX2" fmla="*/ 5644056 w 5644056"/>
                <a:gd name="connsiteY2" fmla="*/ 0 h 2879835"/>
                <a:gd name="connsiteX0" fmla="*/ 0 w 6558456"/>
                <a:gd name="connsiteY0" fmla="*/ 2879835 h 2879835"/>
                <a:gd name="connsiteX1" fmla="*/ 1069148 w 6558456"/>
                <a:gd name="connsiteY1" fmla="*/ 2874235 h 2879835"/>
                <a:gd name="connsiteX2" fmla="*/ 6558456 w 6558456"/>
                <a:gd name="connsiteY2" fmla="*/ 0 h 2879835"/>
                <a:gd name="connsiteX0" fmla="*/ 0 w 5489308"/>
                <a:gd name="connsiteY0" fmla="*/ 2874235 h 2874235"/>
                <a:gd name="connsiteX1" fmla="*/ 5489308 w 5489308"/>
                <a:gd name="connsiteY1" fmla="*/ 0 h 2874235"/>
                <a:gd name="connsiteX0" fmla="*/ 0 w 6014241"/>
                <a:gd name="connsiteY0" fmla="*/ 2857248 h 2857248"/>
                <a:gd name="connsiteX1" fmla="*/ 6014241 w 6014241"/>
                <a:gd name="connsiteY1" fmla="*/ 0 h 2857248"/>
                <a:gd name="connsiteX0" fmla="*/ 0 w 1489713"/>
                <a:gd name="connsiteY0" fmla="*/ 852906 h 1456275"/>
                <a:gd name="connsiteX1" fmla="*/ 1137441 w 1489713"/>
                <a:gd name="connsiteY1" fmla="*/ 0 h 1456275"/>
                <a:gd name="connsiteX0" fmla="*/ 0 w 1545400"/>
                <a:gd name="connsiteY0" fmla="*/ 852906 h 852906"/>
                <a:gd name="connsiteX1" fmla="*/ 1137441 w 1545400"/>
                <a:gd name="connsiteY1" fmla="*/ 0 h 852906"/>
                <a:gd name="connsiteX0" fmla="*/ 0 w 1651593"/>
                <a:gd name="connsiteY0" fmla="*/ 937835 h 937835"/>
                <a:gd name="connsiteX1" fmla="*/ 1340641 w 1651593"/>
                <a:gd name="connsiteY1" fmla="*/ 0 h 937835"/>
                <a:gd name="connsiteX0" fmla="*/ 0 w 1354123"/>
                <a:gd name="connsiteY0" fmla="*/ 937835 h 937835"/>
                <a:gd name="connsiteX1" fmla="*/ 1340641 w 1354123"/>
                <a:gd name="connsiteY1" fmla="*/ 0 h 937835"/>
                <a:gd name="connsiteX0" fmla="*/ 0 w 1087687"/>
                <a:gd name="connsiteY0" fmla="*/ 428257 h 428257"/>
                <a:gd name="connsiteX1" fmla="*/ 1069708 w 1087687"/>
                <a:gd name="connsiteY1" fmla="*/ 0 h 428257"/>
                <a:gd name="connsiteX0" fmla="*/ 0 w 1069708"/>
                <a:gd name="connsiteY0" fmla="*/ 428257 h 428257"/>
                <a:gd name="connsiteX1" fmla="*/ 1069708 w 1069708"/>
                <a:gd name="connsiteY1" fmla="*/ 0 h 428257"/>
                <a:gd name="connsiteX0" fmla="*/ 0 w 1069708"/>
                <a:gd name="connsiteY0" fmla="*/ 428257 h 428257"/>
                <a:gd name="connsiteX1" fmla="*/ 1069708 w 1069708"/>
                <a:gd name="connsiteY1" fmla="*/ 0 h 428257"/>
                <a:gd name="connsiteX0" fmla="*/ 0 w 896453"/>
                <a:gd name="connsiteY0" fmla="*/ 447568 h 447568"/>
                <a:gd name="connsiteX1" fmla="*/ 896453 w 896453"/>
                <a:gd name="connsiteY1" fmla="*/ 0 h 447568"/>
                <a:gd name="connsiteX0" fmla="*/ 0 w 1165961"/>
                <a:gd name="connsiteY0" fmla="*/ 418602 h 418602"/>
                <a:gd name="connsiteX1" fmla="*/ 1165961 w 1165961"/>
                <a:gd name="connsiteY1" fmla="*/ 0 h 418602"/>
                <a:gd name="connsiteX0" fmla="*/ 0 w 1165961"/>
                <a:gd name="connsiteY0" fmla="*/ 418602 h 418602"/>
                <a:gd name="connsiteX1" fmla="*/ 1165961 w 1165961"/>
                <a:gd name="connsiteY1" fmla="*/ 0 h 418602"/>
                <a:gd name="connsiteX0" fmla="*/ 0 w 1968848"/>
                <a:gd name="connsiteY0" fmla="*/ 396231 h 396231"/>
                <a:gd name="connsiteX1" fmla="*/ 1968848 w 1968848"/>
                <a:gd name="connsiteY1" fmla="*/ 0 h 396231"/>
                <a:gd name="connsiteX0" fmla="*/ 0 w 2191873"/>
                <a:gd name="connsiteY0" fmla="*/ 228443 h 228443"/>
                <a:gd name="connsiteX1" fmla="*/ 2191873 w 2191873"/>
                <a:gd name="connsiteY1" fmla="*/ 0 h 228443"/>
                <a:gd name="connsiteX0" fmla="*/ 0 w 2191873"/>
                <a:gd name="connsiteY0" fmla="*/ 251029 h 251029"/>
                <a:gd name="connsiteX1" fmla="*/ 2191873 w 2191873"/>
                <a:gd name="connsiteY1" fmla="*/ 22586 h 251029"/>
                <a:gd name="connsiteX0" fmla="*/ 0 w 2002302"/>
                <a:gd name="connsiteY0" fmla="*/ 178233 h 178233"/>
                <a:gd name="connsiteX1" fmla="*/ 2002302 w 2002302"/>
                <a:gd name="connsiteY1" fmla="*/ 28091 h 178233"/>
                <a:gd name="connsiteX0" fmla="*/ 0 w 1879639"/>
                <a:gd name="connsiteY0" fmla="*/ 128199 h 128199"/>
                <a:gd name="connsiteX1" fmla="*/ 1879639 w 1879639"/>
                <a:gd name="connsiteY1" fmla="*/ 33986 h 128199"/>
                <a:gd name="connsiteX0" fmla="*/ 0 w 1879639"/>
                <a:gd name="connsiteY0" fmla="*/ 151386 h 151386"/>
                <a:gd name="connsiteX1" fmla="*/ 1879639 w 1879639"/>
                <a:gd name="connsiteY1" fmla="*/ 57173 h 151386"/>
                <a:gd name="connsiteX0" fmla="*/ 0 w 1879639"/>
                <a:gd name="connsiteY0" fmla="*/ 136719 h 160243"/>
                <a:gd name="connsiteX1" fmla="*/ 1879639 w 1879639"/>
                <a:gd name="connsiteY1" fmla="*/ 42506 h 160243"/>
                <a:gd name="connsiteX0" fmla="*/ 0 w 2334819"/>
                <a:gd name="connsiteY0" fmla="*/ 372253 h 387309"/>
                <a:gd name="connsiteX1" fmla="*/ 2334819 w 2334819"/>
                <a:gd name="connsiteY1" fmla="*/ 27883 h 387309"/>
                <a:gd name="connsiteX0" fmla="*/ 0 w 2434389"/>
                <a:gd name="connsiteY0" fmla="*/ 873002 h 881698"/>
                <a:gd name="connsiteX1" fmla="*/ 2434389 w 2434389"/>
                <a:gd name="connsiteY1" fmla="*/ 16407 h 881698"/>
                <a:gd name="connsiteX0" fmla="*/ 0 w 2434389"/>
                <a:gd name="connsiteY0" fmla="*/ 875258 h 875258"/>
                <a:gd name="connsiteX1" fmla="*/ 2434389 w 2434389"/>
                <a:gd name="connsiteY1" fmla="*/ 18663 h 875258"/>
                <a:gd name="connsiteX0" fmla="*/ 0 w 2434389"/>
                <a:gd name="connsiteY0" fmla="*/ 856595 h 856595"/>
                <a:gd name="connsiteX1" fmla="*/ 2434389 w 2434389"/>
                <a:gd name="connsiteY1" fmla="*/ 0 h 856595"/>
              </a:gdLst>
              <a:ahLst/>
              <a:cxnLst>
                <a:cxn ang="0">
                  <a:pos x="connsiteX0" y="connsiteY0"/>
                </a:cxn>
                <a:cxn ang="0">
                  <a:pos x="connsiteX1" y="connsiteY1"/>
                </a:cxn>
              </a:cxnLst>
              <a:rect l="l" t="t" r="r" b="b"/>
              <a:pathLst>
                <a:path w="2434389" h="856595">
                  <a:moveTo>
                    <a:pt x="0" y="856595"/>
                  </a:moveTo>
                  <a:cubicBezTo>
                    <a:pt x="1063026" y="820547"/>
                    <a:pt x="1345306" y="72971"/>
                    <a:pt x="2434389" y="0"/>
                  </a:cubicBezTo>
                </a:path>
              </a:pathLst>
            </a:cu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Text"/>
                <a:ea typeface="+mn-ea"/>
                <a:cs typeface="Segoe UI" pitchFamily="34" charset="0"/>
              </a:endParaRPr>
            </a:p>
          </p:txBody>
        </p:sp>
        <p:sp>
          <p:nvSpPr>
            <p:cNvPr id="147" name="Freeform 35">
              <a:extLst>
                <a:ext uri="{FF2B5EF4-FFF2-40B4-BE49-F238E27FC236}">
                  <a16:creationId xmlns:a16="http://schemas.microsoft.com/office/drawing/2014/main" id="{E1801169-3766-4155-B561-1DE716FAD813}"/>
                </a:ext>
                <a:ext uri="{C183D7F6-B498-43B3-948B-1728B52AA6E4}">
                  <adec:decorative xmlns:adec="http://schemas.microsoft.com/office/drawing/2017/decorative" val="1"/>
                </a:ext>
              </a:extLst>
            </p:cNvPr>
            <p:cNvSpPr>
              <a:spLocks/>
            </p:cNvSpPr>
            <p:nvPr/>
          </p:nvSpPr>
          <p:spPr bwMode="auto">
            <a:xfrm>
              <a:off x="8387336" y="3854872"/>
              <a:ext cx="624110" cy="527631"/>
            </a:xfrm>
            <a:custGeom>
              <a:avLst/>
              <a:gdLst>
                <a:gd name="connsiteX0" fmla="*/ 0 w 2848303"/>
                <a:gd name="connsiteY0" fmla="*/ 0 h 1355835"/>
                <a:gd name="connsiteX1" fmla="*/ 2848303 w 2848303"/>
                <a:gd name="connsiteY1" fmla="*/ 1355835 h 1355835"/>
                <a:gd name="connsiteX0" fmla="*/ 0 w 2848322"/>
                <a:gd name="connsiteY0" fmla="*/ 0 h 1355835"/>
                <a:gd name="connsiteX1" fmla="*/ 2848303 w 2848322"/>
                <a:gd name="connsiteY1" fmla="*/ 1355835 h 1355835"/>
                <a:gd name="connsiteX0" fmla="*/ 0 w 2827302"/>
                <a:gd name="connsiteY0" fmla="*/ 0 h 1282262"/>
                <a:gd name="connsiteX1" fmla="*/ 2827283 w 2827302"/>
                <a:gd name="connsiteY1" fmla="*/ 1282262 h 1282262"/>
                <a:gd name="connsiteX0" fmla="*/ 0 w 2827296"/>
                <a:gd name="connsiteY0" fmla="*/ 0 h 1282262"/>
                <a:gd name="connsiteX1" fmla="*/ 2827283 w 2827296"/>
                <a:gd name="connsiteY1" fmla="*/ 1282262 h 1282262"/>
                <a:gd name="connsiteX0" fmla="*/ 0 w 2911378"/>
                <a:gd name="connsiteY0" fmla="*/ 0 h 1229710"/>
                <a:gd name="connsiteX1" fmla="*/ 2911366 w 2911378"/>
                <a:gd name="connsiteY1" fmla="*/ 1229710 h 1229710"/>
                <a:gd name="connsiteX0" fmla="*/ 0 w 2911378"/>
                <a:gd name="connsiteY0" fmla="*/ 0 h 1229710"/>
                <a:gd name="connsiteX1" fmla="*/ 2911366 w 2911378"/>
                <a:gd name="connsiteY1" fmla="*/ 1229710 h 1229710"/>
                <a:gd name="connsiteX0" fmla="*/ 0 w 2911366"/>
                <a:gd name="connsiteY0" fmla="*/ 0 h 1229710"/>
                <a:gd name="connsiteX1" fmla="*/ 2911366 w 2911366"/>
                <a:gd name="connsiteY1" fmla="*/ 1229710 h 1229710"/>
                <a:gd name="connsiteX0" fmla="*/ 0 w 2911366"/>
                <a:gd name="connsiteY0" fmla="*/ 0 h 1229710"/>
                <a:gd name="connsiteX1" fmla="*/ 2911366 w 2911366"/>
                <a:gd name="connsiteY1" fmla="*/ 1229710 h 1229710"/>
                <a:gd name="connsiteX0" fmla="*/ 0 w 4246180"/>
                <a:gd name="connsiteY0" fmla="*/ 836800 h 836853"/>
                <a:gd name="connsiteX1" fmla="*/ 4246180 w 4246180"/>
                <a:gd name="connsiteY1" fmla="*/ 374344 h 836853"/>
                <a:gd name="connsiteX0" fmla="*/ 0 w 6558456"/>
                <a:gd name="connsiteY0" fmla="*/ 3050848 h 3050868"/>
                <a:gd name="connsiteX1" fmla="*/ 6558456 w 6558456"/>
                <a:gd name="connsiteY1" fmla="*/ 181523 h 3050868"/>
                <a:gd name="connsiteX0" fmla="*/ 0 w 6558554"/>
                <a:gd name="connsiteY0" fmla="*/ 2869325 h 2869462"/>
                <a:gd name="connsiteX1" fmla="*/ 6558456 w 6558554"/>
                <a:gd name="connsiteY1" fmla="*/ 0 h 2869462"/>
                <a:gd name="connsiteX0" fmla="*/ 0 w 5644172"/>
                <a:gd name="connsiteY0" fmla="*/ 2879835 h 2879970"/>
                <a:gd name="connsiteX1" fmla="*/ 5644056 w 5644172"/>
                <a:gd name="connsiteY1" fmla="*/ 0 h 2879970"/>
                <a:gd name="connsiteX0" fmla="*/ 0 w 5644247"/>
                <a:gd name="connsiteY0" fmla="*/ 2879835 h 2879835"/>
                <a:gd name="connsiteX1" fmla="*/ 5644056 w 5644247"/>
                <a:gd name="connsiteY1" fmla="*/ 0 h 2879835"/>
                <a:gd name="connsiteX0" fmla="*/ 0 w 5644056"/>
                <a:gd name="connsiteY0" fmla="*/ 2879835 h 2879835"/>
                <a:gd name="connsiteX1" fmla="*/ 5644056 w 5644056"/>
                <a:gd name="connsiteY1" fmla="*/ 0 h 2879835"/>
                <a:gd name="connsiteX0" fmla="*/ 0 w 5644056"/>
                <a:gd name="connsiteY0" fmla="*/ 2879835 h 2879835"/>
                <a:gd name="connsiteX1" fmla="*/ 154748 w 5644056"/>
                <a:gd name="connsiteY1" fmla="*/ 2874235 h 2879835"/>
                <a:gd name="connsiteX2" fmla="*/ 5644056 w 5644056"/>
                <a:gd name="connsiteY2" fmla="*/ 0 h 2879835"/>
                <a:gd name="connsiteX0" fmla="*/ 0 w 6558456"/>
                <a:gd name="connsiteY0" fmla="*/ 2879835 h 2879835"/>
                <a:gd name="connsiteX1" fmla="*/ 1069148 w 6558456"/>
                <a:gd name="connsiteY1" fmla="*/ 2874235 h 2879835"/>
                <a:gd name="connsiteX2" fmla="*/ 6558456 w 6558456"/>
                <a:gd name="connsiteY2" fmla="*/ 0 h 2879835"/>
                <a:gd name="connsiteX0" fmla="*/ 0 w 5489308"/>
                <a:gd name="connsiteY0" fmla="*/ 2874235 h 2874235"/>
                <a:gd name="connsiteX1" fmla="*/ 5489308 w 5489308"/>
                <a:gd name="connsiteY1" fmla="*/ 0 h 2874235"/>
                <a:gd name="connsiteX0" fmla="*/ 0 w 6014241"/>
                <a:gd name="connsiteY0" fmla="*/ 2857248 h 2857248"/>
                <a:gd name="connsiteX1" fmla="*/ 6014241 w 6014241"/>
                <a:gd name="connsiteY1" fmla="*/ 0 h 2857248"/>
                <a:gd name="connsiteX0" fmla="*/ 0 w 1489713"/>
                <a:gd name="connsiteY0" fmla="*/ 852906 h 1456275"/>
                <a:gd name="connsiteX1" fmla="*/ 1137441 w 1489713"/>
                <a:gd name="connsiteY1" fmla="*/ 0 h 1456275"/>
                <a:gd name="connsiteX0" fmla="*/ 0 w 1545400"/>
                <a:gd name="connsiteY0" fmla="*/ 852906 h 852906"/>
                <a:gd name="connsiteX1" fmla="*/ 1137441 w 1545400"/>
                <a:gd name="connsiteY1" fmla="*/ 0 h 852906"/>
                <a:gd name="connsiteX0" fmla="*/ 0 w 1651593"/>
                <a:gd name="connsiteY0" fmla="*/ 937835 h 937835"/>
                <a:gd name="connsiteX1" fmla="*/ 1340641 w 1651593"/>
                <a:gd name="connsiteY1" fmla="*/ 0 h 937835"/>
                <a:gd name="connsiteX0" fmla="*/ 0 w 1354123"/>
                <a:gd name="connsiteY0" fmla="*/ 937835 h 937835"/>
                <a:gd name="connsiteX1" fmla="*/ 1340641 w 1354123"/>
                <a:gd name="connsiteY1" fmla="*/ 0 h 937835"/>
                <a:gd name="connsiteX0" fmla="*/ 0 w 1087687"/>
                <a:gd name="connsiteY0" fmla="*/ 428257 h 428257"/>
                <a:gd name="connsiteX1" fmla="*/ 1069708 w 1087687"/>
                <a:gd name="connsiteY1" fmla="*/ 0 h 428257"/>
                <a:gd name="connsiteX0" fmla="*/ 0 w 1069708"/>
                <a:gd name="connsiteY0" fmla="*/ 428257 h 428257"/>
                <a:gd name="connsiteX1" fmla="*/ 1069708 w 1069708"/>
                <a:gd name="connsiteY1" fmla="*/ 0 h 428257"/>
                <a:gd name="connsiteX0" fmla="*/ 0 w 1069708"/>
                <a:gd name="connsiteY0" fmla="*/ 428257 h 428257"/>
                <a:gd name="connsiteX1" fmla="*/ 1069708 w 1069708"/>
                <a:gd name="connsiteY1" fmla="*/ 0 h 428257"/>
                <a:gd name="connsiteX0" fmla="*/ 0 w 896453"/>
                <a:gd name="connsiteY0" fmla="*/ 447568 h 447568"/>
                <a:gd name="connsiteX1" fmla="*/ 896453 w 896453"/>
                <a:gd name="connsiteY1" fmla="*/ 0 h 447568"/>
                <a:gd name="connsiteX0" fmla="*/ 0 w 1165961"/>
                <a:gd name="connsiteY0" fmla="*/ 418602 h 418602"/>
                <a:gd name="connsiteX1" fmla="*/ 1165961 w 1165961"/>
                <a:gd name="connsiteY1" fmla="*/ 0 h 418602"/>
                <a:gd name="connsiteX0" fmla="*/ 0 w 1165961"/>
                <a:gd name="connsiteY0" fmla="*/ 418602 h 418602"/>
                <a:gd name="connsiteX1" fmla="*/ 1165961 w 1165961"/>
                <a:gd name="connsiteY1" fmla="*/ 0 h 418602"/>
                <a:gd name="connsiteX0" fmla="*/ 0 w 1968848"/>
                <a:gd name="connsiteY0" fmla="*/ 396231 h 396231"/>
                <a:gd name="connsiteX1" fmla="*/ 1968848 w 1968848"/>
                <a:gd name="connsiteY1" fmla="*/ 0 h 396231"/>
                <a:gd name="connsiteX0" fmla="*/ 0 w 2191873"/>
                <a:gd name="connsiteY0" fmla="*/ 228443 h 228443"/>
                <a:gd name="connsiteX1" fmla="*/ 2191873 w 2191873"/>
                <a:gd name="connsiteY1" fmla="*/ 0 h 228443"/>
                <a:gd name="connsiteX0" fmla="*/ 0 w 2191873"/>
                <a:gd name="connsiteY0" fmla="*/ 251029 h 251029"/>
                <a:gd name="connsiteX1" fmla="*/ 2191873 w 2191873"/>
                <a:gd name="connsiteY1" fmla="*/ 22586 h 251029"/>
                <a:gd name="connsiteX0" fmla="*/ 0 w 2002302"/>
                <a:gd name="connsiteY0" fmla="*/ 178233 h 178233"/>
                <a:gd name="connsiteX1" fmla="*/ 2002302 w 2002302"/>
                <a:gd name="connsiteY1" fmla="*/ 28091 h 178233"/>
                <a:gd name="connsiteX0" fmla="*/ 0 w 1879639"/>
                <a:gd name="connsiteY0" fmla="*/ 128199 h 128199"/>
                <a:gd name="connsiteX1" fmla="*/ 1879639 w 1879639"/>
                <a:gd name="connsiteY1" fmla="*/ 33986 h 128199"/>
                <a:gd name="connsiteX0" fmla="*/ 0 w 1879639"/>
                <a:gd name="connsiteY0" fmla="*/ 151386 h 151386"/>
                <a:gd name="connsiteX1" fmla="*/ 1879639 w 1879639"/>
                <a:gd name="connsiteY1" fmla="*/ 57173 h 151386"/>
                <a:gd name="connsiteX0" fmla="*/ 0 w 1879639"/>
                <a:gd name="connsiteY0" fmla="*/ 136719 h 160243"/>
                <a:gd name="connsiteX1" fmla="*/ 1879639 w 1879639"/>
                <a:gd name="connsiteY1" fmla="*/ 42506 h 160243"/>
                <a:gd name="connsiteX0" fmla="*/ 0 w 2334819"/>
                <a:gd name="connsiteY0" fmla="*/ 372253 h 387309"/>
                <a:gd name="connsiteX1" fmla="*/ 2334819 w 2334819"/>
                <a:gd name="connsiteY1" fmla="*/ 27883 h 387309"/>
                <a:gd name="connsiteX0" fmla="*/ 0 w 2434389"/>
                <a:gd name="connsiteY0" fmla="*/ 873002 h 881698"/>
                <a:gd name="connsiteX1" fmla="*/ 2434389 w 2434389"/>
                <a:gd name="connsiteY1" fmla="*/ 16407 h 881698"/>
                <a:gd name="connsiteX0" fmla="*/ 0 w 2434389"/>
                <a:gd name="connsiteY0" fmla="*/ 875258 h 875258"/>
                <a:gd name="connsiteX1" fmla="*/ 2434389 w 2434389"/>
                <a:gd name="connsiteY1" fmla="*/ 18663 h 875258"/>
                <a:gd name="connsiteX0" fmla="*/ 0 w 2434389"/>
                <a:gd name="connsiteY0" fmla="*/ 856595 h 856595"/>
                <a:gd name="connsiteX1" fmla="*/ 2434389 w 2434389"/>
                <a:gd name="connsiteY1" fmla="*/ 0 h 856595"/>
              </a:gdLst>
              <a:ahLst/>
              <a:cxnLst>
                <a:cxn ang="0">
                  <a:pos x="connsiteX0" y="connsiteY0"/>
                </a:cxn>
                <a:cxn ang="0">
                  <a:pos x="connsiteX1" y="connsiteY1"/>
                </a:cxn>
              </a:cxnLst>
              <a:rect l="l" t="t" r="r" b="b"/>
              <a:pathLst>
                <a:path w="2434389" h="856595">
                  <a:moveTo>
                    <a:pt x="0" y="856595"/>
                  </a:moveTo>
                  <a:cubicBezTo>
                    <a:pt x="1063026" y="820547"/>
                    <a:pt x="1345306" y="72971"/>
                    <a:pt x="2434389" y="0"/>
                  </a:cubicBezTo>
                </a:path>
              </a:pathLst>
            </a:cu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Text"/>
                <a:ea typeface="+mn-ea"/>
                <a:cs typeface="Segoe UI" pitchFamily="34" charset="0"/>
              </a:endParaRPr>
            </a:p>
          </p:txBody>
        </p:sp>
        <p:sp>
          <p:nvSpPr>
            <p:cNvPr id="148" name="Freeform 35">
              <a:extLst>
                <a:ext uri="{FF2B5EF4-FFF2-40B4-BE49-F238E27FC236}">
                  <a16:creationId xmlns:a16="http://schemas.microsoft.com/office/drawing/2014/main" id="{9ED98806-7448-F9C2-430F-5375F0E1CD9E}"/>
                </a:ext>
                <a:ext uri="{C183D7F6-B498-43B3-948B-1728B52AA6E4}">
                  <adec:decorative xmlns:adec="http://schemas.microsoft.com/office/drawing/2017/decorative" val="1"/>
                </a:ext>
              </a:extLst>
            </p:cNvPr>
            <p:cNvSpPr>
              <a:spLocks/>
            </p:cNvSpPr>
            <p:nvPr/>
          </p:nvSpPr>
          <p:spPr bwMode="auto">
            <a:xfrm>
              <a:off x="8394769" y="4551941"/>
              <a:ext cx="615825" cy="492874"/>
            </a:xfrm>
            <a:custGeom>
              <a:avLst/>
              <a:gdLst>
                <a:gd name="connsiteX0" fmla="*/ 0 w 2848303"/>
                <a:gd name="connsiteY0" fmla="*/ 0 h 1355835"/>
                <a:gd name="connsiteX1" fmla="*/ 2848303 w 2848303"/>
                <a:gd name="connsiteY1" fmla="*/ 1355835 h 1355835"/>
                <a:gd name="connsiteX0" fmla="*/ 0 w 2848322"/>
                <a:gd name="connsiteY0" fmla="*/ 0 h 1355835"/>
                <a:gd name="connsiteX1" fmla="*/ 2848303 w 2848322"/>
                <a:gd name="connsiteY1" fmla="*/ 1355835 h 1355835"/>
                <a:gd name="connsiteX0" fmla="*/ 0 w 2827302"/>
                <a:gd name="connsiteY0" fmla="*/ 0 h 1282262"/>
                <a:gd name="connsiteX1" fmla="*/ 2827283 w 2827302"/>
                <a:gd name="connsiteY1" fmla="*/ 1282262 h 1282262"/>
                <a:gd name="connsiteX0" fmla="*/ 0 w 2827296"/>
                <a:gd name="connsiteY0" fmla="*/ 0 h 1282262"/>
                <a:gd name="connsiteX1" fmla="*/ 2827283 w 2827296"/>
                <a:gd name="connsiteY1" fmla="*/ 1282262 h 1282262"/>
                <a:gd name="connsiteX0" fmla="*/ 0 w 2911378"/>
                <a:gd name="connsiteY0" fmla="*/ 0 h 1229710"/>
                <a:gd name="connsiteX1" fmla="*/ 2911366 w 2911378"/>
                <a:gd name="connsiteY1" fmla="*/ 1229710 h 1229710"/>
                <a:gd name="connsiteX0" fmla="*/ 0 w 2911378"/>
                <a:gd name="connsiteY0" fmla="*/ 0 h 1229710"/>
                <a:gd name="connsiteX1" fmla="*/ 2911366 w 2911378"/>
                <a:gd name="connsiteY1" fmla="*/ 1229710 h 1229710"/>
                <a:gd name="connsiteX0" fmla="*/ 0 w 2911366"/>
                <a:gd name="connsiteY0" fmla="*/ 0 h 1229710"/>
                <a:gd name="connsiteX1" fmla="*/ 2911366 w 2911366"/>
                <a:gd name="connsiteY1" fmla="*/ 1229710 h 1229710"/>
                <a:gd name="connsiteX0" fmla="*/ 0 w 2911366"/>
                <a:gd name="connsiteY0" fmla="*/ 0 h 1229710"/>
                <a:gd name="connsiteX1" fmla="*/ 2911366 w 2911366"/>
                <a:gd name="connsiteY1" fmla="*/ 1229710 h 1229710"/>
                <a:gd name="connsiteX0" fmla="*/ 0 w 4246180"/>
                <a:gd name="connsiteY0" fmla="*/ 836800 h 836853"/>
                <a:gd name="connsiteX1" fmla="*/ 4246180 w 4246180"/>
                <a:gd name="connsiteY1" fmla="*/ 374344 h 836853"/>
                <a:gd name="connsiteX0" fmla="*/ 0 w 6558456"/>
                <a:gd name="connsiteY0" fmla="*/ 3050848 h 3050868"/>
                <a:gd name="connsiteX1" fmla="*/ 6558456 w 6558456"/>
                <a:gd name="connsiteY1" fmla="*/ 181523 h 3050868"/>
                <a:gd name="connsiteX0" fmla="*/ 0 w 6558554"/>
                <a:gd name="connsiteY0" fmla="*/ 2869325 h 2869462"/>
                <a:gd name="connsiteX1" fmla="*/ 6558456 w 6558554"/>
                <a:gd name="connsiteY1" fmla="*/ 0 h 2869462"/>
                <a:gd name="connsiteX0" fmla="*/ 0 w 5644172"/>
                <a:gd name="connsiteY0" fmla="*/ 2879835 h 2879970"/>
                <a:gd name="connsiteX1" fmla="*/ 5644056 w 5644172"/>
                <a:gd name="connsiteY1" fmla="*/ 0 h 2879970"/>
                <a:gd name="connsiteX0" fmla="*/ 0 w 5644247"/>
                <a:gd name="connsiteY0" fmla="*/ 2879835 h 2879835"/>
                <a:gd name="connsiteX1" fmla="*/ 5644056 w 5644247"/>
                <a:gd name="connsiteY1" fmla="*/ 0 h 2879835"/>
                <a:gd name="connsiteX0" fmla="*/ 0 w 5644056"/>
                <a:gd name="connsiteY0" fmla="*/ 2879835 h 2879835"/>
                <a:gd name="connsiteX1" fmla="*/ 5644056 w 5644056"/>
                <a:gd name="connsiteY1" fmla="*/ 0 h 2879835"/>
                <a:gd name="connsiteX0" fmla="*/ 0 w 5644056"/>
                <a:gd name="connsiteY0" fmla="*/ 2879835 h 2879835"/>
                <a:gd name="connsiteX1" fmla="*/ 154748 w 5644056"/>
                <a:gd name="connsiteY1" fmla="*/ 2874235 h 2879835"/>
                <a:gd name="connsiteX2" fmla="*/ 5644056 w 5644056"/>
                <a:gd name="connsiteY2" fmla="*/ 0 h 2879835"/>
                <a:gd name="connsiteX0" fmla="*/ 0 w 6558456"/>
                <a:gd name="connsiteY0" fmla="*/ 2879835 h 2879835"/>
                <a:gd name="connsiteX1" fmla="*/ 1069148 w 6558456"/>
                <a:gd name="connsiteY1" fmla="*/ 2874235 h 2879835"/>
                <a:gd name="connsiteX2" fmla="*/ 6558456 w 6558456"/>
                <a:gd name="connsiteY2" fmla="*/ 0 h 2879835"/>
                <a:gd name="connsiteX0" fmla="*/ 0 w 5489308"/>
                <a:gd name="connsiteY0" fmla="*/ 2874235 h 2874235"/>
                <a:gd name="connsiteX1" fmla="*/ 5489308 w 5489308"/>
                <a:gd name="connsiteY1" fmla="*/ 0 h 2874235"/>
                <a:gd name="connsiteX0" fmla="*/ 0 w 6014241"/>
                <a:gd name="connsiteY0" fmla="*/ 2857248 h 2857248"/>
                <a:gd name="connsiteX1" fmla="*/ 6014241 w 6014241"/>
                <a:gd name="connsiteY1" fmla="*/ 0 h 2857248"/>
                <a:gd name="connsiteX0" fmla="*/ 0 w 1489713"/>
                <a:gd name="connsiteY0" fmla="*/ 852906 h 1456275"/>
                <a:gd name="connsiteX1" fmla="*/ 1137441 w 1489713"/>
                <a:gd name="connsiteY1" fmla="*/ 0 h 1456275"/>
                <a:gd name="connsiteX0" fmla="*/ 0 w 1545400"/>
                <a:gd name="connsiteY0" fmla="*/ 852906 h 852906"/>
                <a:gd name="connsiteX1" fmla="*/ 1137441 w 1545400"/>
                <a:gd name="connsiteY1" fmla="*/ 0 h 852906"/>
                <a:gd name="connsiteX0" fmla="*/ 0 w 1651593"/>
                <a:gd name="connsiteY0" fmla="*/ 937835 h 937835"/>
                <a:gd name="connsiteX1" fmla="*/ 1340641 w 1651593"/>
                <a:gd name="connsiteY1" fmla="*/ 0 h 937835"/>
                <a:gd name="connsiteX0" fmla="*/ 0 w 1354123"/>
                <a:gd name="connsiteY0" fmla="*/ 937835 h 937835"/>
                <a:gd name="connsiteX1" fmla="*/ 1340641 w 1354123"/>
                <a:gd name="connsiteY1" fmla="*/ 0 h 937835"/>
                <a:gd name="connsiteX0" fmla="*/ 0 w 1087687"/>
                <a:gd name="connsiteY0" fmla="*/ 428257 h 428257"/>
                <a:gd name="connsiteX1" fmla="*/ 1069708 w 1087687"/>
                <a:gd name="connsiteY1" fmla="*/ 0 h 428257"/>
                <a:gd name="connsiteX0" fmla="*/ 0 w 1069708"/>
                <a:gd name="connsiteY0" fmla="*/ 428257 h 428257"/>
                <a:gd name="connsiteX1" fmla="*/ 1069708 w 1069708"/>
                <a:gd name="connsiteY1" fmla="*/ 0 h 428257"/>
                <a:gd name="connsiteX0" fmla="*/ 0 w 1069708"/>
                <a:gd name="connsiteY0" fmla="*/ 428257 h 428257"/>
                <a:gd name="connsiteX1" fmla="*/ 1069708 w 1069708"/>
                <a:gd name="connsiteY1" fmla="*/ 0 h 428257"/>
                <a:gd name="connsiteX0" fmla="*/ 0 w 896453"/>
                <a:gd name="connsiteY0" fmla="*/ 447568 h 447568"/>
                <a:gd name="connsiteX1" fmla="*/ 896453 w 896453"/>
                <a:gd name="connsiteY1" fmla="*/ 0 h 447568"/>
                <a:gd name="connsiteX0" fmla="*/ 0 w 1165961"/>
                <a:gd name="connsiteY0" fmla="*/ 418602 h 418602"/>
                <a:gd name="connsiteX1" fmla="*/ 1165961 w 1165961"/>
                <a:gd name="connsiteY1" fmla="*/ 0 h 418602"/>
                <a:gd name="connsiteX0" fmla="*/ 0 w 1165961"/>
                <a:gd name="connsiteY0" fmla="*/ 418602 h 418602"/>
                <a:gd name="connsiteX1" fmla="*/ 1165961 w 1165961"/>
                <a:gd name="connsiteY1" fmla="*/ 0 h 418602"/>
                <a:gd name="connsiteX0" fmla="*/ 0 w 1968848"/>
                <a:gd name="connsiteY0" fmla="*/ 396231 h 396231"/>
                <a:gd name="connsiteX1" fmla="*/ 1968848 w 1968848"/>
                <a:gd name="connsiteY1" fmla="*/ 0 h 396231"/>
                <a:gd name="connsiteX0" fmla="*/ 0 w 2191873"/>
                <a:gd name="connsiteY0" fmla="*/ 228443 h 228443"/>
                <a:gd name="connsiteX1" fmla="*/ 2191873 w 2191873"/>
                <a:gd name="connsiteY1" fmla="*/ 0 h 228443"/>
                <a:gd name="connsiteX0" fmla="*/ 0 w 2191873"/>
                <a:gd name="connsiteY0" fmla="*/ 251029 h 251029"/>
                <a:gd name="connsiteX1" fmla="*/ 2191873 w 2191873"/>
                <a:gd name="connsiteY1" fmla="*/ 22586 h 251029"/>
                <a:gd name="connsiteX0" fmla="*/ 0 w 2002302"/>
                <a:gd name="connsiteY0" fmla="*/ 178233 h 178233"/>
                <a:gd name="connsiteX1" fmla="*/ 2002302 w 2002302"/>
                <a:gd name="connsiteY1" fmla="*/ 28091 h 178233"/>
                <a:gd name="connsiteX0" fmla="*/ 0 w 1879639"/>
                <a:gd name="connsiteY0" fmla="*/ 128199 h 128199"/>
                <a:gd name="connsiteX1" fmla="*/ 1879639 w 1879639"/>
                <a:gd name="connsiteY1" fmla="*/ 33986 h 128199"/>
                <a:gd name="connsiteX0" fmla="*/ 0 w 1879639"/>
                <a:gd name="connsiteY0" fmla="*/ 151386 h 151386"/>
                <a:gd name="connsiteX1" fmla="*/ 1879639 w 1879639"/>
                <a:gd name="connsiteY1" fmla="*/ 57173 h 151386"/>
                <a:gd name="connsiteX0" fmla="*/ 0 w 1879639"/>
                <a:gd name="connsiteY0" fmla="*/ 136719 h 160243"/>
                <a:gd name="connsiteX1" fmla="*/ 1879639 w 1879639"/>
                <a:gd name="connsiteY1" fmla="*/ 42506 h 160243"/>
                <a:gd name="connsiteX0" fmla="*/ 0 w 2334819"/>
                <a:gd name="connsiteY0" fmla="*/ 372253 h 387309"/>
                <a:gd name="connsiteX1" fmla="*/ 2334819 w 2334819"/>
                <a:gd name="connsiteY1" fmla="*/ 27883 h 387309"/>
                <a:gd name="connsiteX0" fmla="*/ 0 w 2434389"/>
                <a:gd name="connsiteY0" fmla="*/ 873002 h 881698"/>
                <a:gd name="connsiteX1" fmla="*/ 2434389 w 2434389"/>
                <a:gd name="connsiteY1" fmla="*/ 16407 h 881698"/>
                <a:gd name="connsiteX0" fmla="*/ 0 w 2434389"/>
                <a:gd name="connsiteY0" fmla="*/ 875258 h 875258"/>
                <a:gd name="connsiteX1" fmla="*/ 2434389 w 2434389"/>
                <a:gd name="connsiteY1" fmla="*/ 18663 h 875258"/>
                <a:gd name="connsiteX0" fmla="*/ 0 w 2434389"/>
                <a:gd name="connsiteY0" fmla="*/ 856595 h 856595"/>
                <a:gd name="connsiteX1" fmla="*/ 2434389 w 2434389"/>
                <a:gd name="connsiteY1" fmla="*/ 0 h 856595"/>
              </a:gdLst>
              <a:ahLst/>
              <a:cxnLst>
                <a:cxn ang="0">
                  <a:pos x="connsiteX0" y="connsiteY0"/>
                </a:cxn>
                <a:cxn ang="0">
                  <a:pos x="connsiteX1" y="connsiteY1"/>
                </a:cxn>
              </a:cxnLst>
              <a:rect l="l" t="t" r="r" b="b"/>
              <a:pathLst>
                <a:path w="2434389" h="856595">
                  <a:moveTo>
                    <a:pt x="0" y="856595"/>
                  </a:moveTo>
                  <a:cubicBezTo>
                    <a:pt x="1063026" y="820547"/>
                    <a:pt x="1345306" y="72971"/>
                    <a:pt x="2434389" y="0"/>
                  </a:cubicBezTo>
                </a:path>
              </a:pathLst>
            </a:custGeom>
            <a:ln w="1905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Text"/>
                <a:ea typeface="+mn-ea"/>
                <a:cs typeface="Segoe UI" pitchFamily="34" charset="0"/>
              </a:endParaRPr>
            </a:p>
          </p:txBody>
        </p:sp>
      </p:grpSp>
      <p:sp>
        <p:nvSpPr>
          <p:cNvPr id="151" name="Rounded Rectangle 2">
            <a:extLst>
              <a:ext uri="{FF2B5EF4-FFF2-40B4-BE49-F238E27FC236}">
                <a16:creationId xmlns:a16="http://schemas.microsoft.com/office/drawing/2014/main" id="{7AA6C835-00CB-0D73-2F95-206923B6C9DF}"/>
              </a:ext>
              <a:ext uri="{C183D7F6-B498-43B3-948B-1728B52AA6E4}">
                <adec:decorative xmlns:adec="http://schemas.microsoft.com/office/drawing/2017/decorative" val="1"/>
              </a:ext>
            </a:extLst>
          </p:cNvPr>
          <p:cNvSpPr>
            <a:spLocks/>
          </p:cNvSpPr>
          <p:nvPr/>
        </p:nvSpPr>
        <p:spPr bwMode="auto">
          <a:xfrm>
            <a:off x="5908345" y="1666848"/>
            <a:ext cx="2622413" cy="3701240"/>
          </a:xfrm>
          <a:prstGeom prst="roundRect">
            <a:avLst>
              <a:gd name="adj" fmla="val 5916"/>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noFill/>
              <a:effectLst/>
              <a:uLnTx/>
              <a:uFillTx/>
              <a:latin typeface="Segoe UI" panose="020B0502040204020203" pitchFamily="34" charset="0"/>
              <a:ea typeface="+mn-ea"/>
              <a:cs typeface="Segoe UI" panose="020B0502040204020203" pitchFamily="34" charset="0"/>
            </a:endParaRPr>
          </a:p>
        </p:txBody>
      </p:sp>
      <p:sp>
        <p:nvSpPr>
          <p:cNvPr id="153" name="Text Placeholder 6" descr="From&#10;1. Single model&#10;2. AI Bots&#10;3. Bespoke governance&#10;&#10;Platform Shift occurs&#10;&#10;To&#10;1. Multi-model&#10;2. Agentic AI apps&#10;3. Unified governance">
            <a:extLst>
              <a:ext uri="{FF2B5EF4-FFF2-40B4-BE49-F238E27FC236}">
                <a16:creationId xmlns:a16="http://schemas.microsoft.com/office/drawing/2014/main" id="{4EF25678-2C85-296B-4C47-3A4C840ED784}"/>
              </a:ext>
            </a:extLst>
          </p:cNvPr>
          <p:cNvSpPr txBox="1">
            <a:spLocks/>
          </p:cNvSpPr>
          <p:nvPr/>
        </p:nvSpPr>
        <p:spPr>
          <a:xfrm>
            <a:off x="6394827" y="1454994"/>
            <a:ext cx="1677616" cy="413460"/>
          </a:xfrm>
          <a:prstGeom prst="roundRect">
            <a:avLst>
              <a:gd name="adj" fmla="val 50000"/>
            </a:avLst>
          </a:prstGeom>
          <a:gradFill>
            <a:gsLst>
              <a:gs pos="79000">
                <a:srgbClr val="6F50C0"/>
              </a:gs>
              <a:gs pos="6000">
                <a:srgbClr val="096BBA"/>
              </a:gs>
            </a:gsLst>
            <a:lin ang="0" scaled="1"/>
          </a:gradFill>
        </p:spPr>
        <p:txBody>
          <a:bodyPr wrap="none" lIns="183672" tIns="35995" rIns="183672" bIns="71991" rtlCol="0" anchor="ctr">
            <a:spAutoFit/>
          </a:bodyPr>
          <a:lstStyle>
            <a:defPPr>
              <a:defRPr lang="en-US"/>
            </a:defPPr>
            <a:lvl1pPr algn="ctr" defTabSz="932472" fontAlgn="base">
              <a:spcBef>
                <a:spcPct val="0"/>
              </a:spcBef>
              <a:spcAft>
                <a:spcPct val="0"/>
              </a:spcAft>
              <a:defRPr sz="1200">
                <a:latin typeface="Segoe UI Variable Display Semib"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2275622"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w="3175">
                  <a:noFill/>
                </a:ln>
                <a:gradFill>
                  <a:gsLst>
                    <a:gs pos="0">
                      <a:srgbClr val="FFFFFF"/>
                    </a:gs>
                    <a:gs pos="99000">
                      <a:srgbClr val="FFFFFF"/>
                    </a:gs>
                  </a:gsLst>
                  <a:path path="circle">
                    <a:fillToRect r="100000" b="100000"/>
                  </a:path>
                </a:gradFill>
                <a:effectLst/>
                <a:uLnTx/>
                <a:uFillTx/>
                <a:latin typeface="Segoe UI Variable Display Semibold" pitchFamily="2" charset="0"/>
                <a:ea typeface="+mn-ea"/>
                <a:cs typeface="Segoe UI"/>
              </a:rPr>
              <a:t>From</a:t>
            </a:r>
          </a:p>
        </p:txBody>
      </p:sp>
      <p:sp>
        <p:nvSpPr>
          <p:cNvPr id="155" name="TextBox 154">
            <a:extLst>
              <a:ext uri="{FF2B5EF4-FFF2-40B4-BE49-F238E27FC236}">
                <a16:creationId xmlns:a16="http://schemas.microsoft.com/office/drawing/2014/main" id="{0469D40A-72DD-A24E-60C6-BDBD1B5687FE}"/>
              </a:ext>
            </a:extLst>
          </p:cNvPr>
          <p:cNvSpPr txBox="1"/>
          <p:nvPr/>
        </p:nvSpPr>
        <p:spPr>
          <a:xfrm>
            <a:off x="6134425" y="2224816"/>
            <a:ext cx="2112634"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Single model</a:t>
            </a:r>
            <a:endParaRPr kumimoji="0" lang="en-US" sz="1600" b="1" i="0" u="none" strike="noStrike" kern="1200" cap="none" spc="0" normalizeH="0" baseline="0" noProof="0">
              <a:ln w="3175">
                <a:noFill/>
              </a:ln>
              <a:gradFill>
                <a:gsLst>
                  <a:gs pos="72989">
                    <a:srgbClr val="000000"/>
                  </a:gs>
                  <a:gs pos="42000">
                    <a:srgbClr val="000000"/>
                  </a:gs>
                </a:gsLst>
                <a:path path="circle">
                  <a:fillToRect r="100000" b="100000"/>
                </a:path>
              </a:gradFill>
              <a:effectLst/>
              <a:uLnTx/>
              <a:uFillTx/>
              <a:latin typeface="Segoe UI Semibold" panose="020B0502040204020203" pitchFamily="34" charset="0"/>
              <a:ea typeface="+mn-ea"/>
              <a:cs typeface="Segoe UI Semibold" panose="020B0502040204020203" pitchFamily="34" charset="0"/>
            </a:endParaRPr>
          </a:p>
        </p:txBody>
      </p:sp>
      <p:sp>
        <p:nvSpPr>
          <p:cNvPr id="157" name="TextBox 156">
            <a:extLst>
              <a:ext uri="{FF2B5EF4-FFF2-40B4-BE49-F238E27FC236}">
                <a16:creationId xmlns:a16="http://schemas.microsoft.com/office/drawing/2014/main" id="{31AEE573-3465-5F92-A141-689337E62371}"/>
              </a:ext>
            </a:extLst>
          </p:cNvPr>
          <p:cNvSpPr txBox="1"/>
          <p:nvPr/>
        </p:nvSpPr>
        <p:spPr>
          <a:xfrm>
            <a:off x="6134425" y="2815911"/>
            <a:ext cx="2112632"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Assistants that respond</a:t>
            </a:r>
            <a:endParaRPr kumimoji="0" lang="en-US" sz="1600" b="1" i="0" u="none" strike="noStrike" kern="1200" cap="none" spc="0" normalizeH="0" baseline="0" noProof="0">
              <a:ln w="3175">
                <a:noFill/>
              </a:ln>
              <a:gradFill>
                <a:gsLst>
                  <a:gs pos="42000">
                    <a:srgbClr val="000000"/>
                  </a:gs>
                  <a:gs pos="72989">
                    <a:srgbClr val="000000"/>
                  </a:gs>
                </a:gsLst>
                <a:path path="circle">
                  <a:fillToRect r="100000" b="100000"/>
                </a:path>
              </a:gradFill>
              <a:effectLst/>
              <a:uLnTx/>
              <a:uFillTx/>
              <a:latin typeface="Segoe UI Semibold" panose="020B0502040204020203" pitchFamily="34" charset="0"/>
              <a:ea typeface="+mn-ea"/>
              <a:cs typeface="Segoe UI Semibold" panose="020B0502040204020203" pitchFamily="34" charset="0"/>
            </a:endParaRPr>
          </a:p>
        </p:txBody>
      </p:sp>
      <p:sp>
        <p:nvSpPr>
          <p:cNvPr id="159" name="TextBox 158">
            <a:extLst>
              <a:ext uri="{FF2B5EF4-FFF2-40B4-BE49-F238E27FC236}">
                <a16:creationId xmlns:a16="http://schemas.microsoft.com/office/drawing/2014/main" id="{322E4C52-03C9-1EC7-7AD5-1AAD8724EADB}"/>
              </a:ext>
            </a:extLst>
          </p:cNvPr>
          <p:cNvSpPr txBox="1"/>
          <p:nvPr/>
        </p:nvSpPr>
        <p:spPr>
          <a:xfrm>
            <a:off x="6117048" y="3409746"/>
            <a:ext cx="2159592"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Isolated chat experience</a:t>
            </a:r>
            <a:endParaRPr kumimoji="0" lang="en-US" sz="1600" b="1" i="0" u="none" strike="noStrike" kern="1200" cap="none" spc="0" normalizeH="0" baseline="0" noProof="0">
              <a:ln w="3175">
                <a:noFill/>
              </a:ln>
              <a:gradFill>
                <a:gsLst>
                  <a:gs pos="72989">
                    <a:srgbClr val="000000"/>
                  </a:gs>
                  <a:gs pos="42000">
                    <a:srgbClr val="000000"/>
                  </a:gs>
                </a:gsLst>
                <a:path path="circle">
                  <a:fillToRect r="100000" b="100000"/>
                </a:path>
              </a:gradFill>
              <a:effectLst/>
              <a:uLnTx/>
              <a:uFillTx/>
              <a:latin typeface="Segoe UI Semibold" panose="020B0502040204020203" pitchFamily="34" charset="0"/>
              <a:ea typeface="+mn-ea"/>
              <a:cs typeface="Segoe UI Semibold" panose="020B0502040204020203" pitchFamily="34" charset="0"/>
            </a:endParaRPr>
          </a:p>
        </p:txBody>
      </p:sp>
      <p:sp>
        <p:nvSpPr>
          <p:cNvPr id="161" name="TextBox 160">
            <a:extLst>
              <a:ext uri="{FF2B5EF4-FFF2-40B4-BE49-F238E27FC236}">
                <a16:creationId xmlns:a16="http://schemas.microsoft.com/office/drawing/2014/main" id="{ECAF763A-A084-41FE-3D39-0A064D9342CF}"/>
              </a:ext>
            </a:extLst>
          </p:cNvPr>
          <p:cNvSpPr txBox="1"/>
          <p:nvPr/>
        </p:nvSpPr>
        <p:spPr>
          <a:xfrm>
            <a:off x="6134425" y="4042300"/>
            <a:ext cx="2112632"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Human-in-the-loop</a:t>
            </a:r>
            <a:endParaRPr kumimoji="0" lang="en-US" sz="1400" b="0" i="0" u="none" strike="noStrike" kern="0" cap="none" spc="0" normalizeH="0" baseline="0" noProof="0">
              <a:ln w="3175">
                <a:noFill/>
              </a:ln>
              <a:solidFill>
                <a:srgbClr val="000000"/>
              </a:solidFill>
              <a:effectLst/>
              <a:uLnTx/>
              <a:uFillTx/>
              <a:latin typeface="Segoe UI Variable Display Semib" pitchFamily="2" charset="0"/>
              <a:ea typeface="+mn-ea"/>
              <a:cs typeface="Segoe Sans Text" pitchFamily="2" charset="0"/>
            </a:endParaRPr>
          </a:p>
        </p:txBody>
      </p:sp>
      <p:sp>
        <p:nvSpPr>
          <p:cNvPr id="163" name="TextBox 162">
            <a:extLst>
              <a:ext uri="{FF2B5EF4-FFF2-40B4-BE49-F238E27FC236}">
                <a16:creationId xmlns:a16="http://schemas.microsoft.com/office/drawing/2014/main" id="{1F85662E-50CE-306C-0746-8AD44B3A482A}"/>
              </a:ext>
            </a:extLst>
          </p:cNvPr>
          <p:cNvSpPr txBox="1"/>
          <p:nvPr/>
        </p:nvSpPr>
        <p:spPr>
          <a:xfrm>
            <a:off x="6134425" y="4728982"/>
            <a:ext cx="2159592" cy="21544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Conversation interfaces</a:t>
            </a:r>
            <a:endParaRPr kumimoji="0" lang="en-US" sz="1400" b="0" i="0" u="none" strike="noStrike" kern="0" cap="none" spc="0" normalizeH="0" baseline="0" noProof="0">
              <a:ln w="3175">
                <a:noFill/>
              </a:ln>
              <a:solidFill>
                <a:srgbClr val="000000"/>
              </a:solidFill>
              <a:effectLst/>
              <a:uLnTx/>
              <a:uFillTx/>
              <a:latin typeface="Segoe UI Variable Display Semib" pitchFamily="2" charset="0"/>
              <a:ea typeface="+mn-ea"/>
              <a:cs typeface="Segoe Sans Text" pitchFamily="2" charset="0"/>
            </a:endParaRPr>
          </a:p>
        </p:txBody>
      </p:sp>
      <p:sp>
        <p:nvSpPr>
          <p:cNvPr id="165" name="Rounded Rectangle 2">
            <a:extLst>
              <a:ext uri="{FF2B5EF4-FFF2-40B4-BE49-F238E27FC236}">
                <a16:creationId xmlns:a16="http://schemas.microsoft.com/office/drawing/2014/main" id="{EEECA413-E2BA-853B-5D60-E11DDF9C2A20}"/>
              </a:ext>
              <a:ext uri="{C183D7F6-B498-43B3-948B-1728B52AA6E4}">
                <adec:decorative xmlns:adec="http://schemas.microsoft.com/office/drawing/2017/decorative" val="1"/>
              </a:ext>
            </a:extLst>
          </p:cNvPr>
          <p:cNvSpPr>
            <a:spLocks/>
          </p:cNvSpPr>
          <p:nvPr/>
        </p:nvSpPr>
        <p:spPr bwMode="auto">
          <a:xfrm>
            <a:off x="9178355" y="893979"/>
            <a:ext cx="2622413" cy="4433665"/>
          </a:xfrm>
          <a:prstGeom prst="roundRect">
            <a:avLst>
              <a:gd name="adj" fmla="val 4754"/>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noFill/>
              <a:effectLst/>
              <a:uLnTx/>
              <a:uFillTx/>
              <a:latin typeface="Segoe UI" panose="020B0502040204020203" pitchFamily="34" charset="0"/>
              <a:ea typeface="+mn-ea"/>
              <a:cs typeface="Segoe UI" panose="020B0502040204020203" pitchFamily="34" charset="0"/>
            </a:endParaRPr>
          </a:p>
        </p:txBody>
      </p:sp>
      <p:sp>
        <p:nvSpPr>
          <p:cNvPr id="167" name="Text Placeholder 6">
            <a:extLst>
              <a:ext uri="{FF2B5EF4-FFF2-40B4-BE49-F238E27FC236}">
                <a16:creationId xmlns:a16="http://schemas.microsoft.com/office/drawing/2014/main" id="{FF9B6243-5F8B-D78D-D8D2-A3184A7AE5F7}"/>
              </a:ext>
              <a:ext uri="{C183D7F6-B498-43B3-948B-1728B52AA6E4}">
                <adec:decorative xmlns:adec="http://schemas.microsoft.com/office/drawing/2017/decorative" val="0"/>
              </a:ext>
            </a:extLst>
          </p:cNvPr>
          <p:cNvSpPr txBox="1">
            <a:spLocks/>
          </p:cNvSpPr>
          <p:nvPr/>
        </p:nvSpPr>
        <p:spPr>
          <a:xfrm>
            <a:off x="9625038" y="715342"/>
            <a:ext cx="1702067" cy="413460"/>
          </a:xfrm>
          <a:prstGeom prst="roundRect">
            <a:avLst>
              <a:gd name="adj" fmla="val 50000"/>
            </a:avLst>
          </a:prstGeom>
          <a:gradFill>
            <a:gsLst>
              <a:gs pos="79000">
                <a:srgbClr val="6F50C0"/>
              </a:gs>
              <a:gs pos="6000">
                <a:srgbClr val="096BBA"/>
              </a:gs>
            </a:gsLst>
            <a:lin ang="0" scaled="1"/>
          </a:gradFill>
        </p:spPr>
        <p:txBody>
          <a:bodyPr wrap="none" lIns="183672" tIns="35995" rIns="183672" bIns="71991" rtlCol="0" anchor="ctr">
            <a:spAutoFit/>
          </a:bodyPr>
          <a:lstStyle>
            <a:defPPr>
              <a:defRPr lang="en-US"/>
            </a:defPPr>
            <a:lvl1pPr algn="ctr" defTabSz="932472" fontAlgn="base">
              <a:spcBef>
                <a:spcPct val="0"/>
              </a:spcBef>
              <a:spcAft>
                <a:spcPct val="0"/>
              </a:spcAft>
              <a:defRPr sz="1400">
                <a:latin typeface="Segoe UI Variable Display Semib"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2275622"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w="3175">
                  <a:noFill/>
                </a:ln>
                <a:gradFill>
                  <a:gsLst>
                    <a:gs pos="0">
                      <a:srgbClr val="FFFFFF"/>
                    </a:gs>
                    <a:gs pos="99000">
                      <a:srgbClr val="FFFFFF"/>
                    </a:gs>
                  </a:gsLst>
                  <a:path path="circle">
                    <a:fillToRect r="100000" b="100000"/>
                  </a:path>
                </a:gradFill>
                <a:effectLst/>
                <a:uLnTx/>
                <a:uFillTx/>
                <a:latin typeface="Segoe UI Variable Display Semibold" pitchFamily="2" charset="0"/>
                <a:ea typeface="+mn-ea"/>
                <a:cs typeface="Segoe UI"/>
              </a:rPr>
              <a:t>To</a:t>
            </a:r>
          </a:p>
        </p:txBody>
      </p:sp>
      <p:sp>
        <p:nvSpPr>
          <p:cNvPr id="169" name="TextBox 168">
            <a:extLst>
              <a:ext uri="{FF2B5EF4-FFF2-40B4-BE49-F238E27FC236}">
                <a16:creationId xmlns:a16="http://schemas.microsoft.com/office/drawing/2014/main" id="{21A58AFA-0051-B68B-561A-477726EA4358}"/>
              </a:ext>
              <a:ext uri="{C183D7F6-B498-43B3-948B-1728B52AA6E4}">
                <adec:decorative xmlns:adec="http://schemas.microsoft.com/office/drawing/2017/decorative" val="0"/>
              </a:ext>
            </a:extLst>
          </p:cNvPr>
          <p:cNvSpPr txBox="1"/>
          <p:nvPr/>
        </p:nvSpPr>
        <p:spPr>
          <a:xfrm>
            <a:off x="9435336" y="1525140"/>
            <a:ext cx="2093530"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kern="0" cap="none" spc="0" normalizeH="0" baseline="0">
                <a:ln w="3175">
                  <a:noFill/>
                </a:ln>
                <a:solidFill>
                  <a:srgbClr val="000000"/>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Multi-model</a:t>
            </a:r>
            <a:endParaRPr kumimoji="0" lang="en-US" sz="1400" b="0" i="0" u="none" strike="noStrike" kern="0" cap="none" spc="0" normalizeH="0" baseline="0" noProof="0">
              <a:ln w="3175">
                <a:noFill/>
              </a:ln>
              <a:solidFill>
                <a:srgbClr val="000000"/>
              </a:solidFill>
              <a:effectLst/>
              <a:uLnTx/>
              <a:uFillTx/>
              <a:latin typeface="Segoe UI Variable Display Semib" pitchFamily="2" charset="0"/>
              <a:ea typeface="+mn-ea"/>
              <a:cs typeface="Segoe Sans Text" pitchFamily="2" charset="0"/>
            </a:endParaRPr>
          </a:p>
        </p:txBody>
      </p:sp>
      <p:sp>
        <p:nvSpPr>
          <p:cNvPr id="171" name="TextBox 170">
            <a:extLst>
              <a:ext uri="{FF2B5EF4-FFF2-40B4-BE49-F238E27FC236}">
                <a16:creationId xmlns:a16="http://schemas.microsoft.com/office/drawing/2014/main" id="{AADF127E-7C0C-15E9-90AF-48F65CB31DBF}"/>
              </a:ext>
              <a:ext uri="{C183D7F6-B498-43B3-948B-1728B52AA6E4}">
                <adec:decorative xmlns:adec="http://schemas.microsoft.com/office/drawing/2017/decorative" val="0"/>
              </a:ext>
            </a:extLst>
          </p:cNvPr>
          <p:cNvSpPr txBox="1"/>
          <p:nvPr/>
        </p:nvSpPr>
        <p:spPr>
          <a:xfrm>
            <a:off x="9316068" y="2167316"/>
            <a:ext cx="2372045"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kern="0" cap="none" spc="0" normalizeH="0" baseline="0">
                <a:ln w="3175">
                  <a:noFill/>
                </a:ln>
                <a:solidFill>
                  <a:srgbClr val="000000"/>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Multi-agent systems that act</a:t>
            </a:r>
            <a:endParaRPr kumimoji="0" lang="en-US" sz="1400" b="0" i="0" u="none" strike="noStrike" kern="0" cap="none" spc="0" normalizeH="0" baseline="0" noProof="0">
              <a:ln w="3175">
                <a:noFill/>
              </a:ln>
              <a:solidFill>
                <a:srgbClr val="000000"/>
              </a:solidFill>
              <a:effectLst/>
              <a:uLnTx/>
              <a:uFillTx/>
              <a:latin typeface="Segoe Sans Text" pitchFamily="2" charset="0"/>
              <a:ea typeface="+mn-ea"/>
              <a:cs typeface="Segoe Sans Text" pitchFamily="2" charset="0"/>
            </a:endParaRPr>
          </a:p>
        </p:txBody>
      </p:sp>
      <p:sp>
        <p:nvSpPr>
          <p:cNvPr id="173" name="TextBox 172">
            <a:extLst>
              <a:ext uri="{FF2B5EF4-FFF2-40B4-BE49-F238E27FC236}">
                <a16:creationId xmlns:a16="http://schemas.microsoft.com/office/drawing/2014/main" id="{6C551F43-CA4E-3C9E-F574-C7D0C68401A4}"/>
              </a:ext>
              <a:ext uri="{C183D7F6-B498-43B3-948B-1728B52AA6E4}">
                <adec:decorative xmlns:adec="http://schemas.microsoft.com/office/drawing/2017/decorative" val="0"/>
              </a:ext>
            </a:extLst>
          </p:cNvPr>
          <p:cNvSpPr txBox="1"/>
          <p:nvPr/>
        </p:nvSpPr>
        <p:spPr>
          <a:xfrm>
            <a:off x="9435337" y="2816318"/>
            <a:ext cx="2046874" cy="430887"/>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kern="0" cap="none" spc="0" normalizeH="0" baseline="0">
                <a:ln w="3175">
                  <a:noFill/>
                </a:ln>
                <a:solidFill>
                  <a:srgbClr val="000000"/>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Integrated system workflows</a:t>
            </a:r>
            <a:endParaRPr kumimoji="0" lang="en-US" sz="1400" b="0" i="0" u="none" strike="noStrike" kern="0" cap="none" spc="0" normalizeH="0" baseline="0" noProof="0">
              <a:ln w="3175">
                <a:noFill/>
              </a:ln>
              <a:solidFill>
                <a:srgbClr val="000000"/>
              </a:solidFill>
              <a:effectLst/>
              <a:uLnTx/>
              <a:uFillTx/>
              <a:latin typeface="Segoe Sans Text" pitchFamily="2" charset="0"/>
              <a:ea typeface="+mn-ea"/>
              <a:cs typeface="Segoe Sans Text" pitchFamily="2" charset="0"/>
            </a:endParaRPr>
          </a:p>
        </p:txBody>
      </p:sp>
      <p:sp>
        <p:nvSpPr>
          <p:cNvPr id="175" name="TextBox 174">
            <a:extLst>
              <a:ext uri="{FF2B5EF4-FFF2-40B4-BE49-F238E27FC236}">
                <a16:creationId xmlns:a16="http://schemas.microsoft.com/office/drawing/2014/main" id="{07A274E1-864F-493F-320D-3BC982618F23}"/>
              </a:ext>
              <a:ext uri="{C183D7F6-B498-43B3-948B-1728B52AA6E4}">
                <adec:decorative xmlns:adec="http://schemas.microsoft.com/office/drawing/2017/decorative" val="0"/>
              </a:ext>
            </a:extLst>
          </p:cNvPr>
          <p:cNvSpPr txBox="1"/>
          <p:nvPr/>
        </p:nvSpPr>
        <p:spPr>
          <a:xfrm>
            <a:off x="9435337" y="3532663"/>
            <a:ext cx="2076802" cy="430887"/>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kern="0" cap="none" spc="0" normalizeH="0" baseline="0">
                <a:ln w="3175">
                  <a:noFill/>
                </a:ln>
                <a:solidFill>
                  <a:srgbClr val="000000"/>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Human-and-agent collaboration</a:t>
            </a:r>
            <a:endParaRPr kumimoji="0" lang="en-US" sz="1400" b="0" i="0" u="none" strike="noStrike" kern="0" cap="none" spc="0" normalizeH="0" baseline="0" noProof="0">
              <a:ln w="3175">
                <a:noFill/>
              </a:ln>
              <a:solidFill>
                <a:srgbClr val="000000"/>
              </a:solidFill>
              <a:effectLst/>
              <a:uLnTx/>
              <a:uFillTx/>
              <a:latin typeface="Segoe UI Variable Display Semib" pitchFamily="2" charset="0"/>
              <a:ea typeface="+mn-ea"/>
              <a:cs typeface="Segoe Sans Text" pitchFamily="2" charset="0"/>
            </a:endParaRPr>
          </a:p>
        </p:txBody>
      </p:sp>
      <p:sp>
        <p:nvSpPr>
          <p:cNvPr id="177" name="TextBox 176">
            <a:extLst>
              <a:ext uri="{FF2B5EF4-FFF2-40B4-BE49-F238E27FC236}">
                <a16:creationId xmlns:a16="http://schemas.microsoft.com/office/drawing/2014/main" id="{FF91278A-DA2B-3A17-BE96-E5CA55EEF770}"/>
              </a:ext>
              <a:ext uri="{C183D7F6-B498-43B3-948B-1728B52AA6E4}">
                <adec:decorative xmlns:adec="http://schemas.microsoft.com/office/drawing/2017/decorative" val="0"/>
              </a:ext>
            </a:extLst>
          </p:cNvPr>
          <p:cNvSpPr txBox="1"/>
          <p:nvPr/>
        </p:nvSpPr>
        <p:spPr>
          <a:xfrm>
            <a:off x="9435337" y="4222153"/>
            <a:ext cx="2076802" cy="215444"/>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1400" b="0" i="0" u="none" strike="noStrike" kern="0" cap="none" spc="0" normalizeH="0" baseline="0">
                <a:ln w="3175">
                  <a:noFill/>
                </a:ln>
                <a:solidFill>
                  <a:srgbClr val="000000"/>
                </a:solidFill>
                <a:effectLst/>
                <a:uLnTx/>
                <a:uFillTx/>
                <a:latin typeface="Segoe Sans Text" pitchFamily="2" charset="0"/>
                <a:cs typeface="Segoe Sans Text"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w="3175">
                  <a:noFill/>
                </a:ln>
                <a:solidFill>
                  <a:srgbClr val="000000"/>
                </a:solidFill>
                <a:effectLst/>
                <a:uLnTx/>
                <a:uFillTx/>
                <a:latin typeface="Segoe UI Variable Display Semib"/>
                <a:ea typeface="+mn-ea"/>
                <a:cs typeface="Segoe Sans Text"/>
              </a:rPr>
              <a:t>Operational intelligence</a:t>
            </a:r>
            <a:endParaRPr kumimoji="0" lang="en-US" sz="1400" b="0" i="0" u="none" strike="noStrike" kern="0" cap="none" spc="0" normalizeH="0" baseline="0" noProof="0">
              <a:ln w="3175">
                <a:noFill/>
              </a:ln>
              <a:solidFill>
                <a:srgbClr val="000000"/>
              </a:solidFill>
              <a:effectLst/>
              <a:uLnTx/>
              <a:uFillTx/>
              <a:latin typeface="Segoe UI Variable Display Semib" pitchFamily="2" charset="0"/>
              <a:ea typeface="+mn-ea"/>
              <a:cs typeface="Segoe Sans Text" pitchFamily="2" charset="0"/>
            </a:endParaRPr>
          </a:p>
        </p:txBody>
      </p:sp>
      <p:sp>
        <p:nvSpPr>
          <p:cNvPr id="2" name="Rectangle: Rounded Corners 1">
            <a:extLst>
              <a:ext uri="{FF2B5EF4-FFF2-40B4-BE49-F238E27FC236}">
                <a16:creationId xmlns:a16="http://schemas.microsoft.com/office/drawing/2014/main" id="{DB38AC58-66DE-5860-4DD9-01B39066C248}"/>
              </a:ext>
              <a:ext uri="{C183D7F6-B498-43B3-948B-1728B52AA6E4}">
                <adec:decorative xmlns:adec="http://schemas.microsoft.com/office/drawing/2017/decorative" val="1"/>
              </a:ext>
            </a:extLst>
          </p:cNvPr>
          <p:cNvSpPr/>
          <p:nvPr/>
        </p:nvSpPr>
        <p:spPr>
          <a:xfrm>
            <a:off x="1071598" y="5557832"/>
            <a:ext cx="10105324" cy="779742"/>
          </a:xfrm>
          <a:prstGeom prst="roundRect">
            <a:avLst>
              <a:gd name="adj" fmla="val 13985"/>
            </a:avLst>
          </a:prstGeom>
          <a:noFill/>
          <a:ln>
            <a:solidFill>
              <a:schemeClr val="tx1"/>
            </a:solidFill>
          </a:ln>
          <a:effectLst>
            <a:outerShdw blurRad="127000" dist="63500" dir="3600000" algn="ctr" rotWithShape="0">
              <a:srgbClr val="000000">
                <a:alpha val="2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Segoe Sans Text" pitchFamily="2" charset="0"/>
              </a:rPr>
              <a:t>O</a:t>
            </a:r>
            <a:r>
              <a:rPr kumimoji="0" lang="en-US" sz="2000" b="0" i="0" u="none" strike="noStrike" kern="1200" cap="none" spc="0" normalizeH="0" baseline="0" noProof="0" err="1">
                <a:ln>
                  <a:noFill/>
                </a:ln>
                <a:solidFill>
                  <a:srgbClr val="000000"/>
                </a:solidFill>
                <a:effectLst/>
                <a:uLnTx/>
                <a:uFillTx/>
                <a:latin typeface="Segoe UI Semibold"/>
                <a:ea typeface="+mn-ea"/>
                <a:cs typeface="Segoe Sans Text" pitchFamily="2" charset="0"/>
              </a:rPr>
              <a:t>rganizations</a:t>
            </a:r>
            <a:r>
              <a:rPr kumimoji="0" lang="en-US" sz="2000" b="0" i="0" u="none" strike="noStrike" kern="1200" cap="none" spc="0" normalizeH="0" baseline="0" noProof="0">
                <a:ln>
                  <a:noFill/>
                </a:ln>
                <a:solidFill>
                  <a:srgbClr val="000000"/>
                </a:solidFill>
                <a:effectLst/>
                <a:uLnTx/>
                <a:uFillTx/>
                <a:latin typeface="Segoe UI Semibold"/>
                <a:ea typeface="+mn-ea"/>
                <a:cs typeface="Segoe Sans Text" pitchFamily="2" charset="0"/>
              </a:rPr>
              <a:t> that master agents can automate </a:t>
            </a:r>
            <a:r>
              <a:rPr kumimoji="0" lang="en-US" sz="20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multi-step workflows</a:t>
            </a:r>
            <a:r>
              <a:rPr kumimoji="0" lang="en-US" sz="2000" b="0" i="0" u="none" strike="noStrike" kern="1200" cap="none" spc="0" normalizeH="0" baseline="0" noProof="0">
                <a:ln>
                  <a:noFill/>
                </a:ln>
                <a:solidFill>
                  <a:srgbClr val="000000"/>
                </a:solidFill>
                <a:effectLst/>
                <a:uLnTx/>
                <a:uFillTx/>
                <a:latin typeface="Segoe UI Semibold"/>
                <a:ea typeface="+mn-ea"/>
                <a:cs typeface="Segoe Sans Text" pitchFamily="2" charset="0"/>
              </a:rPr>
              <a:t>, integrate deeply with systems, </a:t>
            </a:r>
            <a:r>
              <a:rPr kumimoji="0" lang="en-US" sz="20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reduce cost</a:t>
            </a:r>
            <a:r>
              <a:rPr kumimoji="0" lang="en-US" sz="2000" b="0" i="0" u="none" strike="noStrike" kern="1200" cap="none" spc="0" normalizeH="0" baseline="0" noProof="0">
                <a:ln>
                  <a:noFill/>
                </a:ln>
                <a:solidFill>
                  <a:srgbClr val="000000"/>
                </a:solidFill>
                <a:effectLst/>
                <a:uLnTx/>
                <a:uFillTx/>
                <a:latin typeface="Segoe UI Semibold"/>
                <a:ea typeface="+mn-ea"/>
                <a:cs typeface="Segoe Sans Text" pitchFamily="2" charset="0"/>
              </a:rPr>
              <a:t> and </a:t>
            </a:r>
            <a:r>
              <a:rPr kumimoji="0" lang="en-US" sz="20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cycle time</a:t>
            </a:r>
            <a:r>
              <a:rPr kumimoji="0" lang="en-US" sz="2000" b="0" i="0" u="none" strike="noStrike" kern="1200" cap="none" spc="0" normalizeH="0" baseline="0" noProof="0">
                <a:ln>
                  <a:noFill/>
                </a:ln>
                <a:solidFill>
                  <a:srgbClr val="000000"/>
                </a:solidFill>
                <a:effectLst/>
                <a:uLnTx/>
                <a:uFillTx/>
                <a:latin typeface="Segoe UI Semibold"/>
                <a:ea typeface="+mn-ea"/>
                <a:cs typeface="Segoe Sans Text" pitchFamily="2" charset="0"/>
              </a:rPr>
              <a:t>, and deliver </a:t>
            </a:r>
            <a:r>
              <a:rPr kumimoji="0" lang="en-US" sz="20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new business model</a:t>
            </a:r>
          </a:p>
        </p:txBody>
      </p:sp>
    </p:spTree>
    <p:extLst>
      <p:ext uri="{BB962C8B-B14F-4D97-AF65-F5344CB8AC3E}">
        <p14:creationId xmlns:p14="http://schemas.microsoft.com/office/powerpoint/2010/main" val="30019663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path" presetSubtype="0" decel="100000" fill="hold" grpId="1" nodeType="withEffect">
                                  <p:stCondLst>
                                    <p:cond delay="0"/>
                                  </p:stCondLst>
                                  <p:childTnLst>
                                    <p:animMotion origin="layout" path="M 4.16667E-7 4.81481E-6 L 4.16667E-7 0.03541 " pathEditMode="relative" rAng="0" ptsTypes="AA">
                                      <p:cBhvr>
                                        <p:cTn id="9" dur="700" spd="-100000" fill="hold"/>
                                        <p:tgtEl>
                                          <p:spTgt spid="52"/>
                                        </p:tgtEl>
                                        <p:attrNameLst>
                                          <p:attrName>ppt_x</p:attrName>
                                          <p:attrName>ppt_y</p:attrName>
                                        </p:attrNameLst>
                                      </p:cBhvr>
                                      <p:rCtr x="0" y="1759"/>
                                    </p:animMotion>
                                  </p:childTnLst>
                                </p:cTn>
                              </p:par>
                              <p:par>
                                <p:cTn id="10" presetID="22" presetClass="entr" presetSubtype="8" fill="hold" nodeType="withEffect">
                                  <p:stCondLst>
                                    <p:cond delay="300"/>
                                  </p:stCondLst>
                                  <p:childTnLst>
                                    <p:set>
                                      <p:cBhvr>
                                        <p:cTn id="11" dur="1" fill="hold">
                                          <p:stCondLst>
                                            <p:cond delay="0"/>
                                          </p:stCondLst>
                                        </p:cTn>
                                        <p:tgtEl>
                                          <p:spTgt spid="149"/>
                                        </p:tgtEl>
                                        <p:attrNameLst>
                                          <p:attrName>style.visibility</p:attrName>
                                        </p:attrNameLst>
                                      </p:cBhvr>
                                      <p:to>
                                        <p:strVal val="visible"/>
                                      </p:to>
                                    </p:set>
                                    <p:animEffect transition="in" filter="wipe(left)">
                                      <p:cBhvr>
                                        <p:cTn id="12"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2" grpId="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95D06D3-72BF-188F-9A73-0D6C3B5A6A7B}"/>
            </a:ext>
          </a:extLst>
        </p:cNvPr>
        <p:cNvGrpSpPr/>
        <p:nvPr/>
      </p:nvGrpSpPr>
      <p:grpSpPr>
        <a:xfrm>
          <a:off x="0" y="0"/>
          <a:ext cx="0" cy="0"/>
          <a:chOff x="0" y="0"/>
          <a:chExt cx="0" cy="0"/>
        </a:xfrm>
      </p:grpSpPr>
      <p:sp>
        <p:nvSpPr>
          <p:cNvPr id="7" name="Rectangle: Rounded Corners 5">
            <a:extLst>
              <a:ext uri="{FF2B5EF4-FFF2-40B4-BE49-F238E27FC236}">
                <a16:creationId xmlns:a16="http://schemas.microsoft.com/office/drawing/2014/main" id="{F49AF0A1-6654-FE97-BE79-5E9C7E40C7DA}"/>
              </a:ext>
              <a:ext uri="{C183D7F6-B498-43B3-948B-1728B52AA6E4}">
                <adec:decorative xmlns:adec="http://schemas.microsoft.com/office/drawing/2017/decorative" val="1"/>
              </a:ext>
            </a:extLst>
          </p:cNvPr>
          <p:cNvSpPr/>
          <p:nvPr/>
        </p:nvSpPr>
        <p:spPr bwMode="auto">
          <a:xfrm>
            <a:off x="586800" y="1286359"/>
            <a:ext cx="11022587" cy="4982679"/>
          </a:xfrm>
          <a:prstGeom prst="roundRect">
            <a:avLst>
              <a:gd name="adj" fmla="val 5329"/>
            </a:avLst>
          </a:prstGeom>
          <a:solidFill>
            <a:srgbClr val="281933">
              <a:lumMod val="90000"/>
              <a:lumOff val="10000"/>
            </a:srgbClr>
          </a:solidFill>
          <a:ln w="12700" cap="rnd" cmpd="sng" algn="ctr">
            <a:solidFill>
              <a:srgbClr val="3A4953"/>
            </a:solidFill>
            <a:prstDash val="solid"/>
            <a:miter lim="800000"/>
            <a:headEnd type="none" w="lg" len="sm"/>
            <a:tailEnd type="none" w="lg" len="sm"/>
          </a:ln>
          <a:effectLst/>
        </p:spPr>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marL="0" marR="0" lvl="0" indent="0" algn="ctr" defTabSz="811702" rtl="0" eaLnBrk="1" fontAlgn="auto" latinLnBrk="0" hangingPunct="1">
              <a:lnSpc>
                <a:spcPct val="100000"/>
              </a:lnSpc>
              <a:spcBef>
                <a:spcPts val="174"/>
              </a:spcBef>
              <a:spcAft>
                <a:spcPts val="0"/>
              </a:spcAft>
              <a:buClrTx/>
              <a:buSzTx/>
              <a:buFontTx/>
              <a:buNone/>
              <a:tabLst/>
              <a:defRPr/>
            </a:pPr>
            <a:endParaRPr kumimoji="0" lang="en-US" sz="2400" b="1" i="0" u="none" strike="noStrike" kern="0" cap="none" spc="0" normalizeH="0" baseline="0" noProof="0">
              <a:ln>
                <a:noFill/>
              </a:ln>
              <a:gradFill>
                <a:gsLst>
                  <a:gs pos="41958">
                    <a:srgbClr val="FFFFFF"/>
                  </a:gs>
                  <a:gs pos="63000">
                    <a:srgbClr val="FFFFFF"/>
                  </a:gs>
                </a:gsLst>
                <a:lin ang="0" scaled="0"/>
              </a:gradFill>
              <a:effectLst/>
              <a:uLnTx/>
              <a:uFillTx/>
              <a:latin typeface="Segoe UI Semibold"/>
              <a:ea typeface="+mn-ea"/>
              <a:cs typeface="+mn-cs"/>
            </a:endParaRPr>
          </a:p>
        </p:txBody>
      </p:sp>
      <p:graphicFrame>
        <p:nvGraphicFramePr>
          <p:cNvPr id="8" name="Chart 7" descr="Task COmpletion Rates for WebArena Benchmark (by CMU)">
            <a:extLst>
              <a:ext uri="{FF2B5EF4-FFF2-40B4-BE49-F238E27FC236}">
                <a16:creationId xmlns:a16="http://schemas.microsoft.com/office/drawing/2014/main" id="{816A1992-B45C-FAED-0D84-E081A6CFCC12}"/>
              </a:ext>
            </a:extLst>
          </p:cNvPr>
          <p:cNvGraphicFramePr/>
          <p:nvPr/>
        </p:nvGraphicFramePr>
        <p:xfrm>
          <a:off x="696686" y="1427290"/>
          <a:ext cx="10722428" cy="4766682"/>
        </p:xfrm>
        <a:graphic>
          <a:graphicData uri="http://schemas.openxmlformats.org/drawingml/2006/chart">
            <c:chart xmlns:c="http://schemas.openxmlformats.org/drawingml/2006/chart" xmlns:r="http://schemas.openxmlformats.org/officeDocument/2006/relationships" r:id="rId3"/>
          </a:graphicData>
        </a:graphic>
      </p:graphicFrame>
      <p:sp>
        <p:nvSpPr>
          <p:cNvPr id="9" name="Title 1">
            <a:extLst>
              <a:ext uri="{FF2B5EF4-FFF2-40B4-BE49-F238E27FC236}">
                <a16:creationId xmlns:a16="http://schemas.microsoft.com/office/drawing/2014/main" id="{CD1F127E-0110-952A-7196-D980F109B2E5}"/>
              </a:ext>
            </a:extLst>
          </p:cNvPr>
          <p:cNvSpPr txBox="1">
            <a:spLocks/>
          </p:cNvSpPr>
          <p:nvPr/>
        </p:nvSpPr>
        <p:spPr>
          <a:xfrm>
            <a:off x="588263" y="457200"/>
            <a:ext cx="11018520"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Semibold"/>
                <a:ea typeface="+mj-ea"/>
                <a:cs typeface="Segoe UI Semibold"/>
              </a:rPr>
              <a:t>Agents are becoming more capable</a:t>
            </a:r>
            <a:endParaRPr kumimoji="0" lang="en-US" sz="3600" b="0" i="0" u="none" strike="noStrike" kern="1200" cap="none" spc="0" normalizeH="0" baseline="0" noProof="0">
              <a:ln>
                <a:noFill/>
              </a:ln>
              <a:solidFill>
                <a:prstClr val="black"/>
              </a:solidFill>
              <a:effectLst/>
              <a:uLnTx/>
              <a:uFillTx/>
              <a:latin typeface="Segoe UI Semibold"/>
              <a:ea typeface="+mj-ea"/>
              <a:cs typeface="+mj-cs"/>
            </a:endParaRPr>
          </a:p>
        </p:txBody>
      </p:sp>
    </p:spTree>
    <p:extLst>
      <p:ext uri="{BB962C8B-B14F-4D97-AF65-F5344CB8AC3E}">
        <p14:creationId xmlns:p14="http://schemas.microsoft.com/office/powerpoint/2010/main" val="38822193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100"/>
                                  </p:stCondLst>
                                  <p:childTnLst>
                                    <p:animMotion origin="layout" path="M -8.33333E-7 -2.96296E-6 L -8.33333E-7 0.03542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100"/>
                                  </p:stCondLst>
                                  <p:childTnLst>
                                    <p:animMotion origin="layout" path="M -8.33333E-7 -2.96296E-6 L -8.33333E-7 0.03542 " pathEditMode="relative" rAng="0" ptsTypes="AA">
                                      <p:cBhvr>
                                        <p:cTn id="14" dur="700" spd="-100000" fill="hold"/>
                                        <p:tgtEl>
                                          <p:spTgt spid="8"/>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Graphic spid="8" grpId="0">
        <p:bldAsOne/>
      </p:bldGraphic>
      <p:bldGraphic spid="8" grpId="1">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9326-EBDF-F48E-7D5B-A33740835EE3}"/>
              </a:ext>
            </a:extLst>
          </p:cNvPr>
          <p:cNvSpPr>
            <a:spLocks noGrp="1"/>
          </p:cNvSpPr>
          <p:nvPr>
            <p:ph type="title" idx="4294967295"/>
          </p:nvPr>
        </p:nvSpPr>
        <p:spPr>
          <a:xfrm>
            <a:off x="0" y="457200"/>
            <a:ext cx="11017250" cy="554038"/>
          </a:xfrm>
        </p:spPr>
        <p:txBody>
          <a:bodyPr/>
          <a:lstStyle/>
          <a:p>
            <a:pPr algn="ctr"/>
            <a:r>
              <a:rPr lang="en-US"/>
              <a:t>What is an agent?</a:t>
            </a:r>
          </a:p>
        </p:txBody>
      </p:sp>
      <p:sp>
        <p:nvSpPr>
          <p:cNvPr id="4" name="Rounded Rectangle 12">
            <a:extLst>
              <a:ext uri="{FF2B5EF4-FFF2-40B4-BE49-F238E27FC236}">
                <a16:creationId xmlns:a16="http://schemas.microsoft.com/office/drawing/2014/main" id="{07FA9820-6B5A-B8B2-245E-37B1FBC6616B}"/>
              </a:ext>
              <a:ext uri="{C183D7F6-B498-43B3-948B-1728B52AA6E4}">
                <adec:decorative xmlns:adec="http://schemas.microsoft.com/office/drawing/2017/decorative" val="1"/>
              </a:ext>
            </a:extLst>
          </p:cNvPr>
          <p:cNvSpPr/>
          <p:nvPr/>
        </p:nvSpPr>
        <p:spPr bwMode="auto">
          <a:xfrm>
            <a:off x="8395498" y="2372812"/>
            <a:ext cx="2746535" cy="1939912"/>
          </a:xfrm>
          <a:prstGeom prst="roundRect">
            <a:avLst>
              <a:gd name="adj" fmla="val 18484"/>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5" name="Rounded Rectangle 12">
            <a:extLst>
              <a:ext uri="{FF2B5EF4-FFF2-40B4-BE49-F238E27FC236}">
                <a16:creationId xmlns:a16="http://schemas.microsoft.com/office/drawing/2014/main" id="{EE8A64AF-DA66-F908-4452-9DDF251FE958}"/>
              </a:ext>
              <a:ext uri="{C183D7F6-B498-43B3-948B-1728B52AA6E4}">
                <adec:decorative xmlns:adec="http://schemas.microsoft.com/office/drawing/2017/decorative" val="1"/>
              </a:ext>
            </a:extLst>
          </p:cNvPr>
          <p:cNvSpPr/>
          <p:nvPr/>
        </p:nvSpPr>
        <p:spPr bwMode="auto">
          <a:xfrm>
            <a:off x="4485366" y="1779506"/>
            <a:ext cx="3221269" cy="2533220"/>
          </a:xfrm>
          <a:prstGeom prst="roundRect">
            <a:avLst>
              <a:gd name="adj" fmla="val 12124"/>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mn-ea"/>
              <a:cs typeface="Segoe UI Light" panose="020B0502040204020203" pitchFamily="34" charset="0"/>
            </a:endParaRPr>
          </a:p>
        </p:txBody>
      </p:sp>
      <p:sp>
        <p:nvSpPr>
          <p:cNvPr id="6" name="Rounded Rectangle 12">
            <a:extLst>
              <a:ext uri="{FF2B5EF4-FFF2-40B4-BE49-F238E27FC236}">
                <a16:creationId xmlns:a16="http://schemas.microsoft.com/office/drawing/2014/main" id="{EB525105-957C-E12C-5E9F-9AA92B3B0E0B}"/>
              </a:ext>
              <a:ext uri="{C183D7F6-B498-43B3-948B-1728B52AA6E4}">
                <adec:decorative xmlns:adec="http://schemas.microsoft.com/office/drawing/2017/decorative" val="1"/>
              </a:ext>
            </a:extLst>
          </p:cNvPr>
          <p:cNvSpPr/>
          <p:nvPr/>
        </p:nvSpPr>
        <p:spPr bwMode="auto">
          <a:xfrm>
            <a:off x="1049966" y="2372812"/>
            <a:ext cx="2746535" cy="1939914"/>
          </a:xfrm>
          <a:prstGeom prst="roundRect">
            <a:avLst>
              <a:gd name="adj" fmla="val 17098"/>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7" name="Rounded Rectangle 12">
            <a:extLst>
              <a:ext uri="{FF2B5EF4-FFF2-40B4-BE49-F238E27FC236}">
                <a16:creationId xmlns:a16="http://schemas.microsoft.com/office/drawing/2014/main" id="{199F75E5-DF32-A65D-3090-1785468FA5AC}"/>
              </a:ext>
              <a:ext uri="{C183D7F6-B498-43B3-948B-1728B52AA6E4}">
                <adec:decorative xmlns:adec="http://schemas.microsoft.com/office/drawing/2017/decorative" val="1"/>
              </a:ext>
            </a:extLst>
          </p:cNvPr>
          <p:cNvSpPr/>
          <p:nvPr/>
        </p:nvSpPr>
        <p:spPr bwMode="auto">
          <a:xfrm>
            <a:off x="4485366" y="4818591"/>
            <a:ext cx="3221269" cy="1675899"/>
          </a:xfrm>
          <a:prstGeom prst="roundRect">
            <a:avLst>
              <a:gd name="adj" fmla="val 18080"/>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grpSp>
        <p:nvGrpSpPr>
          <p:cNvPr id="8" name="Group 7">
            <a:extLst>
              <a:ext uri="{FF2B5EF4-FFF2-40B4-BE49-F238E27FC236}">
                <a16:creationId xmlns:a16="http://schemas.microsoft.com/office/drawing/2014/main" id="{4EA94FCB-FAB0-8462-CFF8-7492A168058C}"/>
              </a:ext>
              <a:ext uri="{C183D7F6-B498-43B3-948B-1728B52AA6E4}">
                <adec:decorative xmlns:adec="http://schemas.microsoft.com/office/drawing/2017/decorative" val="1"/>
              </a:ext>
            </a:extLst>
          </p:cNvPr>
          <p:cNvGrpSpPr/>
          <p:nvPr/>
        </p:nvGrpSpPr>
        <p:grpSpPr>
          <a:xfrm>
            <a:off x="5124038" y="4122950"/>
            <a:ext cx="1943924" cy="1007671"/>
            <a:chOff x="5108290" y="4122950"/>
            <a:chExt cx="1943924" cy="1007671"/>
          </a:xfrm>
        </p:grpSpPr>
        <p:sp useBgFill="1">
          <p:nvSpPr>
            <p:cNvPr id="9" name="Rectangle 8">
              <a:extLst>
                <a:ext uri="{FF2B5EF4-FFF2-40B4-BE49-F238E27FC236}">
                  <a16:creationId xmlns:a16="http://schemas.microsoft.com/office/drawing/2014/main" id="{ABD344A1-AF45-4F02-4980-764A3BAB602A}"/>
                </a:ext>
              </a:extLst>
            </p:cNvPr>
            <p:cNvSpPr/>
            <p:nvPr/>
          </p:nvSpPr>
          <p:spPr bwMode="auto">
            <a:xfrm>
              <a:off x="5108290" y="4122950"/>
              <a:ext cx="248864" cy="1007671"/>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10" name="Rectangle 9">
              <a:extLst>
                <a:ext uri="{FF2B5EF4-FFF2-40B4-BE49-F238E27FC236}">
                  <a16:creationId xmlns:a16="http://schemas.microsoft.com/office/drawing/2014/main" id="{4DA96352-F486-910C-08F9-ECAA1F59A0D9}"/>
                </a:ext>
              </a:extLst>
            </p:cNvPr>
            <p:cNvSpPr/>
            <p:nvPr/>
          </p:nvSpPr>
          <p:spPr bwMode="auto">
            <a:xfrm>
              <a:off x="6803351" y="4122950"/>
              <a:ext cx="248863" cy="1007671"/>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11" name="Group 10">
            <a:extLst>
              <a:ext uri="{FF2B5EF4-FFF2-40B4-BE49-F238E27FC236}">
                <a16:creationId xmlns:a16="http://schemas.microsoft.com/office/drawing/2014/main" id="{07860FE1-95C2-48D7-73EE-0B87D063D654}"/>
              </a:ext>
              <a:ext uri="{C183D7F6-B498-43B3-948B-1728B52AA6E4}">
                <adec:decorative xmlns:adec="http://schemas.microsoft.com/office/drawing/2017/decorative" val="1"/>
              </a:ext>
            </a:extLst>
          </p:cNvPr>
          <p:cNvGrpSpPr/>
          <p:nvPr/>
        </p:nvGrpSpPr>
        <p:grpSpPr>
          <a:xfrm>
            <a:off x="3653596" y="3052051"/>
            <a:ext cx="4899118" cy="339489"/>
            <a:chOff x="3653596" y="3052051"/>
            <a:chExt cx="4899118" cy="339489"/>
          </a:xfrm>
        </p:grpSpPr>
        <p:sp useBgFill="1">
          <p:nvSpPr>
            <p:cNvPr id="12" name="Rectangle 11">
              <a:extLst>
                <a:ext uri="{FF2B5EF4-FFF2-40B4-BE49-F238E27FC236}">
                  <a16:creationId xmlns:a16="http://schemas.microsoft.com/office/drawing/2014/main" id="{4386B1A1-ADAF-B6FA-EE11-5D0E0C3D7DA9}"/>
                </a:ext>
              </a:extLst>
            </p:cNvPr>
            <p:cNvSpPr/>
            <p:nvPr/>
          </p:nvSpPr>
          <p:spPr bwMode="auto">
            <a:xfrm>
              <a:off x="3653596" y="3052051"/>
              <a:ext cx="939506" cy="33948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13" name="Rectangle 12">
              <a:extLst>
                <a:ext uri="{FF2B5EF4-FFF2-40B4-BE49-F238E27FC236}">
                  <a16:creationId xmlns:a16="http://schemas.microsoft.com/office/drawing/2014/main" id="{CD21F3D4-3A64-4F6F-0506-1BD861DBECB5}"/>
                </a:ext>
              </a:extLst>
            </p:cNvPr>
            <p:cNvSpPr/>
            <p:nvPr/>
          </p:nvSpPr>
          <p:spPr bwMode="auto">
            <a:xfrm>
              <a:off x="7613208" y="3052051"/>
              <a:ext cx="939506" cy="33948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14" name="Rectangle: Rounded Corners 12">
            <a:extLst>
              <a:ext uri="{FF2B5EF4-FFF2-40B4-BE49-F238E27FC236}">
                <a16:creationId xmlns:a16="http://schemas.microsoft.com/office/drawing/2014/main" id="{DD15A7E6-8EA7-AD7B-3D43-8F3F7A99F936}"/>
              </a:ext>
              <a:ext uri="{C183D7F6-B498-43B3-948B-1728B52AA6E4}">
                <adec:decorative xmlns:adec="http://schemas.microsoft.com/office/drawing/2017/decorative" val="0"/>
              </a:ext>
            </a:extLst>
          </p:cNvPr>
          <p:cNvSpPr txBox="1">
            <a:spLocks/>
          </p:cNvSpPr>
          <p:nvPr/>
        </p:nvSpPr>
        <p:spPr bwMode="auto">
          <a:xfrm>
            <a:off x="4956744" y="2454172"/>
            <a:ext cx="2282458" cy="369332"/>
          </a:xfrm>
          <a:prstGeom prst="roundRect">
            <a:avLst>
              <a:gd name="adj" fmla="val 31494"/>
            </a:avLst>
          </a:prstGeom>
          <a:solidFill>
            <a:srgbClr val="C03BC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LLM</a:t>
            </a:r>
          </a:p>
        </p:txBody>
      </p:sp>
      <p:sp>
        <p:nvSpPr>
          <p:cNvPr id="15" name="Rectangle: Rounded Corners 12">
            <a:extLst>
              <a:ext uri="{FF2B5EF4-FFF2-40B4-BE49-F238E27FC236}">
                <a16:creationId xmlns:a16="http://schemas.microsoft.com/office/drawing/2014/main" id="{D3372E46-5443-A4E9-A248-D73DD0E3A5A3}"/>
              </a:ext>
              <a:ext uri="{C183D7F6-B498-43B3-948B-1728B52AA6E4}">
                <adec:decorative xmlns:adec="http://schemas.microsoft.com/office/drawing/2017/decorative" val="0"/>
              </a:ext>
            </a:extLst>
          </p:cNvPr>
          <p:cNvSpPr txBox="1">
            <a:spLocks/>
          </p:cNvSpPr>
          <p:nvPr/>
        </p:nvSpPr>
        <p:spPr bwMode="auto">
          <a:xfrm>
            <a:off x="4956744" y="3022208"/>
            <a:ext cx="2282458" cy="369332"/>
          </a:xfrm>
          <a:prstGeom prst="roundRect">
            <a:avLst>
              <a:gd name="adj" fmla="val 31494"/>
            </a:avLst>
          </a:prstGeom>
          <a:solidFill>
            <a:srgbClr val="8661C5"/>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Instructions</a:t>
            </a:r>
          </a:p>
        </p:txBody>
      </p:sp>
      <p:sp>
        <p:nvSpPr>
          <p:cNvPr id="16" name="Rectangle: Rounded Corners 12">
            <a:extLst>
              <a:ext uri="{FF2B5EF4-FFF2-40B4-BE49-F238E27FC236}">
                <a16:creationId xmlns:a16="http://schemas.microsoft.com/office/drawing/2014/main" id="{8416BA05-4BDC-205F-ABAF-3C422234AE61}"/>
              </a:ext>
              <a:ext uri="{C183D7F6-B498-43B3-948B-1728B52AA6E4}">
                <adec:decorative xmlns:adec="http://schemas.microsoft.com/office/drawing/2017/decorative" val="0"/>
              </a:ext>
            </a:extLst>
          </p:cNvPr>
          <p:cNvSpPr txBox="1">
            <a:spLocks/>
          </p:cNvSpPr>
          <p:nvPr/>
        </p:nvSpPr>
        <p:spPr bwMode="auto">
          <a:xfrm>
            <a:off x="4956744" y="3590244"/>
            <a:ext cx="2282458" cy="369332"/>
          </a:xfrm>
          <a:prstGeom prst="roundRect">
            <a:avLst>
              <a:gd name="adj" fmla="val 31494"/>
            </a:avLst>
          </a:prstGeom>
          <a:solidFill>
            <a:srgbClr val="0078D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Segoe Sans Display" pitchFamily="2" charset="0"/>
                <a:ea typeface="+mn-ea"/>
                <a:cs typeface="Segoe Sans Display" pitchFamily="2" charset="0"/>
              </a:rPr>
              <a:t>Tools</a:t>
            </a:r>
          </a:p>
        </p:txBody>
      </p:sp>
      <p:grpSp>
        <p:nvGrpSpPr>
          <p:cNvPr id="3" name="Group 2">
            <a:extLst>
              <a:ext uri="{FF2B5EF4-FFF2-40B4-BE49-F238E27FC236}">
                <a16:creationId xmlns:a16="http://schemas.microsoft.com/office/drawing/2014/main" id="{40099B85-F7F8-CCF0-247E-6A0BEBE156A7}"/>
              </a:ext>
              <a:ext uri="{C183D7F6-B498-43B3-948B-1728B52AA6E4}">
                <adec:decorative xmlns:adec="http://schemas.microsoft.com/office/drawing/2017/decorative" val="1"/>
              </a:ext>
            </a:extLst>
          </p:cNvPr>
          <p:cNvGrpSpPr/>
          <p:nvPr/>
        </p:nvGrpSpPr>
        <p:grpSpPr>
          <a:xfrm>
            <a:off x="4956744" y="2454172"/>
            <a:ext cx="2282458" cy="1505404"/>
            <a:chOff x="4956744" y="2454172"/>
            <a:chExt cx="2282458" cy="1505404"/>
          </a:xfrm>
          <a:gradFill flip="none" rotWithShape="1">
            <a:gsLst>
              <a:gs pos="0">
                <a:srgbClr val="C03BC4"/>
              </a:gs>
              <a:gs pos="100000">
                <a:srgbClr val="0078D4"/>
              </a:gs>
            </a:gsLst>
            <a:lin ang="2700000" scaled="1"/>
            <a:tileRect/>
          </a:gradFill>
        </p:grpSpPr>
        <p:sp>
          <p:nvSpPr>
            <p:cNvPr id="75" name="Rectangle: Rounded Corners 12">
              <a:extLst>
                <a:ext uri="{FF2B5EF4-FFF2-40B4-BE49-F238E27FC236}">
                  <a16:creationId xmlns:a16="http://schemas.microsoft.com/office/drawing/2014/main" id="{DD15A7E6-8EA7-AD7B-3D43-8F3F7A99F936}"/>
                </a:ext>
                <a:ext uri="{C183D7F6-B498-43B3-948B-1728B52AA6E4}">
                  <adec:decorative xmlns:adec="http://schemas.microsoft.com/office/drawing/2017/decorative" val="0"/>
                </a:ext>
              </a:extLst>
            </p:cNvPr>
            <p:cNvSpPr txBox="1">
              <a:spLocks/>
            </p:cNvSpPr>
            <p:nvPr/>
          </p:nvSpPr>
          <p:spPr bwMode="auto">
            <a:xfrm>
              <a:off x="4956744" y="2454172"/>
              <a:ext cx="2282458" cy="369332"/>
            </a:xfrm>
            <a:prstGeom prst="roundRect">
              <a:avLst>
                <a:gd name="adj" fmla="val 31494"/>
              </a:avLst>
            </a:prstGeom>
            <a:grp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LLM</a:t>
              </a:r>
            </a:p>
          </p:txBody>
        </p:sp>
        <p:sp>
          <p:nvSpPr>
            <p:cNvPr id="76" name="Rectangle: Rounded Corners 12">
              <a:extLst>
                <a:ext uri="{FF2B5EF4-FFF2-40B4-BE49-F238E27FC236}">
                  <a16:creationId xmlns:a16="http://schemas.microsoft.com/office/drawing/2014/main" id="{D3372E46-5443-A4E9-A248-D73DD0E3A5A3}"/>
                </a:ext>
                <a:ext uri="{C183D7F6-B498-43B3-948B-1728B52AA6E4}">
                  <adec:decorative xmlns:adec="http://schemas.microsoft.com/office/drawing/2017/decorative" val="0"/>
                </a:ext>
              </a:extLst>
            </p:cNvPr>
            <p:cNvSpPr txBox="1">
              <a:spLocks/>
            </p:cNvSpPr>
            <p:nvPr/>
          </p:nvSpPr>
          <p:spPr bwMode="auto">
            <a:xfrm>
              <a:off x="4956744" y="3022208"/>
              <a:ext cx="2282458" cy="369332"/>
            </a:xfrm>
            <a:prstGeom prst="roundRect">
              <a:avLst>
                <a:gd name="adj" fmla="val 31494"/>
              </a:avLst>
            </a:prstGeom>
            <a:grp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Instructions</a:t>
              </a:r>
            </a:p>
          </p:txBody>
        </p:sp>
        <p:sp>
          <p:nvSpPr>
            <p:cNvPr id="77" name="Rectangle: Rounded Corners 12">
              <a:extLst>
                <a:ext uri="{FF2B5EF4-FFF2-40B4-BE49-F238E27FC236}">
                  <a16:creationId xmlns:a16="http://schemas.microsoft.com/office/drawing/2014/main" id="{8416BA05-4BDC-205F-ABAF-3C422234AE61}"/>
                </a:ext>
                <a:ext uri="{C183D7F6-B498-43B3-948B-1728B52AA6E4}">
                  <adec:decorative xmlns:adec="http://schemas.microsoft.com/office/drawing/2017/decorative" val="0"/>
                </a:ext>
              </a:extLst>
            </p:cNvPr>
            <p:cNvSpPr txBox="1">
              <a:spLocks/>
            </p:cNvSpPr>
            <p:nvPr/>
          </p:nvSpPr>
          <p:spPr bwMode="auto">
            <a:xfrm>
              <a:off x="4956744" y="3590244"/>
              <a:ext cx="2282458" cy="369332"/>
            </a:xfrm>
            <a:prstGeom prst="roundRect">
              <a:avLst>
                <a:gd name="adj" fmla="val 31494"/>
              </a:avLst>
            </a:prstGeom>
            <a:grp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Tools</a:t>
              </a:r>
            </a:p>
          </p:txBody>
        </p:sp>
      </p:grpSp>
      <p:sp>
        <p:nvSpPr>
          <p:cNvPr id="17" name="TextBox 16">
            <a:extLst>
              <a:ext uri="{FF2B5EF4-FFF2-40B4-BE49-F238E27FC236}">
                <a16:creationId xmlns:a16="http://schemas.microsoft.com/office/drawing/2014/main" id="{B29B57A0-D2EC-4559-481C-23BB77CCA91D}"/>
              </a:ext>
            </a:extLst>
          </p:cNvPr>
          <p:cNvSpPr txBox="1"/>
          <p:nvPr/>
        </p:nvSpPr>
        <p:spPr>
          <a:xfrm>
            <a:off x="5326829" y="1912931"/>
            <a:ext cx="1538343" cy="369332"/>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24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Agent</a:t>
            </a:r>
          </a:p>
        </p:txBody>
      </p:sp>
      <p:sp>
        <p:nvSpPr>
          <p:cNvPr id="18" name="TextBox 17">
            <a:extLst>
              <a:ext uri="{FF2B5EF4-FFF2-40B4-BE49-F238E27FC236}">
                <a16:creationId xmlns:a16="http://schemas.microsoft.com/office/drawing/2014/main" id="{9DA13B0F-6F3C-B457-4899-B7A92C4DD381}"/>
              </a:ext>
            </a:extLst>
          </p:cNvPr>
          <p:cNvSpPr txBox="1"/>
          <p:nvPr/>
        </p:nvSpPr>
        <p:spPr>
          <a:xfrm>
            <a:off x="8998827" y="2625227"/>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Output</a:t>
            </a:r>
          </a:p>
        </p:txBody>
      </p:sp>
      <p:sp>
        <p:nvSpPr>
          <p:cNvPr id="19" name="TextBox 18">
            <a:extLst>
              <a:ext uri="{FF2B5EF4-FFF2-40B4-BE49-F238E27FC236}">
                <a16:creationId xmlns:a16="http://schemas.microsoft.com/office/drawing/2014/main" id="{1F71E06A-BD64-E88D-6EE0-ED9BB204ADA0}"/>
              </a:ext>
            </a:extLst>
          </p:cNvPr>
          <p:cNvSpPr txBox="1"/>
          <p:nvPr/>
        </p:nvSpPr>
        <p:spPr>
          <a:xfrm>
            <a:off x="1614494" y="2619783"/>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Input</a:t>
            </a:r>
          </a:p>
        </p:txBody>
      </p:sp>
      <p:grpSp>
        <p:nvGrpSpPr>
          <p:cNvPr id="20" name="Group 19">
            <a:extLst>
              <a:ext uri="{FF2B5EF4-FFF2-40B4-BE49-F238E27FC236}">
                <a16:creationId xmlns:a16="http://schemas.microsoft.com/office/drawing/2014/main" id="{360E09A4-3F94-A1BF-2CFF-EF304A570A0D}"/>
              </a:ext>
              <a:ext uri="{C183D7F6-B498-43B3-948B-1728B52AA6E4}">
                <adec:decorative xmlns:adec="http://schemas.microsoft.com/office/drawing/2017/decorative" val="1"/>
              </a:ext>
            </a:extLst>
          </p:cNvPr>
          <p:cNvGrpSpPr/>
          <p:nvPr/>
        </p:nvGrpSpPr>
        <p:grpSpPr>
          <a:xfrm>
            <a:off x="1187581" y="3057537"/>
            <a:ext cx="759182" cy="1120812"/>
            <a:chOff x="1003994" y="2623632"/>
            <a:chExt cx="759182" cy="1120812"/>
          </a:xfrm>
        </p:grpSpPr>
        <p:pic>
          <p:nvPicPr>
            <p:cNvPr id="21" name="Picture 20">
              <a:extLst>
                <a:ext uri="{FF2B5EF4-FFF2-40B4-BE49-F238E27FC236}">
                  <a16:creationId xmlns:a16="http://schemas.microsoft.com/office/drawing/2014/main" id="{00544AD4-2719-1690-4EA7-92AFB2614AE4}"/>
                </a:ext>
              </a:extLst>
            </p:cNvPr>
            <p:cNvPicPr>
              <a:picLocks noChangeAspect="1"/>
            </p:cNvPicPr>
            <p:nvPr/>
          </p:nvPicPr>
          <p:blipFill>
            <a:blip r:embed="rId3"/>
            <a:stretch>
              <a:fillRect/>
            </a:stretch>
          </p:blipFill>
          <p:spPr>
            <a:xfrm>
              <a:off x="1110283" y="2623632"/>
              <a:ext cx="566014" cy="566014"/>
            </a:xfrm>
            <a:prstGeom prst="rect">
              <a:avLst/>
            </a:prstGeom>
            <a:effectLst>
              <a:outerShdw blurRad="50800" dist="38100" dir="2700000" algn="tl" rotWithShape="0">
                <a:prstClr val="black">
                  <a:alpha val="10000"/>
                </a:prstClr>
              </a:outerShdw>
            </a:effectLst>
          </p:spPr>
        </p:pic>
        <p:sp>
          <p:nvSpPr>
            <p:cNvPr id="22" name="TextBox 21">
              <a:extLst>
                <a:ext uri="{FF2B5EF4-FFF2-40B4-BE49-F238E27FC236}">
                  <a16:creationId xmlns:a16="http://schemas.microsoft.com/office/drawing/2014/main" id="{C7A9A536-49D7-24BC-0C82-AFD2CB4D152C}"/>
                </a:ext>
              </a:extLst>
            </p:cNvPr>
            <p:cNvSpPr txBox="1"/>
            <p:nvPr/>
          </p:nvSpPr>
          <p:spPr>
            <a:xfrm>
              <a:off x="1003994" y="3264313"/>
              <a:ext cx="759182"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System</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events</a:t>
              </a:r>
            </a:p>
          </p:txBody>
        </p:sp>
      </p:grpSp>
      <p:grpSp>
        <p:nvGrpSpPr>
          <p:cNvPr id="23" name="Group 22">
            <a:extLst>
              <a:ext uri="{FF2B5EF4-FFF2-40B4-BE49-F238E27FC236}">
                <a16:creationId xmlns:a16="http://schemas.microsoft.com/office/drawing/2014/main" id="{2C890252-CA5F-82E7-2576-1432133ED9B1}"/>
              </a:ext>
              <a:ext uri="{C183D7F6-B498-43B3-948B-1728B52AA6E4}">
                <adec:decorative xmlns:adec="http://schemas.microsoft.com/office/drawing/2017/decorative" val="1"/>
              </a:ext>
            </a:extLst>
          </p:cNvPr>
          <p:cNvGrpSpPr/>
          <p:nvPr/>
        </p:nvGrpSpPr>
        <p:grpSpPr>
          <a:xfrm>
            <a:off x="1900377" y="3057537"/>
            <a:ext cx="957313" cy="1120812"/>
            <a:chOff x="1716790" y="2623632"/>
            <a:chExt cx="957313" cy="1120812"/>
          </a:xfrm>
        </p:grpSpPr>
        <p:sp>
          <p:nvSpPr>
            <p:cNvPr id="24" name="TextBox 23">
              <a:extLst>
                <a:ext uri="{FF2B5EF4-FFF2-40B4-BE49-F238E27FC236}">
                  <a16:creationId xmlns:a16="http://schemas.microsoft.com/office/drawing/2014/main" id="{6ED0A14B-1BF2-2747-BCD4-143108C412CA}"/>
                </a:ext>
              </a:extLst>
            </p:cNvPr>
            <p:cNvSpPr txBox="1"/>
            <p:nvPr/>
          </p:nvSpPr>
          <p:spPr>
            <a:xfrm>
              <a:off x="1716790" y="3264313"/>
              <a:ext cx="957313"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User</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messages</a:t>
              </a:r>
            </a:p>
          </p:txBody>
        </p:sp>
        <p:pic>
          <p:nvPicPr>
            <p:cNvPr id="25" name="Picture 24">
              <a:extLst>
                <a:ext uri="{FF2B5EF4-FFF2-40B4-BE49-F238E27FC236}">
                  <a16:creationId xmlns:a16="http://schemas.microsoft.com/office/drawing/2014/main" id="{BC951F54-6991-4EB4-9DF9-7E9F8D20ECD4}"/>
                </a:ext>
              </a:extLst>
            </p:cNvPr>
            <p:cNvPicPr>
              <a:picLocks noChangeAspect="1"/>
            </p:cNvPicPr>
            <p:nvPr/>
          </p:nvPicPr>
          <p:blipFill>
            <a:blip r:embed="rId4"/>
            <a:stretch>
              <a:fillRect/>
            </a:stretch>
          </p:blipFill>
          <p:spPr>
            <a:xfrm>
              <a:off x="1908868" y="2623632"/>
              <a:ext cx="566014" cy="566014"/>
            </a:xfrm>
            <a:prstGeom prst="rect">
              <a:avLst/>
            </a:prstGeom>
            <a:effectLst>
              <a:outerShdw blurRad="50800" dist="38100" dir="2700000" algn="tl" rotWithShape="0">
                <a:prstClr val="black">
                  <a:alpha val="10000"/>
                </a:prstClr>
              </a:outerShdw>
            </a:effectLst>
          </p:spPr>
        </p:pic>
      </p:grpSp>
      <p:grpSp>
        <p:nvGrpSpPr>
          <p:cNvPr id="26" name="Group 25">
            <a:extLst>
              <a:ext uri="{FF2B5EF4-FFF2-40B4-BE49-F238E27FC236}">
                <a16:creationId xmlns:a16="http://schemas.microsoft.com/office/drawing/2014/main" id="{6CB104B0-CAD3-3F27-5FCC-BBD72277E6DB}"/>
              </a:ext>
              <a:ext uri="{C183D7F6-B498-43B3-948B-1728B52AA6E4}">
                <adec:decorative xmlns:adec="http://schemas.microsoft.com/office/drawing/2017/decorative" val="1"/>
              </a:ext>
            </a:extLst>
          </p:cNvPr>
          <p:cNvGrpSpPr/>
          <p:nvPr/>
        </p:nvGrpSpPr>
        <p:grpSpPr>
          <a:xfrm>
            <a:off x="9881126" y="3052051"/>
            <a:ext cx="708785" cy="1126298"/>
            <a:chOff x="9939376" y="2573355"/>
            <a:chExt cx="708785" cy="1126298"/>
          </a:xfrm>
        </p:grpSpPr>
        <p:pic>
          <p:nvPicPr>
            <p:cNvPr id="27" name="Picture 26">
              <a:extLst>
                <a:ext uri="{FF2B5EF4-FFF2-40B4-BE49-F238E27FC236}">
                  <a16:creationId xmlns:a16="http://schemas.microsoft.com/office/drawing/2014/main" id="{C3374C8A-45C8-AA04-CC2E-BC9DB1265284}"/>
                </a:ext>
              </a:extLst>
            </p:cNvPr>
            <p:cNvPicPr>
              <a:picLocks noChangeAspect="1"/>
            </p:cNvPicPr>
            <p:nvPr/>
          </p:nvPicPr>
          <p:blipFill>
            <a:blip r:embed="rId5"/>
            <a:stretch>
              <a:fillRect/>
            </a:stretch>
          </p:blipFill>
          <p:spPr>
            <a:xfrm>
              <a:off x="9993996" y="2573355"/>
              <a:ext cx="558598" cy="558597"/>
            </a:xfrm>
            <a:prstGeom prst="rect">
              <a:avLst/>
            </a:prstGeom>
          </p:spPr>
        </p:pic>
        <p:sp>
          <p:nvSpPr>
            <p:cNvPr id="28" name="TextBox 27">
              <a:extLst>
                <a:ext uri="{FF2B5EF4-FFF2-40B4-BE49-F238E27FC236}">
                  <a16:creationId xmlns:a16="http://schemas.microsoft.com/office/drawing/2014/main" id="{C50559E7-9AF9-5F70-C344-7617057C9077}"/>
                </a:ext>
              </a:extLst>
            </p:cNvPr>
            <p:cNvSpPr txBox="1"/>
            <p:nvPr/>
          </p:nvSpPr>
          <p:spPr>
            <a:xfrm>
              <a:off x="9939376" y="3219522"/>
              <a:ext cx="708785"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Tool</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results</a:t>
              </a:r>
            </a:p>
          </p:txBody>
        </p:sp>
      </p:grpSp>
      <p:sp>
        <p:nvSpPr>
          <p:cNvPr id="29" name="TextBox 28">
            <a:extLst>
              <a:ext uri="{FF2B5EF4-FFF2-40B4-BE49-F238E27FC236}">
                <a16:creationId xmlns:a16="http://schemas.microsoft.com/office/drawing/2014/main" id="{B528C5E9-72AF-D3F4-CBEB-4CD030A49D0F}"/>
              </a:ext>
            </a:extLst>
          </p:cNvPr>
          <p:cNvSpPr txBox="1"/>
          <p:nvPr/>
        </p:nvSpPr>
        <p:spPr>
          <a:xfrm>
            <a:off x="5326829" y="4992122"/>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Tool calls</a:t>
            </a:r>
          </a:p>
        </p:txBody>
      </p:sp>
      <p:grpSp>
        <p:nvGrpSpPr>
          <p:cNvPr id="30" name="Group 29">
            <a:extLst>
              <a:ext uri="{FF2B5EF4-FFF2-40B4-BE49-F238E27FC236}">
                <a16:creationId xmlns:a16="http://schemas.microsoft.com/office/drawing/2014/main" id="{15BF9BAD-21AF-26B2-3401-793BA76BB823}"/>
              </a:ext>
              <a:ext uri="{C183D7F6-B498-43B3-948B-1728B52AA6E4}">
                <adec:decorative xmlns:adec="http://schemas.microsoft.com/office/drawing/2017/decorative" val="1"/>
              </a:ext>
            </a:extLst>
          </p:cNvPr>
          <p:cNvGrpSpPr/>
          <p:nvPr/>
        </p:nvGrpSpPr>
        <p:grpSpPr>
          <a:xfrm>
            <a:off x="4834201" y="5399818"/>
            <a:ext cx="861134" cy="893066"/>
            <a:chOff x="4834201" y="5294131"/>
            <a:chExt cx="861134" cy="893066"/>
          </a:xfrm>
        </p:grpSpPr>
        <p:pic>
          <p:nvPicPr>
            <p:cNvPr id="31" name="Picture 30">
              <a:extLst>
                <a:ext uri="{FF2B5EF4-FFF2-40B4-BE49-F238E27FC236}">
                  <a16:creationId xmlns:a16="http://schemas.microsoft.com/office/drawing/2014/main" id="{78E09D4E-8550-37FF-88BB-121E84FE70A3}"/>
                </a:ext>
              </a:extLst>
            </p:cNvPr>
            <p:cNvPicPr>
              <a:picLocks noChangeAspect="1"/>
            </p:cNvPicPr>
            <p:nvPr/>
          </p:nvPicPr>
          <p:blipFill>
            <a:blip r:embed="rId6"/>
            <a:stretch>
              <a:fillRect/>
            </a:stretch>
          </p:blipFill>
          <p:spPr>
            <a:xfrm>
              <a:off x="5036179" y="5294131"/>
              <a:ext cx="565588" cy="565588"/>
            </a:xfrm>
            <a:prstGeom prst="rect">
              <a:avLst/>
            </a:prstGeom>
            <a:effectLst>
              <a:outerShdw blurRad="50800" dist="38100" dir="2700000" algn="tl" rotWithShape="0">
                <a:prstClr val="black">
                  <a:alpha val="10000"/>
                </a:prstClr>
              </a:outerShdw>
            </a:effectLst>
          </p:spPr>
        </p:pic>
        <p:sp>
          <p:nvSpPr>
            <p:cNvPr id="32" name="TextBox 31">
              <a:extLst>
                <a:ext uri="{FF2B5EF4-FFF2-40B4-BE49-F238E27FC236}">
                  <a16:creationId xmlns:a16="http://schemas.microsoft.com/office/drawing/2014/main" id="{4A8E5CA5-C293-93D0-6D35-1C43B54DA2C9}"/>
                </a:ext>
              </a:extLst>
            </p:cNvPr>
            <p:cNvSpPr txBox="1"/>
            <p:nvPr/>
          </p:nvSpPr>
          <p:spPr>
            <a:xfrm>
              <a:off x="4834201" y="5900965"/>
              <a:ext cx="861134" cy="2862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Retrieval</a:t>
              </a:r>
            </a:p>
          </p:txBody>
        </p:sp>
      </p:grpSp>
      <p:grpSp>
        <p:nvGrpSpPr>
          <p:cNvPr id="33" name="Group 32">
            <a:extLst>
              <a:ext uri="{FF2B5EF4-FFF2-40B4-BE49-F238E27FC236}">
                <a16:creationId xmlns:a16="http://schemas.microsoft.com/office/drawing/2014/main" id="{C3B9F01A-5B64-0C02-2B04-5D6BDA8F72FC}"/>
              </a:ext>
              <a:ext uri="{C183D7F6-B498-43B3-948B-1728B52AA6E4}">
                <adec:decorative xmlns:adec="http://schemas.microsoft.com/office/drawing/2017/decorative" val="1"/>
              </a:ext>
            </a:extLst>
          </p:cNvPr>
          <p:cNvGrpSpPr/>
          <p:nvPr/>
        </p:nvGrpSpPr>
        <p:grpSpPr>
          <a:xfrm>
            <a:off x="5704707" y="5397423"/>
            <a:ext cx="782587" cy="895461"/>
            <a:chOff x="5704707" y="5291736"/>
            <a:chExt cx="782587" cy="895461"/>
          </a:xfrm>
        </p:grpSpPr>
        <p:pic>
          <p:nvPicPr>
            <p:cNvPr id="34" name="Picture 33">
              <a:extLst>
                <a:ext uri="{FF2B5EF4-FFF2-40B4-BE49-F238E27FC236}">
                  <a16:creationId xmlns:a16="http://schemas.microsoft.com/office/drawing/2014/main" id="{E41A066A-0D16-8ED1-C070-AFBC03B9B3B3}"/>
                </a:ext>
              </a:extLst>
            </p:cNvPr>
            <p:cNvPicPr>
              <a:picLocks noChangeAspect="1"/>
            </p:cNvPicPr>
            <p:nvPr/>
          </p:nvPicPr>
          <p:blipFill>
            <a:blip r:embed="rId7"/>
            <a:stretch>
              <a:fillRect/>
            </a:stretch>
          </p:blipFill>
          <p:spPr>
            <a:xfrm>
              <a:off x="5841645" y="5291736"/>
              <a:ext cx="508711" cy="508711"/>
            </a:xfrm>
            <a:prstGeom prst="rect">
              <a:avLst/>
            </a:prstGeom>
            <a:effectLst>
              <a:outerShdw blurRad="50800" dist="38100" dir="2700000" algn="tl" rotWithShape="0">
                <a:prstClr val="black">
                  <a:alpha val="10000"/>
                </a:prstClr>
              </a:outerShdw>
            </a:effectLst>
          </p:spPr>
        </p:pic>
        <p:sp>
          <p:nvSpPr>
            <p:cNvPr id="35" name="TextBox 34">
              <a:extLst>
                <a:ext uri="{FF2B5EF4-FFF2-40B4-BE49-F238E27FC236}">
                  <a16:creationId xmlns:a16="http://schemas.microsoft.com/office/drawing/2014/main" id="{A2F6ACBB-18CD-0903-1C24-84029D507A83}"/>
                </a:ext>
              </a:extLst>
            </p:cNvPr>
            <p:cNvSpPr txBox="1"/>
            <p:nvPr/>
          </p:nvSpPr>
          <p:spPr>
            <a:xfrm>
              <a:off x="5704707" y="5900965"/>
              <a:ext cx="782587" cy="2862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Actions</a:t>
              </a:r>
            </a:p>
          </p:txBody>
        </p:sp>
      </p:grpSp>
      <p:grpSp>
        <p:nvGrpSpPr>
          <p:cNvPr id="36" name="Group 35">
            <a:extLst>
              <a:ext uri="{FF2B5EF4-FFF2-40B4-BE49-F238E27FC236}">
                <a16:creationId xmlns:a16="http://schemas.microsoft.com/office/drawing/2014/main" id="{F414E05D-1B11-D93A-B76C-55384F2A4678}"/>
              </a:ext>
              <a:ext uri="{C183D7F6-B498-43B3-948B-1728B52AA6E4}">
                <adec:decorative xmlns:adec="http://schemas.microsoft.com/office/drawing/2017/decorative" val="1"/>
              </a:ext>
            </a:extLst>
          </p:cNvPr>
          <p:cNvGrpSpPr/>
          <p:nvPr/>
        </p:nvGrpSpPr>
        <p:grpSpPr>
          <a:xfrm>
            <a:off x="6504518" y="5383554"/>
            <a:ext cx="848246" cy="909330"/>
            <a:chOff x="6504518" y="5277867"/>
            <a:chExt cx="848246" cy="909330"/>
          </a:xfrm>
        </p:grpSpPr>
        <p:pic>
          <p:nvPicPr>
            <p:cNvPr id="37" name="Picture 36">
              <a:extLst>
                <a:ext uri="{FF2B5EF4-FFF2-40B4-BE49-F238E27FC236}">
                  <a16:creationId xmlns:a16="http://schemas.microsoft.com/office/drawing/2014/main" id="{58D9CA8C-BD06-9AFD-978E-6790F3CAE943}"/>
                </a:ext>
              </a:extLst>
            </p:cNvPr>
            <p:cNvPicPr>
              <a:picLocks noChangeAspect="1"/>
            </p:cNvPicPr>
            <p:nvPr/>
          </p:nvPicPr>
          <p:blipFill>
            <a:blip r:embed="rId8"/>
            <a:stretch>
              <a:fillRect/>
            </a:stretch>
          </p:blipFill>
          <p:spPr>
            <a:xfrm>
              <a:off x="6659784" y="5277867"/>
              <a:ext cx="565588" cy="565588"/>
            </a:xfrm>
            <a:prstGeom prst="rect">
              <a:avLst/>
            </a:prstGeom>
            <a:effectLst>
              <a:outerShdw blurRad="50800" dist="38100" dir="2700000" algn="tl" rotWithShape="0">
                <a:prstClr val="black">
                  <a:alpha val="10000"/>
                </a:prstClr>
              </a:outerShdw>
            </a:effectLst>
          </p:spPr>
        </p:pic>
        <p:sp>
          <p:nvSpPr>
            <p:cNvPr id="38" name="TextBox 37">
              <a:extLst>
                <a:ext uri="{FF2B5EF4-FFF2-40B4-BE49-F238E27FC236}">
                  <a16:creationId xmlns:a16="http://schemas.microsoft.com/office/drawing/2014/main" id="{C13B240E-1452-83CB-E0B5-F2A4A01944BF}"/>
                </a:ext>
              </a:extLst>
            </p:cNvPr>
            <p:cNvSpPr txBox="1"/>
            <p:nvPr/>
          </p:nvSpPr>
          <p:spPr>
            <a:xfrm>
              <a:off x="6504518" y="5900965"/>
              <a:ext cx="848246" cy="2862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Memory</a:t>
              </a:r>
            </a:p>
          </p:txBody>
        </p:sp>
      </p:grpSp>
      <p:cxnSp>
        <p:nvCxnSpPr>
          <p:cNvPr id="39" name="Straight Arrow Connector 38">
            <a:extLst>
              <a:ext uri="{FF2B5EF4-FFF2-40B4-BE49-F238E27FC236}">
                <a16:creationId xmlns:a16="http://schemas.microsoft.com/office/drawing/2014/main" id="{5DD77E7E-C6B7-8252-D5D5-CB5735F37643}"/>
              </a:ext>
              <a:ext uri="{C183D7F6-B498-43B3-948B-1728B52AA6E4}">
                <adec:decorative xmlns:adec="http://schemas.microsoft.com/office/drawing/2017/decorative" val="1"/>
              </a:ext>
            </a:extLst>
          </p:cNvPr>
          <p:cNvCxnSpPr>
            <a:cxnSpLocks/>
          </p:cNvCxnSpPr>
          <p:nvPr/>
        </p:nvCxnSpPr>
        <p:spPr>
          <a:xfrm>
            <a:off x="3653596" y="3221796"/>
            <a:ext cx="1023912" cy="646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40" name="Picture 39" descr="A colorful hexagon with stars">
            <a:extLst>
              <a:ext uri="{FF2B5EF4-FFF2-40B4-BE49-F238E27FC236}">
                <a16:creationId xmlns:a16="http://schemas.microsoft.com/office/drawing/2014/main" id="{4BA3A12E-2ED8-0671-9D3F-912629548C3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738820" y="1267940"/>
            <a:ext cx="714360" cy="714360"/>
          </a:xfrm>
          <a:prstGeom prst="rect">
            <a:avLst/>
          </a:prstGeom>
        </p:spPr>
      </p:pic>
      <p:grpSp>
        <p:nvGrpSpPr>
          <p:cNvPr id="41" name="Group 40">
            <a:extLst>
              <a:ext uri="{FF2B5EF4-FFF2-40B4-BE49-F238E27FC236}">
                <a16:creationId xmlns:a16="http://schemas.microsoft.com/office/drawing/2014/main" id="{7CC55570-832C-B382-015A-B31E3AC3102B}"/>
              </a:ext>
              <a:ext uri="{C183D7F6-B498-43B3-948B-1728B52AA6E4}">
                <adec:decorative xmlns:adec="http://schemas.microsoft.com/office/drawing/2017/decorative" val="1"/>
              </a:ext>
            </a:extLst>
          </p:cNvPr>
          <p:cNvGrpSpPr/>
          <p:nvPr/>
        </p:nvGrpSpPr>
        <p:grpSpPr>
          <a:xfrm>
            <a:off x="2752388" y="3007260"/>
            <a:ext cx="957313" cy="1171089"/>
            <a:chOff x="2568801" y="2573355"/>
            <a:chExt cx="957313" cy="1171089"/>
          </a:xfrm>
        </p:grpSpPr>
        <p:sp>
          <p:nvSpPr>
            <p:cNvPr id="42" name="TextBox 41">
              <a:extLst>
                <a:ext uri="{FF2B5EF4-FFF2-40B4-BE49-F238E27FC236}">
                  <a16:creationId xmlns:a16="http://schemas.microsoft.com/office/drawing/2014/main" id="{07B7E4FF-F2F4-86A3-124D-54B1DA457791}"/>
                </a:ext>
              </a:extLst>
            </p:cNvPr>
            <p:cNvSpPr txBox="1"/>
            <p:nvPr/>
          </p:nvSpPr>
          <p:spPr>
            <a:xfrm>
              <a:off x="2568801" y="3264313"/>
              <a:ext cx="957313"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Agent</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messages</a:t>
              </a:r>
            </a:p>
          </p:txBody>
        </p:sp>
        <p:pic>
          <p:nvPicPr>
            <p:cNvPr id="43" name="Picture 42" descr="A colorful hexagon with stars&#10;&#10;Description automatically generated">
              <a:extLst>
                <a:ext uri="{FF2B5EF4-FFF2-40B4-BE49-F238E27FC236}">
                  <a16:creationId xmlns:a16="http://schemas.microsoft.com/office/drawing/2014/main" id="{2BAAB930-2857-96E3-0B18-C354446D974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682955" y="2573355"/>
              <a:ext cx="714360" cy="714360"/>
            </a:xfrm>
            <a:prstGeom prst="rect">
              <a:avLst/>
            </a:prstGeom>
          </p:spPr>
        </p:pic>
      </p:grpSp>
      <p:grpSp>
        <p:nvGrpSpPr>
          <p:cNvPr id="44" name="Group 43">
            <a:extLst>
              <a:ext uri="{FF2B5EF4-FFF2-40B4-BE49-F238E27FC236}">
                <a16:creationId xmlns:a16="http://schemas.microsoft.com/office/drawing/2014/main" id="{40CF8355-D093-B721-AD11-15FF073E7FDA}"/>
              </a:ext>
              <a:ext uri="{C183D7F6-B498-43B3-948B-1728B52AA6E4}">
                <adec:decorative xmlns:adec="http://schemas.microsoft.com/office/drawing/2017/decorative" val="1"/>
              </a:ext>
            </a:extLst>
          </p:cNvPr>
          <p:cNvGrpSpPr/>
          <p:nvPr/>
        </p:nvGrpSpPr>
        <p:grpSpPr>
          <a:xfrm>
            <a:off x="8879427" y="2984601"/>
            <a:ext cx="957313" cy="1200060"/>
            <a:chOff x="8937677" y="2505905"/>
            <a:chExt cx="957313" cy="1200060"/>
          </a:xfrm>
        </p:grpSpPr>
        <p:sp>
          <p:nvSpPr>
            <p:cNvPr id="45" name="TextBox 44">
              <a:extLst>
                <a:ext uri="{FF2B5EF4-FFF2-40B4-BE49-F238E27FC236}">
                  <a16:creationId xmlns:a16="http://schemas.microsoft.com/office/drawing/2014/main" id="{81F91241-399C-9F28-7619-9C5B81EFC042}"/>
                </a:ext>
              </a:extLst>
            </p:cNvPr>
            <p:cNvSpPr txBox="1"/>
            <p:nvPr/>
          </p:nvSpPr>
          <p:spPr>
            <a:xfrm>
              <a:off x="8937677" y="3225834"/>
              <a:ext cx="957313" cy="4801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Agent</a:t>
              </a:r>
              <a:b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br>
              <a:r>
                <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messages</a:t>
              </a:r>
            </a:p>
          </p:txBody>
        </p:sp>
        <p:pic>
          <p:nvPicPr>
            <p:cNvPr id="46" name="Picture 45" descr="A colorful hexagon with stars&#10;&#10;Description automatically generated">
              <a:extLst>
                <a:ext uri="{FF2B5EF4-FFF2-40B4-BE49-F238E27FC236}">
                  <a16:creationId xmlns:a16="http://schemas.microsoft.com/office/drawing/2014/main" id="{1809AAA4-E4B8-A2F8-A990-51A29096ABA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59153" y="2505905"/>
              <a:ext cx="714360" cy="714360"/>
            </a:xfrm>
            <a:prstGeom prst="rect">
              <a:avLst/>
            </a:prstGeom>
          </p:spPr>
        </p:pic>
      </p:grpSp>
      <p:cxnSp>
        <p:nvCxnSpPr>
          <p:cNvPr id="47" name="Straight Arrow Connector 46">
            <a:extLst>
              <a:ext uri="{FF2B5EF4-FFF2-40B4-BE49-F238E27FC236}">
                <a16:creationId xmlns:a16="http://schemas.microsoft.com/office/drawing/2014/main" id="{0386AD3A-0461-4F22-9596-D9B5417056BF}"/>
              </a:ext>
              <a:ext uri="{C183D7F6-B498-43B3-948B-1728B52AA6E4}">
                <adec:decorative xmlns:adec="http://schemas.microsoft.com/office/drawing/2017/decorative" val="1"/>
              </a:ext>
            </a:extLst>
          </p:cNvPr>
          <p:cNvCxnSpPr>
            <a:cxnSpLocks/>
          </p:cNvCxnSpPr>
          <p:nvPr/>
        </p:nvCxnSpPr>
        <p:spPr>
          <a:xfrm>
            <a:off x="7550347" y="3221796"/>
            <a:ext cx="1023912" cy="646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F69DA15D-160D-3013-949A-8B54F10D496F}"/>
              </a:ext>
              <a:ext uri="{C183D7F6-B498-43B3-948B-1728B52AA6E4}">
                <adec:decorative xmlns:adec="http://schemas.microsoft.com/office/drawing/2017/decorative" val="1"/>
              </a:ext>
            </a:extLst>
          </p:cNvPr>
          <p:cNvGrpSpPr/>
          <p:nvPr/>
        </p:nvGrpSpPr>
        <p:grpSpPr>
          <a:xfrm>
            <a:off x="5243374" y="4122950"/>
            <a:ext cx="1700157" cy="1007671"/>
            <a:chOff x="5132715" y="4122950"/>
            <a:chExt cx="1700157" cy="1007671"/>
          </a:xfrm>
        </p:grpSpPr>
        <p:cxnSp>
          <p:nvCxnSpPr>
            <p:cNvPr id="49" name="Straight Arrow Connector 48">
              <a:extLst>
                <a:ext uri="{FF2B5EF4-FFF2-40B4-BE49-F238E27FC236}">
                  <a16:creationId xmlns:a16="http://schemas.microsoft.com/office/drawing/2014/main" id="{51AC6259-2678-16C8-2E66-0D8747A55D69}"/>
                </a:ext>
              </a:extLst>
            </p:cNvPr>
            <p:cNvCxnSpPr>
              <a:cxnSpLocks/>
            </p:cNvCxnSpPr>
            <p:nvPr/>
          </p:nvCxnSpPr>
          <p:spPr>
            <a:xfrm>
              <a:off x="5132715" y="4185434"/>
              <a:ext cx="0" cy="806688"/>
            </a:xfrm>
            <a:prstGeom prst="straightConnector1">
              <a:avLst/>
            </a:prstGeom>
            <a:ln w="12700">
              <a:gradFill flip="none" rotWithShape="1">
                <a:gsLst>
                  <a:gs pos="0">
                    <a:srgbClr val="463668">
                      <a:alpha val="0"/>
                    </a:srgbClr>
                  </a:gs>
                  <a:gs pos="96000">
                    <a:schemeClr val="tx1"/>
                  </a:gs>
                </a:gsLst>
                <a:lin ang="540000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CA8BC9F-C7AA-606C-CADC-524D01455E4F}"/>
                </a:ext>
              </a:extLst>
            </p:cNvPr>
            <p:cNvCxnSpPr>
              <a:cxnSpLocks/>
              <a:stCxn id="10" idx="2"/>
              <a:endCxn id="10" idx="0"/>
            </p:cNvCxnSpPr>
            <p:nvPr/>
          </p:nvCxnSpPr>
          <p:spPr>
            <a:xfrm flipV="1">
              <a:off x="6832872" y="4122950"/>
              <a:ext cx="0" cy="1007671"/>
            </a:xfrm>
            <a:prstGeom prst="straightConnector1">
              <a:avLst/>
            </a:prstGeom>
            <a:ln w="12700">
              <a:gradFill flip="none" rotWithShape="1">
                <a:gsLst>
                  <a:gs pos="0">
                    <a:srgbClr val="463668">
                      <a:alpha val="0"/>
                    </a:srgbClr>
                  </a:gs>
                  <a:gs pos="99000">
                    <a:schemeClr val="tx1"/>
                  </a:gs>
                </a:gsLst>
                <a:lin ang="540000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95400FD4-0B9F-8001-DD6D-33659DB01BB8}"/>
              </a:ext>
            </a:extLst>
          </p:cNvPr>
          <p:cNvSpPr txBox="1"/>
          <p:nvPr/>
        </p:nvSpPr>
        <p:spPr>
          <a:xfrm>
            <a:off x="587375" y="6456743"/>
            <a:ext cx="7692390" cy="230832"/>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gradFill>
                  <a:gsLst>
                    <a:gs pos="79817">
                      <a:prstClr val="black"/>
                    </a:gs>
                    <a:gs pos="62136">
                      <a:prstClr val="black"/>
                    </a:gs>
                  </a:gsLst>
                  <a:path path="circle">
                    <a:fillToRect l="100000" t="100000"/>
                  </a:path>
                </a:gradFill>
                <a:effectLst/>
                <a:uLnTx/>
                <a:uFillTx/>
                <a:latin typeface="Segoe UI Variable Display Semib" pitchFamily="2" charset="0"/>
                <a:ea typeface="+mn-ea"/>
                <a:cs typeface="Segoe UI Semibold" panose="020B0702040204020203" pitchFamily="34" charset="0"/>
                <a:hlinkClick r:id="rId10">
                  <a:extLst>
                    <a:ext uri="{A12FA001-AC4F-418D-AE19-62706E023703}">
                      <ahyp:hlinkClr xmlns:ahyp="http://schemas.microsoft.com/office/drawing/2018/hyperlinkcolor" val="tx"/>
                    </a:ext>
                  </a:extLst>
                </a:hlinkClick>
              </a:rPr>
              <a:t>Source: What Are AI Agents, and How Do They Help Businesses?</a:t>
            </a:r>
            <a:endParaRPr kumimoji="0" lang="en-US" sz="900" b="0" i="0" u="none" strike="noStrike" kern="1200" cap="none" spc="0" normalizeH="0" baseline="0" noProof="0">
              <a:ln>
                <a:noFill/>
              </a:ln>
              <a:gradFill>
                <a:gsLst>
                  <a:gs pos="79817">
                    <a:prstClr val="black"/>
                  </a:gs>
                  <a:gs pos="62136">
                    <a:prstClr val="black"/>
                  </a:gs>
                </a:gsLst>
                <a:path path="circle">
                  <a:fillToRect l="100000" t="100000"/>
                </a:path>
              </a:gradFill>
              <a:effectLst/>
              <a:uLnTx/>
              <a:uFillTx/>
              <a:latin typeface="Segoe UI Variable Display Semib" pitchFamily="2" charset="0"/>
              <a:ea typeface="+mn-ea"/>
              <a:cs typeface="Segoe UI Semibold" panose="020B0702040204020203" pitchFamily="34" charset="0"/>
            </a:endParaRPr>
          </a:p>
        </p:txBody>
      </p:sp>
    </p:spTree>
    <p:extLst>
      <p:ext uri="{BB962C8B-B14F-4D97-AF65-F5344CB8AC3E}">
        <p14:creationId xmlns:p14="http://schemas.microsoft.com/office/powerpoint/2010/main" val="13851794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F358C-BA7C-21F6-D09A-FC3172655A06}"/>
            </a:ext>
          </a:extLst>
        </p:cNvPr>
        <p:cNvGrpSpPr/>
        <p:nvPr/>
      </p:nvGrpSpPr>
      <p:grpSpPr>
        <a:xfrm>
          <a:off x="0" y="0"/>
          <a:ext cx="0" cy="0"/>
          <a:chOff x="0" y="0"/>
          <a:chExt cx="0" cy="0"/>
        </a:xfrm>
      </p:grpSpPr>
      <p:sp>
        <p:nvSpPr>
          <p:cNvPr id="51" name="Title 2">
            <a:extLst>
              <a:ext uri="{FF2B5EF4-FFF2-40B4-BE49-F238E27FC236}">
                <a16:creationId xmlns:a16="http://schemas.microsoft.com/office/drawing/2014/main" id="{9A06D1FB-3665-74B8-9902-5CF29606777E}"/>
              </a:ext>
            </a:extLst>
          </p:cNvPr>
          <p:cNvSpPr txBox="1">
            <a:spLocks/>
          </p:cNvSpPr>
          <p:nvPr/>
        </p:nvSpPr>
        <p:spPr>
          <a:xfrm>
            <a:off x="2173793" y="2680768"/>
            <a:ext cx="7844414" cy="443198"/>
          </a:xfrm>
          <a:prstGeom prst="rect">
            <a:avLst/>
          </a:prstGeom>
        </p:spPr>
        <p:txBody>
          <a:bodyPr anchor="t"/>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Segoe UI Semilight"/>
                <a:ea typeface="+mj-ea"/>
                <a:cs typeface="+mj-cs"/>
              </a:rPr>
              <a:t>Unlike previous tools, AI Agent can…</a:t>
            </a:r>
          </a:p>
        </p:txBody>
      </p:sp>
      <p:sp>
        <p:nvSpPr>
          <p:cNvPr id="53" name="TextBox 52">
            <a:extLst>
              <a:ext uri="{FF2B5EF4-FFF2-40B4-BE49-F238E27FC236}">
                <a16:creationId xmlns:a16="http://schemas.microsoft.com/office/drawing/2014/main" id="{408956AC-26FE-60D7-B05B-9FD73CE2911D}"/>
              </a:ext>
            </a:extLst>
          </p:cNvPr>
          <p:cNvSpPr txBox="1"/>
          <p:nvPr/>
        </p:nvSpPr>
        <p:spPr>
          <a:xfrm>
            <a:off x="2286031" y="3472780"/>
            <a:ext cx="276202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black"/>
                </a:solidFill>
                <a:effectLst/>
                <a:uLnTx/>
                <a:uFillTx/>
                <a:latin typeface="Segoe UI Semibold"/>
                <a:ea typeface="+mn-ea"/>
                <a:cs typeface="+mn-cs"/>
              </a:rPr>
              <a:t>reason,</a:t>
            </a:r>
          </a:p>
        </p:txBody>
      </p:sp>
      <p:sp>
        <p:nvSpPr>
          <p:cNvPr id="54" name="TextBox 53">
            <a:extLst>
              <a:ext uri="{FF2B5EF4-FFF2-40B4-BE49-F238E27FC236}">
                <a16:creationId xmlns:a16="http://schemas.microsoft.com/office/drawing/2014/main" id="{5518F469-D92A-B7B4-9E52-F647CCEA0176}"/>
              </a:ext>
            </a:extLst>
          </p:cNvPr>
          <p:cNvSpPr txBox="1"/>
          <p:nvPr/>
        </p:nvSpPr>
        <p:spPr>
          <a:xfrm>
            <a:off x="5427007" y="3472780"/>
            <a:ext cx="276202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black"/>
                </a:solidFill>
                <a:effectLst/>
                <a:uLnTx/>
                <a:uFillTx/>
                <a:latin typeface="Segoe UI Semibold"/>
                <a:ea typeface="+mn-ea"/>
                <a:cs typeface="+mn-cs"/>
              </a:rPr>
              <a:t>act and</a:t>
            </a:r>
          </a:p>
        </p:txBody>
      </p:sp>
      <p:sp>
        <p:nvSpPr>
          <p:cNvPr id="55" name="TextBox 54">
            <a:extLst>
              <a:ext uri="{FF2B5EF4-FFF2-40B4-BE49-F238E27FC236}">
                <a16:creationId xmlns:a16="http://schemas.microsoft.com/office/drawing/2014/main" id="{416671AA-EE99-CE1B-E1BF-6FE2F48DBB0F}"/>
              </a:ext>
            </a:extLst>
          </p:cNvPr>
          <p:cNvSpPr txBox="1"/>
          <p:nvPr/>
        </p:nvSpPr>
        <p:spPr>
          <a:xfrm>
            <a:off x="8772246" y="3472780"/>
            <a:ext cx="276202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black"/>
                </a:solidFill>
                <a:effectLst/>
                <a:uLnTx/>
                <a:uFillTx/>
                <a:latin typeface="Segoe UI Semibold"/>
                <a:ea typeface="+mn-ea"/>
                <a:cs typeface="+mn-cs"/>
              </a:rPr>
              <a:t>learn</a:t>
            </a:r>
          </a:p>
        </p:txBody>
      </p:sp>
      <p:pic>
        <p:nvPicPr>
          <p:cNvPr id="56" name="Picture 55">
            <a:extLst>
              <a:ext uri="{FF2B5EF4-FFF2-40B4-BE49-F238E27FC236}">
                <a16:creationId xmlns:a16="http://schemas.microsoft.com/office/drawing/2014/main" id="{0CACD5FE-16C3-0891-573A-92B427D97493}"/>
              </a:ext>
            </a:extLst>
          </p:cNvPr>
          <p:cNvPicPr>
            <a:picLocks noChangeAspect="1"/>
          </p:cNvPicPr>
          <p:nvPr/>
        </p:nvPicPr>
        <p:blipFill>
          <a:blip r:embed="rId3"/>
          <a:stretch>
            <a:fillRect/>
          </a:stretch>
        </p:blipFill>
        <p:spPr>
          <a:xfrm>
            <a:off x="1524597" y="3570601"/>
            <a:ext cx="784666" cy="784666"/>
          </a:xfrm>
          <a:prstGeom prst="rect">
            <a:avLst/>
          </a:prstGeom>
        </p:spPr>
      </p:pic>
      <p:pic>
        <p:nvPicPr>
          <p:cNvPr id="57" name="Picture 56">
            <a:extLst>
              <a:ext uri="{FF2B5EF4-FFF2-40B4-BE49-F238E27FC236}">
                <a16:creationId xmlns:a16="http://schemas.microsoft.com/office/drawing/2014/main" id="{25677E0F-8721-55C7-BEDE-5E990924AC0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767855" y="3554525"/>
            <a:ext cx="684647" cy="684647"/>
          </a:xfrm>
          <a:prstGeom prst="rect">
            <a:avLst/>
          </a:prstGeom>
        </p:spPr>
      </p:pic>
      <p:pic>
        <p:nvPicPr>
          <p:cNvPr id="58" name="Picture 57">
            <a:extLst>
              <a:ext uri="{FF2B5EF4-FFF2-40B4-BE49-F238E27FC236}">
                <a16:creationId xmlns:a16="http://schemas.microsoft.com/office/drawing/2014/main" id="{6CB890D7-737A-62B1-612A-D0D559C52F8D}"/>
              </a:ext>
            </a:extLst>
          </p:cNvPr>
          <p:cNvPicPr>
            <a:picLocks noChangeAspect="1"/>
          </p:cNvPicPr>
          <p:nvPr/>
        </p:nvPicPr>
        <p:blipFill>
          <a:blip r:embed="rId5"/>
          <a:stretch>
            <a:fillRect/>
          </a:stretch>
        </p:blipFill>
        <p:spPr>
          <a:xfrm>
            <a:off x="8070274" y="3533068"/>
            <a:ext cx="702389" cy="702389"/>
          </a:xfrm>
          <a:prstGeom prst="rect">
            <a:avLst/>
          </a:prstGeom>
        </p:spPr>
      </p:pic>
    </p:spTree>
    <p:extLst>
      <p:ext uri="{BB962C8B-B14F-4D97-AF65-F5344CB8AC3E}">
        <p14:creationId xmlns:p14="http://schemas.microsoft.com/office/powerpoint/2010/main" val="10409783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46E24-6E83-6858-44B9-6E96B88BA71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F423E9A-E16A-8240-5485-16A78C66F2A7}"/>
              </a:ext>
            </a:extLst>
          </p:cNvPr>
          <p:cNvSpPr txBox="1">
            <a:spLocks/>
          </p:cNvSpPr>
          <p:nvPr/>
        </p:nvSpPr>
        <p:spPr>
          <a:xfrm>
            <a:off x="588263" y="457200"/>
            <a:ext cx="11018520"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Semibold"/>
                <a:ea typeface="+mj-ea"/>
                <a:cs typeface="+mj-cs"/>
              </a:rPr>
              <a:t>Agentic components</a:t>
            </a:r>
          </a:p>
        </p:txBody>
      </p:sp>
      <p:grpSp>
        <p:nvGrpSpPr>
          <p:cNvPr id="4" name="Group 3">
            <a:extLst>
              <a:ext uri="{FF2B5EF4-FFF2-40B4-BE49-F238E27FC236}">
                <a16:creationId xmlns:a16="http://schemas.microsoft.com/office/drawing/2014/main" id="{ED318851-C4A2-883B-7B07-12722A04B0BC}"/>
              </a:ext>
            </a:extLst>
          </p:cNvPr>
          <p:cNvGrpSpPr/>
          <p:nvPr/>
        </p:nvGrpSpPr>
        <p:grpSpPr>
          <a:xfrm>
            <a:off x="4212224" y="1403273"/>
            <a:ext cx="3770597" cy="4423491"/>
            <a:chOff x="4212224" y="1413783"/>
            <a:chExt cx="3770597" cy="3789903"/>
          </a:xfrm>
        </p:grpSpPr>
        <p:cxnSp>
          <p:nvCxnSpPr>
            <p:cNvPr id="5" name="Connettore diritto 15">
              <a:extLst>
                <a:ext uri="{FF2B5EF4-FFF2-40B4-BE49-F238E27FC236}">
                  <a16:creationId xmlns:a16="http://schemas.microsoft.com/office/drawing/2014/main" id="{A23BD86B-9ED5-84AD-8898-8FAABF956B9F}"/>
                </a:ext>
                <a:ext uri="{C183D7F6-B498-43B3-948B-1728B52AA6E4}">
                  <adec:decorative xmlns:adec="http://schemas.microsoft.com/office/drawing/2017/decorative" val="1"/>
                </a:ext>
              </a:extLst>
            </p:cNvPr>
            <p:cNvCxnSpPr>
              <a:cxnSpLocks/>
            </p:cNvCxnSpPr>
            <p:nvPr/>
          </p:nvCxnSpPr>
          <p:spPr>
            <a:xfrm flipV="1">
              <a:off x="4212224" y="1413783"/>
              <a:ext cx="0" cy="3778449"/>
            </a:xfrm>
            <a:prstGeom prst="line">
              <a:avLst/>
            </a:prstGeom>
            <a:ln w="12700" cap="rnd">
              <a:solidFill>
                <a:schemeClr val="tx1">
                  <a:lumMod val="8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6" name="Connettore diritto 19">
              <a:extLst>
                <a:ext uri="{FF2B5EF4-FFF2-40B4-BE49-F238E27FC236}">
                  <a16:creationId xmlns:a16="http://schemas.microsoft.com/office/drawing/2014/main" id="{5A9D1B19-9BBE-EE6E-D859-ABDAAF81979F}"/>
                </a:ext>
                <a:ext uri="{C183D7F6-B498-43B3-948B-1728B52AA6E4}">
                  <adec:decorative xmlns:adec="http://schemas.microsoft.com/office/drawing/2017/decorative" val="1"/>
                </a:ext>
              </a:extLst>
            </p:cNvPr>
            <p:cNvCxnSpPr>
              <a:cxnSpLocks/>
            </p:cNvCxnSpPr>
            <p:nvPr/>
          </p:nvCxnSpPr>
          <p:spPr>
            <a:xfrm flipV="1">
              <a:off x="7982821" y="1413783"/>
              <a:ext cx="0" cy="3789903"/>
            </a:xfrm>
            <a:prstGeom prst="line">
              <a:avLst/>
            </a:prstGeom>
            <a:ln w="12700" cap="rnd">
              <a:solidFill>
                <a:schemeClr val="tx1">
                  <a:lumMod val="85000"/>
                </a:schemeClr>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grpSp>
      <p:sp>
        <p:nvSpPr>
          <p:cNvPr id="7" name="TextBox 13">
            <a:extLst>
              <a:ext uri="{FF2B5EF4-FFF2-40B4-BE49-F238E27FC236}">
                <a16:creationId xmlns:a16="http://schemas.microsoft.com/office/drawing/2014/main" id="{F2D77482-1486-84A9-889D-6C048F70ECD7}"/>
              </a:ext>
            </a:extLst>
          </p:cNvPr>
          <p:cNvSpPr txBox="1">
            <a:spLocks/>
          </p:cNvSpPr>
          <p:nvPr/>
        </p:nvSpPr>
        <p:spPr>
          <a:xfrm>
            <a:off x="5627381" y="1392640"/>
            <a:ext cx="1750730" cy="553998"/>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Acting</a:t>
            </a:r>
            <a:br>
              <a:rPr kumimoji="0" lang="en-US" sz="200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br>
            <a:r>
              <a:rPr kumimoji="0" lang="en-US" sz="1600" b="0" i="0" u="none" strike="noStrike" kern="1200" cap="none" spc="0" normalizeH="0" baseline="0" noProof="0">
                <a:ln>
                  <a:noFill/>
                </a:ln>
                <a:solidFill>
                  <a:prstClr val="black"/>
                </a:solidFill>
                <a:effectLst/>
                <a:uLnTx/>
                <a:uFillTx/>
                <a:latin typeface="Segoe UI Semilight" panose="020B0402040204020203" pitchFamily="34" charset="0"/>
                <a:ea typeface="+mn-ea"/>
                <a:cs typeface="Segoe UI Semilight" panose="020B0402040204020203" pitchFamily="34" charset="0"/>
              </a:rPr>
              <a:t>aka tool calling</a:t>
            </a:r>
          </a:p>
        </p:txBody>
      </p:sp>
      <p:sp>
        <p:nvSpPr>
          <p:cNvPr id="8" name="TextBox 13">
            <a:extLst>
              <a:ext uri="{FF2B5EF4-FFF2-40B4-BE49-F238E27FC236}">
                <a16:creationId xmlns:a16="http://schemas.microsoft.com/office/drawing/2014/main" id="{56FFE7D7-283B-CCE7-8AC2-9534941C6A7E}"/>
              </a:ext>
            </a:extLst>
          </p:cNvPr>
          <p:cNvSpPr txBox="1">
            <a:spLocks/>
          </p:cNvSpPr>
          <p:nvPr/>
        </p:nvSpPr>
        <p:spPr>
          <a:xfrm>
            <a:off x="9419245" y="1383577"/>
            <a:ext cx="1750730" cy="553998"/>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Learning</a:t>
            </a:r>
            <a:br>
              <a:rPr kumimoji="0" lang="en-US" sz="200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br>
            <a:r>
              <a:rPr kumimoji="0" lang="en-US" sz="1600" b="0" i="0" u="none" strike="noStrike" kern="1200" cap="none" spc="0" normalizeH="0" baseline="0" noProof="0">
                <a:ln>
                  <a:noFill/>
                </a:ln>
                <a:solidFill>
                  <a:prstClr val="black"/>
                </a:solidFill>
                <a:effectLst/>
                <a:uLnTx/>
                <a:uFillTx/>
                <a:latin typeface="Segoe UI Semilight"/>
                <a:ea typeface="+mn-ea"/>
                <a:cs typeface="Segoe UI" panose="020B0502040204020203" pitchFamily="34" charset="0"/>
              </a:rPr>
              <a:t>aka memory</a:t>
            </a:r>
            <a:endParaRPr kumimoji="0" lang="en-US" sz="2000" b="0" i="0" u="none" strike="noStrike" kern="1200" cap="none" spc="0" normalizeH="0" baseline="0" noProof="0">
              <a:ln>
                <a:noFill/>
              </a:ln>
              <a:solidFill>
                <a:prstClr val="black"/>
              </a:solidFill>
              <a:effectLst/>
              <a:uLnTx/>
              <a:uFillTx/>
              <a:latin typeface="Segoe UI Semilight"/>
              <a:ea typeface="+mn-ea"/>
              <a:cs typeface="Segoe UI" panose="020B0502040204020203" pitchFamily="34" charset="0"/>
            </a:endParaRPr>
          </a:p>
        </p:txBody>
      </p:sp>
      <p:sp>
        <p:nvSpPr>
          <p:cNvPr id="9" name="TextBox 13">
            <a:extLst>
              <a:ext uri="{FF2B5EF4-FFF2-40B4-BE49-F238E27FC236}">
                <a16:creationId xmlns:a16="http://schemas.microsoft.com/office/drawing/2014/main" id="{A355996B-8D7B-51D4-CE37-32E8FFBFA9C7}"/>
              </a:ext>
            </a:extLst>
          </p:cNvPr>
          <p:cNvSpPr txBox="1">
            <a:spLocks/>
          </p:cNvSpPr>
          <p:nvPr/>
        </p:nvSpPr>
        <p:spPr>
          <a:xfrm>
            <a:off x="1949400" y="1377665"/>
            <a:ext cx="1750730" cy="553998"/>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t>Reasoning</a:t>
            </a:r>
            <a:br>
              <a:rPr kumimoji="0" lang="en-US" sz="2000" b="0" i="0" u="none" strike="noStrike" kern="1200" cap="none" spc="0" normalizeH="0" baseline="0" noProof="0">
                <a:ln>
                  <a:noFill/>
                </a:ln>
                <a:solidFill>
                  <a:prstClr val="black"/>
                </a:solidFill>
                <a:effectLst/>
                <a:uLnTx/>
                <a:uFillTx/>
                <a:latin typeface="Segoe UI Semibold"/>
                <a:ea typeface="+mn-ea"/>
                <a:cs typeface="Segoe UI" panose="020B0502040204020203" pitchFamily="34" charset="0"/>
              </a:rPr>
            </a:br>
            <a:r>
              <a:rPr kumimoji="0" lang="en-US" sz="1600" b="0" i="0" u="none" strike="noStrike" kern="1200" cap="none" spc="0" normalizeH="0" baseline="0" noProof="0">
                <a:ln>
                  <a:noFill/>
                </a:ln>
                <a:solidFill>
                  <a:prstClr val="black"/>
                </a:solidFill>
                <a:effectLst/>
                <a:uLnTx/>
                <a:uFillTx/>
                <a:latin typeface="Segoe UI Semilight"/>
                <a:ea typeface="+mn-ea"/>
                <a:cs typeface="Segoe UI" panose="020B0502040204020203" pitchFamily="34" charset="0"/>
              </a:rPr>
              <a:t>aka planning</a:t>
            </a:r>
            <a:endParaRPr kumimoji="0" lang="en-US" sz="2000" b="0" i="0" u="none" strike="noStrike" kern="1200" cap="none" spc="0" normalizeH="0" baseline="0" noProof="0">
              <a:ln>
                <a:noFill/>
              </a:ln>
              <a:solidFill>
                <a:prstClr val="black"/>
              </a:solidFill>
              <a:effectLst/>
              <a:uLnTx/>
              <a:uFillTx/>
              <a:latin typeface="Segoe UI Semilight"/>
              <a:ea typeface="+mn-ea"/>
              <a:cs typeface="Segoe UI" panose="020B0502040204020203" pitchFamily="34" charset="0"/>
            </a:endParaRPr>
          </a:p>
        </p:txBody>
      </p:sp>
      <p:sp>
        <p:nvSpPr>
          <p:cNvPr id="10" name="Freeform 83">
            <a:extLst>
              <a:ext uri="{FF2B5EF4-FFF2-40B4-BE49-F238E27FC236}">
                <a16:creationId xmlns:a16="http://schemas.microsoft.com/office/drawing/2014/main" id="{6EDE123E-0909-13C6-E59E-00482833BA1F}"/>
              </a:ext>
            </a:extLst>
          </p:cNvPr>
          <p:cNvSpPr/>
          <p:nvPr/>
        </p:nvSpPr>
        <p:spPr>
          <a:xfrm>
            <a:off x="1380469" y="4961676"/>
            <a:ext cx="1986012" cy="1093293"/>
          </a:xfrm>
          <a:custGeom>
            <a:avLst/>
            <a:gdLst>
              <a:gd name="connsiteX0" fmla="*/ 108340 w 1986012"/>
              <a:gd name="connsiteY0" fmla="*/ 0 h 1093293"/>
              <a:gd name="connsiteX1" fmla="*/ 1877672 w 1986012"/>
              <a:gd name="connsiteY1" fmla="*/ 0 h 1093293"/>
              <a:gd name="connsiteX2" fmla="*/ 1986012 w 1986012"/>
              <a:gd name="connsiteY2" fmla="*/ 108340 h 1093293"/>
              <a:gd name="connsiteX3" fmla="*/ 1986012 w 1986012"/>
              <a:gd name="connsiteY3" fmla="*/ 1093293 h 1093293"/>
              <a:gd name="connsiteX4" fmla="*/ 0 w 1986012"/>
              <a:gd name="connsiteY4" fmla="*/ 1093293 h 1093293"/>
              <a:gd name="connsiteX5" fmla="*/ 0 w 1986012"/>
              <a:gd name="connsiteY5" fmla="*/ 108340 h 1093293"/>
              <a:gd name="connsiteX6" fmla="*/ 108340 w 1986012"/>
              <a:gd name="connsiteY6" fmla="*/ 0 h 1093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6012" h="1093293">
                <a:moveTo>
                  <a:pt x="108340" y="0"/>
                </a:moveTo>
                <a:lnTo>
                  <a:pt x="1877672" y="0"/>
                </a:lnTo>
                <a:cubicBezTo>
                  <a:pt x="1937507" y="0"/>
                  <a:pt x="1986012" y="48505"/>
                  <a:pt x="1986012" y="108340"/>
                </a:cubicBezTo>
                <a:lnTo>
                  <a:pt x="1986012" y="1093293"/>
                </a:lnTo>
                <a:lnTo>
                  <a:pt x="0" y="1093293"/>
                </a:lnTo>
                <a:lnTo>
                  <a:pt x="0" y="108340"/>
                </a:lnTo>
                <a:cubicBezTo>
                  <a:pt x="0" y="48505"/>
                  <a:pt x="48505" y="0"/>
                  <a:pt x="108340" y="0"/>
                </a:cubicBezTo>
                <a:close/>
              </a:path>
            </a:pathLst>
          </a:cu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I’ve captured the underlying issue in the details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pic>
        <p:nvPicPr>
          <p:cNvPr id="11" name="Picture 10" descr="A colorful hexagon with stars&#10;&#10;Description automatically generated">
            <a:extLst>
              <a:ext uri="{FF2B5EF4-FFF2-40B4-BE49-F238E27FC236}">
                <a16:creationId xmlns:a16="http://schemas.microsoft.com/office/drawing/2014/main" id="{2D6778DE-DD9A-86F4-90BB-7A6CC4D31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42" y="3236667"/>
            <a:ext cx="443198" cy="443198"/>
          </a:xfrm>
          <a:prstGeom prst="rect">
            <a:avLst/>
          </a:prstGeom>
        </p:spPr>
      </p:pic>
      <p:sp>
        <p:nvSpPr>
          <p:cNvPr id="12" name="Freeform 81">
            <a:extLst>
              <a:ext uri="{FF2B5EF4-FFF2-40B4-BE49-F238E27FC236}">
                <a16:creationId xmlns:a16="http://schemas.microsoft.com/office/drawing/2014/main" id="{E99BFCA2-9997-DC02-5FCE-ADC009FE914E}"/>
              </a:ext>
            </a:extLst>
          </p:cNvPr>
          <p:cNvSpPr/>
          <p:nvPr/>
        </p:nvSpPr>
        <p:spPr>
          <a:xfrm>
            <a:off x="1502146" y="5425627"/>
            <a:ext cx="1728894" cy="624038"/>
          </a:xfrm>
          <a:custGeom>
            <a:avLst/>
            <a:gdLst>
              <a:gd name="connsiteX0" fmla="*/ 44162 w 1728894"/>
              <a:gd name="connsiteY0" fmla="*/ 0 h 624038"/>
              <a:gd name="connsiteX1" fmla="*/ 1684732 w 1728894"/>
              <a:gd name="connsiteY1" fmla="*/ 0 h 624038"/>
              <a:gd name="connsiteX2" fmla="*/ 1728894 w 1728894"/>
              <a:gd name="connsiteY2" fmla="*/ 44162 h 624038"/>
              <a:gd name="connsiteX3" fmla="*/ 1728894 w 1728894"/>
              <a:gd name="connsiteY3" fmla="*/ 624038 h 624038"/>
              <a:gd name="connsiteX4" fmla="*/ 0 w 1728894"/>
              <a:gd name="connsiteY4" fmla="*/ 624038 h 624038"/>
              <a:gd name="connsiteX5" fmla="*/ 0 w 1728894"/>
              <a:gd name="connsiteY5" fmla="*/ 44162 h 624038"/>
              <a:gd name="connsiteX6" fmla="*/ 44162 w 1728894"/>
              <a:gd name="connsiteY6" fmla="*/ 0 h 62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8894" h="624038">
                <a:moveTo>
                  <a:pt x="44162" y="0"/>
                </a:moveTo>
                <a:lnTo>
                  <a:pt x="1684732" y="0"/>
                </a:lnTo>
                <a:cubicBezTo>
                  <a:pt x="1709122" y="0"/>
                  <a:pt x="1728894" y="19772"/>
                  <a:pt x="1728894" y="44162"/>
                </a:cubicBezTo>
                <a:lnTo>
                  <a:pt x="1728894" y="624038"/>
                </a:lnTo>
                <a:lnTo>
                  <a:pt x="0" y="624038"/>
                </a:lnTo>
                <a:lnTo>
                  <a:pt x="0" y="44162"/>
                </a:lnTo>
                <a:cubicBezTo>
                  <a:pt x="0" y="19772"/>
                  <a:pt x="19772" y="0"/>
                  <a:pt x="4416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Ins="0" rtlCol="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a:t>
            </a:r>
            <a:br>
              <a:rPr kumimoji="0" lang="en-US" sz="10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br>
            <a:r>
              <a:rPr kumimoji="0" lang="en-US" sz="10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  "name" : "John Clar</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  "issue": ”Washing m</a:t>
            </a:r>
          </a:p>
        </p:txBody>
      </p:sp>
      <p:sp>
        <p:nvSpPr>
          <p:cNvPr id="13" name="Rounded Rectangle 61">
            <a:extLst>
              <a:ext uri="{FF2B5EF4-FFF2-40B4-BE49-F238E27FC236}">
                <a16:creationId xmlns:a16="http://schemas.microsoft.com/office/drawing/2014/main" id="{1FF78BB9-E929-959B-078F-030E620CFF8A}"/>
              </a:ext>
            </a:extLst>
          </p:cNvPr>
          <p:cNvSpPr/>
          <p:nvPr/>
        </p:nvSpPr>
        <p:spPr>
          <a:xfrm>
            <a:off x="1987295" y="2225873"/>
            <a:ext cx="1842407" cy="496185"/>
          </a:xfrm>
          <a:prstGeom prst="roundRect">
            <a:avLst>
              <a:gd name="adj" fmla="val 16762"/>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Create a JSON describing the user issues</a:t>
            </a:r>
          </a:p>
        </p:txBody>
      </p:sp>
      <p:sp>
        <p:nvSpPr>
          <p:cNvPr id="14" name="Rounded Rectangle 65">
            <a:extLst>
              <a:ext uri="{FF2B5EF4-FFF2-40B4-BE49-F238E27FC236}">
                <a16:creationId xmlns:a16="http://schemas.microsoft.com/office/drawing/2014/main" id="{BBF475FD-00CF-91AB-9F96-FF792FB7F9F9}"/>
              </a:ext>
            </a:extLst>
          </p:cNvPr>
          <p:cNvSpPr/>
          <p:nvPr/>
        </p:nvSpPr>
        <p:spPr>
          <a:xfrm>
            <a:off x="1409935" y="3898204"/>
            <a:ext cx="1619851" cy="717110"/>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5" name="Rounded Rectangle 66">
            <a:extLst>
              <a:ext uri="{FF2B5EF4-FFF2-40B4-BE49-F238E27FC236}">
                <a16:creationId xmlns:a16="http://schemas.microsoft.com/office/drawing/2014/main" id="{A31C0AA6-E381-4A04-CC3D-11A202D0E451}"/>
              </a:ext>
            </a:extLst>
          </p:cNvPr>
          <p:cNvSpPr/>
          <p:nvPr/>
        </p:nvSpPr>
        <p:spPr>
          <a:xfrm>
            <a:off x="1518620" y="3991577"/>
            <a:ext cx="1395663" cy="508234"/>
          </a:xfrm>
          <a:prstGeom prst="roundRect">
            <a:avLst/>
          </a:prstGeom>
          <a:solidFill>
            <a:schemeClr val="tx1"/>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16" name="TextBox 15">
            <a:extLst>
              <a:ext uri="{FF2B5EF4-FFF2-40B4-BE49-F238E27FC236}">
                <a16:creationId xmlns:a16="http://schemas.microsoft.com/office/drawing/2014/main" id="{3ABF8630-6066-9076-8A32-DCC05298C438}"/>
              </a:ext>
            </a:extLst>
          </p:cNvPr>
          <p:cNvSpPr txBox="1"/>
          <p:nvPr/>
        </p:nvSpPr>
        <p:spPr>
          <a:xfrm>
            <a:off x="1948330" y="4133088"/>
            <a:ext cx="809837"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mn-cs"/>
              </a:rPr>
              <a:t>Check logs</a:t>
            </a:r>
          </a:p>
        </p:txBody>
      </p:sp>
      <p:pic>
        <p:nvPicPr>
          <p:cNvPr id="17" name="Picture 16">
            <a:extLst>
              <a:ext uri="{FF2B5EF4-FFF2-40B4-BE49-F238E27FC236}">
                <a16:creationId xmlns:a16="http://schemas.microsoft.com/office/drawing/2014/main" id="{C81F5EFD-69B4-C019-0F25-72327702BB3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661128" y="4116020"/>
            <a:ext cx="259347" cy="259347"/>
          </a:xfrm>
          <a:prstGeom prst="rect">
            <a:avLst/>
          </a:prstGeom>
        </p:spPr>
      </p:pic>
      <p:sp>
        <p:nvSpPr>
          <p:cNvPr id="18" name="TextBox 17">
            <a:extLst>
              <a:ext uri="{FF2B5EF4-FFF2-40B4-BE49-F238E27FC236}">
                <a16:creationId xmlns:a16="http://schemas.microsoft.com/office/drawing/2014/main" id="{59F919E1-D188-1041-9D9D-E231441E00D6}"/>
              </a:ext>
            </a:extLst>
          </p:cNvPr>
          <p:cNvSpPr txBox="1"/>
          <p:nvPr/>
        </p:nvSpPr>
        <p:spPr>
          <a:xfrm>
            <a:off x="1549439" y="4632692"/>
            <a:ext cx="1858201"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C3F9">
                    <a:lumMod val="75000"/>
                  </a:srgbClr>
                </a:solidFill>
                <a:effectLst/>
                <a:uLnTx/>
                <a:uFillTx/>
                <a:latin typeface="Segoe UI" panose="020B0502040204020203" pitchFamily="34" charset="0"/>
                <a:ea typeface="Menlo" panose="020B0609030804020204" pitchFamily="49" charset="0"/>
                <a:cs typeface="Segoe UI" panose="020B0502040204020203" pitchFamily="34" charset="0"/>
              </a:rPr>
              <a:t>Machine is past due for maintenance</a:t>
            </a:r>
            <a:endParaRPr kumimoji="0" lang="en-US" sz="800" b="0" i="0" u="none" strike="noStrike" kern="1200" cap="none" spc="0" normalizeH="0" baseline="0" noProof="0">
              <a:ln>
                <a:noFill/>
              </a:ln>
              <a:solidFill>
                <a:srgbClr val="51C3F9">
                  <a:lumMod val="75000"/>
                </a:srgbClr>
              </a:solidFill>
              <a:effectLst/>
              <a:uLnTx/>
              <a:uFillTx/>
              <a:latin typeface="Menlo" panose="020B0609030804020204" pitchFamily="49" charset="0"/>
              <a:ea typeface="Menlo" panose="020B0609030804020204" pitchFamily="49" charset="0"/>
              <a:cs typeface="Menlo" panose="020B0609030804020204" pitchFamily="49" charset="0"/>
            </a:endParaRPr>
          </a:p>
        </p:txBody>
      </p:sp>
      <p:pic>
        <p:nvPicPr>
          <p:cNvPr id="19" name="Graphic 18" descr="Close with solid fill">
            <a:extLst>
              <a:ext uri="{FF2B5EF4-FFF2-40B4-BE49-F238E27FC236}">
                <a16:creationId xmlns:a16="http://schemas.microsoft.com/office/drawing/2014/main" id="{FE1471BC-3F0F-4C62-A0EC-59E282D1FD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05178" y="4685378"/>
            <a:ext cx="107666" cy="107666"/>
          </a:xfrm>
          <a:prstGeom prst="rect">
            <a:avLst/>
          </a:prstGeom>
        </p:spPr>
      </p:pic>
      <p:sp>
        <p:nvSpPr>
          <p:cNvPr id="20" name="TextBox 19">
            <a:extLst>
              <a:ext uri="{FF2B5EF4-FFF2-40B4-BE49-F238E27FC236}">
                <a16:creationId xmlns:a16="http://schemas.microsoft.com/office/drawing/2014/main" id="{7A7CC5DB-F9FD-A11F-0A37-49F64389FC0E}"/>
              </a:ext>
            </a:extLst>
          </p:cNvPr>
          <p:cNvSpPr txBox="1"/>
          <p:nvPr/>
        </p:nvSpPr>
        <p:spPr>
          <a:xfrm>
            <a:off x="1123820" y="6147117"/>
            <a:ext cx="2576310"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Segoe UI Semilight"/>
                <a:ea typeface="+mn-ea"/>
                <a:cs typeface="+mn-cs"/>
              </a:rPr>
              <a:t>Go beyond transcriptions and slot filling by allowing agents to deduce the </a:t>
            </a:r>
            <a:r>
              <a:rPr kumimoji="0" lang="en-US" sz="1100" b="0" i="1" u="none" strike="noStrike" kern="1200" cap="none" spc="0" normalizeH="0" baseline="0" noProof="0">
                <a:ln>
                  <a:noFill/>
                </a:ln>
                <a:solidFill>
                  <a:prstClr val="black"/>
                </a:solidFill>
                <a:effectLst/>
                <a:uLnTx/>
                <a:uFillTx/>
                <a:latin typeface="Segoe UI Semilight"/>
                <a:ea typeface="+mn-ea"/>
                <a:cs typeface="+mn-cs"/>
              </a:rPr>
              <a:t>why</a:t>
            </a:r>
          </a:p>
        </p:txBody>
      </p:sp>
      <p:pic>
        <p:nvPicPr>
          <p:cNvPr id="21" name="Picture 20">
            <a:extLst>
              <a:ext uri="{FF2B5EF4-FFF2-40B4-BE49-F238E27FC236}">
                <a16:creationId xmlns:a16="http://schemas.microsoft.com/office/drawing/2014/main" id="{4B57DB48-FF45-9E78-356A-53A0ABE3AD18}"/>
              </a:ext>
            </a:extLst>
          </p:cNvPr>
          <p:cNvPicPr>
            <a:picLocks noChangeAspect="1"/>
          </p:cNvPicPr>
          <p:nvPr/>
        </p:nvPicPr>
        <p:blipFill>
          <a:blip r:embed="rId6"/>
          <a:stretch>
            <a:fillRect/>
          </a:stretch>
        </p:blipFill>
        <p:spPr>
          <a:xfrm>
            <a:off x="1297859" y="1379783"/>
            <a:ext cx="560294" cy="560294"/>
          </a:xfrm>
          <a:prstGeom prst="rect">
            <a:avLst/>
          </a:prstGeom>
        </p:spPr>
      </p:pic>
      <p:pic>
        <p:nvPicPr>
          <p:cNvPr id="22" name="Picture 21">
            <a:extLst>
              <a:ext uri="{FF2B5EF4-FFF2-40B4-BE49-F238E27FC236}">
                <a16:creationId xmlns:a16="http://schemas.microsoft.com/office/drawing/2014/main" id="{D46A95B4-1CF6-10AC-38AA-2C6A450F8DC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998433" y="1376953"/>
            <a:ext cx="488875" cy="488875"/>
          </a:xfrm>
          <a:prstGeom prst="rect">
            <a:avLst/>
          </a:prstGeom>
        </p:spPr>
      </p:pic>
      <p:pic>
        <p:nvPicPr>
          <p:cNvPr id="23" name="Picture 22">
            <a:extLst>
              <a:ext uri="{FF2B5EF4-FFF2-40B4-BE49-F238E27FC236}">
                <a16:creationId xmlns:a16="http://schemas.microsoft.com/office/drawing/2014/main" id="{51B0D979-FE27-0C3F-0437-1090514B3DF3}"/>
              </a:ext>
            </a:extLst>
          </p:cNvPr>
          <p:cNvPicPr>
            <a:picLocks noChangeAspect="1"/>
          </p:cNvPicPr>
          <p:nvPr/>
        </p:nvPicPr>
        <p:blipFill>
          <a:blip r:embed="rId8"/>
          <a:stretch>
            <a:fillRect/>
          </a:stretch>
        </p:blipFill>
        <p:spPr>
          <a:xfrm>
            <a:off x="8771064" y="1392640"/>
            <a:ext cx="501544" cy="501544"/>
          </a:xfrm>
          <a:prstGeom prst="rect">
            <a:avLst/>
          </a:prstGeom>
        </p:spPr>
      </p:pic>
      <p:sp>
        <p:nvSpPr>
          <p:cNvPr id="24" name="Rounded Rectangle 76">
            <a:extLst>
              <a:ext uri="{FF2B5EF4-FFF2-40B4-BE49-F238E27FC236}">
                <a16:creationId xmlns:a16="http://schemas.microsoft.com/office/drawing/2014/main" id="{6FA59A25-55BF-4C4D-2D6A-5AFEE0983AA5}"/>
              </a:ext>
            </a:extLst>
          </p:cNvPr>
          <p:cNvSpPr/>
          <p:nvPr/>
        </p:nvSpPr>
        <p:spPr>
          <a:xfrm>
            <a:off x="1427336" y="3357791"/>
            <a:ext cx="2038877" cy="472873"/>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I’ll look at the logs to see what happened</a:t>
            </a:r>
          </a:p>
        </p:txBody>
      </p:sp>
      <p:pic>
        <p:nvPicPr>
          <p:cNvPr id="25" name="Picture 24" descr="A colorful hexagon with stars&#10;&#10;Description automatically generated">
            <a:extLst>
              <a:ext uri="{FF2B5EF4-FFF2-40B4-BE49-F238E27FC236}">
                <a16:creationId xmlns:a16="http://schemas.microsoft.com/office/drawing/2014/main" id="{8430EECA-96FE-70A7-C1FD-B78DC553B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42" y="4901300"/>
            <a:ext cx="443198" cy="443198"/>
          </a:xfrm>
          <a:prstGeom prst="rect">
            <a:avLst/>
          </a:prstGeom>
        </p:spPr>
      </p:pic>
      <p:sp>
        <p:nvSpPr>
          <p:cNvPr id="26" name="Rounded Rectangle 78">
            <a:extLst>
              <a:ext uri="{FF2B5EF4-FFF2-40B4-BE49-F238E27FC236}">
                <a16:creationId xmlns:a16="http://schemas.microsoft.com/office/drawing/2014/main" id="{7D556854-4E03-E571-65ED-98E10D4F0CDC}"/>
              </a:ext>
            </a:extLst>
          </p:cNvPr>
          <p:cNvSpPr/>
          <p:nvPr/>
        </p:nvSpPr>
        <p:spPr>
          <a:xfrm>
            <a:off x="2616722" y="2784189"/>
            <a:ext cx="1212980" cy="417840"/>
          </a:xfrm>
          <a:prstGeom prst="roundRect">
            <a:avLst>
              <a:gd name="adj" fmla="val 20687"/>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Segoe UI Semilight"/>
                <a:ea typeface="+mn-ea"/>
                <a:cs typeface="Segoe UI" panose="020B0502040204020203" pitchFamily="34" charset="0"/>
              </a:rPr>
              <a:t>Transcript</a:t>
            </a:r>
          </a:p>
        </p:txBody>
      </p:sp>
      <p:pic>
        <p:nvPicPr>
          <p:cNvPr id="27" name="Picture 26">
            <a:extLst>
              <a:ext uri="{FF2B5EF4-FFF2-40B4-BE49-F238E27FC236}">
                <a16:creationId xmlns:a16="http://schemas.microsoft.com/office/drawing/2014/main" id="{1E258487-E5B6-0231-BE6F-AE2A3698A9F4}"/>
              </a:ext>
            </a:extLst>
          </p:cNvPr>
          <p:cNvPicPr>
            <a:picLocks noChangeAspect="1"/>
          </p:cNvPicPr>
          <p:nvPr/>
        </p:nvPicPr>
        <p:blipFill>
          <a:blip r:embed="rId9">
            <a:extLst>
              <a:ext uri="{BEBA8EAE-BF5A-486C-A8C5-ECC9F3942E4B}">
                <a14:imgProps xmlns:a14="http://schemas.microsoft.com/office/drawing/2010/main">
                  <a14:imgLayer r:embed="rId10">
                    <a14:imgEffect>
                      <a14:colorTemperature colorTemp="7200"/>
                    </a14:imgEffect>
                    <a14:imgEffect>
                      <a14:saturation sat="0"/>
                    </a14:imgEffect>
                  </a14:imgLayer>
                </a14:imgProps>
              </a:ext>
            </a:extLst>
          </a:blip>
          <a:stretch>
            <a:fillRect/>
          </a:stretch>
        </p:blipFill>
        <p:spPr>
          <a:xfrm>
            <a:off x="2751512" y="2876458"/>
            <a:ext cx="241299" cy="241299"/>
          </a:xfrm>
          <a:prstGeom prst="rect">
            <a:avLst/>
          </a:prstGeom>
        </p:spPr>
      </p:pic>
      <p:sp>
        <p:nvSpPr>
          <p:cNvPr id="28" name="Rounded Rectangle 84">
            <a:extLst>
              <a:ext uri="{FF2B5EF4-FFF2-40B4-BE49-F238E27FC236}">
                <a16:creationId xmlns:a16="http://schemas.microsoft.com/office/drawing/2014/main" id="{D43ABD1E-54DE-6BF1-33BD-C3FAF4F305F9}"/>
              </a:ext>
            </a:extLst>
          </p:cNvPr>
          <p:cNvSpPr/>
          <p:nvPr/>
        </p:nvSpPr>
        <p:spPr>
          <a:xfrm>
            <a:off x="5351930" y="2243593"/>
            <a:ext cx="2259998" cy="308344"/>
          </a:xfrm>
          <a:prstGeom prst="roundRect">
            <a:avLst>
              <a:gd name="adj" fmla="val 33129"/>
            </a:avLst>
          </a:prstGeom>
          <a:gradFill>
            <a:gsLst>
              <a:gs pos="0">
                <a:schemeClr val="accent3">
                  <a:lumMod val="85000"/>
                </a:schemeClr>
              </a:gs>
              <a:gs pos="100000">
                <a:schemeClr val="accent3">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Fill out and submit the workorder</a:t>
            </a:r>
          </a:p>
        </p:txBody>
      </p:sp>
      <p:pic>
        <p:nvPicPr>
          <p:cNvPr id="29" name="Picture 28" descr="A colorful hexagon with stars&#10;&#10;Description automatically generated">
            <a:extLst>
              <a:ext uri="{FF2B5EF4-FFF2-40B4-BE49-F238E27FC236}">
                <a16:creationId xmlns:a16="http://schemas.microsoft.com/office/drawing/2014/main" id="{4382C21B-FA45-23C0-6635-F5B12ED89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7114" y="2791270"/>
            <a:ext cx="443198" cy="443198"/>
          </a:xfrm>
          <a:prstGeom prst="rect">
            <a:avLst/>
          </a:prstGeom>
        </p:spPr>
      </p:pic>
      <p:sp>
        <p:nvSpPr>
          <p:cNvPr id="30" name="Rounded Rectangle 87">
            <a:extLst>
              <a:ext uri="{FF2B5EF4-FFF2-40B4-BE49-F238E27FC236}">
                <a16:creationId xmlns:a16="http://schemas.microsoft.com/office/drawing/2014/main" id="{96B0BBC4-355F-CDD1-AE65-6AF2559221EC}"/>
              </a:ext>
            </a:extLst>
          </p:cNvPr>
          <p:cNvSpPr/>
          <p:nvPr/>
        </p:nvSpPr>
        <p:spPr>
          <a:xfrm>
            <a:off x="4983164" y="2709870"/>
            <a:ext cx="2066222" cy="717110"/>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1" name="Rounded Rectangle 88">
            <a:extLst>
              <a:ext uri="{FF2B5EF4-FFF2-40B4-BE49-F238E27FC236}">
                <a16:creationId xmlns:a16="http://schemas.microsoft.com/office/drawing/2014/main" id="{E32E3B3E-CBB6-EB38-B4FD-5C35862D714D}"/>
              </a:ext>
            </a:extLst>
          </p:cNvPr>
          <p:cNvSpPr/>
          <p:nvPr/>
        </p:nvSpPr>
        <p:spPr>
          <a:xfrm>
            <a:off x="5091849" y="2803243"/>
            <a:ext cx="1840579" cy="508234"/>
          </a:xfrm>
          <a:prstGeom prst="roundRect">
            <a:avLst/>
          </a:prstGeom>
          <a:solidFill>
            <a:schemeClr val="tx1"/>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32" name="TextBox 31">
            <a:extLst>
              <a:ext uri="{FF2B5EF4-FFF2-40B4-BE49-F238E27FC236}">
                <a16:creationId xmlns:a16="http://schemas.microsoft.com/office/drawing/2014/main" id="{AE2694F1-0510-4A33-16F2-0ED17143B46D}"/>
              </a:ext>
            </a:extLst>
          </p:cNvPr>
          <p:cNvSpPr txBox="1"/>
          <p:nvPr/>
        </p:nvSpPr>
        <p:spPr>
          <a:xfrm>
            <a:off x="5521559" y="2944754"/>
            <a:ext cx="1369286"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mn-cs"/>
              </a:rPr>
              <a:t>Populate field: name</a:t>
            </a:r>
          </a:p>
        </p:txBody>
      </p:sp>
      <p:pic>
        <p:nvPicPr>
          <p:cNvPr id="33" name="Picture 32">
            <a:extLst>
              <a:ext uri="{FF2B5EF4-FFF2-40B4-BE49-F238E27FC236}">
                <a16:creationId xmlns:a16="http://schemas.microsoft.com/office/drawing/2014/main" id="{0BEDC4F3-1EBD-F4F9-20C0-2DEB3B2F43E4}"/>
              </a:ext>
            </a:extLst>
          </p:cNvPr>
          <p:cNvPicPr>
            <a:picLocks noChangeAspect="1"/>
          </p:cNvPicPr>
          <p:nvPr/>
        </p:nvPicPr>
        <p:blipFill>
          <a:blip r:embed="rId11"/>
          <a:stretch>
            <a:fillRect/>
          </a:stretch>
        </p:blipFill>
        <p:spPr>
          <a:xfrm>
            <a:off x="5205482" y="2927686"/>
            <a:ext cx="259347" cy="259347"/>
          </a:xfrm>
          <a:prstGeom prst="rect">
            <a:avLst/>
          </a:prstGeom>
        </p:spPr>
      </p:pic>
      <p:sp>
        <p:nvSpPr>
          <p:cNvPr id="34" name="Freeform 110">
            <a:extLst>
              <a:ext uri="{FF2B5EF4-FFF2-40B4-BE49-F238E27FC236}">
                <a16:creationId xmlns:a16="http://schemas.microsoft.com/office/drawing/2014/main" id="{E71E2D26-9505-F9AF-168D-3B83F4843F53}"/>
              </a:ext>
            </a:extLst>
          </p:cNvPr>
          <p:cNvSpPr/>
          <p:nvPr/>
        </p:nvSpPr>
        <p:spPr>
          <a:xfrm>
            <a:off x="4977576" y="5717798"/>
            <a:ext cx="2153250" cy="335423"/>
          </a:xfrm>
          <a:custGeom>
            <a:avLst/>
            <a:gdLst>
              <a:gd name="connsiteX0" fmla="*/ 109716 w 2153250"/>
              <a:gd name="connsiteY0" fmla="*/ 0 h 335423"/>
              <a:gd name="connsiteX1" fmla="*/ 2043534 w 2153250"/>
              <a:gd name="connsiteY1" fmla="*/ 0 h 335423"/>
              <a:gd name="connsiteX2" fmla="*/ 2153250 w 2153250"/>
              <a:gd name="connsiteY2" fmla="*/ 109716 h 335423"/>
              <a:gd name="connsiteX3" fmla="*/ 2153250 w 2153250"/>
              <a:gd name="connsiteY3" fmla="*/ 335423 h 335423"/>
              <a:gd name="connsiteX4" fmla="*/ 0 w 2153250"/>
              <a:gd name="connsiteY4" fmla="*/ 335423 h 335423"/>
              <a:gd name="connsiteX5" fmla="*/ 0 w 2153250"/>
              <a:gd name="connsiteY5" fmla="*/ 109716 h 335423"/>
              <a:gd name="connsiteX6" fmla="*/ 109716 w 2153250"/>
              <a:gd name="connsiteY6" fmla="*/ 0 h 335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3250" h="335423">
                <a:moveTo>
                  <a:pt x="109716" y="0"/>
                </a:moveTo>
                <a:lnTo>
                  <a:pt x="2043534" y="0"/>
                </a:lnTo>
                <a:cubicBezTo>
                  <a:pt x="2104128" y="0"/>
                  <a:pt x="2153250" y="49122"/>
                  <a:pt x="2153250" y="109716"/>
                </a:cubicBezTo>
                <a:lnTo>
                  <a:pt x="2153250" y="335423"/>
                </a:lnTo>
                <a:lnTo>
                  <a:pt x="0" y="335423"/>
                </a:lnTo>
                <a:lnTo>
                  <a:pt x="0" y="109716"/>
                </a:lnTo>
                <a:cubicBezTo>
                  <a:pt x="0" y="49122"/>
                  <a:pt x="49122" y="0"/>
                  <a:pt x="109716" y="0"/>
                </a:cubicBezTo>
                <a:close/>
              </a:path>
            </a:pathLst>
          </a:cu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37160" tIns="9144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The form has been successfully</a:t>
            </a:r>
          </a:p>
        </p:txBody>
      </p:sp>
      <p:sp>
        <p:nvSpPr>
          <p:cNvPr id="35" name="TextBox 34">
            <a:extLst>
              <a:ext uri="{FF2B5EF4-FFF2-40B4-BE49-F238E27FC236}">
                <a16:creationId xmlns:a16="http://schemas.microsoft.com/office/drawing/2014/main" id="{794E95AF-248C-D5C1-E8F5-E2A65636C1DC}"/>
              </a:ext>
            </a:extLst>
          </p:cNvPr>
          <p:cNvSpPr txBox="1"/>
          <p:nvPr/>
        </p:nvSpPr>
        <p:spPr>
          <a:xfrm>
            <a:off x="4696047" y="6162002"/>
            <a:ext cx="2799906"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Segoe UI Semilight"/>
                <a:ea typeface="+mn-ea"/>
                <a:cs typeface="+mn-cs"/>
              </a:rPr>
              <a:t>Agents can take a simple request and chain multiple tool calls to complete the ask</a:t>
            </a:r>
            <a:endParaRPr kumimoji="0" lang="en-US" sz="1100" b="0" i="1" u="none" strike="noStrike" kern="1200" cap="none" spc="0" normalizeH="0" baseline="0" noProof="0">
              <a:ln>
                <a:noFill/>
              </a:ln>
              <a:solidFill>
                <a:prstClr val="black"/>
              </a:solidFill>
              <a:effectLst/>
              <a:uLnTx/>
              <a:uFillTx/>
              <a:latin typeface="Segoe UI Semilight"/>
              <a:ea typeface="+mn-ea"/>
              <a:cs typeface="+mn-cs"/>
            </a:endParaRPr>
          </a:p>
        </p:txBody>
      </p:sp>
      <p:sp>
        <p:nvSpPr>
          <p:cNvPr id="36" name="TextBox 35">
            <a:extLst>
              <a:ext uri="{FF2B5EF4-FFF2-40B4-BE49-F238E27FC236}">
                <a16:creationId xmlns:a16="http://schemas.microsoft.com/office/drawing/2014/main" id="{1CEAA150-3098-B2FA-A143-C0605AEAC68B}"/>
              </a:ext>
            </a:extLst>
          </p:cNvPr>
          <p:cNvSpPr txBox="1"/>
          <p:nvPr/>
        </p:nvSpPr>
        <p:spPr>
          <a:xfrm>
            <a:off x="8374907" y="6151364"/>
            <a:ext cx="2799906"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Segoe UI Semilight"/>
                <a:ea typeface="+mn-ea"/>
                <a:cs typeface="+mn-cs"/>
              </a:rPr>
              <a:t>Only make a mistake once. With memory, agents can recall prior experiences</a:t>
            </a:r>
          </a:p>
        </p:txBody>
      </p:sp>
      <p:sp>
        <p:nvSpPr>
          <p:cNvPr id="37" name="Rounded Rectangle 95">
            <a:extLst>
              <a:ext uri="{FF2B5EF4-FFF2-40B4-BE49-F238E27FC236}">
                <a16:creationId xmlns:a16="http://schemas.microsoft.com/office/drawing/2014/main" id="{78D9FEE1-9B60-20C3-172B-C608C5B7014E}"/>
              </a:ext>
            </a:extLst>
          </p:cNvPr>
          <p:cNvSpPr/>
          <p:nvPr/>
        </p:nvSpPr>
        <p:spPr>
          <a:xfrm>
            <a:off x="4983620" y="3493082"/>
            <a:ext cx="2023236" cy="717110"/>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8" name="Rounded Rectangle 96">
            <a:extLst>
              <a:ext uri="{FF2B5EF4-FFF2-40B4-BE49-F238E27FC236}">
                <a16:creationId xmlns:a16="http://schemas.microsoft.com/office/drawing/2014/main" id="{F805B317-358F-09CA-24A1-DF69867566F4}"/>
              </a:ext>
            </a:extLst>
          </p:cNvPr>
          <p:cNvSpPr/>
          <p:nvPr/>
        </p:nvSpPr>
        <p:spPr>
          <a:xfrm>
            <a:off x="5092306" y="3586455"/>
            <a:ext cx="1786960" cy="508234"/>
          </a:xfrm>
          <a:prstGeom prst="roundRect">
            <a:avLst/>
          </a:prstGeom>
          <a:solidFill>
            <a:schemeClr val="tx1"/>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39" name="TextBox 38">
            <a:extLst>
              <a:ext uri="{FF2B5EF4-FFF2-40B4-BE49-F238E27FC236}">
                <a16:creationId xmlns:a16="http://schemas.microsoft.com/office/drawing/2014/main" id="{84B6E425-876D-71A5-67BC-95876BD59C09}"/>
              </a:ext>
            </a:extLst>
          </p:cNvPr>
          <p:cNvSpPr txBox="1"/>
          <p:nvPr/>
        </p:nvSpPr>
        <p:spPr>
          <a:xfrm>
            <a:off x="5522015" y="3727966"/>
            <a:ext cx="1327608"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mn-cs"/>
              </a:rPr>
              <a:t>Populate field: issue</a:t>
            </a:r>
          </a:p>
        </p:txBody>
      </p:sp>
      <p:pic>
        <p:nvPicPr>
          <p:cNvPr id="40" name="Picture 39">
            <a:extLst>
              <a:ext uri="{FF2B5EF4-FFF2-40B4-BE49-F238E27FC236}">
                <a16:creationId xmlns:a16="http://schemas.microsoft.com/office/drawing/2014/main" id="{889F882C-9B83-84A2-58F8-3CBD38C94579}"/>
              </a:ext>
            </a:extLst>
          </p:cNvPr>
          <p:cNvPicPr>
            <a:picLocks noChangeAspect="1"/>
          </p:cNvPicPr>
          <p:nvPr/>
        </p:nvPicPr>
        <p:blipFill>
          <a:blip r:embed="rId11"/>
          <a:stretch>
            <a:fillRect/>
          </a:stretch>
        </p:blipFill>
        <p:spPr>
          <a:xfrm>
            <a:off x="5205938" y="3710898"/>
            <a:ext cx="259347" cy="259347"/>
          </a:xfrm>
          <a:prstGeom prst="rect">
            <a:avLst/>
          </a:prstGeom>
        </p:spPr>
      </p:pic>
      <p:sp>
        <p:nvSpPr>
          <p:cNvPr id="41" name="TextBox 40">
            <a:extLst>
              <a:ext uri="{FF2B5EF4-FFF2-40B4-BE49-F238E27FC236}">
                <a16:creationId xmlns:a16="http://schemas.microsoft.com/office/drawing/2014/main" id="{4B10DD77-C478-7746-60D5-5C5F33B33159}"/>
              </a:ext>
            </a:extLst>
          </p:cNvPr>
          <p:cNvSpPr txBox="1"/>
          <p:nvPr/>
        </p:nvSpPr>
        <p:spPr>
          <a:xfrm>
            <a:off x="5205482" y="4299544"/>
            <a:ext cx="117852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44C1A3">
                    <a:lumMod val="75000"/>
                  </a:srgbClr>
                </a:solidFill>
                <a:effectLst/>
                <a:uLnTx/>
                <a:uFillTx/>
                <a:latin typeface="Segoe UI" panose="020B0502040204020203" pitchFamily="34" charset="0"/>
                <a:ea typeface="+mn-ea"/>
                <a:cs typeface="Segoe UI" panose="020B0502040204020203" pitchFamily="34" charset="0"/>
              </a:rPr>
              <a:t>Name field populated</a:t>
            </a:r>
          </a:p>
        </p:txBody>
      </p:sp>
      <p:pic>
        <p:nvPicPr>
          <p:cNvPr id="42" name="Graphic 41" descr="Checkmark with solid fill">
            <a:extLst>
              <a:ext uri="{FF2B5EF4-FFF2-40B4-BE49-F238E27FC236}">
                <a16:creationId xmlns:a16="http://schemas.microsoft.com/office/drawing/2014/main" id="{914BD66B-F19C-2FA9-1358-4332DE98D7D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144243" y="4353433"/>
            <a:ext cx="107666" cy="107666"/>
          </a:xfrm>
          <a:prstGeom prst="rect">
            <a:avLst/>
          </a:prstGeom>
        </p:spPr>
      </p:pic>
      <p:sp>
        <p:nvSpPr>
          <p:cNvPr id="43" name="TextBox 42">
            <a:extLst>
              <a:ext uri="{FF2B5EF4-FFF2-40B4-BE49-F238E27FC236}">
                <a16:creationId xmlns:a16="http://schemas.microsoft.com/office/drawing/2014/main" id="{9DF4C66F-05EF-BDF8-CCAA-6E723D95D46E}"/>
              </a:ext>
            </a:extLst>
          </p:cNvPr>
          <p:cNvSpPr txBox="1"/>
          <p:nvPr/>
        </p:nvSpPr>
        <p:spPr>
          <a:xfrm>
            <a:off x="5205482" y="4473741"/>
            <a:ext cx="116089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44C1A3">
                    <a:lumMod val="75000"/>
                  </a:srgbClr>
                </a:solidFill>
                <a:effectLst/>
                <a:uLnTx/>
                <a:uFillTx/>
                <a:latin typeface="Segoe UI" panose="020B0502040204020203" pitchFamily="34" charset="0"/>
                <a:ea typeface="+mn-ea"/>
                <a:cs typeface="Segoe UI" panose="020B0502040204020203" pitchFamily="34" charset="0"/>
              </a:rPr>
              <a:t>Issue  field populated</a:t>
            </a:r>
          </a:p>
        </p:txBody>
      </p:sp>
      <p:pic>
        <p:nvPicPr>
          <p:cNvPr id="44" name="Graphic 43" descr="Checkmark with solid fill">
            <a:extLst>
              <a:ext uri="{FF2B5EF4-FFF2-40B4-BE49-F238E27FC236}">
                <a16:creationId xmlns:a16="http://schemas.microsoft.com/office/drawing/2014/main" id="{3209F1DB-F458-99BB-B321-16A8E0DA8D8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144243" y="4527630"/>
            <a:ext cx="107666" cy="107666"/>
          </a:xfrm>
          <a:prstGeom prst="rect">
            <a:avLst/>
          </a:prstGeom>
        </p:spPr>
      </p:pic>
      <p:sp>
        <p:nvSpPr>
          <p:cNvPr id="45" name="Rounded Rectangle 103">
            <a:extLst>
              <a:ext uri="{FF2B5EF4-FFF2-40B4-BE49-F238E27FC236}">
                <a16:creationId xmlns:a16="http://schemas.microsoft.com/office/drawing/2014/main" id="{20E6EF4F-33F6-FA8D-6F39-72689682ACB8}"/>
              </a:ext>
            </a:extLst>
          </p:cNvPr>
          <p:cNvSpPr/>
          <p:nvPr/>
        </p:nvSpPr>
        <p:spPr>
          <a:xfrm>
            <a:off x="5004332" y="4916303"/>
            <a:ext cx="1619851" cy="717110"/>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6" name="Rounded Rectangle 104">
            <a:extLst>
              <a:ext uri="{FF2B5EF4-FFF2-40B4-BE49-F238E27FC236}">
                <a16:creationId xmlns:a16="http://schemas.microsoft.com/office/drawing/2014/main" id="{8EC083AC-26B7-2E12-ADB7-C7EE273D2D47}"/>
              </a:ext>
            </a:extLst>
          </p:cNvPr>
          <p:cNvSpPr/>
          <p:nvPr/>
        </p:nvSpPr>
        <p:spPr>
          <a:xfrm>
            <a:off x="5113017" y="5009676"/>
            <a:ext cx="1395663" cy="508234"/>
          </a:xfrm>
          <a:prstGeom prst="roundRect">
            <a:avLst/>
          </a:prstGeom>
          <a:solidFill>
            <a:schemeClr val="tx1"/>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7" name="TextBox 46">
            <a:extLst>
              <a:ext uri="{FF2B5EF4-FFF2-40B4-BE49-F238E27FC236}">
                <a16:creationId xmlns:a16="http://schemas.microsoft.com/office/drawing/2014/main" id="{5C8F692D-1370-AFF2-CAB5-CBB29C186E31}"/>
              </a:ext>
            </a:extLst>
          </p:cNvPr>
          <p:cNvSpPr txBox="1"/>
          <p:nvPr/>
        </p:nvSpPr>
        <p:spPr>
          <a:xfrm>
            <a:off x="5542727" y="5151187"/>
            <a:ext cx="90441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mn-cs"/>
              </a:rPr>
              <a:t>Submit form</a:t>
            </a:r>
          </a:p>
        </p:txBody>
      </p:sp>
      <p:pic>
        <p:nvPicPr>
          <p:cNvPr id="48" name="Picture 47">
            <a:extLst>
              <a:ext uri="{FF2B5EF4-FFF2-40B4-BE49-F238E27FC236}">
                <a16:creationId xmlns:a16="http://schemas.microsoft.com/office/drawing/2014/main" id="{7E7327E7-B4B8-FB05-8DDB-E7394C94D95D}"/>
              </a:ext>
            </a:extLst>
          </p:cNvPr>
          <p:cNvPicPr>
            <a:picLocks noChangeAspect="1"/>
          </p:cNvPicPr>
          <p:nvPr/>
        </p:nvPicPr>
        <p:blipFill>
          <a:blip r:embed="rId11"/>
          <a:stretch>
            <a:fillRect/>
          </a:stretch>
        </p:blipFill>
        <p:spPr>
          <a:xfrm>
            <a:off x="5226650" y="5134119"/>
            <a:ext cx="259347" cy="259347"/>
          </a:xfrm>
          <a:prstGeom prst="rect">
            <a:avLst/>
          </a:prstGeom>
        </p:spPr>
      </p:pic>
      <p:pic>
        <p:nvPicPr>
          <p:cNvPr id="49" name="Picture 48" descr="A colorful hexagon with stars&#10;&#10;Description automatically generated">
            <a:extLst>
              <a:ext uri="{FF2B5EF4-FFF2-40B4-BE49-F238E27FC236}">
                <a16:creationId xmlns:a16="http://schemas.microsoft.com/office/drawing/2014/main" id="{44AF2271-00FA-4600-3DDD-319AA04475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9136" y="4831660"/>
            <a:ext cx="443198" cy="443198"/>
          </a:xfrm>
          <a:prstGeom prst="rect">
            <a:avLst/>
          </a:prstGeom>
        </p:spPr>
      </p:pic>
      <p:pic>
        <p:nvPicPr>
          <p:cNvPr id="50" name="Picture 49" descr="A colorful hexagon with stars&#10;&#10;Description automatically generated">
            <a:extLst>
              <a:ext uri="{FF2B5EF4-FFF2-40B4-BE49-F238E27FC236}">
                <a16:creationId xmlns:a16="http://schemas.microsoft.com/office/drawing/2014/main" id="{28015357-F7BF-58A4-92B6-E6B263728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2679" y="2736181"/>
            <a:ext cx="443198" cy="443198"/>
          </a:xfrm>
          <a:prstGeom prst="rect">
            <a:avLst/>
          </a:prstGeom>
        </p:spPr>
      </p:pic>
      <p:sp>
        <p:nvSpPr>
          <p:cNvPr id="52" name="Rounded Rectangle 6">
            <a:extLst>
              <a:ext uri="{FF2B5EF4-FFF2-40B4-BE49-F238E27FC236}">
                <a16:creationId xmlns:a16="http://schemas.microsoft.com/office/drawing/2014/main" id="{D37C7F40-35D9-1430-7947-092BF52C6E3F}"/>
              </a:ext>
            </a:extLst>
          </p:cNvPr>
          <p:cNvSpPr/>
          <p:nvPr/>
        </p:nvSpPr>
        <p:spPr>
          <a:xfrm>
            <a:off x="8762541" y="2790487"/>
            <a:ext cx="2009758" cy="717110"/>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9" name="Rounded Rectangle 7">
            <a:extLst>
              <a:ext uri="{FF2B5EF4-FFF2-40B4-BE49-F238E27FC236}">
                <a16:creationId xmlns:a16="http://schemas.microsoft.com/office/drawing/2014/main" id="{7D524017-3997-8247-B1D7-F68F94593392}"/>
              </a:ext>
            </a:extLst>
          </p:cNvPr>
          <p:cNvSpPr/>
          <p:nvPr/>
        </p:nvSpPr>
        <p:spPr>
          <a:xfrm>
            <a:off x="8871226" y="2883860"/>
            <a:ext cx="1786773" cy="508234"/>
          </a:xfrm>
          <a:prstGeom prst="roundRect">
            <a:avLst/>
          </a:prstGeom>
          <a:solidFill>
            <a:schemeClr val="tx1"/>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60" name="TextBox 59">
            <a:extLst>
              <a:ext uri="{FF2B5EF4-FFF2-40B4-BE49-F238E27FC236}">
                <a16:creationId xmlns:a16="http://schemas.microsoft.com/office/drawing/2014/main" id="{CE03B222-6236-16B3-3BA0-84925D7576C7}"/>
              </a:ext>
            </a:extLst>
          </p:cNvPr>
          <p:cNvSpPr txBox="1"/>
          <p:nvPr/>
        </p:nvSpPr>
        <p:spPr>
          <a:xfrm>
            <a:off x="9300936" y="3025371"/>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mn-cs"/>
              </a:rPr>
              <a:t>Update work order</a:t>
            </a:r>
          </a:p>
        </p:txBody>
      </p:sp>
      <p:pic>
        <p:nvPicPr>
          <p:cNvPr id="61" name="Picture 60">
            <a:extLst>
              <a:ext uri="{FF2B5EF4-FFF2-40B4-BE49-F238E27FC236}">
                <a16:creationId xmlns:a16="http://schemas.microsoft.com/office/drawing/2014/main" id="{7D5CC034-9B77-F7B8-C949-F984B7FA37A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13734" y="3008303"/>
            <a:ext cx="259347" cy="259347"/>
          </a:xfrm>
          <a:prstGeom prst="rect">
            <a:avLst/>
          </a:prstGeom>
        </p:spPr>
      </p:pic>
      <p:sp>
        <p:nvSpPr>
          <p:cNvPr id="62" name="Rounded Rectangle 10">
            <a:extLst>
              <a:ext uri="{FF2B5EF4-FFF2-40B4-BE49-F238E27FC236}">
                <a16:creationId xmlns:a16="http://schemas.microsoft.com/office/drawing/2014/main" id="{89B67256-FF46-02D8-E472-6EA3553B99E8}"/>
              </a:ext>
            </a:extLst>
          </p:cNvPr>
          <p:cNvSpPr/>
          <p:nvPr/>
        </p:nvSpPr>
        <p:spPr>
          <a:xfrm>
            <a:off x="8758730" y="4020838"/>
            <a:ext cx="1767638" cy="497216"/>
          </a:xfrm>
          <a:prstGeom prst="roundRect">
            <a:avLst>
              <a:gd name="adj" fmla="val 22084"/>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Let me try again with an available technician.</a:t>
            </a:r>
          </a:p>
        </p:txBody>
      </p:sp>
      <p:pic>
        <p:nvPicPr>
          <p:cNvPr id="63" name="Picture 62" descr="A colorful hexagon with stars&#10;&#10;Description automatically generated">
            <a:extLst>
              <a:ext uri="{FF2B5EF4-FFF2-40B4-BE49-F238E27FC236}">
                <a16:creationId xmlns:a16="http://schemas.microsoft.com/office/drawing/2014/main" id="{287B9E67-4AAA-CD2B-4126-662E2213D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2679" y="3915482"/>
            <a:ext cx="443198" cy="443198"/>
          </a:xfrm>
          <a:prstGeom prst="rect">
            <a:avLst/>
          </a:prstGeom>
        </p:spPr>
      </p:pic>
      <p:sp>
        <p:nvSpPr>
          <p:cNvPr id="64" name="Rounded Rectangle 12">
            <a:extLst>
              <a:ext uri="{FF2B5EF4-FFF2-40B4-BE49-F238E27FC236}">
                <a16:creationId xmlns:a16="http://schemas.microsoft.com/office/drawing/2014/main" id="{211EB9B3-396C-89A2-A29A-926C6E4F1636}"/>
              </a:ext>
            </a:extLst>
          </p:cNvPr>
          <p:cNvSpPr/>
          <p:nvPr/>
        </p:nvSpPr>
        <p:spPr>
          <a:xfrm>
            <a:off x="8735376" y="4558702"/>
            <a:ext cx="1995359" cy="717110"/>
          </a:xfrm>
          <a:prstGeom prst="roundRect">
            <a:avLst>
              <a:gd name="adj" fmla="val 1489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65" name="Rounded Rectangle 13">
            <a:extLst>
              <a:ext uri="{FF2B5EF4-FFF2-40B4-BE49-F238E27FC236}">
                <a16:creationId xmlns:a16="http://schemas.microsoft.com/office/drawing/2014/main" id="{0C1A18D3-4B71-0F07-9337-5044DE22B514}"/>
              </a:ext>
            </a:extLst>
          </p:cNvPr>
          <p:cNvSpPr/>
          <p:nvPr/>
        </p:nvSpPr>
        <p:spPr>
          <a:xfrm>
            <a:off x="8844061" y="4652075"/>
            <a:ext cx="1782765" cy="508234"/>
          </a:xfrm>
          <a:prstGeom prst="roundRect">
            <a:avLst/>
          </a:prstGeom>
          <a:solidFill>
            <a:schemeClr val="tx1"/>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66" name="TextBox 65">
            <a:extLst>
              <a:ext uri="{FF2B5EF4-FFF2-40B4-BE49-F238E27FC236}">
                <a16:creationId xmlns:a16="http://schemas.microsoft.com/office/drawing/2014/main" id="{AAF53282-0B21-3C14-FDB7-86206F896465}"/>
              </a:ext>
            </a:extLst>
          </p:cNvPr>
          <p:cNvSpPr txBox="1"/>
          <p:nvPr/>
        </p:nvSpPr>
        <p:spPr>
          <a:xfrm>
            <a:off x="9273771" y="4793586"/>
            <a:ext cx="1273105"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Semilight"/>
                <a:ea typeface="+mn-ea"/>
                <a:cs typeface="+mn-cs"/>
              </a:rPr>
              <a:t>Update work order</a:t>
            </a:r>
          </a:p>
        </p:txBody>
      </p:sp>
      <p:pic>
        <p:nvPicPr>
          <p:cNvPr id="67" name="Picture 66">
            <a:extLst>
              <a:ext uri="{FF2B5EF4-FFF2-40B4-BE49-F238E27FC236}">
                <a16:creationId xmlns:a16="http://schemas.microsoft.com/office/drawing/2014/main" id="{29460126-0AC5-60FC-97DC-23292E9A2CD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986569" y="4776518"/>
            <a:ext cx="259347" cy="259347"/>
          </a:xfrm>
          <a:prstGeom prst="rect">
            <a:avLst/>
          </a:prstGeom>
        </p:spPr>
      </p:pic>
      <p:sp>
        <p:nvSpPr>
          <p:cNvPr id="68" name="TextBox 67">
            <a:extLst>
              <a:ext uri="{FF2B5EF4-FFF2-40B4-BE49-F238E27FC236}">
                <a16:creationId xmlns:a16="http://schemas.microsoft.com/office/drawing/2014/main" id="{484607DD-3EE9-B9E0-DB1E-5C5192DAE854}"/>
              </a:ext>
            </a:extLst>
          </p:cNvPr>
          <p:cNvSpPr txBox="1"/>
          <p:nvPr/>
        </p:nvSpPr>
        <p:spPr>
          <a:xfrm>
            <a:off x="8902045" y="3506249"/>
            <a:ext cx="201369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1C3F9">
                    <a:lumMod val="75000"/>
                  </a:srgbClr>
                </a:solidFill>
                <a:effectLst/>
                <a:uLnTx/>
                <a:uFillTx/>
                <a:latin typeface="Segoe UI" panose="020B0502040204020203" pitchFamily="34" charset="0"/>
                <a:ea typeface="Menlo" panose="020B0609030804020204" pitchFamily="49" charset="0"/>
                <a:cs typeface="Segoe UI" panose="020B0502040204020203" pitchFamily="34" charset="0"/>
              </a:rPr>
              <a:t>Alex is already booked at this same time</a:t>
            </a:r>
            <a:endParaRPr kumimoji="0" lang="en-US" sz="800" b="0" i="0" u="none" strike="noStrike" kern="1200" cap="none" spc="0" normalizeH="0" baseline="0" noProof="0">
              <a:ln>
                <a:noFill/>
              </a:ln>
              <a:solidFill>
                <a:srgbClr val="51C3F9">
                  <a:lumMod val="75000"/>
                </a:srgbClr>
              </a:solidFill>
              <a:effectLst/>
              <a:uLnTx/>
              <a:uFillTx/>
              <a:latin typeface="Menlo" panose="020B0609030804020204" pitchFamily="49" charset="0"/>
              <a:ea typeface="Menlo" panose="020B0609030804020204" pitchFamily="49" charset="0"/>
              <a:cs typeface="Menlo" panose="020B0609030804020204" pitchFamily="49" charset="0"/>
            </a:endParaRPr>
          </a:p>
        </p:txBody>
      </p:sp>
      <p:sp>
        <p:nvSpPr>
          <p:cNvPr id="69" name="TextBox 68">
            <a:extLst>
              <a:ext uri="{FF2B5EF4-FFF2-40B4-BE49-F238E27FC236}">
                <a16:creationId xmlns:a16="http://schemas.microsoft.com/office/drawing/2014/main" id="{80606ABA-9C4F-3CB6-4C37-0096931B57F4}"/>
              </a:ext>
            </a:extLst>
          </p:cNvPr>
          <p:cNvSpPr txBox="1"/>
          <p:nvPr/>
        </p:nvSpPr>
        <p:spPr>
          <a:xfrm>
            <a:off x="8932465" y="5288773"/>
            <a:ext cx="162736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44C1A3">
                    <a:lumMod val="75000"/>
                  </a:srgbClr>
                </a:solidFill>
                <a:effectLst/>
                <a:uLnTx/>
                <a:uFillTx/>
                <a:latin typeface="Segoe UI" panose="020B0502040204020203" pitchFamily="34" charset="0"/>
                <a:ea typeface="+mn-ea"/>
                <a:cs typeface="Segoe UI" panose="020B0502040204020203" pitchFamily="34" charset="0"/>
              </a:rPr>
              <a:t>Successfully assigned technician</a:t>
            </a:r>
          </a:p>
        </p:txBody>
      </p:sp>
      <p:pic>
        <p:nvPicPr>
          <p:cNvPr id="70" name="Graphic 69" descr="Close with solid fill">
            <a:extLst>
              <a:ext uri="{FF2B5EF4-FFF2-40B4-BE49-F238E27FC236}">
                <a16:creationId xmlns:a16="http://schemas.microsoft.com/office/drawing/2014/main" id="{0E94EAEA-26D2-10C4-BA89-FF3B70B8B5B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57784" y="3547778"/>
            <a:ext cx="107666" cy="107666"/>
          </a:xfrm>
          <a:prstGeom prst="rect">
            <a:avLst/>
          </a:prstGeom>
        </p:spPr>
      </p:pic>
      <p:pic>
        <p:nvPicPr>
          <p:cNvPr id="71" name="Graphic 70" descr="Checkmark with solid fill">
            <a:extLst>
              <a:ext uri="{FF2B5EF4-FFF2-40B4-BE49-F238E27FC236}">
                <a16:creationId xmlns:a16="http://schemas.microsoft.com/office/drawing/2014/main" id="{3C5C3EEA-FFEA-0535-CD5E-9BF02E339A9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71226" y="5342662"/>
            <a:ext cx="107666" cy="107666"/>
          </a:xfrm>
          <a:prstGeom prst="rect">
            <a:avLst/>
          </a:prstGeom>
        </p:spPr>
      </p:pic>
      <p:sp>
        <p:nvSpPr>
          <p:cNvPr id="72" name="Rounded Rectangle 20">
            <a:extLst>
              <a:ext uri="{FF2B5EF4-FFF2-40B4-BE49-F238E27FC236}">
                <a16:creationId xmlns:a16="http://schemas.microsoft.com/office/drawing/2014/main" id="{39FB1BD9-D874-6D61-C74B-41B9427051AA}"/>
              </a:ext>
            </a:extLst>
          </p:cNvPr>
          <p:cNvSpPr/>
          <p:nvPr/>
        </p:nvSpPr>
        <p:spPr>
          <a:xfrm>
            <a:off x="9889071" y="2243593"/>
            <a:ext cx="1347355" cy="327150"/>
          </a:xfrm>
          <a:prstGeom prst="roundRect">
            <a:avLst>
              <a:gd name="adj" fmla="val 32755"/>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Assign technician</a:t>
            </a:r>
          </a:p>
        </p:txBody>
      </p:sp>
      <p:pic>
        <p:nvPicPr>
          <p:cNvPr id="73" name="Graphic 72" descr="Add with solid fill">
            <a:extLst>
              <a:ext uri="{FF2B5EF4-FFF2-40B4-BE49-F238E27FC236}">
                <a16:creationId xmlns:a16="http://schemas.microsoft.com/office/drawing/2014/main" id="{9297D3E0-7937-881B-E38F-F12C8AD0012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56679" y="3716411"/>
            <a:ext cx="109728" cy="109728"/>
          </a:xfrm>
          <a:prstGeom prst="rect">
            <a:avLst/>
          </a:prstGeom>
        </p:spPr>
      </p:pic>
      <p:sp>
        <p:nvSpPr>
          <p:cNvPr id="74" name="TextBox 73">
            <a:extLst>
              <a:ext uri="{FF2B5EF4-FFF2-40B4-BE49-F238E27FC236}">
                <a16:creationId xmlns:a16="http://schemas.microsoft.com/office/drawing/2014/main" id="{86F64F8E-7238-8D77-3819-791E93A3ECDE}"/>
              </a:ext>
            </a:extLst>
          </p:cNvPr>
          <p:cNvSpPr txBox="1"/>
          <p:nvPr/>
        </p:nvSpPr>
        <p:spPr>
          <a:xfrm>
            <a:off x="8902045" y="3674640"/>
            <a:ext cx="191270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3A537">
                    <a:lumMod val="75000"/>
                  </a:srgbClr>
                </a:solidFill>
                <a:effectLst/>
                <a:uLnTx/>
                <a:uFillTx/>
                <a:latin typeface="Segoe UI" panose="020B0502040204020203" pitchFamily="34" charset="0"/>
                <a:ea typeface="Menlo" panose="020B0609030804020204" pitchFamily="49" charset="0"/>
                <a:cs typeface="Segoe UI" panose="020B0502040204020203" pitchFamily="34" charset="0"/>
              </a:rPr>
              <a:t>Saved memory: Alex is OOF next week</a:t>
            </a:r>
            <a:endParaRPr kumimoji="0" lang="en-US" sz="800" b="0" i="0" u="none" strike="noStrike" kern="1200" cap="none" spc="0" normalizeH="0" baseline="0" noProof="0">
              <a:ln>
                <a:noFill/>
              </a:ln>
              <a:solidFill>
                <a:srgbClr val="63A537">
                  <a:lumMod val="75000"/>
                </a:srgbClr>
              </a:solidFill>
              <a:effectLst/>
              <a:uLnTx/>
              <a:uFillTx/>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195364992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680EA-9316-A9FD-5D68-6D1DF8304A38}"/>
            </a:ext>
          </a:extLst>
        </p:cNvPr>
        <p:cNvGrpSpPr/>
        <p:nvPr/>
      </p:nvGrpSpPr>
      <p:grpSpPr>
        <a:xfrm>
          <a:off x="0" y="0"/>
          <a:ext cx="0" cy="0"/>
          <a:chOff x="0" y="0"/>
          <a:chExt cx="0" cy="0"/>
        </a:xfrm>
      </p:grpSpPr>
      <p:sp>
        <p:nvSpPr>
          <p:cNvPr id="35" name="Freeform: Shape 34">
            <a:extLst>
              <a:ext uri="{FF2B5EF4-FFF2-40B4-BE49-F238E27FC236}">
                <a16:creationId xmlns:a16="http://schemas.microsoft.com/office/drawing/2014/main" id="{19958EBF-7959-1B21-E73C-67AF834B592F}"/>
              </a:ext>
              <a:ext uri="{C183D7F6-B498-43B3-948B-1728B52AA6E4}">
                <adec:decorative xmlns:adec="http://schemas.microsoft.com/office/drawing/2017/decorative" val="1"/>
              </a:ext>
            </a:extLst>
          </p:cNvPr>
          <p:cNvSpPr/>
          <p:nvPr/>
        </p:nvSpPr>
        <p:spPr bwMode="auto">
          <a:xfrm>
            <a:off x="0" y="5185828"/>
            <a:ext cx="12192000" cy="1672173"/>
          </a:xfrm>
          <a:custGeom>
            <a:avLst/>
            <a:gdLst>
              <a:gd name="connsiteX0" fmla="*/ 0 w 12192000"/>
              <a:gd name="connsiteY0" fmla="*/ 0 h 2807173"/>
              <a:gd name="connsiteX1" fmla="*/ 12192000 w 12192000"/>
              <a:gd name="connsiteY1" fmla="*/ 0 h 2807173"/>
              <a:gd name="connsiteX2" fmla="*/ 12192000 w 12192000"/>
              <a:gd name="connsiteY2" fmla="*/ 2807173 h 2807173"/>
              <a:gd name="connsiteX3" fmla="*/ 0 w 12192000"/>
              <a:gd name="connsiteY3" fmla="*/ 2807173 h 2807173"/>
            </a:gdLst>
            <a:ahLst/>
            <a:cxnLst>
              <a:cxn ang="0">
                <a:pos x="connsiteX0" y="connsiteY0"/>
              </a:cxn>
              <a:cxn ang="0">
                <a:pos x="connsiteX1" y="connsiteY1"/>
              </a:cxn>
              <a:cxn ang="0">
                <a:pos x="connsiteX2" y="connsiteY2"/>
              </a:cxn>
              <a:cxn ang="0">
                <a:pos x="connsiteX3" y="connsiteY3"/>
              </a:cxn>
            </a:cxnLst>
            <a:rect l="l" t="t" r="r" b="b"/>
            <a:pathLst>
              <a:path w="12192000" h="2807173">
                <a:moveTo>
                  <a:pt x="0" y="0"/>
                </a:moveTo>
                <a:lnTo>
                  <a:pt x="12192000" y="0"/>
                </a:lnTo>
                <a:lnTo>
                  <a:pt x="12192000" y="2807173"/>
                </a:lnTo>
                <a:lnTo>
                  <a:pt x="0" y="2807173"/>
                </a:lnTo>
                <a:close/>
              </a:path>
            </a:pathLst>
          </a:custGeom>
          <a:gradFill>
            <a:gsLst>
              <a:gs pos="100000">
                <a:schemeClr val="accent2"/>
              </a:gs>
              <a:gs pos="0">
                <a:schemeClr val="accent3"/>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Light" pitchFamily="2" charset="0"/>
              <a:ea typeface="+mn-ea"/>
              <a:cs typeface="Segoe Sans Text Light" pitchFamily="2" charset="0"/>
            </a:endParaRPr>
          </a:p>
        </p:txBody>
      </p:sp>
      <p:sp>
        <p:nvSpPr>
          <p:cNvPr id="4" name="Rectangle: Rounded Corners 3">
            <a:extLst>
              <a:ext uri="{FF2B5EF4-FFF2-40B4-BE49-F238E27FC236}">
                <a16:creationId xmlns:a16="http://schemas.microsoft.com/office/drawing/2014/main" id="{DD13C69C-FCE1-F48F-4244-447111850C71}"/>
              </a:ext>
              <a:ext uri="{C183D7F6-B498-43B3-948B-1728B52AA6E4}">
                <adec:decorative xmlns:adec="http://schemas.microsoft.com/office/drawing/2017/decorative" val="1"/>
              </a:ext>
            </a:extLst>
          </p:cNvPr>
          <p:cNvSpPr>
            <a:spLocks/>
          </p:cNvSpPr>
          <p:nvPr/>
        </p:nvSpPr>
        <p:spPr bwMode="auto">
          <a:xfrm>
            <a:off x="261730" y="1321904"/>
            <a:ext cx="11668539" cy="5078896"/>
          </a:xfrm>
          <a:prstGeom prst="roundRect">
            <a:avLst>
              <a:gd name="adj" fmla="val 3192"/>
            </a:avLst>
          </a:prstGeom>
          <a:solidFill>
            <a:schemeClr val="bg1"/>
          </a:solidFill>
          <a:ln>
            <a:noFill/>
            <a:headEnd type="none" w="med" len="med"/>
            <a:tailEnd type="none" w="med" len="med"/>
          </a:ln>
          <a:effectLst>
            <a:outerShdw blurRad="127000" dist="38100" dir="5400000" algn="t" rotWithShape="0">
              <a:schemeClr val="bg1">
                <a:lumMod val="50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Light" pitchFamily="2" charset="0"/>
              <a:ea typeface="+mn-ea"/>
              <a:cs typeface="Segoe Sans Text Light" pitchFamily="2" charset="0"/>
            </a:endParaRPr>
          </a:p>
        </p:txBody>
      </p:sp>
      <p:sp>
        <p:nvSpPr>
          <p:cNvPr id="2" name="Title 1">
            <a:extLst>
              <a:ext uri="{FF2B5EF4-FFF2-40B4-BE49-F238E27FC236}">
                <a16:creationId xmlns:a16="http://schemas.microsoft.com/office/drawing/2014/main" id="{AD026F9C-D77E-D2DB-86A4-BCE0E13C72B6}"/>
              </a:ext>
            </a:extLst>
          </p:cNvPr>
          <p:cNvSpPr>
            <a:spLocks noGrp="1"/>
          </p:cNvSpPr>
          <p:nvPr>
            <p:ph type="title"/>
          </p:nvPr>
        </p:nvSpPr>
        <p:spPr/>
        <p:txBody>
          <a:bodyPr/>
          <a:lstStyle/>
          <a:p>
            <a:pPr algn="ctr"/>
            <a:r>
              <a:rPr lang="en-US"/>
              <a:t>Evolution of agents</a:t>
            </a:r>
          </a:p>
        </p:txBody>
      </p:sp>
      <p:sp>
        <p:nvSpPr>
          <p:cNvPr id="5" name="TextBox 4">
            <a:extLst>
              <a:ext uri="{FF2B5EF4-FFF2-40B4-BE49-F238E27FC236}">
                <a16:creationId xmlns:a16="http://schemas.microsoft.com/office/drawing/2014/main" id="{6955CF19-3F85-33F8-1BDB-CCDA75AE849B}"/>
              </a:ext>
            </a:extLst>
          </p:cNvPr>
          <p:cNvSpPr txBox="1"/>
          <p:nvPr/>
        </p:nvSpPr>
        <p:spPr>
          <a:xfrm>
            <a:off x="1199353" y="1569319"/>
            <a:ext cx="9793292" cy="830997"/>
          </a:xfrm>
          <a:prstGeom prst="rect">
            <a:avLst/>
          </a:prstGeom>
          <a:noFill/>
        </p:spPr>
        <p:txBody>
          <a:bodyPr wrap="square">
            <a:spAutoFit/>
          </a:bodyPr>
          <a:lstStyle/>
          <a:p>
            <a:pPr lvl="0" algn="ctr" defTabSz="2899785" fontAlgn="base">
              <a:spcBef>
                <a:spcPts val="1205"/>
              </a:spcBef>
              <a:spcAft>
                <a:spcPct val="0"/>
              </a:spcAft>
              <a:buSzPct val="90000"/>
              <a:defRPr/>
            </a:pPr>
            <a:r>
              <a:rPr lang="en-GB" sz="1600">
                <a:ln w="3175">
                  <a:noFill/>
                </a:ln>
                <a:latin typeface="Segoe Sans Text" pitchFamily="2" charset="0"/>
                <a:cs typeface="Segoe Sans Text Light" pitchFamily="2" charset="0"/>
              </a:rPr>
              <a:t>AI agents automate and execute business processes, working alongside or on behalf of a person, team, or organization. Resiliency by default is foundational across the agent spectrum—from simple retrieval bots to autonomous agents—ensuring reliable operation, rapid recovery, and secure execution.</a:t>
            </a:r>
          </a:p>
        </p:txBody>
      </p:sp>
      <p:sp>
        <p:nvSpPr>
          <p:cNvPr id="6" name="Rectangle: Rounded Corners 5">
            <a:extLst>
              <a:ext uri="{FF2B5EF4-FFF2-40B4-BE49-F238E27FC236}">
                <a16:creationId xmlns:a16="http://schemas.microsoft.com/office/drawing/2014/main" id="{5655BA30-4531-4C79-78BB-26DF0C80E7B8}"/>
              </a:ext>
              <a:ext uri="{C183D7F6-B498-43B3-948B-1728B52AA6E4}">
                <adec:decorative xmlns:adec="http://schemas.microsoft.com/office/drawing/2017/decorative" val="1"/>
              </a:ext>
            </a:extLst>
          </p:cNvPr>
          <p:cNvSpPr/>
          <p:nvPr/>
        </p:nvSpPr>
        <p:spPr bwMode="auto">
          <a:xfrm>
            <a:off x="1932486" y="2970124"/>
            <a:ext cx="2668090" cy="2340583"/>
          </a:xfrm>
          <a:prstGeom prst="roundRect">
            <a:avLst>
              <a:gd name="adj" fmla="val 8183"/>
            </a:avLst>
          </a:prstGeom>
          <a:solidFill>
            <a:schemeClr val="accent1">
              <a:alpha val="20000"/>
            </a:scheme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marL="0" marR="0" lvl="0" indent="0" algn="ctr" defTabSz="811500" rtl="0" eaLnBrk="1" fontAlgn="auto" latinLnBrk="0" hangingPunct="1">
              <a:lnSpc>
                <a:spcPct val="100000"/>
              </a:lnSpc>
              <a:spcBef>
                <a:spcPts val="174"/>
              </a:spcBef>
              <a:spcAft>
                <a:spcPts val="0"/>
              </a:spcAft>
              <a:buClrTx/>
              <a:buSzTx/>
              <a:buFontTx/>
              <a:buNone/>
              <a:tabLst/>
              <a:defRPr/>
            </a:pPr>
            <a:endParaRPr kumimoji="0" lang="en-US" sz="2169" b="1" i="0" u="none" strike="noStrike" kern="1200" cap="none" spc="0" normalizeH="0" baseline="0" noProof="0">
              <a:ln>
                <a:noFill/>
              </a:ln>
              <a:gradFill>
                <a:gsLst>
                  <a:gs pos="41958">
                    <a:srgbClr val="FFFFFF"/>
                  </a:gs>
                  <a:gs pos="63000">
                    <a:srgbClr val="FFFFFF"/>
                  </a:gs>
                </a:gsLst>
                <a:lin ang="0" scaled="0"/>
              </a:gradFill>
              <a:effectLst/>
              <a:uLnTx/>
              <a:uFillTx/>
              <a:latin typeface="Segoe Sans Text Semibold" pitchFamily="2" charset="0"/>
              <a:ea typeface="+mn-ea"/>
              <a:cs typeface="Segoe Sans Text Semibold" pitchFamily="2" charset="0"/>
            </a:endParaRPr>
          </a:p>
        </p:txBody>
      </p:sp>
      <p:sp>
        <p:nvSpPr>
          <p:cNvPr id="7" name="Rectangle: Rounded Corners 6">
            <a:extLst>
              <a:ext uri="{FF2B5EF4-FFF2-40B4-BE49-F238E27FC236}">
                <a16:creationId xmlns:a16="http://schemas.microsoft.com/office/drawing/2014/main" id="{3BC7A358-49B5-CA80-D35D-497AA4893E3F}"/>
              </a:ext>
              <a:ext uri="{C183D7F6-B498-43B3-948B-1728B52AA6E4}">
                <adec:decorative xmlns:adec="http://schemas.microsoft.com/office/drawing/2017/decorative" val="1"/>
              </a:ext>
            </a:extLst>
          </p:cNvPr>
          <p:cNvSpPr/>
          <p:nvPr/>
        </p:nvSpPr>
        <p:spPr bwMode="auto">
          <a:xfrm>
            <a:off x="7590813" y="2519250"/>
            <a:ext cx="2666458" cy="2791457"/>
          </a:xfrm>
          <a:prstGeom prst="roundRect">
            <a:avLst>
              <a:gd name="adj" fmla="val 7700"/>
            </a:avLst>
          </a:prstGeom>
          <a:solidFill>
            <a:srgbClr val="A162C4">
              <a:alpha val="20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marL="0" marR="0" lvl="0" indent="0" algn="ctr" defTabSz="811500" rtl="0" eaLnBrk="1" fontAlgn="auto" latinLnBrk="0" hangingPunct="1">
              <a:lnSpc>
                <a:spcPct val="100000"/>
              </a:lnSpc>
              <a:spcBef>
                <a:spcPts val="174"/>
              </a:spcBef>
              <a:spcAft>
                <a:spcPts val="0"/>
              </a:spcAft>
              <a:buClrTx/>
              <a:buSzTx/>
              <a:buFontTx/>
              <a:buNone/>
              <a:tabLst/>
              <a:defRPr/>
            </a:pPr>
            <a:endParaRPr kumimoji="0" lang="en-US" sz="2169" b="1" i="0" u="none" strike="noStrike" kern="1200" cap="none" spc="0" normalizeH="0" baseline="0" noProof="0">
              <a:ln>
                <a:noFill/>
              </a:ln>
              <a:gradFill>
                <a:gsLst>
                  <a:gs pos="41958">
                    <a:srgbClr val="FFFFFF"/>
                  </a:gs>
                  <a:gs pos="63000">
                    <a:srgbClr val="FFFFFF"/>
                  </a:gs>
                </a:gsLst>
                <a:lin ang="0" scaled="0"/>
              </a:gradFill>
              <a:effectLst/>
              <a:uLnTx/>
              <a:uFillTx/>
              <a:latin typeface="Segoe Sans Text Semibold" pitchFamily="2" charset="0"/>
              <a:ea typeface="+mn-ea"/>
              <a:cs typeface="Segoe Sans Text Semibold" pitchFamily="2" charset="0"/>
            </a:endParaRPr>
          </a:p>
        </p:txBody>
      </p:sp>
      <p:sp>
        <p:nvSpPr>
          <p:cNvPr id="8" name="Rectangle: Rounded Corners 7">
            <a:extLst>
              <a:ext uri="{FF2B5EF4-FFF2-40B4-BE49-F238E27FC236}">
                <a16:creationId xmlns:a16="http://schemas.microsoft.com/office/drawing/2014/main" id="{FDFE2DCA-3926-4530-CDBA-EE35D9B8C093}"/>
              </a:ext>
              <a:ext uri="{C183D7F6-B498-43B3-948B-1728B52AA6E4}">
                <adec:decorative xmlns:adec="http://schemas.microsoft.com/office/drawing/2017/decorative" val="1"/>
              </a:ext>
            </a:extLst>
          </p:cNvPr>
          <p:cNvSpPr/>
          <p:nvPr/>
        </p:nvSpPr>
        <p:spPr bwMode="auto">
          <a:xfrm>
            <a:off x="4761955" y="2767231"/>
            <a:ext cx="2668090" cy="2543476"/>
          </a:xfrm>
          <a:prstGeom prst="roundRect">
            <a:avLst>
              <a:gd name="adj" fmla="val 8183"/>
            </a:avLst>
          </a:prstGeom>
          <a:solidFill>
            <a:srgbClr val="5F5EB8">
              <a:alpha val="20000"/>
            </a:srgbClr>
          </a:solidFill>
          <a:ln w="1270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2634" rIns="0" bIns="0" numCol="1" spcCol="0" rtlCol="0" fromWordArt="0" anchor="ctr" anchorCtr="0" forceAA="0" compatLnSpc="1">
            <a:prstTxWarp prst="textNoShape">
              <a:avLst/>
            </a:prstTxWarp>
            <a:noAutofit/>
          </a:bodyPr>
          <a:lstStyle/>
          <a:p>
            <a:pPr marL="0" marR="0" lvl="0" indent="0" algn="ctr" defTabSz="811500" rtl="0" eaLnBrk="1" fontAlgn="auto" latinLnBrk="0" hangingPunct="1">
              <a:lnSpc>
                <a:spcPct val="100000"/>
              </a:lnSpc>
              <a:spcBef>
                <a:spcPts val="174"/>
              </a:spcBef>
              <a:spcAft>
                <a:spcPts val="0"/>
              </a:spcAft>
              <a:buClrTx/>
              <a:buSzTx/>
              <a:buFontTx/>
              <a:buNone/>
              <a:tabLst/>
              <a:defRPr/>
            </a:pPr>
            <a:endParaRPr kumimoji="0" lang="en-US" sz="2169" b="1" i="0" u="none" strike="noStrike" kern="1200" cap="none" spc="0" normalizeH="0" baseline="0" noProof="0">
              <a:ln>
                <a:noFill/>
              </a:ln>
              <a:gradFill>
                <a:gsLst>
                  <a:gs pos="41958">
                    <a:srgbClr val="FFFFFF"/>
                  </a:gs>
                  <a:gs pos="63000">
                    <a:srgbClr val="FFFFFF"/>
                  </a:gs>
                </a:gsLst>
                <a:lin ang="0" scaled="0"/>
              </a:gradFill>
              <a:effectLst/>
              <a:uLnTx/>
              <a:uFillTx/>
              <a:latin typeface="Segoe Sans Text Semibold" pitchFamily="2" charset="0"/>
              <a:ea typeface="+mn-ea"/>
              <a:cs typeface="Segoe Sans Text Semibold" pitchFamily="2" charset="0"/>
            </a:endParaRPr>
          </a:p>
        </p:txBody>
      </p:sp>
      <p:grpSp>
        <p:nvGrpSpPr>
          <p:cNvPr id="9" name="Group 8" descr="Simple to advanced bar">
            <a:extLst>
              <a:ext uri="{FF2B5EF4-FFF2-40B4-BE49-F238E27FC236}">
                <a16:creationId xmlns:a16="http://schemas.microsoft.com/office/drawing/2014/main" id="{43CBCBE7-979B-A6F3-7BFF-BAB510CC361F}"/>
              </a:ext>
            </a:extLst>
          </p:cNvPr>
          <p:cNvGrpSpPr/>
          <p:nvPr/>
        </p:nvGrpSpPr>
        <p:grpSpPr>
          <a:xfrm>
            <a:off x="571301" y="3700042"/>
            <a:ext cx="11049399" cy="523220"/>
            <a:chOff x="571301" y="3700042"/>
            <a:chExt cx="11049399" cy="523220"/>
          </a:xfrm>
        </p:grpSpPr>
        <p:sp>
          <p:nvSpPr>
            <p:cNvPr id="10" name="Rectangle: Rounded Corners 9">
              <a:extLst>
                <a:ext uri="{FF2B5EF4-FFF2-40B4-BE49-F238E27FC236}">
                  <a16:creationId xmlns:a16="http://schemas.microsoft.com/office/drawing/2014/main" id="{2A006972-8408-0DA9-C6EC-B91CBA13261A}"/>
                </a:ext>
              </a:extLst>
            </p:cNvPr>
            <p:cNvSpPr/>
            <p:nvPr/>
          </p:nvSpPr>
          <p:spPr bwMode="auto">
            <a:xfrm>
              <a:off x="571301" y="3700042"/>
              <a:ext cx="11049399" cy="523220"/>
            </a:xfrm>
            <a:prstGeom prst="roundRect">
              <a:avLst>
                <a:gd name="adj" fmla="val 50000"/>
              </a:avLst>
            </a:prstGeom>
            <a:gradFill flip="none" rotWithShape="1">
              <a:gsLst>
                <a:gs pos="70000">
                  <a:schemeClr val="accent6"/>
                </a:gs>
                <a:gs pos="0">
                  <a:schemeClr val="tx2"/>
                </a:gs>
              </a:gsLst>
              <a:path path="circle">
                <a:fillToRect r="100000" b="100000"/>
              </a:path>
              <a:tileRect l="-100000" t="-100000"/>
            </a:gradFill>
            <a:ln w="6350" cap="flat" cmpd="sng" algn="ctr">
              <a:noFill/>
              <a:prstDash val="solid"/>
              <a:miter lim="800000"/>
              <a:headEnd type="none" w="med" len="med"/>
              <a:tailEnd type="none" w="med" len="med"/>
            </a:ln>
            <a:effectLst/>
          </p:spPr>
          <p:txBody>
            <a:bodyPr rot="0" spcFirstLastPara="0" vertOverflow="overflow" horzOverflow="overflow" vert="horz" wrap="square" lIns="144000" tIns="0" rIns="144000" bIns="0" numCol="1" spcCol="0" rtlCol="0" fromWordArt="0" anchor="ctr" anchorCtr="0" forceAA="0" compatLnSpc="1">
              <a:prstTxWarp prst="textNoShape">
                <a:avLst/>
              </a:prstTxWarp>
              <a:no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w="3175">
                  <a:noFill/>
                </a:ln>
                <a:solidFill>
                  <a:srgbClr val="FEFFFE"/>
                </a:solidFill>
                <a:effectLst/>
                <a:uLnTx/>
                <a:uFillTx/>
                <a:latin typeface="Segoe Sans Text Semibold" pitchFamily="2" charset="0"/>
                <a:ea typeface="+mn-ea"/>
                <a:cs typeface="+mn-cs"/>
              </a:endParaRPr>
            </a:p>
          </p:txBody>
        </p:sp>
        <p:sp>
          <p:nvSpPr>
            <p:cNvPr id="11" name="TextBox 10">
              <a:extLst>
                <a:ext uri="{FF2B5EF4-FFF2-40B4-BE49-F238E27FC236}">
                  <a16:creationId xmlns:a16="http://schemas.microsoft.com/office/drawing/2014/main" id="{63B450EE-A531-D98F-5FFB-BE85BF1D79CE}"/>
                </a:ext>
              </a:extLst>
            </p:cNvPr>
            <p:cNvSpPr txBox="1"/>
            <p:nvPr/>
          </p:nvSpPr>
          <p:spPr>
            <a:xfrm>
              <a:off x="775462" y="3838542"/>
              <a:ext cx="1536655" cy="246221"/>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Simple</a:t>
              </a:r>
            </a:p>
          </p:txBody>
        </p:sp>
        <p:sp>
          <p:nvSpPr>
            <p:cNvPr id="12" name="TextBox 11">
              <a:extLst>
                <a:ext uri="{FF2B5EF4-FFF2-40B4-BE49-F238E27FC236}">
                  <a16:creationId xmlns:a16="http://schemas.microsoft.com/office/drawing/2014/main" id="{27ED7DEC-2226-616F-6C85-190086E51645}"/>
                </a:ext>
              </a:extLst>
            </p:cNvPr>
            <p:cNvSpPr txBox="1"/>
            <p:nvPr/>
          </p:nvSpPr>
          <p:spPr>
            <a:xfrm>
              <a:off x="10183129" y="3838542"/>
              <a:ext cx="1229181" cy="246221"/>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Advanced</a:t>
              </a:r>
            </a:p>
          </p:txBody>
        </p:sp>
      </p:grpSp>
      <p:sp>
        <p:nvSpPr>
          <p:cNvPr id="16" name="TextBox 15">
            <a:extLst>
              <a:ext uri="{FF2B5EF4-FFF2-40B4-BE49-F238E27FC236}">
                <a16:creationId xmlns:a16="http://schemas.microsoft.com/office/drawing/2014/main" id="{AA7BFC48-730C-910B-A34E-4FEF3A03A2E8}"/>
              </a:ext>
            </a:extLst>
          </p:cNvPr>
          <p:cNvSpPr txBox="1"/>
          <p:nvPr/>
        </p:nvSpPr>
        <p:spPr>
          <a:xfrm>
            <a:off x="2176960" y="4721500"/>
            <a:ext cx="2179140" cy="307777"/>
          </a:xfrm>
          <a:prstGeom prst="rect">
            <a:avLst/>
          </a:prstGeom>
        </p:spPr>
        <p:txBody>
          <a:bodyPr wrap="square" lIns="0" tIns="0" rIns="0" bIns="0" anchor="t">
            <a:spAutoFit/>
          </a:bodyPr>
          <a:lstStyle/>
          <a:p>
            <a:pPr marL="0" marR="0" lvl="0" indent="0" algn="ctr" defTabSz="932742" rtl="0" eaLnBrk="1" fontAlgn="base" latinLnBrk="0" hangingPunct="1">
              <a:lnSpc>
                <a:spcPct val="100000"/>
              </a:lnSpc>
              <a:spcBef>
                <a:spcPct val="0"/>
              </a:spcBef>
              <a:spcAft>
                <a:spcPts val="1200"/>
              </a:spcAft>
              <a:buClrTx/>
              <a:buSzTx/>
              <a:buFontTx/>
              <a:buNone/>
              <a:tabLst/>
              <a:defRPr/>
            </a:pPr>
            <a:r>
              <a:rPr kumimoji="0" lang="en-US" sz="2000" b="0" i="0" u="none" strike="noStrike" kern="1200" cap="none" spc="0" normalizeH="0" baseline="0" noProof="0">
                <a:ln w="3175">
                  <a:noFill/>
                </a:ln>
                <a:solidFill>
                  <a:srgbClr val="000000"/>
                </a:solidFill>
                <a:effectLst/>
                <a:uLnTx/>
                <a:uFillTx/>
                <a:latin typeface="Segoe Sans Text Semibold"/>
                <a:ea typeface="+mn-ea"/>
                <a:cs typeface="Segoe Sans Text Semibold" pitchFamily="2" charset="0"/>
              </a:rPr>
              <a:t>Retrieval</a:t>
            </a:r>
          </a:p>
        </p:txBody>
      </p:sp>
      <p:sp>
        <p:nvSpPr>
          <p:cNvPr id="17" name="TextBox 16">
            <a:extLst>
              <a:ext uri="{FF2B5EF4-FFF2-40B4-BE49-F238E27FC236}">
                <a16:creationId xmlns:a16="http://schemas.microsoft.com/office/drawing/2014/main" id="{EE0E961D-969C-0D8B-5E60-D49F014D3CD6}"/>
              </a:ext>
            </a:extLst>
          </p:cNvPr>
          <p:cNvSpPr txBox="1"/>
          <p:nvPr/>
        </p:nvSpPr>
        <p:spPr>
          <a:xfrm>
            <a:off x="5006975" y="4721500"/>
            <a:ext cx="2178050" cy="307777"/>
          </a:xfrm>
          <a:prstGeom prst="rect">
            <a:avLst/>
          </a:prstGeom>
        </p:spPr>
        <p:txBody>
          <a:bodyPr wrap="square" lIns="0" tIns="0" rIns="0" bIns="0">
            <a:spAutoFit/>
          </a:bodyPr>
          <a:lstStyle/>
          <a:p>
            <a:pPr marL="0" marR="0" lvl="0" indent="0" algn="ctr" defTabSz="932742" rtl="0" eaLnBrk="1" fontAlgn="base" latinLnBrk="0" hangingPunct="1">
              <a:lnSpc>
                <a:spcPct val="100000"/>
              </a:lnSpc>
              <a:spcBef>
                <a:spcPct val="0"/>
              </a:spcBef>
              <a:spcAft>
                <a:spcPts val="1200"/>
              </a:spcAft>
              <a:buClrTx/>
              <a:buSzTx/>
              <a:buFontTx/>
              <a:buNone/>
              <a:tabLst/>
              <a:defRPr/>
            </a:pPr>
            <a:r>
              <a:rPr kumimoji="0" lang="en-US" sz="2000" b="0" i="0" u="none" strike="noStrike" kern="1200" cap="none" spc="0" normalizeH="0" baseline="0" noProof="0">
                <a:ln w="3175">
                  <a:noFill/>
                </a:ln>
                <a:solidFill>
                  <a:srgbClr val="000000"/>
                </a:solidFill>
                <a:effectLst/>
                <a:uLnTx/>
                <a:uFillTx/>
                <a:latin typeface="Segoe Sans Text Semibold"/>
                <a:ea typeface="+mn-ea"/>
                <a:cs typeface="Segoe Sans Text Semibold" pitchFamily="2" charset="0"/>
              </a:rPr>
              <a:t>Task</a:t>
            </a:r>
          </a:p>
        </p:txBody>
      </p:sp>
      <p:sp>
        <p:nvSpPr>
          <p:cNvPr id="21" name="TextBox 20">
            <a:extLst>
              <a:ext uri="{FF2B5EF4-FFF2-40B4-BE49-F238E27FC236}">
                <a16:creationId xmlns:a16="http://schemas.microsoft.com/office/drawing/2014/main" id="{69693E7F-08E9-3D0D-1979-81B3CDF55264}"/>
              </a:ext>
            </a:extLst>
          </p:cNvPr>
          <p:cNvSpPr txBox="1"/>
          <p:nvPr/>
        </p:nvSpPr>
        <p:spPr>
          <a:xfrm>
            <a:off x="7849230" y="4721500"/>
            <a:ext cx="2149624" cy="307777"/>
          </a:xfrm>
          <a:prstGeom prst="rect">
            <a:avLst/>
          </a:prstGeom>
        </p:spPr>
        <p:txBody>
          <a:bodyPr wrap="square" lIns="0" tIns="0" rIns="0" bIns="0">
            <a:spAutoFit/>
          </a:bodyPr>
          <a:lstStyle/>
          <a:p>
            <a:pPr marL="0" marR="0" lvl="0" indent="0" algn="ctr" defTabSz="932742" rtl="0" eaLnBrk="1" fontAlgn="base" latinLnBrk="0" hangingPunct="1">
              <a:lnSpc>
                <a:spcPct val="100000"/>
              </a:lnSpc>
              <a:spcBef>
                <a:spcPct val="0"/>
              </a:spcBef>
              <a:spcAft>
                <a:spcPts val="1200"/>
              </a:spcAft>
              <a:buClrTx/>
              <a:buSzTx/>
              <a:buFontTx/>
              <a:buNone/>
              <a:tabLst/>
              <a:defRPr/>
            </a:pPr>
            <a:r>
              <a:rPr kumimoji="0" lang="en-US" sz="2000" b="0" i="0" u="none" strike="noStrike" kern="1200" cap="none" spc="0" normalizeH="0" baseline="0" noProof="0">
                <a:ln w="3175">
                  <a:noFill/>
                </a:ln>
                <a:solidFill>
                  <a:srgbClr val="000000"/>
                </a:solidFill>
                <a:effectLst/>
                <a:uLnTx/>
                <a:uFillTx/>
                <a:latin typeface="Segoe Sans Text Semibold"/>
                <a:ea typeface="+mn-ea"/>
                <a:cs typeface="Segoe Sans Text Semibold" pitchFamily="2" charset="0"/>
              </a:rPr>
              <a:t>Autonomous</a:t>
            </a:r>
          </a:p>
        </p:txBody>
      </p:sp>
      <p:grpSp>
        <p:nvGrpSpPr>
          <p:cNvPr id="22" name="Group 21" descr="Agents vary in complexity">
            <a:extLst>
              <a:ext uri="{FF2B5EF4-FFF2-40B4-BE49-F238E27FC236}">
                <a16:creationId xmlns:a16="http://schemas.microsoft.com/office/drawing/2014/main" id="{579D907E-61C2-7C9A-1F80-9B26D8210509}"/>
              </a:ext>
            </a:extLst>
          </p:cNvPr>
          <p:cNvGrpSpPr/>
          <p:nvPr/>
        </p:nvGrpSpPr>
        <p:grpSpPr>
          <a:xfrm>
            <a:off x="592202" y="5768192"/>
            <a:ext cx="11002771" cy="246221"/>
            <a:chOff x="592202" y="5605880"/>
            <a:chExt cx="11002771" cy="246221"/>
          </a:xfrm>
        </p:grpSpPr>
        <p:sp>
          <p:nvSpPr>
            <p:cNvPr id="23" name="Rounded Rectangle 62">
              <a:extLst>
                <a:ext uri="{FF2B5EF4-FFF2-40B4-BE49-F238E27FC236}">
                  <a16:creationId xmlns:a16="http://schemas.microsoft.com/office/drawing/2014/main" id="{5425873B-2F08-D3CB-B276-0497899CB5A1}"/>
                </a:ext>
                <a:ext uri="{C183D7F6-B498-43B3-948B-1728B52AA6E4}">
                  <adec:decorative xmlns:adec="http://schemas.microsoft.com/office/drawing/2017/decorative" val="1"/>
                </a:ext>
              </a:extLst>
            </p:cNvPr>
            <p:cNvSpPr/>
            <p:nvPr/>
          </p:nvSpPr>
          <p:spPr bwMode="auto">
            <a:xfrm>
              <a:off x="3114415" y="5605880"/>
              <a:ext cx="5963171" cy="246221"/>
            </a:xfrm>
            <a:prstGeom prst="rect">
              <a:avLst/>
            </a:prstGeom>
            <a:noFill/>
            <a:ln w="9525">
              <a:noFill/>
              <a:headEnd type="none" w="med" len="med"/>
              <a:tailEnd type="none" w="med" len="med"/>
            </a:ln>
            <a:effectLst>
              <a:softEdge rad="1651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821996" rtl="0" eaLnBrk="1" fontAlgn="base" latinLnBrk="0" hangingPunct="1">
                <a:lnSpc>
                  <a:spcPct val="100000"/>
                </a:lnSpc>
                <a:spcBef>
                  <a:spcPct val="0"/>
                </a:spcBef>
                <a:spcAft>
                  <a:spcPct val="0"/>
                </a:spcAft>
                <a:buClrTx/>
                <a:buSzTx/>
                <a:buFontTx/>
                <a:buNone/>
                <a:tabLst>
                  <a:tab pos="920076" algn="l"/>
                </a:tabLst>
                <a:defRPr/>
              </a:pPr>
              <a:r>
                <a:rPr kumimoji="0" lang="en-US" sz="1600" b="0" i="0" u="none" strike="noStrike" kern="0" cap="none" spc="0" normalizeH="0" baseline="0" noProof="0">
                  <a:ln>
                    <a:noFill/>
                  </a:ln>
                  <a:solidFill>
                    <a:srgbClr val="2A446F"/>
                  </a:solidFill>
                  <a:effectLst/>
                  <a:uLnTx/>
                  <a:uFillTx/>
                  <a:latin typeface="Segoe Sans Text Semibold"/>
                  <a:ea typeface="+mn-ea"/>
                  <a:cs typeface="Segoe Sans Text Light" pitchFamily="2" charset="0"/>
                </a:rPr>
                <a:t>Agents vary in complexity and capabilities, depending on need</a:t>
              </a:r>
            </a:p>
          </p:txBody>
        </p:sp>
        <p:cxnSp>
          <p:nvCxnSpPr>
            <p:cNvPr id="29" name="Straight Arrow Connector 28">
              <a:extLst>
                <a:ext uri="{FF2B5EF4-FFF2-40B4-BE49-F238E27FC236}">
                  <a16:creationId xmlns:a16="http://schemas.microsoft.com/office/drawing/2014/main" id="{D259D52E-98A6-201D-43D7-E9CF64BB4A46}"/>
                </a:ext>
                <a:ext uri="{C183D7F6-B498-43B3-948B-1728B52AA6E4}">
                  <adec:decorative xmlns:adec="http://schemas.microsoft.com/office/drawing/2017/decorative" val="1"/>
                </a:ext>
              </a:extLst>
            </p:cNvPr>
            <p:cNvCxnSpPr>
              <a:cxnSpLocks/>
            </p:cNvCxnSpPr>
            <p:nvPr/>
          </p:nvCxnSpPr>
          <p:spPr>
            <a:xfrm flipH="1">
              <a:off x="592202" y="5737608"/>
              <a:ext cx="2055200" cy="0"/>
            </a:xfrm>
            <a:prstGeom prst="straightConnector1">
              <a:avLst/>
            </a:prstGeom>
            <a:ln w="15875" cap="rnd">
              <a:solidFill>
                <a:schemeClr val="accent2"/>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E10ACD0-CB14-C2DC-9B5D-65A0336DF3DA}"/>
                </a:ext>
                <a:ext uri="{C183D7F6-B498-43B3-948B-1728B52AA6E4}">
                  <adec:decorative xmlns:adec="http://schemas.microsoft.com/office/drawing/2017/decorative" val="1"/>
                </a:ext>
              </a:extLst>
            </p:cNvPr>
            <p:cNvCxnSpPr>
              <a:cxnSpLocks/>
            </p:cNvCxnSpPr>
            <p:nvPr/>
          </p:nvCxnSpPr>
          <p:spPr>
            <a:xfrm>
              <a:off x="9539773" y="5737534"/>
              <a:ext cx="2055200" cy="0"/>
            </a:xfrm>
            <a:prstGeom prst="straightConnector1">
              <a:avLst/>
            </a:prstGeom>
            <a:ln w="15875" cap="rnd">
              <a:solidFill>
                <a:schemeClr val="accent3"/>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3E4A5226-D98C-A858-2010-1E220B6A5F61}"/>
              </a:ext>
              <a:ext uri="{C183D7F6-B498-43B3-948B-1728B52AA6E4}">
                <adec:decorative xmlns:adec="http://schemas.microsoft.com/office/drawing/2017/decorative" val="1"/>
              </a:ext>
            </a:extLst>
          </p:cNvPr>
          <p:cNvGrpSpPr/>
          <p:nvPr/>
        </p:nvGrpSpPr>
        <p:grpSpPr>
          <a:xfrm>
            <a:off x="2815919" y="3507006"/>
            <a:ext cx="905256" cy="905256"/>
            <a:chOff x="2815919" y="3507006"/>
            <a:chExt cx="905256" cy="905256"/>
          </a:xfrm>
        </p:grpSpPr>
        <p:grpSp>
          <p:nvGrpSpPr>
            <p:cNvPr id="38" name="Group 37">
              <a:extLst>
                <a:ext uri="{FF2B5EF4-FFF2-40B4-BE49-F238E27FC236}">
                  <a16:creationId xmlns:a16="http://schemas.microsoft.com/office/drawing/2014/main" id="{CFEEDB38-67AF-B646-F7A2-618ACB7EC38B}"/>
                </a:ext>
              </a:extLst>
            </p:cNvPr>
            <p:cNvGrpSpPr/>
            <p:nvPr/>
          </p:nvGrpSpPr>
          <p:grpSpPr>
            <a:xfrm>
              <a:off x="2815919" y="3507006"/>
              <a:ext cx="905256" cy="905256"/>
              <a:chOff x="3291225" y="2247807"/>
              <a:chExt cx="662449" cy="662446"/>
            </a:xfrm>
          </p:grpSpPr>
          <p:sp>
            <p:nvSpPr>
              <p:cNvPr id="39" name="Oval 38">
                <a:extLst>
                  <a:ext uri="{FF2B5EF4-FFF2-40B4-BE49-F238E27FC236}">
                    <a16:creationId xmlns:a16="http://schemas.microsoft.com/office/drawing/2014/main" id="{D6F88A5B-2A95-F2B9-1412-6C1E021305FA}"/>
                  </a:ext>
                  <a:ext uri="{C183D7F6-B498-43B3-948B-1728B52AA6E4}">
                    <adec:decorative xmlns:adec="http://schemas.microsoft.com/office/drawing/2017/decorative" val="1"/>
                  </a:ext>
                </a:extLst>
              </p:cNvPr>
              <p:cNvSpPr/>
              <p:nvPr/>
            </p:nvSpPr>
            <p:spPr bwMode="auto">
              <a:xfrm>
                <a:off x="3291225" y="2247807"/>
                <a:ext cx="662449" cy="662446"/>
              </a:xfrm>
              <a:prstGeom prst="ellipse">
                <a:avLst/>
              </a:prstGeom>
              <a:solidFill>
                <a:schemeClr val="bg2"/>
              </a:solidFill>
              <a:ln w="15875">
                <a:solidFill>
                  <a:srgbClr val="0576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Light" pitchFamily="2" charset="0"/>
                  <a:ea typeface="Segoe UI" pitchFamily="34" charset="0"/>
                  <a:cs typeface="Segoe Sans Text Light" pitchFamily="2" charset="0"/>
                </a:endParaRPr>
              </a:p>
            </p:txBody>
          </p:sp>
          <p:sp>
            <p:nvSpPr>
              <p:cNvPr id="40" name="Oval 39">
                <a:extLst>
                  <a:ext uri="{FF2B5EF4-FFF2-40B4-BE49-F238E27FC236}">
                    <a16:creationId xmlns:a16="http://schemas.microsoft.com/office/drawing/2014/main" id="{223D7FF3-463B-619C-F06D-62D71C7CE322}"/>
                  </a:ext>
                </a:extLst>
              </p:cNvPr>
              <p:cNvSpPr/>
              <p:nvPr/>
            </p:nvSpPr>
            <p:spPr bwMode="auto">
              <a:xfrm>
                <a:off x="3342190" y="2298773"/>
                <a:ext cx="560518" cy="560514"/>
              </a:xfrm>
              <a:prstGeom prst="ellipse">
                <a:avLst/>
              </a:prstGeom>
              <a:solidFill>
                <a:schemeClr val="bg1"/>
              </a:solidFill>
              <a:ln w="9525" cap="flat" cmpd="sng" algn="ctr">
                <a:no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800" b="1" i="0" u="none" strike="noStrike" kern="0" cap="none" spc="0" normalizeH="0" baseline="0" noProof="0">
                  <a:ln>
                    <a:noFill/>
                  </a:ln>
                  <a:solidFill>
                    <a:srgbClr val="000000"/>
                  </a:solidFill>
                  <a:effectLst/>
                  <a:uLnTx/>
                  <a:uFillTx/>
                  <a:latin typeface="Segoe Sans Text Semibold" pitchFamily="2" charset="0"/>
                  <a:ea typeface="+mn-ea"/>
                  <a:cs typeface="+mn-cs"/>
                </a:endParaRPr>
              </a:p>
            </p:txBody>
          </p:sp>
        </p:grpSp>
        <p:pic>
          <p:nvPicPr>
            <p:cNvPr id="3" name="Graphic 2" descr="Chat outline">
              <a:extLst>
                <a:ext uri="{FF2B5EF4-FFF2-40B4-BE49-F238E27FC236}">
                  <a16:creationId xmlns:a16="http://schemas.microsoft.com/office/drawing/2014/main" id="{F6C690A3-81D4-B204-AC5F-B7603683C5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72604" y="3663691"/>
              <a:ext cx="591887" cy="591887"/>
            </a:xfrm>
            <a:prstGeom prst="rect">
              <a:avLst/>
            </a:prstGeom>
          </p:spPr>
        </p:pic>
      </p:grpSp>
      <p:grpSp>
        <p:nvGrpSpPr>
          <p:cNvPr id="48" name="Group 47">
            <a:extLst>
              <a:ext uri="{FF2B5EF4-FFF2-40B4-BE49-F238E27FC236}">
                <a16:creationId xmlns:a16="http://schemas.microsoft.com/office/drawing/2014/main" id="{A08DB749-112C-CF91-E83B-2A03857AFF2A}"/>
              </a:ext>
              <a:ext uri="{C183D7F6-B498-43B3-948B-1728B52AA6E4}">
                <adec:decorative xmlns:adec="http://schemas.microsoft.com/office/drawing/2017/decorative" val="1"/>
              </a:ext>
            </a:extLst>
          </p:cNvPr>
          <p:cNvGrpSpPr/>
          <p:nvPr/>
        </p:nvGrpSpPr>
        <p:grpSpPr>
          <a:xfrm>
            <a:off x="5645389" y="3507006"/>
            <a:ext cx="905256" cy="905256"/>
            <a:chOff x="5645389" y="3507006"/>
            <a:chExt cx="905256" cy="905256"/>
          </a:xfrm>
        </p:grpSpPr>
        <p:grpSp>
          <p:nvGrpSpPr>
            <p:cNvPr id="41" name="Group 40">
              <a:extLst>
                <a:ext uri="{FF2B5EF4-FFF2-40B4-BE49-F238E27FC236}">
                  <a16:creationId xmlns:a16="http://schemas.microsoft.com/office/drawing/2014/main" id="{06A6C40E-CE6E-2D8A-FF93-EF24B6B9B4B2}"/>
                </a:ext>
              </a:extLst>
            </p:cNvPr>
            <p:cNvGrpSpPr/>
            <p:nvPr/>
          </p:nvGrpSpPr>
          <p:grpSpPr>
            <a:xfrm>
              <a:off x="5645389" y="3507006"/>
              <a:ext cx="905256" cy="905256"/>
              <a:chOff x="3291225" y="2247807"/>
              <a:chExt cx="662449" cy="662446"/>
            </a:xfrm>
          </p:grpSpPr>
          <p:sp>
            <p:nvSpPr>
              <p:cNvPr id="42" name="Oval 41">
                <a:extLst>
                  <a:ext uri="{FF2B5EF4-FFF2-40B4-BE49-F238E27FC236}">
                    <a16:creationId xmlns:a16="http://schemas.microsoft.com/office/drawing/2014/main" id="{E18B55AE-FA59-8A04-56C2-4DD9F47EF324}"/>
                  </a:ext>
                  <a:ext uri="{C183D7F6-B498-43B3-948B-1728B52AA6E4}">
                    <adec:decorative xmlns:adec="http://schemas.microsoft.com/office/drawing/2017/decorative" val="1"/>
                  </a:ext>
                </a:extLst>
              </p:cNvPr>
              <p:cNvSpPr/>
              <p:nvPr/>
            </p:nvSpPr>
            <p:spPr bwMode="auto">
              <a:xfrm>
                <a:off x="3291225" y="2247807"/>
                <a:ext cx="662449" cy="662446"/>
              </a:xfrm>
              <a:prstGeom prst="ellipse">
                <a:avLst/>
              </a:prstGeom>
              <a:solidFill>
                <a:schemeClr val="bg2"/>
              </a:solidFill>
              <a:ln w="19050">
                <a:solidFill>
                  <a:srgbClr val="7D4FC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Light" pitchFamily="2" charset="0"/>
                  <a:ea typeface="Segoe UI" pitchFamily="34" charset="0"/>
                  <a:cs typeface="Segoe Sans Text Light" pitchFamily="2" charset="0"/>
                </a:endParaRPr>
              </a:p>
            </p:txBody>
          </p:sp>
          <p:sp>
            <p:nvSpPr>
              <p:cNvPr id="43" name="Oval 42">
                <a:extLst>
                  <a:ext uri="{FF2B5EF4-FFF2-40B4-BE49-F238E27FC236}">
                    <a16:creationId xmlns:a16="http://schemas.microsoft.com/office/drawing/2014/main" id="{289DB30F-DF80-0ABE-78DB-032405EB9D41}"/>
                  </a:ext>
                </a:extLst>
              </p:cNvPr>
              <p:cNvSpPr/>
              <p:nvPr/>
            </p:nvSpPr>
            <p:spPr bwMode="auto">
              <a:xfrm>
                <a:off x="3342190" y="2298773"/>
                <a:ext cx="560518" cy="560514"/>
              </a:xfrm>
              <a:prstGeom prst="ellipse">
                <a:avLst/>
              </a:prstGeom>
              <a:solidFill>
                <a:schemeClr val="bg1"/>
              </a:solidFill>
              <a:ln w="9525" cap="flat" cmpd="sng" algn="ctr">
                <a:no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800" b="1" i="0" u="none" strike="noStrike" kern="0" cap="none" spc="0" normalizeH="0" baseline="0" noProof="0">
                  <a:ln>
                    <a:noFill/>
                  </a:ln>
                  <a:solidFill>
                    <a:srgbClr val="000000"/>
                  </a:solidFill>
                  <a:effectLst/>
                  <a:uLnTx/>
                  <a:uFillTx/>
                  <a:latin typeface="Segoe Sans Text Semibold" pitchFamily="2" charset="0"/>
                  <a:ea typeface="+mn-ea"/>
                  <a:cs typeface="+mn-cs"/>
                </a:endParaRPr>
              </a:p>
            </p:txBody>
          </p:sp>
        </p:grpSp>
        <p:pic>
          <p:nvPicPr>
            <p:cNvPr id="36" name="Graphic 35" descr="Flowchart outline">
              <a:extLst>
                <a:ext uri="{FF2B5EF4-FFF2-40B4-BE49-F238E27FC236}">
                  <a16:creationId xmlns:a16="http://schemas.microsoft.com/office/drawing/2014/main" id="{9C61E1C3-69A1-AD21-9C45-B1632E995E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1980" y="3683597"/>
              <a:ext cx="552075" cy="552075"/>
            </a:xfrm>
            <a:prstGeom prst="rect">
              <a:avLst/>
            </a:prstGeom>
          </p:spPr>
        </p:pic>
      </p:grpSp>
      <p:grpSp>
        <p:nvGrpSpPr>
          <p:cNvPr id="49" name="Group 48">
            <a:extLst>
              <a:ext uri="{FF2B5EF4-FFF2-40B4-BE49-F238E27FC236}">
                <a16:creationId xmlns:a16="http://schemas.microsoft.com/office/drawing/2014/main" id="{6C134022-2632-40EF-DDB1-73A90DB49CB8}"/>
              </a:ext>
              <a:ext uri="{C183D7F6-B498-43B3-948B-1728B52AA6E4}">
                <adec:decorative xmlns:adec="http://schemas.microsoft.com/office/drawing/2017/decorative" val="1"/>
              </a:ext>
            </a:extLst>
          </p:cNvPr>
          <p:cNvGrpSpPr/>
          <p:nvPr/>
        </p:nvGrpSpPr>
        <p:grpSpPr>
          <a:xfrm>
            <a:off x="8473430" y="3507006"/>
            <a:ext cx="905256" cy="905256"/>
            <a:chOff x="8473430" y="3507006"/>
            <a:chExt cx="905256" cy="905256"/>
          </a:xfrm>
        </p:grpSpPr>
        <p:grpSp>
          <p:nvGrpSpPr>
            <p:cNvPr id="44" name="Group 43">
              <a:extLst>
                <a:ext uri="{FF2B5EF4-FFF2-40B4-BE49-F238E27FC236}">
                  <a16:creationId xmlns:a16="http://schemas.microsoft.com/office/drawing/2014/main" id="{211F7C6B-501A-D241-6CAC-51C65D02D855}"/>
                </a:ext>
              </a:extLst>
            </p:cNvPr>
            <p:cNvGrpSpPr/>
            <p:nvPr/>
          </p:nvGrpSpPr>
          <p:grpSpPr>
            <a:xfrm>
              <a:off x="8473430" y="3507006"/>
              <a:ext cx="905256" cy="905256"/>
              <a:chOff x="3291225" y="2247807"/>
              <a:chExt cx="662449" cy="662446"/>
            </a:xfrm>
          </p:grpSpPr>
          <p:sp>
            <p:nvSpPr>
              <p:cNvPr id="45" name="Oval 44">
                <a:extLst>
                  <a:ext uri="{FF2B5EF4-FFF2-40B4-BE49-F238E27FC236}">
                    <a16:creationId xmlns:a16="http://schemas.microsoft.com/office/drawing/2014/main" id="{B440B226-F6A9-7A84-6E50-F9FFF68323BD}"/>
                  </a:ext>
                  <a:ext uri="{C183D7F6-B498-43B3-948B-1728B52AA6E4}">
                    <adec:decorative xmlns:adec="http://schemas.microsoft.com/office/drawing/2017/decorative" val="1"/>
                  </a:ext>
                </a:extLst>
              </p:cNvPr>
              <p:cNvSpPr/>
              <p:nvPr/>
            </p:nvSpPr>
            <p:spPr bwMode="auto">
              <a:xfrm>
                <a:off x="3291225" y="2247807"/>
                <a:ext cx="662449" cy="662446"/>
              </a:xfrm>
              <a:prstGeom prst="ellipse">
                <a:avLst/>
              </a:prstGeom>
              <a:solidFill>
                <a:schemeClr val="bg2"/>
              </a:solidFill>
              <a:ln w="15875">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Light" pitchFamily="2" charset="0"/>
                  <a:ea typeface="Segoe UI" pitchFamily="34" charset="0"/>
                  <a:cs typeface="Segoe Sans Text Light" pitchFamily="2" charset="0"/>
                </a:endParaRPr>
              </a:p>
            </p:txBody>
          </p:sp>
          <p:sp>
            <p:nvSpPr>
              <p:cNvPr id="46" name="Oval 45">
                <a:extLst>
                  <a:ext uri="{FF2B5EF4-FFF2-40B4-BE49-F238E27FC236}">
                    <a16:creationId xmlns:a16="http://schemas.microsoft.com/office/drawing/2014/main" id="{44EA6E57-056A-8ACE-8627-1400D5E495AD}"/>
                  </a:ext>
                </a:extLst>
              </p:cNvPr>
              <p:cNvSpPr/>
              <p:nvPr/>
            </p:nvSpPr>
            <p:spPr bwMode="auto">
              <a:xfrm>
                <a:off x="3342190" y="2298773"/>
                <a:ext cx="560518" cy="560514"/>
              </a:xfrm>
              <a:prstGeom prst="ellipse">
                <a:avLst/>
              </a:prstGeom>
              <a:solidFill>
                <a:schemeClr val="bg1"/>
              </a:solidFill>
              <a:ln w="9525" cap="flat" cmpd="sng" algn="ctr">
                <a:no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800" b="1" i="0" u="none" strike="noStrike" kern="0" cap="none" spc="0" normalizeH="0" baseline="0" noProof="0">
                  <a:ln>
                    <a:noFill/>
                  </a:ln>
                  <a:solidFill>
                    <a:srgbClr val="000000"/>
                  </a:solidFill>
                  <a:effectLst/>
                  <a:uLnTx/>
                  <a:uFillTx/>
                  <a:latin typeface="Segoe Sans Text Semibold" pitchFamily="2" charset="0"/>
                  <a:ea typeface="+mn-ea"/>
                  <a:cs typeface="+mn-cs"/>
                </a:endParaRPr>
              </a:p>
            </p:txBody>
          </p:sp>
        </p:grpSp>
        <p:pic>
          <p:nvPicPr>
            <p:cNvPr id="37" name="Graphic 36" descr="Robot Hand outline">
              <a:extLst>
                <a:ext uri="{FF2B5EF4-FFF2-40B4-BE49-F238E27FC236}">
                  <a16:creationId xmlns:a16="http://schemas.microsoft.com/office/drawing/2014/main" id="{9F9729F8-2B1B-D029-1E8E-45A0A0DA86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51210" y="3684786"/>
              <a:ext cx="549697" cy="549697"/>
            </a:xfrm>
            <a:prstGeom prst="rect">
              <a:avLst/>
            </a:prstGeom>
          </p:spPr>
        </p:pic>
      </p:grpSp>
    </p:spTree>
    <p:extLst>
      <p:ext uri="{BB962C8B-B14F-4D97-AF65-F5344CB8AC3E}">
        <p14:creationId xmlns:p14="http://schemas.microsoft.com/office/powerpoint/2010/main" val="1341992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path" presetSubtype="0" decel="100000" fill="hold" grpId="1" nodeType="withEffect">
                                  <p:stCondLst>
                                    <p:cond delay="100"/>
                                  </p:stCondLst>
                                  <p:childTnLst>
                                    <p:animMotion origin="layout" path="M 0 -1.85185E-6 L 0 0.03542 " pathEditMode="relative" rAng="0" ptsTypes="AA">
                                      <p:cBhvr>
                                        <p:cTn id="9" dur="700" spd="-100000" fill="hold"/>
                                        <p:tgtEl>
                                          <p:spTgt spid="5"/>
                                        </p:tgtEl>
                                        <p:attrNameLst>
                                          <p:attrName>ppt_x</p:attrName>
                                          <p:attrName>ppt_y</p:attrName>
                                        </p:attrNameLst>
                                      </p:cBhvr>
                                      <p:rCtr x="0" y="1759"/>
                                    </p:animMotion>
                                  </p:childTnLst>
                                </p:cTn>
                              </p:par>
                              <p:par>
                                <p:cTn id="10" presetID="16" presetClass="entr" presetSubtype="37" fill="hold" nodeType="withEffect">
                                  <p:stCondLst>
                                    <p:cond delay="100"/>
                                  </p:stCondLst>
                                  <p:childTnLst>
                                    <p:set>
                                      <p:cBhvr>
                                        <p:cTn id="11" dur="1" fill="hold">
                                          <p:stCondLst>
                                            <p:cond delay="0"/>
                                          </p:stCondLst>
                                        </p:cTn>
                                        <p:tgtEl>
                                          <p:spTgt spid="9"/>
                                        </p:tgtEl>
                                        <p:attrNameLst>
                                          <p:attrName>style.visibility</p:attrName>
                                        </p:attrNameLst>
                                      </p:cBhvr>
                                      <p:to>
                                        <p:strVal val="visible"/>
                                      </p:to>
                                    </p:set>
                                    <p:animEffect transition="in" filter="barn(outVertical)">
                                      <p:cBhvr>
                                        <p:cTn id="12" dur="500"/>
                                        <p:tgtEl>
                                          <p:spTgt spid="9"/>
                                        </p:tgtEl>
                                      </p:cBhvr>
                                    </p:animEffect>
                                  </p:childTnLst>
                                </p:cTn>
                              </p:par>
                            </p:childTnLst>
                          </p:cTn>
                        </p:par>
                        <p:par>
                          <p:cTn id="13" fill="hold">
                            <p:stCondLst>
                              <p:cond delay="8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64" presetClass="path" presetSubtype="0" accel="50000" decel="50000" fill="hold" grpId="1" nodeType="withEffect">
                                  <p:stCondLst>
                                    <p:cond delay="0"/>
                                  </p:stCondLst>
                                  <p:childTnLst>
                                    <p:animMotion origin="layout" path="M 1.45833E-6 0.01528 L 1.45833E-6 -3.7037E-6 " pathEditMode="relative" rAng="0" ptsTypes="AA">
                                      <p:cBhvr>
                                        <p:cTn id="18" dur="500" fill="hold"/>
                                        <p:tgtEl>
                                          <p:spTgt spid="6"/>
                                        </p:tgtEl>
                                        <p:attrNameLst>
                                          <p:attrName>ppt_x</p:attrName>
                                          <p:attrName>ppt_y</p:attrName>
                                        </p:attrNameLst>
                                      </p:cBhvr>
                                      <p:rCtr x="0" y="-764"/>
                                    </p:animMotion>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64" presetClass="path" presetSubtype="0" accel="50000" decel="50000" fill="hold" grpId="1" nodeType="withEffect">
                                  <p:stCondLst>
                                    <p:cond delay="0"/>
                                  </p:stCondLst>
                                  <p:childTnLst>
                                    <p:animMotion origin="layout" path="M 1.45833E-6 0.01528 L 1.45833E-6 3.7037E-7 " pathEditMode="relative" rAng="0" ptsTypes="AA">
                                      <p:cBhvr>
                                        <p:cTn id="23" dur="500" fill="hold"/>
                                        <p:tgtEl>
                                          <p:spTgt spid="16"/>
                                        </p:tgtEl>
                                        <p:attrNameLst>
                                          <p:attrName>ppt_x</p:attrName>
                                          <p:attrName>ppt_y</p:attrName>
                                        </p:attrNameLst>
                                      </p:cBhvr>
                                      <p:rCtr x="0" y="-764"/>
                                    </p:animMotion>
                                  </p:childTnLst>
                                </p:cTn>
                              </p:par>
                              <p:par>
                                <p:cTn id="24" presetID="10" presetClass="entr" presetSubtype="0" fill="hold"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par>
                                <p:cTn id="27" presetID="64" presetClass="path" presetSubtype="0" accel="50000" decel="50000" fill="hold" nodeType="withEffect">
                                  <p:stCondLst>
                                    <p:cond delay="0"/>
                                  </p:stCondLst>
                                  <p:childTnLst>
                                    <p:animMotion origin="layout" path="M 1.45833E-6 0.01528 L 1.45833E-6 -3.7037E-6 " pathEditMode="relative" rAng="0" ptsTypes="AA">
                                      <p:cBhvr>
                                        <p:cTn id="28" dur="500" fill="hold"/>
                                        <p:tgtEl>
                                          <p:spTgt spid="47"/>
                                        </p:tgtEl>
                                        <p:attrNameLst>
                                          <p:attrName>ppt_x</p:attrName>
                                          <p:attrName>ppt_y</p:attrName>
                                        </p:attrNameLst>
                                      </p:cBhvr>
                                      <p:rCtr x="0" y="-764"/>
                                    </p:animMotion>
                                  </p:childTnLst>
                                </p:cTn>
                              </p:par>
                            </p:childTnLst>
                          </p:cTn>
                        </p:par>
                        <p:par>
                          <p:cTn id="29" fill="hold">
                            <p:stCondLst>
                              <p:cond delay="1300"/>
                            </p:stCondLst>
                            <p:childTnLst>
                              <p:par>
                                <p:cTn id="30" presetID="10"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64" presetClass="path" presetSubtype="0" accel="50000" decel="50000" fill="hold" grpId="1" nodeType="withEffect">
                                  <p:stCondLst>
                                    <p:cond delay="0"/>
                                  </p:stCondLst>
                                  <p:childTnLst>
                                    <p:animMotion origin="layout" path="M 0 0.01528 L 0 1.11111E-6 " pathEditMode="relative" rAng="0" ptsTypes="AA">
                                      <p:cBhvr>
                                        <p:cTn id="34" dur="500" fill="hold"/>
                                        <p:tgtEl>
                                          <p:spTgt spid="8"/>
                                        </p:tgtEl>
                                        <p:attrNameLst>
                                          <p:attrName>ppt_x</p:attrName>
                                          <p:attrName>ppt_y</p:attrName>
                                        </p:attrNameLst>
                                      </p:cBhvr>
                                      <p:rCtr x="0" y="-764"/>
                                    </p:animMotion>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64" presetClass="path" presetSubtype="0" accel="50000" decel="50000" fill="hold" grpId="1" nodeType="withEffect">
                                  <p:stCondLst>
                                    <p:cond delay="0"/>
                                  </p:stCondLst>
                                  <p:childTnLst>
                                    <p:animMotion origin="layout" path="M 0 0.01528 L 0 3.7037E-7 " pathEditMode="relative" rAng="0" ptsTypes="AA">
                                      <p:cBhvr>
                                        <p:cTn id="39" dur="500" fill="hold"/>
                                        <p:tgtEl>
                                          <p:spTgt spid="17"/>
                                        </p:tgtEl>
                                        <p:attrNameLst>
                                          <p:attrName>ppt_x</p:attrName>
                                          <p:attrName>ppt_y</p:attrName>
                                        </p:attrNameLst>
                                      </p:cBhvr>
                                      <p:rCtr x="0" y="-764"/>
                                    </p:animMotion>
                                  </p:childTnLst>
                                </p:cTn>
                              </p:par>
                              <p:par>
                                <p:cTn id="40" presetID="10" presetClass="entr" presetSubtype="0" fill="hold"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par>
                                <p:cTn id="43" presetID="64" presetClass="path" presetSubtype="0" accel="50000" decel="50000" fill="hold" nodeType="withEffect">
                                  <p:stCondLst>
                                    <p:cond delay="0"/>
                                  </p:stCondLst>
                                  <p:childTnLst>
                                    <p:animMotion origin="layout" path="M 1.45833E-6 0.01528 L 1.45833E-6 -3.7037E-6 " pathEditMode="relative" rAng="0" ptsTypes="AA">
                                      <p:cBhvr>
                                        <p:cTn id="44" dur="500" fill="hold"/>
                                        <p:tgtEl>
                                          <p:spTgt spid="48"/>
                                        </p:tgtEl>
                                        <p:attrNameLst>
                                          <p:attrName>ppt_x</p:attrName>
                                          <p:attrName>ppt_y</p:attrName>
                                        </p:attrNameLst>
                                      </p:cBhvr>
                                      <p:rCtr x="0" y="-764"/>
                                    </p:animMotion>
                                  </p:childTnLst>
                                </p:cTn>
                              </p:par>
                            </p:childTnLst>
                          </p:cTn>
                        </p:par>
                        <p:par>
                          <p:cTn id="45" fill="hold">
                            <p:stCondLst>
                              <p:cond delay="1800"/>
                            </p:stCondLst>
                            <p:childTnLst>
                              <p:par>
                                <p:cTn id="46" presetID="10" presetClass="entr" presetSubtype="0"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childTnLst>
                                </p:cTn>
                              </p:par>
                              <p:par>
                                <p:cTn id="49" presetID="64" presetClass="path" presetSubtype="0" accel="50000" decel="50000" fill="hold" grpId="1" nodeType="withEffect">
                                  <p:stCondLst>
                                    <p:cond delay="0"/>
                                  </p:stCondLst>
                                  <p:childTnLst>
                                    <p:animMotion origin="layout" path="M -1.04167E-6 0.01528 L -1.04167E-6 -3.33333E-6 " pathEditMode="relative" rAng="0" ptsTypes="AA">
                                      <p:cBhvr>
                                        <p:cTn id="50" dur="500" fill="hold"/>
                                        <p:tgtEl>
                                          <p:spTgt spid="7"/>
                                        </p:tgtEl>
                                        <p:attrNameLst>
                                          <p:attrName>ppt_x</p:attrName>
                                          <p:attrName>ppt_y</p:attrName>
                                        </p:attrNameLst>
                                      </p:cBhvr>
                                      <p:rCtr x="0" y="-764"/>
                                    </p:animMotion>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64" presetClass="path" presetSubtype="0" accel="50000" decel="50000" fill="hold" grpId="1" nodeType="withEffect">
                                  <p:stCondLst>
                                    <p:cond delay="0"/>
                                  </p:stCondLst>
                                  <p:childTnLst>
                                    <p:animMotion origin="layout" path="M -1.04167E-6 0.01528 L -1.04167E-6 3.7037E-7 " pathEditMode="relative" rAng="0" ptsTypes="AA">
                                      <p:cBhvr>
                                        <p:cTn id="55" dur="500" fill="hold"/>
                                        <p:tgtEl>
                                          <p:spTgt spid="21"/>
                                        </p:tgtEl>
                                        <p:attrNameLst>
                                          <p:attrName>ppt_x</p:attrName>
                                          <p:attrName>ppt_y</p:attrName>
                                        </p:attrNameLst>
                                      </p:cBhvr>
                                      <p:rCtr x="0" y="-764"/>
                                    </p:animMotion>
                                  </p:childTnLst>
                                </p:cTn>
                              </p:par>
                            </p:childTnLst>
                          </p:cTn>
                        </p:par>
                        <p:par>
                          <p:cTn id="56" fill="hold">
                            <p:stCondLst>
                              <p:cond delay="2300"/>
                            </p:stCondLst>
                            <p:childTnLst>
                              <p:par>
                                <p:cTn id="57" presetID="16" presetClass="entr" presetSubtype="37" fill="hold"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barn(outVertical)">
                                      <p:cBhvr>
                                        <p:cTn id="59" dur="500"/>
                                        <p:tgtEl>
                                          <p:spTgt spid="22"/>
                                        </p:tgtEl>
                                      </p:cBhvr>
                                    </p:animEffect>
                                  </p:childTnLst>
                                </p:cTn>
                              </p:par>
                              <p:par>
                                <p:cTn id="60" presetID="42" presetClass="path" presetSubtype="0" decel="100000" fill="hold" nodeType="withEffect">
                                  <p:stCondLst>
                                    <p:cond delay="0"/>
                                  </p:stCondLst>
                                  <p:childTnLst>
                                    <p:animMotion origin="layout" path="M 4.16667E-7 2.22222E-6 L 4.16667E-7 0.03541 " pathEditMode="relative" rAng="0" ptsTypes="AA">
                                      <p:cBhvr>
                                        <p:cTn id="61" dur="700" spd="-100000" fill="hold"/>
                                        <p:tgtEl>
                                          <p:spTgt spid="22"/>
                                        </p:tgtEl>
                                        <p:attrNameLst>
                                          <p:attrName>ppt_x</p:attrName>
                                          <p:attrName>ppt_y</p:attrName>
                                        </p:attrNameLst>
                                      </p:cBhvr>
                                      <p:rCtr x="0" y="1759"/>
                                    </p:animMotion>
                                  </p:childTnLst>
                                </p:cTn>
                              </p:par>
                              <p:par>
                                <p:cTn id="62" presetID="10" presetClass="entr" presetSubtype="0" fill="hold"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fade">
                                      <p:cBhvr>
                                        <p:cTn id="64" dur="500"/>
                                        <p:tgtEl>
                                          <p:spTgt spid="49"/>
                                        </p:tgtEl>
                                      </p:cBhvr>
                                    </p:animEffect>
                                  </p:childTnLst>
                                </p:cTn>
                              </p:par>
                              <p:par>
                                <p:cTn id="65" presetID="64" presetClass="path" presetSubtype="0" accel="50000" decel="50000" fill="hold" nodeType="withEffect">
                                  <p:stCondLst>
                                    <p:cond delay="0"/>
                                  </p:stCondLst>
                                  <p:childTnLst>
                                    <p:animMotion origin="layout" path="M 1.45833E-6 0.01528 L 1.45833E-6 -3.7037E-6 " pathEditMode="relative" rAng="0" ptsTypes="AA">
                                      <p:cBhvr>
                                        <p:cTn id="66" dur="500" fill="hold"/>
                                        <p:tgtEl>
                                          <p:spTgt spid="49"/>
                                        </p:tgtEl>
                                        <p:attrNameLst>
                                          <p:attrName>ppt_x</p:attrName>
                                          <p:attrName>ppt_y</p:attrName>
                                        </p:attrNameLst>
                                      </p:cBhvr>
                                      <p:rCtr x="0" y="-7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animBg="1"/>
      <p:bldP spid="6" grpId="1" animBg="1"/>
      <p:bldP spid="7" grpId="0" animBg="1"/>
      <p:bldP spid="7" grpId="1" animBg="1"/>
      <p:bldP spid="8" grpId="0" animBg="1"/>
      <p:bldP spid="8" grpId="1" animBg="1"/>
      <p:bldP spid="16" grpId="0"/>
      <p:bldP spid="16" grpId="1"/>
      <p:bldP spid="17" grpId="0"/>
      <p:bldP spid="17" grpId="1"/>
      <p:bldP spid="21" grpId="0"/>
      <p:bldP spid="21"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FCF5D-787C-EBF5-F23D-07C9ED2DA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980E5-F86A-A9FB-DCC2-5B6E6DA1F3C2}"/>
              </a:ext>
            </a:extLst>
          </p:cNvPr>
          <p:cNvSpPr txBox="1">
            <a:spLocks/>
          </p:cNvSpPr>
          <p:nvPr/>
        </p:nvSpPr>
        <p:spPr>
          <a:xfrm>
            <a:off x="587374" y="730198"/>
            <a:ext cx="11018520"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Semibold"/>
                <a:ea typeface="+mj-ea"/>
                <a:cs typeface="+mj-cs"/>
              </a:rPr>
              <a:t>Agents range from simple to complex</a:t>
            </a:r>
          </a:p>
        </p:txBody>
      </p:sp>
      <p:sp>
        <p:nvSpPr>
          <p:cNvPr id="51" name="Graphic 197">
            <a:extLst>
              <a:ext uri="{FF2B5EF4-FFF2-40B4-BE49-F238E27FC236}">
                <a16:creationId xmlns:a16="http://schemas.microsoft.com/office/drawing/2014/main" id="{AD07AEBF-6EFB-958F-4C2E-C9E322D752DE}"/>
              </a:ext>
              <a:ext uri="{C183D7F6-B498-43B3-948B-1728B52AA6E4}">
                <adec:decorative xmlns:adec="http://schemas.microsoft.com/office/drawing/2017/decorative" val="1"/>
              </a:ext>
            </a:extLst>
          </p:cNvPr>
          <p:cNvSpPr>
            <a:spLocks/>
          </p:cNvSpPr>
          <p:nvPr/>
        </p:nvSpPr>
        <p:spPr>
          <a:xfrm>
            <a:off x="171450" y="1687547"/>
            <a:ext cx="11846451" cy="698294"/>
          </a:xfrm>
          <a:custGeom>
            <a:avLst/>
            <a:gdLst>
              <a:gd name="connsiteX0" fmla="*/ 18288 w 11846451"/>
              <a:gd name="connsiteY0" fmla="*/ 304176 h 698294"/>
              <a:gd name="connsiteX1" fmla="*/ 315665 w 11846451"/>
              <a:gd name="connsiteY1" fmla="*/ 6796 h 698294"/>
              <a:gd name="connsiteX2" fmla="*/ 352278 w 11846451"/>
              <a:gd name="connsiteY2" fmla="*/ 6796 h 698294"/>
              <a:gd name="connsiteX3" fmla="*/ 359861 w 11846451"/>
              <a:gd name="connsiteY3" fmla="*/ 25103 h 698294"/>
              <a:gd name="connsiteX4" fmla="*/ 359861 w 11846451"/>
              <a:gd name="connsiteY4" fmla="*/ 92978 h 698294"/>
              <a:gd name="connsiteX5" fmla="*/ 422364 w 11846451"/>
              <a:gd name="connsiteY5" fmla="*/ 155481 h 698294"/>
              <a:gd name="connsiteX6" fmla="*/ 11412665 w 11846451"/>
              <a:gd name="connsiteY6" fmla="*/ 155481 h 698294"/>
              <a:gd name="connsiteX7" fmla="*/ 11494580 w 11846451"/>
              <a:gd name="connsiteY7" fmla="*/ 73585 h 698294"/>
              <a:gd name="connsiteX8" fmla="*/ 11494580 w 11846451"/>
              <a:gd name="connsiteY8" fmla="*/ 44496 h 698294"/>
              <a:gd name="connsiteX9" fmla="*/ 11528489 w 11846451"/>
              <a:gd name="connsiteY9" fmla="*/ 10577 h 698294"/>
              <a:gd name="connsiteX10" fmla="*/ 11552491 w 11846451"/>
              <a:gd name="connsiteY10" fmla="*/ 20512 h 698294"/>
              <a:gd name="connsiteX11" fmla="*/ 11822431 w 11846451"/>
              <a:gd name="connsiteY11" fmla="*/ 290460 h 698294"/>
              <a:gd name="connsiteX12" fmla="*/ 11822431 w 11846451"/>
              <a:gd name="connsiteY12" fmla="*/ 406284 h 698294"/>
              <a:gd name="connsiteX13" fmla="*/ 11552491 w 11846451"/>
              <a:gd name="connsiteY13" fmla="*/ 676213 h 698294"/>
              <a:gd name="connsiteX14" fmla="*/ 11504486 w 11846451"/>
              <a:gd name="connsiteY14" fmla="*/ 676213 h 698294"/>
              <a:gd name="connsiteX15" fmla="*/ 11494580 w 11846451"/>
              <a:gd name="connsiteY15" fmla="*/ 652229 h 698294"/>
              <a:gd name="connsiteX16" fmla="*/ 11494580 w 11846451"/>
              <a:gd name="connsiteY16" fmla="*/ 623140 h 698294"/>
              <a:gd name="connsiteX17" fmla="*/ 11412665 w 11846451"/>
              <a:gd name="connsiteY17" fmla="*/ 541244 h 698294"/>
              <a:gd name="connsiteX18" fmla="*/ 422364 w 11846451"/>
              <a:gd name="connsiteY18" fmla="*/ 541244 h 698294"/>
              <a:gd name="connsiteX19" fmla="*/ 359861 w 11846451"/>
              <a:gd name="connsiteY19" fmla="*/ 603747 h 698294"/>
              <a:gd name="connsiteX20" fmla="*/ 359861 w 11846451"/>
              <a:gd name="connsiteY20" fmla="*/ 671622 h 698294"/>
              <a:gd name="connsiteX21" fmla="*/ 333970 w 11846451"/>
              <a:gd name="connsiteY21" fmla="*/ 697511 h 698294"/>
              <a:gd name="connsiteX22" fmla="*/ 315664 w 11846451"/>
              <a:gd name="connsiteY22" fmla="*/ 689929 h 698294"/>
              <a:gd name="connsiteX23" fmla="*/ 18289 w 11846451"/>
              <a:gd name="connsiteY23" fmla="*/ 392568 h 698294"/>
              <a:gd name="connsiteX24" fmla="*/ 18288 w 11846451"/>
              <a:gd name="connsiteY24" fmla="*/ 304176 h 698294"/>
              <a:gd name="connsiteX25" fmla="*/ 18288 w 11846451"/>
              <a:gd name="connsiteY25" fmla="*/ 304176 h 69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846451" h="698294">
                <a:moveTo>
                  <a:pt x="18288" y="304176"/>
                </a:moveTo>
                <a:lnTo>
                  <a:pt x="315665" y="6796"/>
                </a:lnTo>
                <a:cubicBezTo>
                  <a:pt x="325774" y="-3310"/>
                  <a:pt x="342167" y="-3310"/>
                  <a:pt x="352278" y="6796"/>
                </a:cubicBezTo>
                <a:cubicBezTo>
                  <a:pt x="357133" y="11654"/>
                  <a:pt x="359861" y="18235"/>
                  <a:pt x="359861" y="25103"/>
                </a:cubicBezTo>
                <a:lnTo>
                  <a:pt x="359861" y="92978"/>
                </a:lnTo>
                <a:cubicBezTo>
                  <a:pt x="359861" y="127497"/>
                  <a:pt x="387844" y="155481"/>
                  <a:pt x="422364" y="155481"/>
                </a:cubicBezTo>
                <a:lnTo>
                  <a:pt x="11412665" y="155481"/>
                </a:lnTo>
                <a:cubicBezTo>
                  <a:pt x="11457909" y="155481"/>
                  <a:pt x="11494580" y="118819"/>
                  <a:pt x="11494580" y="73585"/>
                </a:cubicBezTo>
                <a:lnTo>
                  <a:pt x="11494580" y="44496"/>
                </a:lnTo>
                <a:cubicBezTo>
                  <a:pt x="11494580" y="25760"/>
                  <a:pt x="11509724" y="10577"/>
                  <a:pt x="11528489" y="10577"/>
                </a:cubicBezTo>
                <a:cubicBezTo>
                  <a:pt x="11537538" y="10577"/>
                  <a:pt x="11546110" y="14149"/>
                  <a:pt x="11552491" y="20512"/>
                </a:cubicBezTo>
                <a:lnTo>
                  <a:pt x="11822431" y="290460"/>
                </a:lnTo>
                <a:cubicBezTo>
                  <a:pt x="11854435" y="322445"/>
                  <a:pt x="11854435" y="374299"/>
                  <a:pt x="11822431" y="406284"/>
                </a:cubicBezTo>
                <a:lnTo>
                  <a:pt x="11552491" y="676213"/>
                </a:lnTo>
                <a:cubicBezTo>
                  <a:pt x="11539252" y="689462"/>
                  <a:pt x="11517726" y="689462"/>
                  <a:pt x="11504486" y="676213"/>
                </a:cubicBezTo>
                <a:cubicBezTo>
                  <a:pt x="11498199" y="669850"/>
                  <a:pt x="11494580" y="661221"/>
                  <a:pt x="11494580" y="652229"/>
                </a:cubicBezTo>
                <a:lnTo>
                  <a:pt x="11494580" y="623140"/>
                </a:lnTo>
                <a:cubicBezTo>
                  <a:pt x="11494580" y="577905"/>
                  <a:pt x="11457909" y="541244"/>
                  <a:pt x="11412665" y="541244"/>
                </a:cubicBezTo>
                <a:lnTo>
                  <a:pt x="422364" y="541244"/>
                </a:lnTo>
                <a:cubicBezTo>
                  <a:pt x="387844" y="541244"/>
                  <a:pt x="359861" y="569228"/>
                  <a:pt x="359861" y="603747"/>
                </a:cubicBezTo>
                <a:lnTo>
                  <a:pt x="359861" y="671622"/>
                </a:lnTo>
                <a:cubicBezTo>
                  <a:pt x="359861" y="685919"/>
                  <a:pt x="348269" y="697511"/>
                  <a:pt x="333970" y="697511"/>
                </a:cubicBezTo>
                <a:cubicBezTo>
                  <a:pt x="327104" y="697511"/>
                  <a:pt x="320519" y="694787"/>
                  <a:pt x="315664" y="689929"/>
                </a:cubicBezTo>
                <a:lnTo>
                  <a:pt x="18289" y="392568"/>
                </a:lnTo>
                <a:cubicBezTo>
                  <a:pt x="-6119" y="368155"/>
                  <a:pt x="-6120" y="328589"/>
                  <a:pt x="18288" y="304176"/>
                </a:cubicBezTo>
                <a:cubicBezTo>
                  <a:pt x="18288" y="304176"/>
                  <a:pt x="18288" y="304176"/>
                  <a:pt x="18288" y="304176"/>
                </a:cubicBezTo>
                <a:close/>
              </a:path>
            </a:pathLst>
          </a:custGeom>
          <a:gradFill flip="none" rotWithShape="1">
            <a:gsLst>
              <a:gs pos="75000">
                <a:srgbClr val="0078D4"/>
              </a:gs>
              <a:gs pos="50000">
                <a:srgbClr val="C03BC4"/>
              </a:gs>
              <a:gs pos="100000">
                <a:srgbClr val="14938C"/>
              </a:gs>
              <a:gs pos="25000">
                <a:srgbClr val="F4364C"/>
              </a:gs>
              <a:gs pos="0">
                <a:srgbClr val="FF5C39"/>
              </a:gs>
            </a:gsLst>
            <a:path path="circle">
              <a:fillToRect r="100000" b="100000"/>
            </a:path>
            <a:tileRect l="-100000" t="-100000"/>
          </a:gradFill>
          <a:ln w="19050"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144000" tIns="0" rIns="14400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Semibold" panose="020B0502040204020203" pitchFamily="34" charset="0"/>
            </a:endParaRPr>
          </a:p>
        </p:txBody>
      </p:sp>
      <p:sp>
        <p:nvSpPr>
          <p:cNvPr id="54" name="Rectangle: Rounded Corners 67">
            <a:extLst>
              <a:ext uri="{FF2B5EF4-FFF2-40B4-BE49-F238E27FC236}">
                <a16:creationId xmlns:a16="http://schemas.microsoft.com/office/drawing/2014/main" id="{926A1470-93CF-9A97-BF82-92D824CF9619}"/>
              </a:ext>
              <a:ext uri="{C183D7F6-B498-43B3-948B-1728B52AA6E4}">
                <adec:decorative xmlns:adec="http://schemas.microsoft.com/office/drawing/2017/decorative" val="1"/>
              </a:ext>
            </a:extLst>
          </p:cNvPr>
          <p:cNvSpPr>
            <a:spLocks/>
          </p:cNvSpPr>
          <p:nvPr/>
        </p:nvSpPr>
        <p:spPr bwMode="auto">
          <a:xfrm>
            <a:off x="754914" y="2744483"/>
            <a:ext cx="10682172" cy="460605"/>
          </a:xfrm>
          <a:prstGeom prst="roundRect">
            <a:avLst>
              <a:gd name="adj" fmla="val 12430"/>
            </a:avLst>
          </a:prstGeom>
          <a:noFill/>
          <a:ln w="12700">
            <a:gradFill flip="none" rotWithShape="1">
              <a:gsLst>
                <a:gs pos="25000">
                  <a:srgbClr val="F4364C"/>
                </a:gs>
                <a:gs pos="0">
                  <a:srgbClr val="FF5C39"/>
                </a:gs>
                <a:gs pos="50000">
                  <a:srgbClr val="C03BC4"/>
                </a:gs>
                <a:gs pos="75000">
                  <a:srgbClr val="0078D4"/>
                </a:gs>
                <a:gs pos="100000">
                  <a:srgbClr val="14938C"/>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5" name="TextBox 54">
            <a:extLst>
              <a:ext uri="{FF2B5EF4-FFF2-40B4-BE49-F238E27FC236}">
                <a16:creationId xmlns:a16="http://schemas.microsoft.com/office/drawing/2014/main" id="{E1FB8F8E-3000-16A5-0CCE-346E8B4D6AA8}"/>
              </a:ext>
              <a:ext uri="{C183D7F6-B498-43B3-948B-1728B52AA6E4}">
                <adec:decorative xmlns:adec="http://schemas.microsoft.com/office/drawing/2017/decorative" val="1"/>
              </a:ext>
            </a:extLst>
          </p:cNvPr>
          <p:cNvSpPr txBox="1">
            <a:spLocks/>
          </p:cNvSpPr>
          <p:nvPr/>
        </p:nvSpPr>
        <p:spPr>
          <a:xfrm>
            <a:off x="838683" y="3677256"/>
            <a:ext cx="3448992" cy="1905398"/>
          </a:xfrm>
          <a:prstGeom prst="roundRect">
            <a:avLst>
              <a:gd name="adj" fmla="val 4700"/>
            </a:avLst>
          </a:prstGeom>
          <a:solidFill>
            <a:srgbClr val="E5EEF2"/>
          </a:solidFill>
          <a:ln w="190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defTabSz="932472" fontAlgn="base">
              <a:lnSpc>
                <a:spcPct val="100000"/>
              </a:lnSpc>
              <a:spcBef>
                <a:spcPct val="0"/>
              </a:spcBef>
              <a:spcAft>
                <a:spcPct val="0"/>
              </a:spcAft>
              <a:buClrTx/>
              <a:buSzTx/>
              <a:buFontTx/>
              <a:buNone/>
              <a:tabLst/>
              <a:defRPr kumimoji="0" sz="2400" b="0" i="0" u="none" strike="noStrike" kern="0" cap="none" spc="0" normalizeH="0" baseline="0">
                <a:ln>
                  <a:noFill/>
                </a:ln>
                <a:solidFill>
                  <a:srgbClr val="FFFFFF"/>
                </a:solidFill>
                <a:effectLst/>
                <a:uLnTx/>
                <a:uFillTx/>
                <a:latin typeface="Segoe UI Semibold"/>
                <a:cs typeface="Segoe UI" pitchFamily="34" charset="0"/>
              </a:defRPr>
            </a:lvl1pPr>
          </a:lstStyle>
          <a:p>
            <a:pPr marL="0" marR="0" lvl="0" indent="0" algn="ctr" defTabSz="93274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w="3175">
                <a:noFill/>
              </a:ln>
              <a:solidFill>
                <a:srgbClr val="000000"/>
              </a:solidFill>
              <a:effectLst/>
              <a:uLnTx/>
              <a:uFillTx/>
              <a:latin typeface="Segoe UI"/>
              <a:ea typeface="+mn-ea"/>
              <a:cs typeface="Segoe UI" pitchFamily="34" charset="0"/>
            </a:endParaRPr>
          </a:p>
        </p:txBody>
      </p:sp>
      <p:sp>
        <p:nvSpPr>
          <p:cNvPr id="56" name="TextBox 55">
            <a:extLst>
              <a:ext uri="{FF2B5EF4-FFF2-40B4-BE49-F238E27FC236}">
                <a16:creationId xmlns:a16="http://schemas.microsoft.com/office/drawing/2014/main" id="{BD13A1CF-242F-F656-F6C2-16483A81C333}"/>
              </a:ext>
              <a:ext uri="{C183D7F6-B498-43B3-948B-1728B52AA6E4}">
                <adec:decorative xmlns:adec="http://schemas.microsoft.com/office/drawing/2017/decorative" val="1"/>
              </a:ext>
            </a:extLst>
          </p:cNvPr>
          <p:cNvSpPr txBox="1">
            <a:spLocks/>
          </p:cNvSpPr>
          <p:nvPr/>
        </p:nvSpPr>
        <p:spPr>
          <a:xfrm>
            <a:off x="4371503" y="3677256"/>
            <a:ext cx="3448992" cy="1905398"/>
          </a:xfrm>
          <a:prstGeom prst="roundRect">
            <a:avLst>
              <a:gd name="adj" fmla="val 4700"/>
            </a:avLst>
          </a:prstGeom>
          <a:solidFill>
            <a:srgbClr val="E5EEF2"/>
          </a:solidFill>
          <a:ln w="190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defTabSz="932742" fontAlgn="base">
              <a:lnSpc>
                <a:spcPct val="100000"/>
              </a:lnSpc>
              <a:spcBef>
                <a:spcPct val="0"/>
              </a:spcBef>
              <a:spcAft>
                <a:spcPct val="0"/>
              </a:spcAft>
              <a:buClrTx/>
              <a:buSzTx/>
              <a:buFontTx/>
              <a:buNone/>
              <a:tabLst/>
              <a:defRPr kumimoji="0" sz="2000" b="0" i="0" u="none" strike="noStrike" cap="none" spc="-50" normalizeH="0" baseline="0">
                <a:ln w="3175">
                  <a:noFill/>
                </a:ln>
                <a:gradFill flip="none" rotWithShape="1">
                  <a:gsLst>
                    <a:gs pos="0">
                      <a:srgbClr val="FF5C39"/>
                    </a:gs>
                    <a:gs pos="25000">
                      <a:srgbClr val="F4364C"/>
                    </a:gs>
                    <a:gs pos="75000">
                      <a:srgbClr val="0078D4"/>
                    </a:gs>
                    <a:gs pos="50000">
                      <a:srgbClr val="C03BC4"/>
                    </a:gs>
                    <a:gs pos="100000">
                      <a:srgbClr val="14938C"/>
                    </a:gs>
                  </a:gsLst>
                  <a:lin ang="0" scaled="1"/>
                  <a:tileRect/>
                </a:gradFill>
                <a:effectLst/>
                <a:uLnTx/>
                <a:uFillTx/>
                <a:latin typeface="+mj-lt"/>
                <a:cs typeface="Segoe UI" pitchFamily="34" charset="0"/>
              </a:defRPr>
            </a:lvl1pPr>
          </a:lstStyle>
          <a:p>
            <a:pPr marL="0" marR="0" lvl="0" indent="0" algn="ctr" defTabSz="93274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w="3175">
                <a:noFill/>
              </a:ln>
              <a:solidFill>
                <a:srgbClr val="000000"/>
              </a:solidFill>
              <a:effectLst/>
              <a:uLnTx/>
              <a:uFillTx/>
              <a:latin typeface="Segoe UI"/>
              <a:ea typeface="+mn-ea"/>
              <a:cs typeface="Segoe UI" pitchFamily="34" charset="0"/>
            </a:endParaRPr>
          </a:p>
        </p:txBody>
      </p:sp>
      <p:sp>
        <p:nvSpPr>
          <p:cNvPr id="57" name="TextBox 56">
            <a:extLst>
              <a:ext uri="{FF2B5EF4-FFF2-40B4-BE49-F238E27FC236}">
                <a16:creationId xmlns:a16="http://schemas.microsoft.com/office/drawing/2014/main" id="{3920D58E-E402-363B-A338-4DBA90CB8499}"/>
              </a:ext>
              <a:ext uri="{C183D7F6-B498-43B3-948B-1728B52AA6E4}">
                <adec:decorative xmlns:adec="http://schemas.microsoft.com/office/drawing/2017/decorative" val="1"/>
              </a:ext>
            </a:extLst>
          </p:cNvPr>
          <p:cNvSpPr txBox="1">
            <a:spLocks/>
          </p:cNvSpPr>
          <p:nvPr/>
        </p:nvSpPr>
        <p:spPr>
          <a:xfrm>
            <a:off x="7904325" y="3677257"/>
            <a:ext cx="3448992" cy="1905398"/>
          </a:xfrm>
          <a:prstGeom prst="roundRect">
            <a:avLst>
              <a:gd name="adj" fmla="val 4700"/>
            </a:avLst>
          </a:prstGeom>
          <a:solidFill>
            <a:srgbClr val="E5EEF2"/>
          </a:solidFill>
          <a:ln w="190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defTabSz="932742" fontAlgn="base">
              <a:lnSpc>
                <a:spcPct val="100000"/>
              </a:lnSpc>
              <a:spcBef>
                <a:spcPct val="0"/>
              </a:spcBef>
              <a:spcAft>
                <a:spcPct val="0"/>
              </a:spcAft>
              <a:buClrTx/>
              <a:buSzTx/>
              <a:buFontTx/>
              <a:buNone/>
              <a:tabLst/>
              <a:defRPr kumimoji="0" sz="2000" b="0" i="0" u="none" strike="noStrike" cap="none" spc="-50" normalizeH="0" baseline="0">
                <a:ln w="3175">
                  <a:noFill/>
                </a:ln>
                <a:gradFill flip="none" rotWithShape="1">
                  <a:gsLst>
                    <a:gs pos="0">
                      <a:srgbClr val="FF5C39"/>
                    </a:gs>
                    <a:gs pos="25000">
                      <a:srgbClr val="F4364C"/>
                    </a:gs>
                    <a:gs pos="75000">
                      <a:srgbClr val="0078D4"/>
                    </a:gs>
                    <a:gs pos="50000">
                      <a:srgbClr val="C03BC4"/>
                    </a:gs>
                    <a:gs pos="100000">
                      <a:srgbClr val="14938C"/>
                    </a:gs>
                  </a:gsLst>
                  <a:lin ang="0" scaled="1"/>
                  <a:tileRect/>
                </a:gradFill>
                <a:effectLst/>
                <a:uLnTx/>
                <a:uFillTx/>
                <a:latin typeface="+mj-lt"/>
                <a:cs typeface="Segoe UI" pitchFamily="34" charset="0"/>
              </a:defRPr>
            </a:lvl1pPr>
          </a:lstStyle>
          <a:p>
            <a:pPr marL="0" marR="0" lvl="0" indent="0" algn="ctr" defTabSz="93274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w="3175">
                <a:noFill/>
              </a:ln>
              <a:solidFill>
                <a:srgbClr val="000000"/>
              </a:solidFill>
              <a:effectLst/>
              <a:uLnTx/>
              <a:uFillTx/>
              <a:latin typeface="Segoe UI"/>
              <a:ea typeface="+mn-ea"/>
              <a:cs typeface="Segoe UI" pitchFamily="34" charset="0"/>
            </a:endParaRPr>
          </a:p>
        </p:txBody>
      </p:sp>
      <p:sp>
        <p:nvSpPr>
          <p:cNvPr id="58" name="Rectangle: Top Corners Rounded 189">
            <a:extLst>
              <a:ext uri="{FF2B5EF4-FFF2-40B4-BE49-F238E27FC236}">
                <a16:creationId xmlns:a16="http://schemas.microsoft.com/office/drawing/2014/main" id="{66371B98-B836-671E-C3B2-FACB556F0AC7}"/>
              </a:ext>
              <a:ext uri="{C183D7F6-B498-43B3-948B-1728B52AA6E4}">
                <adec:decorative xmlns:adec="http://schemas.microsoft.com/office/drawing/2017/decorative" val="1"/>
              </a:ext>
            </a:extLst>
          </p:cNvPr>
          <p:cNvSpPr/>
          <p:nvPr/>
        </p:nvSpPr>
        <p:spPr bwMode="auto">
          <a:xfrm>
            <a:off x="2193966" y="3602854"/>
            <a:ext cx="738426" cy="67806"/>
          </a:xfrm>
          <a:prstGeom prst="round2SameRect">
            <a:avLst>
              <a:gd name="adj1" fmla="val 50000"/>
              <a:gd name="adj2" fmla="val 0"/>
            </a:avLst>
          </a:prstGeom>
          <a:solidFill>
            <a:srgbClr val="F4364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 name="Rectangle: Top Corners Rounded 190">
            <a:extLst>
              <a:ext uri="{FF2B5EF4-FFF2-40B4-BE49-F238E27FC236}">
                <a16:creationId xmlns:a16="http://schemas.microsoft.com/office/drawing/2014/main" id="{5AD19FF1-3F9D-954A-AD6A-28CF4010C4BE}"/>
              </a:ext>
              <a:ext uri="{C183D7F6-B498-43B3-948B-1728B52AA6E4}">
                <adec:decorative xmlns:adec="http://schemas.microsoft.com/office/drawing/2017/decorative" val="1"/>
              </a:ext>
            </a:extLst>
          </p:cNvPr>
          <p:cNvSpPr/>
          <p:nvPr/>
        </p:nvSpPr>
        <p:spPr bwMode="auto">
          <a:xfrm>
            <a:off x="5726786" y="3602854"/>
            <a:ext cx="738426" cy="67806"/>
          </a:xfrm>
          <a:prstGeom prst="round2SameRect">
            <a:avLst>
              <a:gd name="adj1" fmla="val 50000"/>
              <a:gd name="adj2" fmla="val 0"/>
            </a:avLst>
          </a:prstGeom>
          <a:solidFill>
            <a:srgbClr val="C03BC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6" name="Rectangle: Top Corners Rounded 191">
            <a:extLst>
              <a:ext uri="{FF2B5EF4-FFF2-40B4-BE49-F238E27FC236}">
                <a16:creationId xmlns:a16="http://schemas.microsoft.com/office/drawing/2014/main" id="{E94D9D53-6B57-A466-E987-290E51888A97}"/>
              </a:ext>
              <a:ext uri="{C183D7F6-B498-43B3-948B-1728B52AA6E4}">
                <adec:decorative xmlns:adec="http://schemas.microsoft.com/office/drawing/2017/decorative" val="1"/>
              </a:ext>
            </a:extLst>
          </p:cNvPr>
          <p:cNvSpPr>
            <a:spLocks/>
          </p:cNvSpPr>
          <p:nvPr/>
        </p:nvSpPr>
        <p:spPr bwMode="auto">
          <a:xfrm>
            <a:off x="9259608" y="3602854"/>
            <a:ext cx="738426" cy="67806"/>
          </a:xfrm>
          <a:prstGeom prst="round2SameRect">
            <a:avLst>
              <a:gd name="adj1" fmla="val 50000"/>
              <a:gd name="adj2" fmla="val 0"/>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7" name="Freeform: Shape 33">
            <a:extLst>
              <a:ext uri="{FF2B5EF4-FFF2-40B4-BE49-F238E27FC236}">
                <a16:creationId xmlns:a16="http://schemas.microsoft.com/office/drawing/2014/main" id="{D9DD5658-9356-3CCE-3FE6-68714AD2EE0E}"/>
              </a:ext>
              <a:ext uri="{C183D7F6-B498-43B3-948B-1728B52AA6E4}">
                <adec:decorative xmlns:adec="http://schemas.microsoft.com/office/drawing/2017/decorative" val="1"/>
              </a:ext>
            </a:extLst>
          </p:cNvPr>
          <p:cNvSpPr>
            <a:spLocks/>
          </p:cNvSpPr>
          <p:nvPr/>
        </p:nvSpPr>
        <p:spPr bwMode="auto">
          <a:xfrm>
            <a:off x="5667429" y="2546215"/>
            <a:ext cx="857140" cy="857140"/>
          </a:xfrm>
          <a:custGeom>
            <a:avLst/>
            <a:gdLst>
              <a:gd name="connsiteX0" fmla="*/ 685801 w 1371600"/>
              <a:gd name="connsiteY0" fmla="*/ 0 h 1371600"/>
              <a:gd name="connsiteX1" fmla="*/ 1357668 w 1371600"/>
              <a:gd name="connsiteY1" fmla="*/ 547587 h 1371600"/>
              <a:gd name="connsiteX2" fmla="*/ 1371302 w 1371600"/>
              <a:gd name="connsiteY2" fmla="*/ 682827 h 1371600"/>
              <a:gd name="connsiteX3" fmla="*/ 1371301 w 1371600"/>
              <a:gd name="connsiteY3" fmla="*/ 682827 h 1371600"/>
              <a:gd name="connsiteX4" fmla="*/ 1371600 w 1371600"/>
              <a:gd name="connsiteY4" fmla="*/ 685800 h 1371600"/>
              <a:gd name="connsiteX5" fmla="*/ 685800 w 1371600"/>
              <a:gd name="connsiteY5" fmla="*/ 1371600 h 1371600"/>
              <a:gd name="connsiteX6" fmla="*/ 0 w 1371600"/>
              <a:gd name="connsiteY6" fmla="*/ 685800 h 1371600"/>
              <a:gd name="connsiteX7" fmla="*/ 300 w 1371600"/>
              <a:gd name="connsiteY7" fmla="*/ 682827 h 1371600"/>
              <a:gd name="connsiteX8" fmla="*/ 301 w 1371600"/>
              <a:gd name="connsiteY8" fmla="*/ 682827 h 1371600"/>
              <a:gd name="connsiteX9" fmla="*/ 13934 w 1371600"/>
              <a:gd name="connsiteY9" fmla="*/ 547587 h 1371600"/>
              <a:gd name="connsiteX10" fmla="*/ 685801 w 1371600"/>
              <a:gd name="connsiteY10"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1600" h="1371600">
                <a:moveTo>
                  <a:pt x="685801" y="0"/>
                </a:moveTo>
                <a:cubicBezTo>
                  <a:pt x="1017214" y="0"/>
                  <a:pt x="1293720" y="235080"/>
                  <a:pt x="1357668" y="547587"/>
                </a:cubicBezTo>
                <a:lnTo>
                  <a:pt x="1371302" y="682827"/>
                </a:lnTo>
                <a:lnTo>
                  <a:pt x="1371301" y="682827"/>
                </a:lnTo>
                <a:lnTo>
                  <a:pt x="1371600" y="685800"/>
                </a:lnTo>
                <a:cubicBezTo>
                  <a:pt x="1371600" y="1064557"/>
                  <a:pt x="1064557" y="1371600"/>
                  <a:pt x="685800" y="1371600"/>
                </a:cubicBezTo>
                <a:cubicBezTo>
                  <a:pt x="307043" y="1371600"/>
                  <a:pt x="0" y="1064557"/>
                  <a:pt x="0" y="685800"/>
                </a:cubicBezTo>
                <a:lnTo>
                  <a:pt x="300" y="682827"/>
                </a:lnTo>
                <a:lnTo>
                  <a:pt x="301" y="682827"/>
                </a:lnTo>
                <a:lnTo>
                  <a:pt x="13934" y="547587"/>
                </a:lnTo>
                <a:cubicBezTo>
                  <a:pt x="77883" y="235080"/>
                  <a:pt x="354389" y="0"/>
                  <a:pt x="685801" y="0"/>
                </a:cubicBezTo>
                <a:close/>
              </a:path>
            </a:pathLst>
          </a:custGeom>
          <a:no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78" name="Title 7">
            <a:extLst>
              <a:ext uri="{FF2B5EF4-FFF2-40B4-BE49-F238E27FC236}">
                <a16:creationId xmlns:a16="http://schemas.microsoft.com/office/drawing/2014/main" id="{80148BA1-2411-FFDB-CF86-D8EDE4399F22}"/>
              </a:ext>
            </a:extLst>
          </p:cNvPr>
          <p:cNvSpPr txBox="1">
            <a:spLocks/>
          </p:cNvSpPr>
          <p:nvPr/>
        </p:nvSpPr>
        <p:spPr>
          <a:xfrm>
            <a:off x="587375" y="1882806"/>
            <a:ext cx="11017250" cy="307777"/>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000" b="0" kern="1200" cap="none" spc="-50" baseline="0" dirty="0">
                <a:ln w="3175">
                  <a:noFill/>
                </a:ln>
                <a:gradFill flip="none" rotWithShape="1">
                  <a:gsLst>
                    <a:gs pos="0">
                      <a:srgbClr val="FF5C39"/>
                    </a:gs>
                    <a:gs pos="25000">
                      <a:srgbClr val="F4364C"/>
                    </a:gs>
                    <a:gs pos="75000">
                      <a:srgbClr val="0078D4"/>
                    </a:gs>
                    <a:gs pos="50000">
                      <a:srgbClr val="C03BC4"/>
                    </a:gs>
                    <a:gs pos="100000">
                      <a:srgbClr val="14938C"/>
                    </a:gs>
                  </a:gsLst>
                  <a:lin ang="0" scaled="1"/>
                  <a:tileRect/>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w="3175">
                  <a:noFill/>
                </a:ln>
                <a:solidFill>
                  <a:srgbClr val="FFFFFF"/>
                </a:solidFill>
                <a:effectLst/>
                <a:uLnTx/>
                <a:uFillTx/>
                <a:latin typeface="Segoe UI Semibold"/>
                <a:ea typeface="+mn-ea"/>
                <a:cs typeface="Segoe UI"/>
              </a:rPr>
              <a:t>Tasks can vary in level of complexity and capabilities depending on your need</a:t>
            </a:r>
          </a:p>
        </p:txBody>
      </p:sp>
      <p:sp>
        <p:nvSpPr>
          <p:cNvPr id="79" name="TextBox 78">
            <a:extLst>
              <a:ext uri="{FF2B5EF4-FFF2-40B4-BE49-F238E27FC236}">
                <a16:creationId xmlns:a16="http://schemas.microsoft.com/office/drawing/2014/main" id="{0AC616B5-3312-4176-E253-5804DCB97113}"/>
              </a:ext>
            </a:extLst>
          </p:cNvPr>
          <p:cNvSpPr txBox="1">
            <a:spLocks/>
          </p:cNvSpPr>
          <p:nvPr/>
        </p:nvSpPr>
        <p:spPr>
          <a:xfrm>
            <a:off x="838683" y="2851675"/>
            <a:ext cx="727567" cy="246221"/>
          </a:xfrm>
          <a:prstGeom prst="rect">
            <a:avLst/>
          </a:prstGeom>
        </p:spPr>
        <p:txBody>
          <a:bodyPr vert="horz" wrap="square" lIns="0" tIns="0" rIns="0" bIns="0" rtlCol="0" anchor="ctr">
            <a:spAutoFit/>
          </a:bodyPr>
          <a:lstStyle>
            <a:defPPr>
              <a:defRPr lang="en-US"/>
            </a:defPPr>
            <a:lvl1pPr defTabSz="932742">
              <a:lnSpc>
                <a:spcPct val="100000"/>
              </a:lnSpc>
              <a:spcBef>
                <a:spcPct val="0"/>
              </a:spcBef>
              <a:buNone/>
              <a:defRPr sz="2000" b="0" cap="none" spc="-50" baseline="0">
                <a:ln w="3175">
                  <a:noFill/>
                </a:ln>
                <a:effectLst/>
                <a:latin typeface="+mj-lt"/>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w="3175">
                  <a:noFill/>
                </a:ln>
                <a:solidFill>
                  <a:srgbClr val="FF5C39"/>
                </a:solidFill>
                <a:effectLst/>
                <a:uLnTx/>
                <a:uFillTx/>
                <a:latin typeface="Segoe UI Semibold"/>
                <a:ea typeface="+mn-ea"/>
                <a:cs typeface="Segoe UI" pitchFamily="34" charset="0"/>
              </a:rPr>
              <a:t>Simple</a:t>
            </a:r>
          </a:p>
        </p:txBody>
      </p:sp>
      <p:sp>
        <p:nvSpPr>
          <p:cNvPr id="80" name="TextBox 79">
            <a:extLst>
              <a:ext uri="{FF2B5EF4-FFF2-40B4-BE49-F238E27FC236}">
                <a16:creationId xmlns:a16="http://schemas.microsoft.com/office/drawing/2014/main" id="{E36DC73F-06FE-450F-695C-137C5CDB8129}"/>
              </a:ext>
              <a:ext uri="{C183D7F6-B498-43B3-948B-1728B52AA6E4}">
                <adec:decorative xmlns:adec="http://schemas.microsoft.com/office/drawing/2017/decorative" val="1"/>
              </a:ext>
            </a:extLst>
          </p:cNvPr>
          <p:cNvSpPr txBox="1">
            <a:spLocks/>
          </p:cNvSpPr>
          <p:nvPr/>
        </p:nvSpPr>
        <p:spPr>
          <a:xfrm>
            <a:off x="10363252" y="2851675"/>
            <a:ext cx="990066" cy="246221"/>
          </a:xfrm>
          <a:prstGeom prst="rect">
            <a:avLst/>
          </a:prstGeom>
        </p:spPr>
        <p:txBody>
          <a:bodyPr vert="horz" wrap="square" lIns="0" tIns="0" rIns="0" bIns="0" rtlCol="0" anchor="ctr">
            <a:spAutoFit/>
          </a:bodyPr>
          <a:lstStyle>
            <a:defPPr>
              <a:defRPr lang="en-US"/>
            </a:defPPr>
            <a:lvl1pPr defTabSz="932742">
              <a:lnSpc>
                <a:spcPct val="100000"/>
              </a:lnSpc>
              <a:spcBef>
                <a:spcPct val="0"/>
              </a:spcBef>
              <a:buNone/>
              <a:defRPr sz="2000" b="0" cap="none" spc="-50" baseline="0">
                <a:ln w="3175">
                  <a:noFill/>
                </a:ln>
                <a:effectLst/>
                <a:latin typeface="+mj-lt"/>
                <a:cs typeface="Segoe UI" pitchFamily="34" charset="0"/>
              </a:defRPr>
            </a:lvl1pPr>
          </a:lstStyle>
          <a:p>
            <a:pPr marL="0" marR="0" lvl="0" indent="0" algn="r" defTabSz="932742"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w="3175">
                  <a:noFill/>
                </a:ln>
                <a:solidFill>
                  <a:srgbClr val="14938C"/>
                </a:solidFill>
                <a:effectLst/>
                <a:uLnTx/>
                <a:uFillTx/>
                <a:latin typeface="Segoe UI Semibold"/>
                <a:ea typeface="+mn-ea"/>
                <a:cs typeface="Segoe UI" pitchFamily="34" charset="0"/>
              </a:rPr>
              <a:t>Advanced</a:t>
            </a:r>
          </a:p>
        </p:txBody>
      </p:sp>
      <p:grpSp>
        <p:nvGrpSpPr>
          <p:cNvPr id="81" name="Group 80">
            <a:extLst>
              <a:ext uri="{FF2B5EF4-FFF2-40B4-BE49-F238E27FC236}">
                <a16:creationId xmlns:a16="http://schemas.microsoft.com/office/drawing/2014/main" id="{F9C2C5B2-395D-3963-4AD7-F1FD778147E6}"/>
              </a:ext>
            </a:extLst>
          </p:cNvPr>
          <p:cNvGrpSpPr/>
          <p:nvPr/>
        </p:nvGrpSpPr>
        <p:grpSpPr>
          <a:xfrm>
            <a:off x="2102644" y="2546215"/>
            <a:ext cx="857140" cy="857140"/>
            <a:chOff x="2102644" y="2546215"/>
            <a:chExt cx="857140" cy="857140"/>
          </a:xfrm>
        </p:grpSpPr>
        <p:sp>
          <p:nvSpPr>
            <p:cNvPr id="82" name="Freeform: Shape 33">
              <a:extLst>
                <a:ext uri="{FF2B5EF4-FFF2-40B4-BE49-F238E27FC236}">
                  <a16:creationId xmlns:a16="http://schemas.microsoft.com/office/drawing/2014/main" id="{6E8F1D78-7E94-D588-60BF-E9053FA18B33}"/>
                </a:ext>
                <a:ext uri="{C183D7F6-B498-43B3-948B-1728B52AA6E4}">
                  <adec:decorative xmlns:adec="http://schemas.microsoft.com/office/drawing/2017/decorative" val="1"/>
                </a:ext>
              </a:extLst>
            </p:cNvPr>
            <p:cNvSpPr>
              <a:spLocks/>
            </p:cNvSpPr>
            <p:nvPr/>
          </p:nvSpPr>
          <p:spPr bwMode="auto">
            <a:xfrm>
              <a:off x="2102644" y="2546215"/>
              <a:ext cx="857140" cy="857140"/>
            </a:xfrm>
            <a:custGeom>
              <a:avLst/>
              <a:gdLst>
                <a:gd name="connsiteX0" fmla="*/ 685801 w 1371600"/>
                <a:gd name="connsiteY0" fmla="*/ 0 h 1371600"/>
                <a:gd name="connsiteX1" fmla="*/ 1357668 w 1371600"/>
                <a:gd name="connsiteY1" fmla="*/ 547587 h 1371600"/>
                <a:gd name="connsiteX2" fmla="*/ 1371302 w 1371600"/>
                <a:gd name="connsiteY2" fmla="*/ 682827 h 1371600"/>
                <a:gd name="connsiteX3" fmla="*/ 1371301 w 1371600"/>
                <a:gd name="connsiteY3" fmla="*/ 682827 h 1371600"/>
                <a:gd name="connsiteX4" fmla="*/ 1371600 w 1371600"/>
                <a:gd name="connsiteY4" fmla="*/ 685800 h 1371600"/>
                <a:gd name="connsiteX5" fmla="*/ 685800 w 1371600"/>
                <a:gd name="connsiteY5" fmla="*/ 1371600 h 1371600"/>
                <a:gd name="connsiteX6" fmla="*/ 0 w 1371600"/>
                <a:gd name="connsiteY6" fmla="*/ 685800 h 1371600"/>
                <a:gd name="connsiteX7" fmla="*/ 300 w 1371600"/>
                <a:gd name="connsiteY7" fmla="*/ 682827 h 1371600"/>
                <a:gd name="connsiteX8" fmla="*/ 301 w 1371600"/>
                <a:gd name="connsiteY8" fmla="*/ 682827 h 1371600"/>
                <a:gd name="connsiteX9" fmla="*/ 13934 w 1371600"/>
                <a:gd name="connsiteY9" fmla="*/ 547587 h 1371600"/>
                <a:gd name="connsiteX10" fmla="*/ 685801 w 1371600"/>
                <a:gd name="connsiteY10"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1600" h="1371600">
                  <a:moveTo>
                    <a:pt x="685801" y="0"/>
                  </a:moveTo>
                  <a:cubicBezTo>
                    <a:pt x="1017214" y="0"/>
                    <a:pt x="1293720" y="235080"/>
                    <a:pt x="1357668" y="547587"/>
                  </a:cubicBezTo>
                  <a:lnTo>
                    <a:pt x="1371302" y="682827"/>
                  </a:lnTo>
                  <a:lnTo>
                    <a:pt x="1371301" y="682827"/>
                  </a:lnTo>
                  <a:lnTo>
                    <a:pt x="1371600" y="685800"/>
                  </a:lnTo>
                  <a:cubicBezTo>
                    <a:pt x="1371600" y="1064557"/>
                    <a:pt x="1064557" y="1371600"/>
                    <a:pt x="685800" y="1371600"/>
                  </a:cubicBezTo>
                  <a:cubicBezTo>
                    <a:pt x="307043" y="1371600"/>
                    <a:pt x="0" y="1064557"/>
                    <a:pt x="0" y="685800"/>
                  </a:cubicBezTo>
                  <a:lnTo>
                    <a:pt x="300" y="682827"/>
                  </a:lnTo>
                  <a:lnTo>
                    <a:pt x="301" y="682827"/>
                  </a:lnTo>
                  <a:lnTo>
                    <a:pt x="13934" y="547587"/>
                  </a:lnTo>
                  <a:cubicBezTo>
                    <a:pt x="77883" y="235080"/>
                    <a:pt x="354389" y="0"/>
                    <a:pt x="685801" y="0"/>
                  </a:cubicBezTo>
                  <a:close/>
                </a:path>
              </a:pathLst>
            </a:custGeom>
            <a:no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3" name="Graphic 21" descr="Icon of a computer chip">
              <a:extLst>
                <a:ext uri="{FF2B5EF4-FFF2-40B4-BE49-F238E27FC236}">
                  <a16:creationId xmlns:a16="http://schemas.microsoft.com/office/drawing/2014/main" id="{D63F6A16-E1FE-54D2-78C3-7BA6D6E989BD}"/>
                </a:ext>
              </a:extLst>
            </p:cNvPr>
            <p:cNvSpPr>
              <a:spLocks/>
            </p:cNvSpPr>
            <p:nvPr/>
          </p:nvSpPr>
          <p:spPr>
            <a:xfrm>
              <a:off x="2331134" y="2774698"/>
              <a:ext cx="400160" cy="400174"/>
            </a:xfrm>
            <a:custGeom>
              <a:avLst/>
              <a:gdLst>
                <a:gd name="connsiteX0" fmla="*/ 126206 w 190500"/>
                <a:gd name="connsiteY0" fmla="*/ 0 h 190500"/>
                <a:gd name="connsiteX1" fmla="*/ 133283 w 190500"/>
                <a:gd name="connsiteY1" fmla="*/ 6172 h 190500"/>
                <a:gd name="connsiteX2" fmla="*/ 133350 w 190500"/>
                <a:gd name="connsiteY2" fmla="*/ 7144 h 190500"/>
                <a:gd name="connsiteX3" fmla="*/ 133350 w 190500"/>
                <a:gd name="connsiteY3" fmla="*/ 29289 h 190500"/>
                <a:gd name="connsiteX4" fmla="*/ 161220 w 190500"/>
                <a:gd name="connsiteY4" fmla="*/ 57198 h 190500"/>
                <a:gd name="connsiteX5" fmla="*/ 183356 w 190500"/>
                <a:gd name="connsiteY5" fmla="*/ 57198 h 190500"/>
                <a:gd name="connsiteX6" fmla="*/ 190498 w 190500"/>
                <a:gd name="connsiteY6" fmla="*/ 64344 h 190500"/>
                <a:gd name="connsiteX7" fmla="*/ 184328 w 190500"/>
                <a:gd name="connsiteY7" fmla="*/ 71418 h 190500"/>
                <a:gd name="connsiteX8" fmla="*/ 183356 w 190500"/>
                <a:gd name="connsiteY8" fmla="*/ 71485 h 190500"/>
                <a:gd name="connsiteX9" fmla="*/ 161925 w 190500"/>
                <a:gd name="connsiteY9" fmla="*/ 71476 h 190500"/>
                <a:gd name="connsiteX10" fmla="*/ 161925 w 190500"/>
                <a:gd name="connsiteY10" fmla="*/ 88144 h 190500"/>
                <a:gd name="connsiteX11" fmla="*/ 183356 w 190500"/>
                <a:gd name="connsiteY11" fmla="*/ 88144 h 190500"/>
                <a:gd name="connsiteX12" fmla="*/ 190433 w 190500"/>
                <a:gd name="connsiteY12" fmla="*/ 94336 h 190500"/>
                <a:gd name="connsiteX13" fmla="*/ 190500 w 190500"/>
                <a:gd name="connsiteY13" fmla="*/ 95288 h 190500"/>
                <a:gd name="connsiteX14" fmla="*/ 184328 w 190500"/>
                <a:gd name="connsiteY14" fmla="*/ 102375 h 190500"/>
                <a:gd name="connsiteX15" fmla="*/ 183356 w 190500"/>
                <a:gd name="connsiteY15" fmla="*/ 102441 h 190500"/>
                <a:gd name="connsiteX16" fmla="*/ 161925 w 190500"/>
                <a:gd name="connsiteY16" fmla="*/ 102432 h 190500"/>
                <a:gd name="connsiteX17" fmla="*/ 161925 w 190500"/>
                <a:gd name="connsiteY17" fmla="*/ 119101 h 190500"/>
                <a:gd name="connsiteX18" fmla="*/ 183356 w 190500"/>
                <a:gd name="connsiteY18" fmla="*/ 119101 h 190500"/>
                <a:gd name="connsiteX19" fmla="*/ 190433 w 190500"/>
                <a:gd name="connsiteY19" fmla="*/ 125292 h 190500"/>
                <a:gd name="connsiteX20" fmla="*/ 190500 w 190500"/>
                <a:gd name="connsiteY20" fmla="*/ 126244 h 190500"/>
                <a:gd name="connsiteX21" fmla="*/ 184328 w 190500"/>
                <a:gd name="connsiteY21" fmla="*/ 133331 h 190500"/>
                <a:gd name="connsiteX22" fmla="*/ 183356 w 190500"/>
                <a:gd name="connsiteY22" fmla="*/ 133398 h 190500"/>
                <a:gd name="connsiteX23" fmla="*/ 161201 w 190500"/>
                <a:gd name="connsiteY23" fmla="*/ 133398 h 190500"/>
                <a:gd name="connsiteX24" fmla="*/ 133350 w 190500"/>
                <a:gd name="connsiteY24" fmla="*/ 161211 h 190500"/>
                <a:gd name="connsiteX25" fmla="*/ 133350 w 190500"/>
                <a:gd name="connsiteY25" fmla="*/ 183356 h 190500"/>
                <a:gd name="connsiteX26" fmla="*/ 126204 w 190500"/>
                <a:gd name="connsiteY26" fmla="*/ 190498 h 190500"/>
                <a:gd name="connsiteX27" fmla="*/ 119129 w 190500"/>
                <a:gd name="connsiteY27" fmla="*/ 184328 h 190500"/>
                <a:gd name="connsiteX28" fmla="*/ 119063 w 190500"/>
                <a:gd name="connsiteY28" fmla="*/ 183356 h 190500"/>
                <a:gd name="connsiteX29" fmla="*/ 119063 w 190500"/>
                <a:gd name="connsiteY29" fmla="*/ 161915 h 190500"/>
                <a:gd name="connsiteX30" fmla="*/ 102384 w 190500"/>
                <a:gd name="connsiteY30" fmla="*/ 161915 h 190500"/>
                <a:gd name="connsiteX31" fmla="*/ 102394 w 190500"/>
                <a:gd name="connsiteY31" fmla="*/ 183356 h 190500"/>
                <a:gd name="connsiteX32" fmla="*/ 96222 w 190500"/>
                <a:gd name="connsiteY32" fmla="*/ 190433 h 190500"/>
                <a:gd name="connsiteX33" fmla="*/ 95250 w 190500"/>
                <a:gd name="connsiteY33" fmla="*/ 190500 h 190500"/>
                <a:gd name="connsiteX34" fmla="*/ 88173 w 190500"/>
                <a:gd name="connsiteY34" fmla="*/ 184328 h 190500"/>
                <a:gd name="connsiteX35" fmla="*/ 88106 w 190500"/>
                <a:gd name="connsiteY35" fmla="*/ 183356 h 190500"/>
                <a:gd name="connsiteX36" fmla="*/ 88097 w 190500"/>
                <a:gd name="connsiteY36" fmla="*/ 161915 h 190500"/>
                <a:gd name="connsiteX37" fmla="*/ 71438 w 190500"/>
                <a:gd name="connsiteY37" fmla="*/ 161915 h 190500"/>
                <a:gd name="connsiteX38" fmla="*/ 71438 w 190500"/>
                <a:gd name="connsiteY38" fmla="*/ 183356 h 190500"/>
                <a:gd name="connsiteX39" fmla="*/ 65265 w 190500"/>
                <a:gd name="connsiteY39" fmla="*/ 190433 h 190500"/>
                <a:gd name="connsiteX40" fmla="*/ 64294 w 190500"/>
                <a:gd name="connsiteY40" fmla="*/ 190500 h 190500"/>
                <a:gd name="connsiteX41" fmla="*/ 57217 w 190500"/>
                <a:gd name="connsiteY41" fmla="*/ 184328 h 190500"/>
                <a:gd name="connsiteX42" fmla="*/ 57150 w 190500"/>
                <a:gd name="connsiteY42" fmla="*/ 183356 h 190500"/>
                <a:gd name="connsiteX43" fmla="*/ 57150 w 190500"/>
                <a:gd name="connsiteY43" fmla="*/ 161211 h 190500"/>
                <a:gd name="connsiteX44" fmla="*/ 29289 w 190500"/>
                <a:gd name="connsiteY44" fmla="*/ 133350 h 190500"/>
                <a:gd name="connsiteX45" fmla="*/ 7144 w 190500"/>
                <a:gd name="connsiteY45" fmla="*/ 133350 h 190500"/>
                <a:gd name="connsiteX46" fmla="*/ 2 w 190500"/>
                <a:gd name="connsiteY46" fmla="*/ 126204 h 190500"/>
                <a:gd name="connsiteX47" fmla="*/ 6172 w 190500"/>
                <a:gd name="connsiteY47" fmla="*/ 119129 h 190500"/>
                <a:gd name="connsiteX48" fmla="*/ 7144 w 190500"/>
                <a:gd name="connsiteY48" fmla="*/ 119063 h 190500"/>
                <a:gd name="connsiteX49" fmla="*/ 28575 w 190500"/>
                <a:gd name="connsiteY49" fmla="*/ 119053 h 190500"/>
                <a:gd name="connsiteX50" fmla="*/ 28575 w 190500"/>
                <a:gd name="connsiteY50" fmla="*/ 102384 h 190500"/>
                <a:gd name="connsiteX51" fmla="*/ 7144 w 190500"/>
                <a:gd name="connsiteY51" fmla="*/ 102394 h 190500"/>
                <a:gd name="connsiteX52" fmla="*/ 67 w 190500"/>
                <a:gd name="connsiteY52" fmla="*/ 96222 h 190500"/>
                <a:gd name="connsiteX53" fmla="*/ 0 w 190500"/>
                <a:gd name="connsiteY53" fmla="*/ 95250 h 190500"/>
                <a:gd name="connsiteX54" fmla="*/ 6172 w 190500"/>
                <a:gd name="connsiteY54" fmla="*/ 88173 h 190500"/>
                <a:gd name="connsiteX55" fmla="*/ 7144 w 190500"/>
                <a:gd name="connsiteY55" fmla="*/ 88106 h 190500"/>
                <a:gd name="connsiteX56" fmla="*/ 28575 w 190500"/>
                <a:gd name="connsiteY56" fmla="*/ 88097 h 190500"/>
                <a:gd name="connsiteX57" fmla="*/ 28575 w 190500"/>
                <a:gd name="connsiteY57" fmla="*/ 71428 h 190500"/>
                <a:gd name="connsiteX58" fmla="*/ 7144 w 190500"/>
                <a:gd name="connsiteY58" fmla="*/ 71438 h 190500"/>
                <a:gd name="connsiteX59" fmla="*/ 67 w 190500"/>
                <a:gd name="connsiteY59" fmla="*/ 65265 h 190500"/>
                <a:gd name="connsiteX60" fmla="*/ 0 w 190500"/>
                <a:gd name="connsiteY60" fmla="*/ 64294 h 190500"/>
                <a:gd name="connsiteX61" fmla="*/ 6172 w 190500"/>
                <a:gd name="connsiteY61" fmla="*/ 57217 h 190500"/>
                <a:gd name="connsiteX62" fmla="*/ 7144 w 190500"/>
                <a:gd name="connsiteY62" fmla="*/ 57150 h 190500"/>
                <a:gd name="connsiteX63" fmla="*/ 29289 w 190500"/>
                <a:gd name="connsiteY63" fmla="*/ 57140 h 190500"/>
                <a:gd name="connsiteX64" fmla="*/ 57150 w 190500"/>
                <a:gd name="connsiteY64" fmla="*/ 29289 h 190500"/>
                <a:gd name="connsiteX65" fmla="*/ 57150 w 190500"/>
                <a:gd name="connsiteY65" fmla="*/ 7144 h 190500"/>
                <a:gd name="connsiteX66" fmla="*/ 64296 w 190500"/>
                <a:gd name="connsiteY66" fmla="*/ 2 h 190500"/>
                <a:gd name="connsiteX67" fmla="*/ 71371 w 190500"/>
                <a:gd name="connsiteY67" fmla="*/ 6172 h 190500"/>
                <a:gd name="connsiteX68" fmla="*/ 71438 w 190500"/>
                <a:gd name="connsiteY68" fmla="*/ 7144 h 190500"/>
                <a:gd name="connsiteX69" fmla="*/ 71438 w 190500"/>
                <a:gd name="connsiteY69" fmla="*/ 28565 h 190500"/>
                <a:gd name="connsiteX70" fmla="*/ 88097 w 190500"/>
                <a:gd name="connsiteY70" fmla="*/ 28565 h 190500"/>
                <a:gd name="connsiteX71" fmla="*/ 88106 w 190500"/>
                <a:gd name="connsiteY71" fmla="*/ 7144 h 190500"/>
                <a:gd name="connsiteX72" fmla="*/ 94278 w 190500"/>
                <a:gd name="connsiteY72" fmla="*/ 67 h 190500"/>
                <a:gd name="connsiteX73" fmla="*/ 95250 w 190500"/>
                <a:gd name="connsiteY73" fmla="*/ 0 h 190500"/>
                <a:gd name="connsiteX74" fmla="*/ 102327 w 190500"/>
                <a:gd name="connsiteY74" fmla="*/ 6172 h 190500"/>
                <a:gd name="connsiteX75" fmla="*/ 102394 w 190500"/>
                <a:gd name="connsiteY75" fmla="*/ 7144 h 190500"/>
                <a:gd name="connsiteX76" fmla="*/ 102384 w 190500"/>
                <a:gd name="connsiteY76" fmla="*/ 28565 h 190500"/>
                <a:gd name="connsiteX77" fmla="*/ 119063 w 190500"/>
                <a:gd name="connsiteY77" fmla="*/ 28565 h 190500"/>
                <a:gd name="connsiteX78" fmla="*/ 119063 w 190500"/>
                <a:gd name="connsiteY78" fmla="*/ 7144 h 190500"/>
                <a:gd name="connsiteX79" fmla="*/ 124301 w 190500"/>
                <a:gd name="connsiteY79" fmla="*/ 257 h 190500"/>
                <a:gd name="connsiteX80" fmla="*/ 125235 w 190500"/>
                <a:gd name="connsiteY80" fmla="*/ 67 h 190500"/>
                <a:gd name="connsiteX81" fmla="*/ 126206 w 190500"/>
                <a:gd name="connsiteY81" fmla="*/ 0 h 190500"/>
                <a:gd name="connsiteX82" fmla="*/ 95298 w 190500"/>
                <a:gd name="connsiteY82" fmla="*/ 66723 h 190500"/>
                <a:gd name="connsiteX83" fmla="*/ 66723 w 190500"/>
                <a:gd name="connsiteY83" fmla="*/ 95298 h 190500"/>
                <a:gd name="connsiteX84" fmla="*/ 95298 w 190500"/>
                <a:gd name="connsiteY84" fmla="*/ 123873 h 190500"/>
                <a:gd name="connsiteX85" fmla="*/ 123873 w 190500"/>
                <a:gd name="connsiteY85" fmla="*/ 95298 h 190500"/>
                <a:gd name="connsiteX86" fmla="*/ 95298 w 190500"/>
                <a:gd name="connsiteY86" fmla="*/ 66723 h 190500"/>
                <a:gd name="connsiteX87" fmla="*/ 95298 w 190500"/>
                <a:gd name="connsiteY87" fmla="*/ 81010 h 190500"/>
                <a:gd name="connsiteX88" fmla="*/ 109585 w 190500"/>
                <a:gd name="connsiteY88" fmla="*/ 95298 h 190500"/>
                <a:gd name="connsiteX89" fmla="*/ 95298 w 190500"/>
                <a:gd name="connsiteY89" fmla="*/ 109585 h 190500"/>
                <a:gd name="connsiteX90" fmla="*/ 81010 w 190500"/>
                <a:gd name="connsiteY90" fmla="*/ 95298 h 190500"/>
                <a:gd name="connsiteX91" fmla="*/ 95298 w 190500"/>
                <a:gd name="connsiteY91" fmla="*/ 8101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90500" h="190500">
                  <a:moveTo>
                    <a:pt x="126206" y="0"/>
                  </a:moveTo>
                  <a:cubicBezTo>
                    <a:pt x="129776" y="0"/>
                    <a:pt x="132798" y="2636"/>
                    <a:pt x="133283" y="6172"/>
                  </a:cubicBezTo>
                  <a:lnTo>
                    <a:pt x="133350" y="7144"/>
                  </a:lnTo>
                  <a:lnTo>
                    <a:pt x="133350" y="29289"/>
                  </a:lnTo>
                  <a:cubicBezTo>
                    <a:pt x="147395" y="32164"/>
                    <a:pt x="158365" y="43149"/>
                    <a:pt x="161220" y="57198"/>
                  </a:cubicBezTo>
                  <a:lnTo>
                    <a:pt x="183356" y="57198"/>
                  </a:lnTo>
                  <a:cubicBezTo>
                    <a:pt x="187302" y="57199"/>
                    <a:pt x="190499" y="60398"/>
                    <a:pt x="190498" y="64344"/>
                  </a:cubicBezTo>
                  <a:cubicBezTo>
                    <a:pt x="190497" y="67912"/>
                    <a:pt x="187863" y="70932"/>
                    <a:pt x="184328" y="71418"/>
                  </a:cubicBezTo>
                  <a:lnTo>
                    <a:pt x="183356" y="71485"/>
                  </a:lnTo>
                  <a:lnTo>
                    <a:pt x="161925" y="71476"/>
                  </a:lnTo>
                  <a:lnTo>
                    <a:pt x="161925" y="88144"/>
                  </a:lnTo>
                  <a:lnTo>
                    <a:pt x="183356" y="88144"/>
                  </a:lnTo>
                  <a:cubicBezTo>
                    <a:pt x="186933" y="88146"/>
                    <a:pt x="189956" y="90791"/>
                    <a:pt x="190433" y="94336"/>
                  </a:cubicBezTo>
                  <a:lnTo>
                    <a:pt x="190500" y="95288"/>
                  </a:lnTo>
                  <a:cubicBezTo>
                    <a:pt x="190505" y="98862"/>
                    <a:pt x="187868" y="101889"/>
                    <a:pt x="184328" y="102375"/>
                  </a:cubicBezTo>
                  <a:lnTo>
                    <a:pt x="183356" y="102441"/>
                  </a:lnTo>
                  <a:lnTo>
                    <a:pt x="161925" y="102432"/>
                  </a:lnTo>
                  <a:lnTo>
                    <a:pt x="161925" y="119101"/>
                  </a:lnTo>
                  <a:lnTo>
                    <a:pt x="183356" y="119101"/>
                  </a:lnTo>
                  <a:cubicBezTo>
                    <a:pt x="186933" y="119103"/>
                    <a:pt x="189956" y="121748"/>
                    <a:pt x="190433" y="125292"/>
                  </a:cubicBezTo>
                  <a:lnTo>
                    <a:pt x="190500" y="126244"/>
                  </a:lnTo>
                  <a:cubicBezTo>
                    <a:pt x="190505" y="129818"/>
                    <a:pt x="187868" y="132845"/>
                    <a:pt x="184328" y="133331"/>
                  </a:cubicBezTo>
                  <a:lnTo>
                    <a:pt x="183356" y="133398"/>
                  </a:lnTo>
                  <a:lnTo>
                    <a:pt x="161201" y="133398"/>
                  </a:lnTo>
                  <a:cubicBezTo>
                    <a:pt x="158312" y="147402"/>
                    <a:pt x="147359" y="158341"/>
                    <a:pt x="133350" y="161211"/>
                  </a:cubicBezTo>
                  <a:lnTo>
                    <a:pt x="133350" y="183356"/>
                  </a:lnTo>
                  <a:cubicBezTo>
                    <a:pt x="133349" y="187302"/>
                    <a:pt x="130150" y="190499"/>
                    <a:pt x="126204" y="190498"/>
                  </a:cubicBezTo>
                  <a:cubicBezTo>
                    <a:pt x="122635" y="190497"/>
                    <a:pt x="119616" y="187863"/>
                    <a:pt x="119129" y="184328"/>
                  </a:cubicBezTo>
                  <a:lnTo>
                    <a:pt x="119063" y="183356"/>
                  </a:lnTo>
                  <a:lnTo>
                    <a:pt x="119063" y="161915"/>
                  </a:lnTo>
                  <a:lnTo>
                    <a:pt x="102384" y="161915"/>
                  </a:lnTo>
                  <a:lnTo>
                    <a:pt x="102394" y="183356"/>
                  </a:lnTo>
                  <a:cubicBezTo>
                    <a:pt x="102394" y="186926"/>
                    <a:pt x="99758" y="189948"/>
                    <a:pt x="96222" y="190433"/>
                  </a:cubicBezTo>
                  <a:lnTo>
                    <a:pt x="95250" y="190500"/>
                  </a:lnTo>
                  <a:cubicBezTo>
                    <a:pt x="91680" y="190500"/>
                    <a:pt x="88659" y="187864"/>
                    <a:pt x="88173" y="184328"/>
                  </a:cubicBezTo>
                  <a:lnTo>
                    <a:pt x="88106" y="183356"/>
                  </a:lnTo>
                  <a:lnTo>
                    <a:pt x="88097" y="161915"/>
                  </a:lnTo>
                  <a:lnTo>
                    <a:pt x="71438" y="161915"/>
                  </a:lnTo>
                  <a:lnTo>
                    <a:pt x="71438" y="183356"/>
                  </a:lnTo>
                  <a:cubicBezTo>
                    <a:pt x="71437" y="186926"/>
                    <a:pt x="68802" y="189948"/>
                    <a:pt x="65265" y="190433"/>
                  </a:cubicBezTo>
                  <a:lnTo>
                    <a:pt x="64294" y="190500"/>
                  </a:lnTo>
                  <a:cubicBezTo>
                    <a:pt x="60724" y="190500"/>
                    <a:pt x="57702" y="187864"/>
                    <a:pt x="57217" y="184328"/>
                  </a:cubicBezTo>
                  <a:lnTo>
                    <a:pt x="57150" y="183356"/>
                  </a:lnTo>
                  <a:lnTo>
                    <a:pt x="57150" y="161211"/>
                  </a:lnTo>
                  <a:cubicBezTo>
                    <a:pt x="43123" y="158340"/>
                    <a:pt x="32160" y="147377"/>
                    <a:pt x="29289" y="133350"/>
                  </a:cubicBezTo>
                  <a:lnTo>
                    <a:pt x="7144" y="133350"/>
                  </a:lnTo>
                  <a:cubicBezTo>
                    <a:pt x="3198" y="133349"/>
                    <a:pt x="1" y="130150"/>
                    <a:pt x="2" y="126204"/>
                  </a:cubicBezTo>
                  <a:cubicBezTo>
                    <a:pt x="3" y="122635"/>
                    <a:pt x="2637" y="119616"/>
                    <a:pt x="6172" y="119129"/>
                  </a:cubicBezTo>
                  <a:lnTo>
                    <a:pt x="7144" y="119063"/>
                  </a:lnTo>
                  <a:lnTo>
                    <a:pt x="28575" y="119053"/>
                  </a:lnTo>
                  <a:lnTo>
                    <a:pt x="28575" y="102384"/>
                  </a:lnTo>
                  <a:lnTo>
                    <a:pt x="7144" y="102394"/>
                  </a:lnTo>
                  <a:cubicBezTo>
                    <a:pt x="3574" y="102394"/>
                    <a:pt x="552" y="99758"/>
                    <a:pt x="67" y="96222"/>
                  </a:cubicBezTo>
                  <a:lnTo>
                    <a:pt x="0" y="95250"/>
                  </a:lnTo>
                  <a:cubicBezTo>
                    <a:pt x="0" y="91680"/>
                    <a:pt x="2636" y="88659"/>
                    <a:pt x="6172" y="88173"/>
                  </a:cubicBezTo>
                  <a:lnTo>
                    <a:pt x="7144" y="88106"/>
                  </a:lnTo>
                  <a:lnTo>
                    <a:pt x="28575" y="88097"/>
                  </a:lnTo>
                  <a:lnTo>
                    <a:pt x="28575" y="71428"/>
                  </a:lnTo>
                  <a:lnTo>
                    <a:pt x="7144" y="71438"/>
                  </a:lnTo>
                  <a:cubicBezTo>
                    <a:pt x="3574" y="71437"/>
                    <a:pt x="552" y="68802"/>
                    <a:pt x="67" y="65265"/>
                  </a:cubicBezTo>
                  <a:lnTo>
                    <a:pt x="0" y="64294"/>
                  </a:lnTo>
                  <a:cubicBezTo>
                    <a:pt x="0" y="60724"/>
                    <a:pt x="2636" y="57702"/>
                    <a:pt x="6172" y="57217"/>
                  </a:cubicBezTo>
                  <a:lnTo>
                    <a:pt x="7144" y="57150"/>
                  </a:lnTo>
                  <a:lnTo>
                    <a:pt x="29289" y="57140"/>
                  </a:lnTo>
                  <a:cubicBezTo>
                    <a:pt x="32164" y="43117"/>
                    <a:pt x="43125" y="32159"/>
                    <a:pt x="57150" y="29289"/>
                  </a:cubicBezTo>
                  <a:lnTo>
                    <a:pt x="57150" y="7144"/>
                  </a:lnTo>
                  <a:cubicBezTo>
                    <a:pt x="57151" y="3198"/>
                    <a:pt x="60351" y="1"/>
                    <a:pt x="64296" y="2"/>
                  </a:cubicBezTo>
                  <a:cubicBezTo>
                    <a:pt x="67864" y="3"/>
                    <a:pt x="70884" y="2637"/>
                    <a:pt x="71371" y="6172"/>
                  </a:cubicBezTo>
                  <a:lnTo>
                    <a:pt x="71438" y="7144"/>
                  </a:lnTo>
                  <a:lnTo>
                    <a:pt x="71438" y="28565"/>
                  </a:lnTo>
                  <a:lnTo>
                    <a:pt x="88097" y="28565"/>
                  </a:lnTo>
                  <a:lnTo>
                    <a:pt x="88106" y="7144"/>
                  </a:lnTo>
                  <a:cubicBezTo>
                    <a:pt x="88106" y="3574"/>
                    <a:pt x="90742" y="552"/>
                    <a:pt x="94278" y="67"/>
                  </a:cubicBezTo>
                  <a:lnTo>
                    <a:pt x="95250" y="0"/>
                  </a:lnTo>
                  <a:cubicBezTo>
                    <a:pt x="98820" y="0"/>
                    <a:pt x="101841" y="2636"/>
                    <a:pt x="102327" y="6172"/>
                  </a:cubicBezTo>
                  <a:lnTo>
                    <a:pt x="102394" y="7144"/>
                  </a:lnTo>
                  <a:lnTo>
                    <a:pt x="102384" y="28565"/>
                  </a:lnTo>
                  <a:lnTo>
                    <a:pt x="119063" y="28565"/>
                  </a:lnTo>
                  <a:lnTo>
                    <a:pt x="119063" y="7144"/>
                  </a:lnTo>
                  <a:cubicBezTo>
                    <a:pt x="119062" y="3931"/>
                    <a:pt x="121206" y="1114"/>
                    <a:pt x="124301" y="257"/>
                  </a:cubicBezTo>
                  <a:lnTo>
                    <a:pt x="125235" y="67"/>
                  </a:lnTo>
                  <a:lnTo>
                    <a:pt x="126206" y="0"/>
                  </a:lnTo>
                  <a:close/>
                  <a:moveTo>
                    <a:pt x="95298" y="66723"/>
                  </a:moveTo>
                  <a:cubicBezTo>
                    <a:pt x="79516" y="66723"/>
                    <a:pt x="66723" y="79516"/>
                    <a:pt x="66723" y="95298"/>
                  </a:cubicBezTo>
                  <a:cubicBezTo>
                    <a:pt x="66723" y="111080"/>
                    <a:pt x="79516" y="123873"/>
                    <a:pt x="95298" y="123873"/>
                  </a:cubicBezTo>
                  <a:cubicBezTo>
                    <a:pt x="111080" y="123873"/>
                    <a:pt x="123873" y="111080"/>
                    <a:pt x="123873" y="95298"/>
                  </a:cubicBezTo>
                  <a:cubicBezTo>
                    <a:pt x="123873" y="79516"/>
                    <a:pt x="111080" y="66723"/>
                    <a:pt x="95298" y="66723"/>
                  </a:cubicBezTo>
                  <a:close/>
                  <a:moveTo>
                    <a:pt x="95298" y="81010"/>
                  </a:moveTo>
                  <a:cubicBezTo>
                    <a:pt x="103188" y="81010"/>
                    <a:pt x="109585" y="87407"/>
                    <a:pt x="109585" y="95298"/>
                  </a:cubicBezTo>
                  <a:cubicBezTo>
                    <a:pt x="109585" y="103188"/>
                    <a:pt x="103188" y="109585"/>
                    <a:pt x="95298" y="109585"/>
                  </a:cubicBezTo>
                  <a:cubicBezTo>
                    <a:pt x="87407" y="109585"/>
                    <a:pt x="81010" y="103188"/>
                    <a:pt x="81010" y="95298"/>
                  </a:cubicBezTo>
                  <a:cubicBezTo>
                    <a:pt x="81010" y="87407"/>
                    <a:pt x="87407" y="81010"/>
                    <a:pt x="95298" y="81010"/>
                  </a:cubicBezTo>
                  <a:close/>
                </a:path>
              </a:pathLst>
            </a:custGeom>
            <a:gradFill flip="none" rotWithShape="1">
              <a:gsLst>
                <a:gs pos="75000">
                  <a:srgbClr val="0078D4"/>
                </a:gs>
                <a:gs pos="50000">
                  <a:srgbClr val="C03BC4"/>
                </a:gs>
                <a:gs pos="100000">
                  <a:srgbClr val="14938C"/>
                </a:gs>
                <a:gs pos="25000">
                  <a:srgbClr val="F4364C"/>
                </a:gs>
                <a:gs pos="0">
                  <a:srgbClr val="FF5C39"/>
                </a:gs>
              </a:gsLst>
              <a:path path="circle">
                <a:fillToRect r="100000" b="100000"/>
              </a:path>
              <a:tileRect l="-100000" t="-100000"/>
            </a:gradFill>
            <a:ln w="6350" cap="flat" cmpd="sng" algn="ctr">
              <a:noFill/>
              <a:prstDash val="solid"/>
              <a:miter lim="800000"/>
              <a:headEnd type="none" w="med" len="med"/>
              <a:tailEnd type="none" w="med" len="med"/>
            </a:ln>
            <a:effectLst/>
          </p:spPr>
          <p:txBody>
            <a:bodyPr rot="0" spcFirstLastPara="0" vertOverflow="overflow" horzOverflow="overflow" vert="horz" wrap="square" lIns="144000" tIns="0" rIns="14400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pSp>
      <p:sp>
        <p:nvSpPr>
          <p:cNvPr id="84" name="TextBox 83">
            <a:extLst>
              <a:ext uri="{FF2B5EF4-FFF2-40B4-BE49-F238E27FC236}">
                <a16:creationId xmlns:a16="http://schemas.microsoft.com/office/drawing/2014/main" id="{47DEAA47-3DE0-DFD4-D012-F82E092F5059}"/>
              </a:ext>
            </a:extLst>
          </p:cNvPr>
          <p:cNvSpPr txBox="1">
            <a:spLocks/>
          </p:cNvSpPr>
          <p:nvPr/>
        </p:nvSpPr>
        <p:spPr>
          <a:xfrm>
            <a:off x="1196615" y="3821264"/>
            <a:ext cx="2733128" cy="122341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900"/>
              </a:spcAft>
              <a:buClrTx/>
              <a:buSzTx/>
              <a:buFontTx/>
              <a:buNone/>
              <a:tabLst/>
              <a:defRPr/>
            </a:pPr>
            <a:r>
              <a:rPr kumimoji="0" lang="en-US" sz="1800" b="0" i="0" u="none" strike="noStrike" kern="1200" cap="none" spc="0" normalizeH="0" baseline="0" noProof="0">
                <a:ln>
                  <a:noFill/>
                </a:ln>
                <a:solidFill>
                  <a:srgbClr val="F4364C"/>
                </a:solidFill>
                <a:effectLst/>
                <a:uLnTx/>
                <a:uFillTx/>
                <a:latin typeface="Segoe UI Semibold"/>
                <a:ea typeface="+mn-ea"/>
                <a:cs typeface="Segoe Sans Display Semibold" pitchFamily="2" charset="0"/>
              </a:rPr>
              <a:t>Chatbots</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t>Answer questions</a:t>
            </a: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pitchFamily="2" charset="0"/>
              </a:rPr>
              <a:t> for users with retrieval augmented generation</a:t>
            </a:r>
          </a:p>
        </p:txBody>
      </p:sp>
      <p:sp>
        <p:nvSpPr>
          <p:cNvPr id="85" name="Graphic 52" descr="Icon of three layers stacked on top of the other">
            <a:extLst>
              <a:ext uri="{FF2B5EF4-FFF2-40B4-BE49-F238E27FC236}">
                <a16:creationId xmlns:a16="http://schemas.microsoft.com/office/drawing/2014/main" id="{5766E1FA-AD7F-C464-92CF-DAEB83C7E59B}"/>
              </a:ext>
            </a:extLst>
          </p:cNvPr>
          <p:cNvSpPr>
            <a:spLocks/>
          </p:cNvSpPr>
          <p:nvPr/>
        </p:nvSpPr>
        <p:spPr>
          <a:xfrm>
            <a:off x="5905393" y="2774033"/>
            <a:ext cx="381212" cy="401504"/>
          </a:xfrm>
          <a:custGeom>
            <a:avLst/>
            <a:gdLst>
              <a:gd name="connsiteX0" fmla="*/ 92561 w 158693"/>
              <a:gd name="connsiteY0" fmla="*/ 4001 h 167136"/>
              <a:gd name="connsiteX1" fmla="*/ 153187 w 158693"/>
              <a:gd name="connsiteY1" fmla="*/ 44415 h 167136"/>
              <a:gd name="connsiteX2" fmla="*/ 155828 w 158693"/>
              <a:gd name="connsiteY2" fmla="*/ 57625 h 167136"/>
              <a:gd name="connsiteX3" fmla="*/ 153187 w 158693"/>
              <a:gd name="connsiteY3" fmla="*/ 60265 h 167136"/>
              <a:gd name="connsiteX4" fmla="*/ 92561 w 158693"/>
              <a:gd name="connsiteY4" fmla="*/ 100689 h 167136"/>
              <a:gd name="connsiteX5" fmla="*/ 66138 w 158693"/>
              <a:gd name="connsiteY5" fmla="*/ 100689 h 167136"/>
              <a:gd name="connsiteX6" fmla="*/ 5512 w 158693"/>
              <a:gd name="connsiteY6" fmla="*/ 60265 h 167136"/>
              <a:gd name="connsiteX7" fmla="*/ 2871 w 158693"/>
              <a:gd name="connsiteY7" fmla="*/ 47056 h 167136"/>
              <a:gd name="connsiteX8" fmla="*/ 5512 w 158693"/>
              <a:gd name="connsiteY8" fmla="*/ 44415 h 167136"/>
              <a:gd name="connsiteX9" fmla="*/ 66138 w 158693"/>
              <a:gd name="connsiteY9" fmla="*/ 4001 h 167136"/>
              <a:gd name="connsiteX10" fmla="*/ 92561 w 158693"/>
              <a:gd name="connsiteY10" fmla="*/ 4001 h 167136"/>
              <a:gd name="connsiteX11" fmla="*/ 155797 w 158693"/>
              <a:gd name="connsiteY11" fmla="*/ 87507 h 167136"/>
              <a:gd name="connsiteX12" fmla="*/ 150301 w 158693"/>
              <a:gd name="connsiteY12" fmla="*/ 93202 h 167136"/>
              <a:gd name="connsiteX13" fmla="*/ 92675 w 158693"/>
              <a:gd name="connsiteY13" fmla="*/ 132103 h 167136"/>
              <a:gd name="connsiteX14" fmla="*/ 66024 w 158693"/>
              <a:gd name="connsiteY14" fmla="*/ 132103 h 167136"/>
              <a:gd name="connsiteX15" fmla="*/ 8398 w 158693"/>
              <a:gd name="connsiteY15" fmla="*/ 93202 h 167136"/>
              <a:gd name="connsiteX16" fmla="*/ 978 w 158693"/>
              <a:gd name="connsiteY16" fmla="*/ 71390 h 167136"/>
              <a:gd name="connsiteX17" fmla="*/ 66138 w 158693"/>
              <a:gd name="connsiteY17" fmla="*/ 114824 h 167136"/>
              <a:gd name="connsiteX18" fmla="*/ 91027 w 158693"/>
              <a:gd name="connsiteY18" fmla="*/ 115758 h 167136"/>
              <a:gd name="connsiteX19" fmla="*/ 92551 w 158693"/>
              <a:gd name="connsiteY19" fmla="*/ 114824 h 167136"/>
              <a:gd name="connsiteX20" fmla="*/ 157712 w 158693"/>
              <a:gd name="connsiteY20" fmla="*/ 71390 h 167136"/>
              <a:gd name="connsiteX21" fmla="*/ 155797 w 158693"/>
              <a:gd name="connsiteY21" fmla="*/ 87507 h 167136"/>
              <a:gd name="connsiteX22" fmla="*/ 155797 w 158693"/>
              <a:gd name="connsiteY22" fmla="*/ 118463 h 167136"/>
              <a:gd name="connsiteX23" fmla="*/ 150301 w 158693"/>
              <a:gd name="connsiteY23" fmla="*/ 124159 h 167136"/>
              <a:gd name="connsiteX24" fmla="*/ 92675 w 158693"/>
              <a:gd name="connsiteY24" fmla="*/ 163059 h 167136"/>
              <a:gd name="connsiteX25" fmla="*/ 66024 w 158693"/>
              <a:gd name="connsiteY25" fmla="*/ 163059 h 167136"/>
              <a:gd name="connsiteX26" fmla="*/ 8398 w 158693"/>
              <a:gd name="connsiteY26" fmla="*/ 124159 h 167136"/>
              <a:gd name="connsiteX27" fmla="*/ 978 w 158693"/>
              <a:gd name="connsiteY27" fmla="*/ 102346 h 167136"/>
              <a:gd name="connsiteX28" fmla="*/ 66138 w 158693"/>
              <a:gd name="connsiteY28" fmla="*/ 145780 h 167136"/>
              <a:gd name="connsiteX29" fmla="*/ 91027 w 158693"/>
              <a:gd name="connsiteY29" fmla="*/ 146714 h 167136"/>
              <a:gd name="connsiteX30" fmla="*/ 92551 w 158693"/>
              <a:gd name="connsiteY30" fmla="*/ 145780 h 167136"/>
              <a:gd name="connsiteX31" fmla="*/ 157712 w 158693"/>
              <a:gd name="connsiteY31" fmla="*/ 102346 h 167136"/>
              <a:gd name="connsiteX32" fmla="*/ 155797 w 158693"/>
              <a:gd name="connsiteY32" fmla="*/ 118463 h 16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8693" h="167136">
                <a:moveTo>
                  <a:pt x="92561" y="4001"/>
                </a:moveTo>
                <a:lnTo>
                  <a:pt x="153187" y="44415"/>
                </a:lnTo>
                <a:cubicBezTo>
                  <a:pt x="157564" y="47334"/>
                  <a:pt x="158746" y="53248"/>
                  <a:pt x="155828" y="57625"/>
                </a:cubicBezTo>
                <a:cubicBezTo>
                  <a:pt x="155130" y="58670"/>
                  <a:pt x="154233" y="59568"/>
                  <a:pt x="153187" y="60265"/>
                </a:cubicBezTo>
                <a:lnTo>
                  <a:pt x="92561" y="100689"/>
                </a:lnTo>
                <a:cubicBezTo>
                  <a:pt x="84561" y="106024"/>
                  <a:pt x="74138" y="106024"/>
                  <a:pt x="66138" y="100689"/>
                </a:cubicBezTo>
                <a:lnTo>
                  <a:pt x="5512" y="60265"/>
                </a:lnTo>
                <a:cubicBezTo>
                  <a:pt x="1135" y="57347"/>
                  <a:pt x="-47" y="51433"/>
                  <a:pt x="2871" y="47056"/>
                </a:cubicBezTo>
                <a:cubicBezTo>
                  <a:pt x="3568" y="46010"/>
                  <a:pt x="4466" y="45113"/>
                  <a:pt x="5512" y="44415"/>
                </a:cubicBezTo>
                <a:lnTo>
                  <a:pt x="66138" y="4001"/>
                </a:lnTo>
                <a:cubicBezTo>
                  <a:pt x="74138" y="-1334"/>
                  <a:pt x="84561" y="-1334"/>
                  <a:pt x="92561" y="4001"/>
                </a:cubicBezTo>
                <a:close/>
                <a:moveTo>
                  <a:pt x="155797" y="87507"/>
                </a:moveTo>
                <a:cubicBezTo>
                  <a:pt x="154384" y="89769"/>
                  <a:pt x="152511" y="91709"/>
                  <a:pt x="150301" y="93202"/>
                </a:cubicBezTo>
                <a:lnTo>
                  <a:pt x="92675" y="132103"/>
                </a:lnTo>
                <a:cubicBezTo>
                  <a:pt x="84623" y="137539"/>
                  <a:pt x="74075" y="137539"/>
                  <a:pt x="66024" y="132103"/>
                </a:cubicBezTo>
                <a:lnTo>
                  <a:pt x="8398" y="93202"/>
                </a:lnTo>
                <a:cubicBezTo>
                  <a:pt x="1310" y="88421"/>
                  <a:pt x="-1724" y="79503"/>
                  <a:pt x="978" y="71390"/>
                </a:cubicBezTo>
                <a:lnTo>
                  <a:pt x="66138" y="114824"/>
                </a:lnTo>
                <a:cubicBezTo>
                  <a:pt x="73597" y="119795"/>
                  <a:pt x="83217" y="120155"/>
                  <a:pt x="91027" y="115758"/>
                </a:cubicBezTo>
                <a:lnTo>
                  <a:pt x="92551" y="114824"/>
                </a:lnTo>
                <a:lnTo>
                  <a:pt x="157712" y="71390"/>
                </a:lnTo>
                <a:cubicBezTo>
                  <a:pt x="159514" y="76779"/>
                  <a:pt x="158812" y="82691"/>
                  <a:pt x="155797" y="87507"/>
                </a:cubicBezTo>
                <a:close/>
                <a:moveTo>
                  <a:pt x="155797" y="118463"/>
                </a:moveTo>
                <a:cubicBezTo>
                  <a:pt x="154384" y="120725"/>
                  <a:pt x="152511" y="122665"/>
                  <a:pt x="150301" y="124159"/>
                </a:cubicBezTo>
                <a:lnTo>
                  <a:pt x="92675" y="163059"/>
                </a:lnTo>
                <a:cubicBezTo>
                  <a:pt x="84623" y="168496"/>
                  <a:pt x="74075" y="168496"/>
                  <a:pt x="66024" y="163059"/>
                </a:cubicBezTo>
                <a:lnTo>
                  <a:pt x="8398" y="124159"/>
                </a:lnTo>
                <a:cubicBezTo>
                  <a:pt x="1310" y="119377"/>
                  <a:pt x="-1724" y="110459"/>
                  <a:pt x="978" y="102346"/>
                </a:cubicBezTo>
                <a:lnTo>
                  <a:pt x="66138" y="145780"/>
                </a:lnTo>
                <a:cubicBezTo>
                  <a:pt x="73597" y="150752"/>
                  <a:pt x="83217" y="151112"/>
                  <a:pt x="91027" y="146714"/>
                </a:cubicBezTo>
                <a:lnTo>
                  <a:pt x="92551" y="145780"/>
                </a:lnTo>
                <a:lnTo>
                  <a:pt x="157712" y="102346"/>
                </a:lnTo>
                <a:cubicBezTo>
                  <a:pt x="159514" y="107735"/>
                  <a:pt x="158812" y="113647"/>
                  <a:pt x="155797" y="118463"/>
                </a:cubicBezTo>
                <a:close/>
              </a:path>
            </a:pathLst>
          </a:custGeom>
          <a:gradFill flip="none" rotWithShape="1">
            <a:gsLst>
              <a:gs pos="75000">
                <a:srgbClr val="0078D4"/>
              </a:gs>
              <a:gs pos="50000">
                <a:srgbClr val="C03BC4"/>
              </a:gs>
              <a:gs pos="100000">
                <a:srgbClr val="14938C"/>
              </a:gs>
              <a:gs pos="25000">
                <a:srgbClr val="F4364C"/>
              </a:gs>
              <a:gs pos="0">
                <a:srgbClr val="FF5C39"/>
              </a:gs>
            </a:gsLst>
            <a:path path="circle">
              <a:fillToRect r="100000" b="100000"/>
            </a:path>
            <a:tileRect l="-100000" t="-100000"/>
          </a:gradFill>
          <a:ln w="6350" cap="flat" cmpd="sng" algn="ctr">
            <a:noFill/>
            <a:prstDash val="solid"/>
            <a:miter lim="800000"/>
            <a:headEnd type="none" w="med" len="med"/>
            <a:tailEnd type="none" w="med" len="med"/>
          </a:ln>
          <a:effectLst/>
        </p:spPr>
        <p:txBody>
          <a:bodyPr rot="0" spcFirstLastPara="0" vertOverflow="overflow" horzOverflow="overflow" vert="horz" wrap="square" lIns="144000" tIns="0" rIns="14400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86" name="TextBox 85">
            <a:extLst>
              <a:ext uri="{FF2B5EF4-FFF2-40B4-BE49-F238E27FC236}">
                <a16:creationId xmlns:a16="http://schemas.microsoft.com/office/drawing/2014/main" id="{51E1B2E7-B1C5-3F54-DFAD-F586FA174E83}"/>
              </a:ext>
            </a:extLst>
          </p:cNvPr>
          <p:cNvSpPr txBox="1">
            <a:spLocks/>
          </p:cNvSpPr>
          <p:nvPr/>
        </p:nvSpPr>
        <p:spPr>
          <a:xfrm>
            <a:off x="4767943" y="3821264"/>
            <a:ext cx="2656112" cy="122341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900"/>
              </a:spcAft>
              <a:buClrTx/>
              <a:buSzTx/>
              <a:buFontTx/>
              <a:buNone/>
              <a:tabLst/>
              <a:defRPr/>
            </a:pPr>
            <a:r>
              <a:rPr kumimoji="0" lang="en-US" sz="1800" b="0" i="0" u="none" strike="noStrike" kern="1200" cap="none" spc="0" normalizeH="0" baseline="0" noProof="0">
                <a:ln>
                  <a:noFill/>
                </a:ln>
                <a:solidFill>
                  <a:srgbClr val="C03BC4"/>
                </a:solidFill>
                <a:effectLst/>
                <a:uLnTx/>
                <a:uFillTx/>
                <a:latin typeface="Segoe UI Semibold"/>
                <a:ea typeface="+mn-ea"/>
                <a:cs typeface="Segoe Sans Display Semibold" pitchFamily="2" charset="0"/>
              </a:rPr>
              <a:t>Copilots</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t>Performs actions</a:t>
            </a:r>
            <a:b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b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t>on-behalf-of a user with human supervision</a:t>
            </a:r>
            <a:endParaRPr kumimoji="0" lang="en-US" sz="1800" b="0" i="0" u="none" strike="noStrike" kern="1200" cap="none" spc="0" normalizeH="0" baseline="0" noProof="0">
              <a:ln>
                <a:noFill/>
              </a:ln>
              <a:solidFill>
                <a:srgbClr val="000000"/>
              </a:solidFill>
              <a:effectLst/>
              <a:uLnTx/>
              <a:uFillTx/>
              <a:latin typeface="Segoe UI Semilight"/>
              <a:ea typeface="+mn-ea"/>
              <a:cs typeface="Segoe Sans Display" pitchFamily="2" charset="0"/>
            </a:endParaRPr>
          </a:p>
        </p:txBody>
      </p:sp>
      <p:grpSp>
        <p:nvGrpSpPr>
          <p:cNvPr id="87" name="Group 86">
            <a:extLst>
              <a:ext uri="{FF2B5EF4-FFF2-40B4-BE49-F238E27FC236}">
                <a16:creationId xmlns:a16="http://schemas.microsoft.com/office/drawing/2014/main" id="{1147F209-2254-432C-27B4-C97A6F5259F7}"/>
              </a:ext>
            </a:extLst>
          </p:cNvPr>
          <p:cNvGrpSpPr/>
          <p:nvPr/>
        </p:nvGrpSpPr>
        <p:grpSpPr>
          <a:xfrm>
            <a:off x="9200252" y="2546215"/>
            <a:ext cx="857140" cy="857140"/>
            <a:chOff x="9200252" y="2546215"/>
            <a:chExt cx="857140" cy="857140"/>
          </a:xfrm>
        </p:grpSpPr>
        <p:sp>
          <p:nvSpPr>
            <p:cNvPr id="88" name="Freeform: Shape 33">
              <a:extLst>
                <a:ext uri="{FF2B5EF4-FFF2-40B4-BE49-F238E27FC236}">
                  <a16:creationId xmlns:a16="http://schemas.microsoft.com/office/drawing/2014/main" id="{344C6B42-EA04-FB6B-D2E3-54ADD1E2C28E}"/>
                </a:ext>
                <a:ext uri="{C183D7F6-B498-43B3-948B-1728B52AA6E4}">
                  <adec:decorative xmlns:adec="http://schemas.microsoft.com/office/drawing/2017/decorative" val="1"/>
                </a:ext>
              </a:extLst>
            </p:cNvPr>
            <p:cNvSpPr>
              <a:spLocks/>
            </p:cNvSpPr>
            <p:nvPr/>
          </p:nvSpPr>
          <p:spPr bwMode="auto">
            <a:xfrm>
              <a:off x="9200252" y="2546215"/>
              <a:ext cx="857140" cy="857140"/>
            </a:xfrm>
            <a:custGeom>
              <a:avLst/>
              <a:gdLst>
                <a:gd name="connsiteX0" fmla="*/ 685801 w 1371600"/>
                <a:gd name="connsiteY0" fmla="*/ 0 h 1371600"/>
                <a:gd name="connsiteX1" fmla="*/ 1357668 w 1371600"/>
                <a:gd name="connsiteY1" fmla="*/ 547587 h 1371600"/>
                <a:gd name="connsiteX2" fmla="*/ 1371302 w 1371600"/>
                <a:gd name="connsiteY2" fmla="*/ 682827 h 1371600"/>
                <a:gd name="connsiteX3" fmla="*/ 1371301 w 1371600"/>
                <a:gd name="connsiteY3" fmla="*/ 682827 h 1371600"/>
                <a:gd name="connsiteX4" fmla="*/ 1371600 w 1371600"/>
                <a:gd name="connsiteY4" fmla="*/ 685800 h 1371600"/>
                <a:gd name="connsiteX5" fmla="*/ 685800 w 1371600"/>
                <a:gd name="connsiteY5" fmla="*/ 1371600 h 1371600"/>
                <a:gd name="connsiteX6" fmla="*/ 0 w 1371600"/>
                <a:gd name="connsiteY6" fmla="*/ 685800 h 1371600"/>
                <a:gd name="connsiteX7" fmla="*/ 300 w 1371600"/>
                <a:gd name="connsiteY7" fmla="*/ 682827 h 1371600"/>
                <a:gd name="connsiteX8" fmla="*/ 301 w 1371600"/>
                <a:gd name="connsiteY8" fmla="*/ 682827 h 1371600"/>
                <a:gd name="connsiteX9" fmla="*/ 13934 w 1371600"/>
                <a:gd name="connsiteY9" fmla="*/ 547587 h 1371600"/>
                <a:gd name="connsiteX10" fmla="*/ 685801 w 1371600"/>
                <a:gd name="connsiteY10"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1600" h="1371600">
                  <a:moveTo>
                    <a:pt x="685801" y="0"/>
                  </a:moveTo>
                  <a:cubicBezTo>
                    <a:pt x="1017214" y="0"/>
                    <a:pt x="1293720" y="235080"/>
                    <a:pt x="1357668" y="547587"/>
                  </a:cubicBezTo>
                  <a:lnTo>
                    <a:pt x="1371302" y="682827"/>
                  </a:lnTo>
                  <a:lnTo>
                    <a:pt x="1371301" y="682827"/>
                  </a:lnTo>
                  <a:lnTo>
                    <a:pt x="1371600" y="685800"/>
                  </a:lnTo>
                  <a:cubicBezTo>
                    <a:pt x="1371600" y="1064557"/>
                    <a:pt x="1064557" y="1371600"/>
                    <a:pt x="685800" y="1371600"/>
                  </a:cubicBezTo>
                  <a:cubicBezTo>
                    <a:pt x="307043" y="1371600"/>
                    <a:pt x="0" y="1064557"/>
                    <a:pt x="0" y="685800"/>
                  </a:cubicBezTo>
                  <a:lnTo>
                    <a:pt x="300" y="682827"/>
                  </a:lnTo>
                  <a:lnTo>
                    <a:pt x="301" y="682827"/>
                  </a:lnTo>
                  <a:lnTo>
                    <a:pt x="13934" y="547587"/>
                  </a:lnTo>
                  <a:cubicBezTo>
                    <a:pt x="77883" y="235080"/>
                    <a:pt x="354389" y="0"/>
                    <a:pt x="685801" y="0"/>
                  </a:cubicBezTo>
                  <a:close/>
                </a:path>
              </a:pathLst>
            </a:custGeom>
            <a:noFill/>
            <a:ln>
              <a:noFill/>
              <a:headEnd type="none" w="med" len="med"/>
              <a:tailEnd type="none" w="med" len="med"/>
            </a:ln>
            <a:effectLst>
              <a:outerShdw blurRad="63500" sx="103000" sy="103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9" name="Graphic 7" descr="Icon of a cylinder with a power plug showing an A to B connection">
              <a:extLst>
                <a:ext uri="{FF2B5EF4-FFF2-40B4-BE49-F238E27FC236}">
                  <a16:creationId xmlns:a16="http://schemas.microsoft.com/office/drawing/2014/main" id="{4050B92E-9317-9179-162A-AFD53ADCBB7F}"/>
                </a:ext>
              </a:extLst>
            </p:cNvPr>
            <p:cNvSpPr>
              <a:spLocks/>
            </p:cNvSpPr>
            <p:nvPr/>
          </p:nvSpPr>
          <p:spPr>
            <a:xfrm>
              <a:off x="9458396" y="2780629"/>
              <a:ext cx="340852" cy="388312"/>
            </a:xfrm>
            <a:custGeom>
              <a:avLst/>
              <a:gdLst>
                <a:gd name="connsiteX0" fmla="*/ 76200 w 180975"/>
                <a:gd name="connsiteY0" fmla="*/ 76200 h 190500"/>
                <a:gd name="connsiteX1" fmla="*/ 152400 w 180975"/>
                <a:gd name="connsiteY1" fmla="*/ 38100 h 190500"/>
                <a:gd name="connsiteX2" fmla="*/ 76200 w 180975"/>
                <a:gd name="connsiteY2" fmla="*/ 0 h 190500"/>
                <a:gd name="connsiteX3" fmla="*/ 0 w 180975"/>
                <a:gd name="connsiteY3" fmla="*/ 38100 h 190500"/>
                <a:gd name="connsiteX4" fmla="*/ 76200 w 180975"/>
                <a:gd name="connsiteY4" fmla="*/ 76200 h 190500"/>
                <a:gd name="connsiteX5" fmla="*/ 136474 w 180975"/>
                <a:gd name="connsiteY5" fmla="*/ 77819 h 190500"/>
                <a:gd name="connsiteX6" fmla="*/ 152400 w 180975"/>
                <a:gd name="connsiteY6" fmla="*/ 67180 h 190500"/>
                <a:gd name="connsiteX7" fmla="*/ 152400 w 180975"/>
                <a:gd name="connsiteY7" fmla="*/ 105337 h 190500"/>
                <a:gd name="connsiteX8" fmla="*/ 145256 w 180975"/>
                <a:gd name="connsiteY8" fmla="*/ 104775 h 190500"/>
                <a:gd name="connsiteX9" fmla="*/ 111919 w 180975"/>
                <a:gd name="connsiteY9" fmla="*/ 104775 h 190500"/>
                <a:gd name="connsiteX10" fmla="*/ 66666 w 180975"/>
                <a:gd name="connsiteY10" fmla="*/ 150010 h 190500"/>
                <a:gd name="connsiteX11" fmla="*/ 90421 w 180975"/>
                <a:gd name="connsiteY11" fmla="*/ 189833 h 190500"/>
                <a:gd name="connsiteX12" fmla="*/ 76200 w 180975"/>
                <a:gd name="connsiteY12" fmla="*/ 190500 h 190500"/>
                <a:gd name="connsiteX13" fmla="*/ 0 w 180975"/>
                <a:gd name="connsiteY13" fmla="*/ 152400 h 190500"/>
                <a:gd name="connsiteX14" fmla="*/ 0 w 180975"/>
                <a:gd name="connsiteY14" fmla="*/ 67180 h 190500"/>
                <a:gd name="connsiteX15" fmla="*/ 15926 w 180975"/>
                <a:gd name="connsiteY15" fmla="*/ 77819 h 190500"/>
                <a:gd name="connsiteX16" fmla="*/ 76200 w 180975"/>
                <a:gd name="connsiteY16" fmla="*/ 90488 h 190500"/>
                <a:gd name="connsiteX17" fmla="*/ 136474 w 180975"/>
                <a:gd name="connsiteY17" fmla="*/ 77819 h 190500"/>
                <a:gd name="connsiteX18" fmla="*/ 180975 w 180975"/>
                <a:gd name="connsiteY18" fmla="*/ 150019 h 190500"/>
                <a:gd name="connsiteX19" fmla="*/ 145256 w 180975"/>
                <a:gd name="connsiteY19" fmla="*/ 114300 h 190500"/>
                <a:gd name="connsiteX20" fmla="*/ 144285 w 180975"/>
                <a:gd name="connsiteY20" fmla="*/ 114367 h 190500"/>
                <a:gd name="connsiteX21" fmla="*/ 138181 w 180975"/>
                <a:gd name="connsiteY21" fmla="*/ 122417 h 190500"/>
                <a:gd name="connsiteX22" fmla="*/ 145256 w 180975"/>
                <a:gd name="connsiteY22" fmla="*/ 128588 h 190500"/>
                <a:gd name="connsiteX23" fmla="*/ 146723 w 180975"/>
                <a:gd name="connsiteY23" fmla="*/ 128635 h 190500"/>
                <a:gd name="connsiteX24" fmla="*/ 166679 w 180975"/>
                <a:gd name="connsiteY24" fmla="*/ 151447 h 190500"/>
                <a:gd name="connsiteX25" fmla="*/ 145256 w 180975"/>
                <a:gd name="connsiteY25" fmla="*/ 171450 h 190500"/>
                <a:gd name="connsiteX26" fmla="*/ 145228 w 180975"/>
                <a:gd name="connsiteY26" fmla="*/ 171498 h 190500"/>
                <a:gd name="connsiteX27" fmla="*/ 144256 w 180975"/>
                <a:gd name="connsiteY27" fmla="*/ 171564 h 190500"/>
                <a:gd name="connsiteX28" fmla="*/ 138151 w 180975"/>
                <a:gd name="connsiteY28" fmla="*/ 179614 h 190500"/>
                <a:gd name="connsiteX29" fmla="*/ 145285 w 180975"/>
                <a:gd name="connsiteY29" fmla="*/ 185785 h 190500"/>
                <a:gd name="connsiteX30" fmla="*/ 145285 w 180975"/>
                <a:gd name="connsiteY30" fmla="*/ 185738 h 190500"/>
                <a:gd name="connsiteX31" fmla="*/ 147190 w 180975"/>
                <a:gd name="connsiteY31" fmla="*/ 185690 h 190500"/>
                <a:gd name="connsiteX32" fmla="*/ 180975 w 180975"/>
                <a:gd name="connsiteY32" fmla="*/ 150019 h 190500"/>
                <a:gd name="connsiteX33" fmla="*/ 119063 w 180975"/>
                <a:gd name="connsiteY33" fmla="*/ 121444 h 190500"/>
                <a:gd name="connsiteX34" fmla="*/ 111919 w 180975"/>
                <a:gd name="connsiteY34" fmla="*/ 114300 h 190500"/>
                <a:gd name="connsiteX35" fmla="*/ 110014 w 180975"/>
                <a:gd name="connsiteY35" fmla="*/ 114348 h 190500"/>
                <a:gd name="connsiteX36" fmla="*/ 76186 w 180975"/>
                <a:gd name="connsiteY36" fmla="*/ 151862 h 190500"/>
                <a:gd name="connsiteX37" fmla="*/ 111919 w 180975"/>
                <a:gd name="connsiteY37" fmla="*/ 185738 h 190500"/>
                <a:gd name="connsiteX38" fmla="*/ 112890 w 180975"/>
                <a:gd name="connsiteY38" fmla="*/ 185671 h 190500"/>
                <a:gd name="connsiteX39" fmla="*/ 118994 w 180975"/>
                <a:gd name="connsiteY39" fmla="*/ 177620 h 190500"/>
                <a:gd name="connsiteX40" fmla="*/ 111919 w 180975"/>
                <a:gd name="connsiteY40" fmla="*/ 171450 h 190500"/>
                <a:gd name="connsiteX41" fmla="*/ 110452 w 180975"/>
                <a:gd name="connsiteY41" fmla="*/ 171402 h 190500"/>
                <a:gd name="connsiteX42" fmla="*/ 90496 w 180975"/>
                <a:gd name="connsiteY42" fmla="*/ 148591 h 190500"/>
                <a:gd name="connsiteX43" fmla="*/ 111919 w 180975"/>
                <a:gd name="connsiteY43" fmla="*/ 128588 h 190500"/>
                <a:gd name="connsiteX44" fmla="*/ 112890 w 180975"/>
                <a:gd name="connsiteY44" fmla="*/ 128521 h 190500"/>
                <a:gd name="connsiteX45" fmla="*/ 119063 w 180975"/>
                <a:gd name="connsiteY45" fmla="*/ 121444 h 190500"/>
                <a:gd name="connsiteX46" fmla="*/ 152400 w 180975"/>
                <a:gd name="connsiteY46" fmla="*/ 150019 h 190500"/>
                <a:gd name="connsiteX47" fmla="*/ 145256 w 180975"/>
                <a:gd name="connsiteY47" fmla="*/ 142875 h 190500"/>
                <a:gd name="connsiteX48" fmla="*/ 111919 w 180975"/>
                <a:gd name="connsiteY48" fmla="*/ 142875 h 190500"/>
                <a:gd name="connsiteX49" fmla="*/ 110947 w 180975"/>
                <a:gd name="connsiteY49" fmla="*/ 142942 h 190500"/>
                <a:gd name="connsiteX50" fmla="*/ 104844 w 180975"/>
                <a:gd name="connsiteY50" fmla="*/ 150992 h 190500"/>
                <a:gd name="connsiteX51" fmla="*/ 111919 w 180975"/>
                <a:gd name="connsiteY51" fmla="*/ 157163 h 190500"/>
                <a:gd name="connsiteX52" fmla="*/ 145256 w 180975"/>
                <a:gd name="connsiteY52" fmla="*/ 157163 h 190500"/>
                <a:gd name="connsiteX53" fmla="*/ 146228 w 180975"/>
                <a:gd name="connsiteY53" fmla="*/ 157096 h 190500"/>
                <a:gd name="connsiteX54" fmla="*/ 152400 w 180975"/>
                <a:gd name="connsiteY54" fmla="*/ 15001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80975" h="190500">
                  <a:moveTo>
                    <a:pt x="76200" y="76200"/>
                  </a:moveTo>
                  <a:cubicBezTo>
                    <a:pt x="118281" y="76200"/>
                    <a:pt x="152400" y="59150"/>
                    <a:pt x="152400" y="38100"/>
                  </a:cubicBezTo>
                  <a:cubicBezTo>
                    <a:pt x="152400" y="17050"/>
                    <a:pt x="118281" y="0"/>
                    <a:pt x="76200" y="0"/>
                  </a:cubicBezTo>
                  <a:cubicBezTo>
                    <a:pt x="34119" y="0"/>
                    <a:pt x="0" y="17050"/>
                    <a:pt x="0" y="38100"/>
                  </a:cubicBezTo>
                  <a:cubicBezTo>
                    <a:pt x="0" y="59150"/>
                    <a:pt x="34119" y="76200"/>
                    <a:pt x="76200" y="76200"/>
                  </a:cubicBezTo>
                  <a:close/>
                  <a:moveTo>
                    <a:pt x="136474" y="77819"/>
                  </a:moveTo>
                  <a:cubicBezTo>
                    <a:pt x="142230" y="74993"/>
                    <a:pt x="147585" y="71415"/>
                    <a:pt x="152400" y="67180"/>
                  </a:cubicBezTo>
                  <a:lnTo>
                    <a:pt x="152400" y="105337"/>
                  </a:lnTo>
                  <a:cubicBezTo>
                    <a:pt x="150037" y="104963"/>
                    <a:pt x="147649" y="104774"/>
                    <a:pt x="145256" y="104775"/>
                  </a:cubicBezTo>
                  <a:lnTo>
                    <a:pt x="111919" y="104775"/>
                  </a:lnTo>
                  <a:cubicBezTo>
                    <a:pt x="86931" y="104770"/>
                    <a:pt x="66671" y="125023"/>
                    <a:pt x="66666" y="150010"/>
                  </a:cubicBezTo>
                  <a:cubicBezTo>
                    <a:pt x="66664" y="166642"/>
                    <a:pt x="75786" y="181934"/>
                    <a:pt x="90421" y="189833"/>
                  </a:cubicBezTo>
                  <a:cubicBezTo>
                    <a:pt x="85811" y="190271"/>
                    <a:pt x="81058" y="190500"/>
                    <a:pt x="76200" y="190500"/>
                  </a:cubicBezTo>
                  <a:cubicBezTo>
                    <a:pt x="34119" y="190500"/>
                    <a:pt x="0" y="173450"/>
                    <a:pt x="0" y="152400"/>
                  </a:cubicBezTo>
                  <a:lnTo>
                    <a:pt x="0" y="67180"/>
                  </a:lnTo>
                  <a:cubicBezTo>
                    <a:pt x="4815" y="71415"/>
                    <a:pt x="10170" y="74993"/>
                    <a:pt x="15926" y="77819"/>
                  </a:cubicBezTo>
                  <a:cubicBezTo>
                    <a:pt x="32099" y="85896"/>
                    <a:pt x="53416" y="90488"/>
                    <a:pt x="76200" y="90488"/>
                  </a:cubicBezTo>
                  <a:cubicBezTo>
                    <a:pt x="98984" y="90488"/>
                    <a:pt x="120301" y="85896"/>
                    <a:pt x="136474" y="77819"/>
                  </a:cubicBezTo>
                  <a:close/>
                  <a:moveTo>
                    <a:pt x="180975" y="150019"/>
                  </a:moveTo>
                  <a:cubicBezTo>
                    <a:pt x="180975" y="130292"/>
                    <a:pt x="164983" y="114300"/>
                    <a:pt x="145256" y="114300"/>
                  </a:cubicBezTo>
                  <a:lnTo>
                    <a:pt x="144285" y="114367"/>
                  </a:lnTo>
                  <a:cubicBezTo>
                    <a:pt x="140377" y="114905"/>
                    <a:pt x="137644" y="118509"/>
                    <a:pt x="138181" y="122417"/>
                  </a:cubicBezTo>
                  <a:cubicBezTo>
                    <a:pt x="138668" y="125953"/>
                    <a:pt x="141688" y="128587"/>
                    <a:pt x="145256" y="128588"/>
                  </a:cubicBezTo>
                  <a:lnTo>
                    <a:pt x="146723" y="128635"/>
                  </a:lnTo>
                  <a:cubicBezTo>
                    <a:pt x="158533" y="129424"/>
                    <a:pt x="167468" y="139637"/>
                    <a:pt x="166679" y="151447"/>
                  </a:cubicBezTo>
                  <a:cubicBezTo>
                    <a:pt x="165926" y="162718"/>
                    <a:pt x="156554" y="171471"/>
                    <a:pt x="145256" y="171450"/>
                  </a:cubicBezTo>
                  <a:lnTo>
                    <a:pt x="145228" y="171498"/>
                  </a:lnTo>
                  <a:lnTo>
                    <a:pt x="144256" y="171564"/>
                  </a:lnTo>
                  <a:cubicBezTo>
                    <a:pt x="140347" y="172102"/>
                    <a:pt x="137614" y="175705"/>
                    <a:pt x="138151" y="179614"/>
                  </a:cubicBezTo>
                  <a:cubicBezTo>
                    <a:pt x="138639" y="183171"/>
                    <a:pt x="141694" y="185814"/>
                    <a:pt x="145285" y="185785"/>
                  </a:cubicBezTo>
                  <a:lnTo>
                    <a:pt x="145285" y="185738"/>
                  </a:lnTo>
                  <a:lnTo>
                    <a:pt x="147190" y="185690"/>
                  </a:lnTo>
                  <a:cubicBezTo>
                    <a:pt x="166140" y="184662"/>
                    <a:pt x="180978" y="168996"/>
                    <a:pt x="180975" y="150019"/>
                  </a:cubicBezTo>
                  <a:close/>
                  <a:moveTo>
                    <a:pt x="119063" y="121444"/>
                  </a:moveTo>
                  <a:cubicBezTo>
                    <a:pt x="119063" y="117499"/>
                    <a:pt x="115864" y="114300"/>
                    <a:pt x="111919" y="114300"/>
                  </a:cubicBezTo>
                  <a:lnTo>
                    <a:pt x="110014" y="114348"/>
                  </a:lnTo>
                  <a:cubicBezTo>
                    <a:pt x="90313" y="115366"/>
                    <a:pt x="75167" y="132161"/>
                    <a:pt x="76186" y="151862"/>
                  </a:cubicBezTo>
                  <a:cubicBezTo>
                    <a:pt x="77168" y="170871"/>
                    <a:pt x="92884" y="185771"/>
                    <a:pt x="111919" y="185738"/>
                  </a:cubicBezTo>
                  <a:lnTo>
                    <a:pt x="112890" y="185671"/>
                  </a:lnTo>
                  <a:cubicBezTo>
                    <a:pt x="116798" y="185133"/>
                    <a:pt x="119531" y="181528"/>
                    <a:pt x="118994" y="177620"/>
                  </a:cubicBezTo>
                  <a:cubicBezTo>
                    <a:pt x="118507" y="174085"/>
                    <a:pt x="115487" y="171451"/>
                    <a:pt x="111919" y="171450"/>
                  </a:cubicBezTo>
                  <a:lnTo>
                    <a:pt x="110452" y="171402"/>
                  </a:lnTo>
                  <a:cubicBezTo>
                    <a:pt x="98642" y="170614"/>
                    <a:pt x="89707" y="160401"/>
                    <a:pt x="90496" y="148591"/>
                  </a:cubicBezTo>
                  <a:cubicBezTo>
                    <a:pt x="91249" y="137319"/>
                    <a:pt x="100621" y="128567"/>
                    <a:pt x="111919" y="128588"/>
                  </a:cubicBezTo>
                  <a:lnTo>
                    <a:pt x="112890" y="128521"/>
                  </a:lnTo>
                  <a:cubicBezTo>
                    <a:pt x="116427" y="128035"/>
                    <a:pt x="119063" y="125014"/>
                    <a:pt x="119063" y="121444"/>
                  </a:cubicBezTo>
                  <a:close/>
                  <a:moveTo>
                    <a:pt x="152400" y="150019"/>
                  </a:moveTo>
                  <a:cubicBezTo>
                    <a:pt x="152400" y="146074"/>
                    <a:pt x="149202" y="142875"/>
                    <a:pt x="145256" y="142875"/>
                  </a:cubicBezTo>
                  <a:lnTo>
                    <a:pt x="111919" y="142875"/>
                  </a:lnTo>
                  <a:lnTo>
                    <a:pt x="110947" y="142942"/>
                  </a:lnTo>
                  <a:cubicBezTo>
                    <a:pt x="107039" y="143480"/>
                    <a:pt x="104306" y="147084"/>
                    <a:pt x="104844" y="150992"/>
                  </a:cubicBezTo>
                  <a:cubicBezTo>
                    <a:pt x="105330" y="154528"/>
                    <a:pt x="108351" y="157162"/>
                    <a:pt x="111919" y="157163"/>
                  </a:cubicBezTo>
                  <a:lnTo>
                    <a:pt x="145256" y="157163"/>
                  </a:lnTo>
                  <a:lnTo>
                    <a:pt x="146228" y="157096"/>
                  </a:lnTo>
                  <a:cubicBezTo>
                    <a:pt x="149764" y="156610"/>
                    <a:pt x="152400" y="153589"/>
                    <a:pt x="152400" y="150019"/>
                  </a:cubicBezTo>
                  <a:close/>
                </a:path>
              </a:pathLst>
            </a:custGeom>
            <a:gradFill flip="none" rotWithShape="1">
              <a:gsLst>
                <a:gs pos="75000">
                  <a:srgbClr val="0078D4"/>
                </a:gs>
                <a:gs pos="50000">
                  <a:srgbClr val="C03BC4"/>
                </a:gs>
                <a:gs pos="100000">
                  <a:srgbClr val="14938C"/>
                </a:gs>
                <a:gs pos="25000">
                  <a:srgbClr val="F4364C"/>
                </a:gs>
                <a:gs pos="0">
                  <a:srgbClr val="FF5C39"/>
                </a:gs>
              </a:gsLst>
              <a:path path="circle">
                <a:fillToRect r="100000" b="100000"/>
              </a:path>
              <a:tileRect l="-100000" t="-100000"/>
            </a:gradFill>
            <a:ln w="6350" cap="flat" cmpd="sng" algn="ctr">
              <a:noFill/>
              <a:prstDash val="solid"/>
              <a:miter lim="800000"/>
              <a:headEnd type="none" w="med" len="med"/>
              <a:tailEnd type="none" w="med" len="med"/>
            </a:ln>
            <a:effectLst/>
          </p:spPr>
          <p:txBody>
            <a:bodyPr rot="0" spcFirstLastPara="0" vertOverflow="overflow" horzOverflow="overflow" vert="horz" wrap="square" lIns="144000" tIns="0" rIns="14400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pSp>
      <p:sp>
        <p:nvSpPr>
          <p:cNvPr id="90" name="TextBox 89">
            <a:extLst>
              <a:ext uri="{FF2B5EF4-FFF2-40B4-BE49-F238E27FC236}">
                <a16:creationId xmlns:a16="http://schemas.microsoft.com/office/drawing/2014/main" id="{208E17C1-03EF-41A9-39DE-E28CE6666717}"/>
              </a:ext>
            </a:extLst>
          </p:cNvPr>
          <p:cNvSpPr txBox="1">
            <a:spLocks/>
          </p:cNvSpPr>
          <p:nvPr/>
        </p:nvSpPr>
        <p:spPr>
          <a:xfrm>
            <a:off x="7988156" y="3821264"/>
            <a:ext cx="3281332" cy="126188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90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Segoe Sans Display Semibold" pitchFamily="2" charset="0"/>
              </a:rPr>
              <a:t>Automated agents</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t>Automatically complete</a:t>
            </a:r>
            <a:b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b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t>tasks as background jobs</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light"/>
                <a:ea typeface="+mn-ea"/>
                <a:cs typeface="Segoe Sans Display Semibold" pitchFamily="2" charset="0"/>
              </a:rPr>
              <a:t>on-behalf-of users</a:t>
            </a:r>
            <a:endParaRPr kumimoji="0" lang="en-US" sz="1800" b="0" i="0" u="none" strike="noStrike" kern="1200" cap="none" spc="0" normalizeH="0" baseline="0" noProof="0">
              <a:ln>
                <a:noFill/>
              </a:ln>
              <a:solidFill>
                <a:srgbClr val="000000"/>
              </a:solidFill>
              <a:effectLst/>
              <a:uLnTx/>
              <a:uFillTx/>
              <a:latin typeface="Segoe UI Semilight"/>
              <a:ea typeface="+mn-ea"/>
              <a:cs typeface="Segoe Sans Display" pitchFamily="2" charset="0"/>
            </a:endParaRPr>
          </a:p>
        </p:txBody>
      </p:sp>
      <p:sp>
        <p:nvSpPr>
          <p:cNvPr id="91" name="TextBox 90">
            <a:extLst>
              <a:ext uri="{FF2B5EF4-FFF2-40B4-BE49-F238E27FC236}">
                <a16:creationId xmlns:a16="http://schemas.microsoft.com/office/drawing/2014/main" id="{446212C9-DB93-DC28-FB2E-4EDE087354C7}"/>
              </a:ext>
              <a:ext uri="{C183D7F6-B498-43B3-948B-1728B52AA6E4}">
                <adec:decorative xmlns:adec="http://schemas.microsoft.com/office/drawing/2017/decorative" val="1"/>
              </a:ext>
            </a:extLst>
          </p:cNvPr>
          <p:cNvSpPr txBox="1">
            <a:spLocks/>
          </p:cNvSpPr>
          <p:nvPr/>
        </p:nvSpPr>
        <p:spPr>
          <a:xfrm>
            <a:off x="1568144" y="5409423"/>
            <a:ext cx="1926139" cy="403371"/>
          </a:xfrm>
          <a:prstGeom prst="roundRect">
            <a:avLst>
              <a:gd name="adj" fmla="val 35720"/>
            </a:avLst>
          </a:prstGeom>
          <a:solidFill>
            <a:schemeClr val="accent6">
              <a:lumMod val="40000"/>
              <a:lumOff val="60000"/>
            </a:schemeClr>
          </a:solidFill>
          <a:ln w="190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defTabSz="932472" fontAlgn="base">
              <a:lnSpc>
                <a:spcPct val="100000"/>
              </a:lnSpc>
              <a:spcBef>
                <a:spcPct val="0"/>
              </a:spcBef>
              <a:spcAft>
                <a:spcPct val="0"/>
              </a:spcAft>
              <a:buClrTx/>
              <a:buSzTx/>
              <a:buFontTx/>
              <a:buNone/>
              <a:tabLst/>
              <a:defRPr kumimoji="0" sz="2400" b="0" i="0" u="none" strike="noStrike" kern="0" cap="none" spc="0" normalizeH="0" baseline="0">
                <a:ln>
                  <a:noFill/>
                </a:ln>
                <a:solidFill>
                  <a:srgbClr val="FFFFFF"/>
                </a:solidFill>
                <a:effectLst/>
                <a:uLnTx/>
                <a:uFillTx/>
                <a:latin typeface="Segoe UI Semibold"/>
                <a:cs typeface="Segoe UI" pitchFamily="34" charset="0"/>
              </a:defRPr>
            </a:lvl1pPr>
          </a:lstStyle>
          <a:p>
            <a:pPr marL="0" marR="0" lvl="0" indent="0" algn="ctr" defTabSz="93274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UI" pitchFamily="34" charset="0"/>
              </a:rPr>
              <a:t>Knowledge tools</a:t>
            </a:r>
          </a:p>
        </p:txBody>
      </p:sp>
      <p:sp>
        <p:nvSpPr>
          <p:cNvPr id="92" name="TextBox 91">
            <a:extLst>
              <a:ext uri="{FF2B5EF4-FFF2-40B4-BE49-F238E27FC236}">
                <a16:creationId xmlns:a16="http://schemas.microsoft.com/office/drawing/2014/main" id="{0D2FBC36-BEE7-723C-6E9C-B6B9BF43EBE5}"/>
              </a:ext>
              <a:ext uri="{C183D7F6-B498-43B3-948B-1728B52AA6E4}">
                <adec:decorative xmlns:adec="http://schemas.microsoft.com/office/drawing/2017/decorative" val="1"/>
              </a:ext>
            </a:extLst>
          </p:cNvPr>
          <p:cNvSpPr txBox="1">
            <a:spLocks/>
          </p:cNvSpPr>
          <p:nvPr/>
        </p:nvSpPr>
        <p:spPr>
          <a:xfrm>
            <a:off x="5137923" y="5409423"/>
            <a:ext cx="1926139" cy="403371"/>
          </a:xfrm>
          <a:prstGeom prst="roundRect">
            <a:avLst>
              <a:gd name="adj" fmla="val 35720"/>
            </a:avLst>
          </a:prstGeom>
          <a:solidFill>
            <a:schemeClr val="accent1">
              <a:lumMod val="40000"/>
              <a:lumOff val="60000"/>
            </a:schemeClr>
          </a:solidFill>
          <a:ln w="190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defTabSz="932472" fontAlgn="base">
              <a:lnSpc>
                <a:spcPct val="100000"/>
              </a:lnSpc>
              <a:spcBef>
                <a:spcPct val="0"/>
              </a:spcBef>
              <a:spcAft>
                <a:spcPct val="0"/>
              </a:spcAft>
              <a:buClrTx/>
              <a:buSzTx/>
              <a:buFontTx/>
              <a:buNone/>
              <a:tabLst/>
              <a:defRPr kumimoji="0" sz="2400" b="0" i="0" u="none" strike="noStrike" kern="0" cap="none" spc="0" normalizeH="0" baseline="0">
                <a:ln>
                  <a:noFill/>
                </a:ln>
                <a:solidFill>
                  <a:srgbClr val="FFFFFF"/>
                </a:solidFill>
                <a:effectLst/>
                <a:uLnTx/>
                <a:uFillTx/>
                <a:latin typeface="Segoe UI Semibold"/>
                <a:cs typeface="Segoe UI" pitchFamily="34" charset="0"/>
              </a:defRPr>
            </a:lvl1pPr>
          </a:lstStyle>
          <a:p>
            <a:pPr marL="0" marR="0" lvl="0" indent="0" algn="ctr" defTabSz="93274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UI" pitchFamily="34" charset="0"/>
              </a:rPr>
              <a:t>+ Action tools</a:t>
            </a:r>
          </a:p>
        </p:txBody>
      </p:sp>
      <p:sp>
        <p:nvSpPr>
          <p:cNvPr id="93" name="TextBox 92">
            <a:extLst>
              <a:ext uri="{FF2B5EF4-FFF2-40B4-BE49-F238E27FC236}">
                <a16:creationId xmlns:a16="http://schemas.microsoft.com/office/drawing/2014/main" id="{4626E6FE-2CC5-ACE4-9EA5-EADAB780D70A}"/>
              </a:ext>
              <a:ext uri="{C183D7F6-B498-43B3-948B-1728B52AA6E4}">
                <adec:decorative xmlns:adec="http://schemas.microsoft.com/office/drawing/2017/decorative" val="1"/>
              </a:ext>
            </a:extLst>
          </p:cNvPr>
          <p:cNvSpPr txBox="1">
            <a:spLocks/>
          </p:cNvSpPr>
          <p:nvPr/>
        </p:nvSpPr>
        <p:spPr>
          <a:xfrm>
            <a:off x="8660758" y="5409422"/>
            <a:ext cx="1926139" cy="403371"/>
          </a:xfrm>
          <a:prstGeom prst="roundRect">
            <a:avLst>
              <a:gd name="adj" fmla="val 35720"/>
            </a:avLst>
          </a:prstGeom>
          <a:solidFill>
            <a:schemeClr val="accent2">
              <a:lumMod val="40000"/>
              <a:lumOff val="60000"/>
            </a:schemeClr>
          </a:solidFill>
          <a:ln w="190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defTabSz="932472" fontAlgn="base">
              <a:lnSpc>
                <a:spcPct val="100000"/>
              </a:lnSpc>
              <a:spcBef>
                <a:spcPct val="0"/>
              </a:spcBef>
              <a:spcAft>
                <a:spcPct val="0"/>
              </a:spcAft>
              <a:buClrTx/>
              <a:buSzTx/>
              <a:buFontTx/>
              <a:buNone/>
              <a:tabLst/>
              <a:defRPr kumimoji="0" sz="2400" b="0" i="0" u="none" strike="noStrike" kern="0" cap="none" spc="0" normalizeH="0" baseline="0">
                <a:ln>
                  <a:noFill/>
                </a:ln>
                <a:solidFill>
                  <a:srgbClr val="FFFFFF"/>
                </a:solidFill>
                <a:effectLst/>
                <a:uLnTx/>
                <a:uFillTx/>
                <a:latin typeface="Segoe UI Semibold"/>
                <a:cs typeface="Segoe UI" pitchFamily="34" charset="0"/>
              </a:defRPr>
            </a:lvl1pPr>
          </a:lstStyle>
          <a:p>
            <a:pPr marL="0" marR="0" lvl="0" indent="0" algn="ctr" defTabSz="93274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UI"/>
                <a:ea typeface="+mn-ea"/>
                <a:cs typeface="Segoe UI" pitchFamily="34" charset="0"/>
              </a:rPr>
              <a:t>+ Triggers</a:t>
            </a:r>
          </a:p>
        </p:txBody>
      </p:sp>
    </p:spTree>
    <p:extLst>
      <p:ext uri="{BB962C8B-B14F-4D97-AF65-F5344CB8AC3E}">
        <p14:creationId xmlns:p14="http://schemas.microsoft.com/office/powerpoint/2010/main" val="424007575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97664-3E97-1E4F-CE7E-F9CE8C31901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7066568-B2D2-C2F6-7BD5-96283A9D681D}"/>
              </a:ext>
            </a:extLst>
          </p:cNvPr>
          <p:cNvSpPr>
            <a:spLocks noGrp="1"/>
          </p:cNvSpPr>
          <p:nvPr>
            <p:ph type="body" idx="1"/>
          </p:nvPr>
        </p:nvSpPr>
        <p:spPr>
          <a:xfrm>
            <a:off x="5695951" y="2457794"/>
            <a:ext cx="4800600" cy="430887"/>
          </a:xfrm>
        </p:spPr>
        <p:txBody>
          <a:bodyPr/>
          <a:lstStyle/>
          <a:p>
            <a:r>
              <a:rPr lang="en-US" sz="2800"/>
              <a:t>Diving deeper</a:t>
            </a:r>
          </a:p>
        </p:txBody>
      </p:sp>
      <p:sp>
        <p:nvSpPr>
          <p:cNvPr id="3" name="Title 2">
            <a:extLst>
              <a:ext uri="{FF2B5EF4-FFF2-40B4-BE49-F238E27FC236}">
                <a16:creationId xmlns:a16="http://schemas.microsoft.com/office/drawing/2014/main" id="{409E529E-1F10-15D3-F44C-A0FA7251C97F}"/>
              </a:ext>
            </a:extLst>
          </p:cNvPr>
          <p:cNvSpPr>
            <a:spLocks noGrp="1"/>
          </p:cNvSpPr>
          <p:nvPr>
            <p:ph type="title"/>
          </p:nvPr>
        </p:nvSpPr>
        <p:spPr>
          <a:xfrm>
            <a:off x="5695951" y="2961166"/>
            <a:ext cx="5066642" cy="1495794"/>
          </a:xfrm>
        </p:spPr>
        <p:txBody>
          <a:bodyPr/>
          <a:lstStyle/>
          <a:p>
            <a:r>
              <a:rPr lang="en-US" sz="5400">
                <a:solidFill>
                  <a:schemeClr val="tx1"/>
                </a:solidFill>
              </a:rPr>
              <a:t>What are main Agent Patterns</a:t>
            </a:r>
          </a:p>
        </p:txBody>
      </p:sp>
    </p:spTree>
    <p:extLst>
      <p:ext uri="{BB962C8B-B14F-4D97-AF65-F5344CB8AC3E}">
        <p14:creationId xmlns:p14="http://schemas.microsoft.com/office/powerpoint/2010/main" val="28065167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289C0-EDAD-1777-947F-51EC93B9F6D6}"/>
            </a:ext>
          </a:extLst>
        </p:cNvPr>
        <p:cNvGrpSpPr/>
        <p:nvPr/>
      </p:nvGrpSpPr>
      <p:grpSpPr>
        <a:xfrm>
          <a:off x="0" y="0"/>
          <a:ext cx="0" cy="0"/>
          <a:chOff x="0" y="0"/>
          <a:chExt cx="0" cy="0"/>
        </a:xfrm>
      </p:grpSpPr>
      <p:pic>
        <p:nvPicPr>
          <p:cNvPr id="37" name="Picture 36" descr="A colorful hexagon with stars">
            <a:extLst>
              <a:ext uri="{FF2B5EF4-FFF2-40B4-BE49-F238E27FC236}">
                <a16:creationId xmlns:a16="http://schemas.microsoft.com/office/drawing/2014/main" id="{18E21532-0D8A-4DB6-E1E7-9F554C259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436" y="4104234"/>
            <a:ext cx="860722" cy="860722"/>
          </a:xfrm>
          <a:prstGeom prst="rect">
            <a:avLst/>
          </a:prstGeom>
        </p:spPr>
      </p:pic>
      <p:pic>
        <p:nvPicPr>
          <p:cNvPr id="36" name="Picture 35" descr="A colorful hexagon with stars">
            <a:extLst>
              <a:ext uri="{FF2B5EF4-FFF2-40B4-BE49-F238E27FC236}">
                <a16:creationId xmlns:a16="http://schemas.microsoft.com/office/drawing/2014/main" id="{F2A405A6-DE9C-2BC0-C602-43F11502A7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4590" y="4040656"/>
            <a:ext cx="860722" cy="860722"/>
          </a:xfrm>
          <a:prstGeom prst="rect">
            <a:avLst/>
          </a:prstGeom>
        </p:spPr>
      </p:pic>
      <p:cxnSp>
        <p:nvCxnSpPr>
          <p:cNvPr id="11" name="Straight Connector 10">
            <a:extLst>
              <a:ext uri="{FF2B5EF4-FFF2-40B4-BE49-F238E27FC236}">
                <a16:creationId xmlns:a16="http://schemas.microsoft.com/office/drawing/2014/main" id="{1C85A58C-EAFE-4983-E32B-3B916AA55697}"/>
              </a:ext>
              <a:ext uri="{C183D7F6-B498-43B3-948B-1728B52AA6E4}">
                <adec:decorative xmlns:adec="http://schemas.microsoft.com/office/drawing/2017/decorative" val="1"/>
              </a:ext>
            </a:extLst>
          </p:cNvPr>
          <p:cNvCxnSpPr/>
          <p:nvPr/>
        </p:nvCxnSpPr>
        <p:spPr>
          <a:xfrm>
            <a:off x="6146800" y="1900871"/>
            <a:ext cx="0" cy="3880624"/>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E89A5AE-6091-3870-9889-BE340EA63B84}"/>
              </a:ext>
            </a:extLst>
          </p:cNvPr>
          <p:cNvSpPr txBox="1"/>
          <p:nvPr/>
        </p:nvSpPr>
        <p:spPr>
          <a:xfrm>
            <a:off x="7173751" y="1758835"/>
            <a:ext cx="4491614" cy="492443"/>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a:ln>
                  <a:noFill/>
                </a:ln>
                <a:solidFill>
                  <a:srgbClr val="000000"/>
                </a:solidFill>
                <a:effectLst/>
                <a:uLnTx/>
                <a:uFillTx/>
                <a:latin typeface="Segoe UI Variable Display Semib" pitchFamily="2" charset="0"/>
                <a:ea typeface="+mn-ea"/>
                <a:cs typeface="Segoe Sans Text Semibold" pitchFamily="2" charset="0"/>
              </a:rPr>
              <a:t>Workflow Orchestration</a:t>
            </a:r>
          </a:p>
        </p:txBody>
      </p:sp>
      <p:sp>
        <p:nvSpPr>
          <p:cNvPr id="14" name="TextBox 13">
            <a:extLst>
              <a:ext uri="{FF2B5EF4-FFF2-40B4-BE49-F238E27FC236}">
                <a16:creationId xmlns:a16="http://schemas.microsoft.com/office/drawing/2014/main" id="{C8792884-282D-3D28-137B-14D3887E0DFB}"/>
              </a:ext>
            </a:extLst>
          </p:cNvPr>
          <p:cNvSpPr txBox="1"/>
          <p:nvPr/>
        </p:nvSpPr>
        <p:spPr>
          <a:xfrm>
            <a:off x="629961" y="5637598"/>
            <a:ext cx="5029813"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41413"/>
                </a:solidFill>
                <a:effectLst/>
                <a:uLnTx/>
                <a:uFillTx/>
                <a:latin typeface="__tiemposText_34e0db"/>
                <a:ea typeface="+mn-ea"/>
                <a:cs typeface="+mn-cs"/>
              </a:rPr>
              <a:t>LLMs dynamically decide the control flow and direct their own processes and tool usage, maintaining control over how they accomplish tasks.</a:t>
            </a: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5" name="TextBox 14">
            <a:extLst>
              <a:ext uri="{FF2B5EF4-FFF2-40B4-BE49-F238E27FC236}">
                <a16:creationId xmlns:a16="http://schemas.microsoft.com/office/drawing/2014/main" id="{32A11062-5AB8-B431-A2EC-C4D52F418927}"/>
              </a:ext>
            </a:extLst>
          </p:cNvPr>
          <p:cNvSpPr txBox="1"/>
          <p:nvPr/>
        </p:nvSpPr>
        <p:spPr>
          <a:xfrm>
            <a:off x="6633814" y="5768018"/>
            <a:ext cx="5153142" cy="553998"/>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41413"/>
                </a:solidFill>
                <a:effectLst/>
                <a:uLnTx/>
                <a:uFillTx/>
                <a:latin typeface="__tiemposText_34e0db"/>
                <a:ea typeface="+mn-ea"/>
                <a:cs typeface="+mn-cs"/>
              </a:rPr>
              <a:t>You decide the control flow </a:t>
            </a:r>
            <a:r>
              <a:rPr kumimoji="0" lang="en-US" sz="1800" b="0" i="0" u="none" strike="noStrike" kern="1200" cap="none" spc="0" normalizeH="0" baseline="0" noProof="0">
                <a:ln>
                  <a:noFill/>
                </a:ln>
                <a:solidFill>
                  <a:srgbClr val="000000"/>
                </a:solidFill>
                <a:effectLst/>
                <a:uLnTx/>
                <a:uFillTx/>
                <a:latin typeface="Segoe UI"/>
                <a:ea typeface="+mn-ea"/>
                <a:cs typeface="+mn-cs"/>
              </a:rPr>
              <a:t>orchestrating LLMs, Agents, tools and more via predefined code paths</a:t>
            </a:r>
            <a:r>
              <a:rPr kumimoji="0" lang="en-US" sz="1800" b="0" i="0" u="none" strike="noStrike" kern="1200" cap="none" spc="0" normalizeH="0" baseline="0" noProof="0">
                <a:ln>
                  <a:noFill/>
                </a:ln>
                <a:solidFill>
                  <a:srgbClr val="141413"/>
                </a:solidFill>
                <a:effectLst/>
                <a:uLnTx/>
                <a:uFillTx/>
                <a:latin typeface="__tiemposText_34e0db"/>
                <a:ea typeface="+mn-ea"/>
                <a:cs typeface="+mn-cs"/>
              </a:rPr>
              <a:t>.</a:t>
            </a:r>
            <a:endParaRPr kumimoji="0" lang="en-US" sz="1750" b="0" i="0" u="none" strike="noStrike" kern="1200" cap="none" spc="0" normalizeH="0" baseline="0" noProof="0">
              <a:ln>
                <a:noFill/>
              </a:ln>
              <a:solidFill>
                <a:srgbClr val="000000"/>
              </a:solidFill>
              <a:effectLst/>
              <a:uLnTx/>
              <a:uFillTx/>
              <a:latin typeface="Segoe UI"/>
              <a:ea typeface="+mn-ea"/>
              <a:cs typeface="+mn-cs"/>
            </a:endParaRPr>
          </a:p>
        </p:txBody>
      </p:sp>
      <p:sp>
        <p:nvSpPr>
          <p:cNvPr id="110" name="Arc 109">
            <a:extLst>
              <a:ext uri="{FF2B5EF4-FFF2-40B4-BE49-F238E27FC236}">
                <a16:creationId xmlns:a16="http://schemas.microsoft.com/office/drawing/2014/main" id="{2248C579-B1EB-82B4-D2E6-F8B351504F10}"/>
              </a:ext>
              <a:ext uri="{C183D7F6-B498-43B3-948B-1728B52AA6E4}">
                <adec:decorative xmlns:adec="http://schemas.microsoft.com/office/drawing/2017/decorative" val="1"/>
              </a:ext>
            </a:extLst>
          </p:cNvPr>
          <p:cNvSpPr/>
          <p:nvPr/>
        </p:nvSpPr>
        <p:spPr>
          <a:xfrm>
            <a:off x="7703729" y="3093167"/>
            <a:ext cx="1164203" cy="1164202"/>
          </a:xfrm>
          <a:prstGeom prst="arc">
            <a:avLst>
              <a:gd name="adj1" fmla="val 12415635"/>
              <a:gd name="adj2" fmla="val 20284906"/>
            </a:avLst>
          </a:prstGeom>
          <a:ln w="38100" cap="rnd">
            <a:solidFill>
              <a:schemeClr val="tx1"/>
            </a:solidFill>
            <a:headEnd type="arrow" w="lg"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cxnSp>
        <p:nvCxnSpPr>
          <p:cNvPr id="112" name="Straight Arrow Connector 111">
            <a:extLst>
              <a:ext uri="{FF2B5EF4-FFF2-40B4-BE49-F238E27FC236}">
                <a16:creationId xmlns:a16="http://schemas.microsoft.com/office/drawing/2014/main" id="{F4DACA7E-B9D4-9C7C-F7EC-7AD9AC7B1F0B}"/>
              </a:ext>
              <a:ext uri="{C183D7F6-B498-43B3-948B-1728B52AA6E4}">
                <adec:decorative xmlns:adec="http://schemas.microsoft.com/office/drawing/2017/decorative" val="1"/>
              </a:ext>
            </a:extLst>
          </p:cNvPr>
          <p:cNvCxnSpPr>
            <a:cxnSpLocks/>
          </p:cNvCxnSpPr>
          <p:nvPr/>
        </p:nvCxnSpPr>
        <p:spPr>
          <a:xfrm>
            <a:off x="8023213" y="3989263"/>
            <a:ext cx="504837" cy="1626"/>
          </a:xfrm>
          <a:prstGeom prst="straightConnector1">
            <a:avLst/>
          </a:prstGeom>
          <a:ln w="38100">
            <a:solidFill>
              <a:schemeClr val="tx1"/>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sp>
        <p:nvSpPr>
          <p:cNvPr id="115" name="Arc 114">
            <a:extLst>
              <a:ext uri="{FF2B5EF4-FFF2-40B4-BE49-F238E27FC236}">
                <a16:creationId xmlns:a16="http://schemas.microsoft.com/office/drawing/2014/main" id="{ABA9A985-ED6A-3261-1AC6-F293A4B8E5AD}"/>
              </a:ext>
              <a:ext uri="{C183D7F6-B498-43B3-948B-1728B52AA6E4}">
                <adec:decorative xmlns:adec="http://schemas.microsoft.com/office/drawing/2017/decorative" val="1"/>
              </a:ext>
            </a:extLst>
          </p:cNvPr>
          <p:cNvSpPr/>
          <p:nvPr/>
        </p:nvSpPr>
        <p:spPr>
          <a:xfrm>
            <a:off x="9210385" y="3108984"/>
            <a:ext cx="1164203" cy="1164202"/>
          </a:xfrm>
          <a:prstGeom prst="arc">
            <a:avLst>
              <a:gd name="adj1" fmla="val 12415635"/>
              <a:gd name="adj2" fmla="val 20284906"/>
            </a:avLst>
          </a:prstGeom>
          <a:ln w="38100" cap="rnd">
            <a:solidFill>
              <a:schemeClr val="tx1"/>
            </a:solidFill>
            <a:headEnd type="arrow" w="lg"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cxnSp>
        <p:nvCxnSpPr>
          <p:cNvPr id="117" name="Straight Arrow Connector 116">
            <a:extLst>
              <a:ext uri="{FF2B5EF4-FFF2-40B4-BE49-F238E27FC236}">
                <a16:creationId xmlns:a16="http://schemas.microsoft.com/office/drawing/2014/main" id="{67A7B957-E013-8927-9A6D-B9F389709463}"/>
              </a:ext>
              <a:ext uri="{C183D7F6-B498-43B3-948B-1728B52AA6E4}">
                <adec:decorative xmlns:adec="http://schemas.microsoft.com/office/drawing/2017/decorative" val="1"/>
              </a:ext>
            </a:extLst>
          </p:cNvPr>
          <p:cNvCxnSpPr>
            <a:cxnSpLocks/>
          </p:cNvCxnSpPr>
          <p:nvPr/>
        </p:nvCxnSpPr>
        <p:spPr>
          <a:xfrm>
            <a:off x="11077712" y="4005078"/>
            <a:ext cx="504837" cy="1626"/>
          </a:xfrm>
          <a:prstGeom prst="straightConnector1">
            <a:avLst/>
          </a:prstGeom>
          <a:ln w="38100">
            <a:solidFill>
              <a:schemeClr val="tx1"/>
            </a:solidFill>
            <a:headEnd type="none" w="lg" len="med"/>
            <a:tailEnd type="arrow" w="lg" len="sm"/>
          </a:ln>
        </p:spPr>
        <p:style>
          <a:lnRef idx="1">
            <a:schemeClr val="accent1"/>
          </a:lnRef>
          <a:fillRef idx="0">
            <a:schemeClr val="accent1"/>
          </a:fillRef>
          <a:effectRef idx="0">
            <a:schemeClr val="accent1"/>
          </a:effectRef>
          <a:fontRef idx="minor">
            <a:schemeClr val="tx1"/>
          </a:fontRef>
        </p:style>
      </p:cxnSp>
      <p:pic>
        <p:nvPicPr>
          <p:cNvPr id="120" name="Picture 119">
            <a:extLst>
              <a:ext uri="{FF2B5EF4-FFF2-40B4-BE49-F238E27FC236}">
                <a16:creationId xmlns:a16="http://schemas.microsoft.com/office/drawing/2014/main" id="{104B3311-F64D-ADD0-9778-FF10A35689D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50260" y="4445382"/>
            <a:ext cx="891735" cy="891735"/>
          </a:xfrm>
          <a:prstGeom prst="rect">
            <a:avLst/>
          </a:prstGeom>
        </p:spPr>
      </p:pic>
      <p:sp>
        <p:nvSpPr>
          <p:cNvPr id="121" name="Arc 120">
            <a:extLst>
              <a:ext uri="{FF2B5EF4-FFF2-40B4-BE49-F238E27FC236}">
                <a16:creationId xmlns:a16="http://schemas.microsoft.com/office/drawing/2014/main" id="{CFBD8140-27D0-17E2-5059-3006BB359CDE}"/>
              </a:ext>
              <a:ext uri="{C183D7F6-B498-43B3-948B-1728B52AA6E4}">
                <adec:decorative xmlns:adec="http://schemas.microsoft.com/office/drawing/2017/decorative" val="1"/>
              </a:ext>
            </a:extLst>
          </p:cNvPr>
          <p:cNvSpPr/>
          <p:nvPr/>
        </p:nvSpPr>
        <p:spPr>
          <a:xfrm rot="14096018">
            <a:off x="9016385" y="4402818"/>
            <a:ext cx="557763" cy="557762"/>
          </a:xfrm>
          <a:prstGeom prst="arc">
            <a:avLst>
              <a:gd name="adj1" fmla="val 12415635"/>
              <a:gd name="adj2" fmla="val 20284906"/>
            </a:avLst>
          </a:prstGeom>
          <a:ln w="38100" cap="rnd">
            <a:solidFill>
              <a:schemeClr val="tx1"/>
            </a:solidFill>
            <a:headEnd type="arrow" w="lg"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2" name="Arc 121">
            <a:extLst>
              <a:ext uri="{FF2B5EF4-FFF2-40B4-BE49-F238E27FC236}">
                <a16:creationId xmlns:a16="http://schemas.microsoft.com/office/drawing/2014/main" id="{C09984F8-3E69-359E-499B-EE6F620DF47B}"/>
              </a:ext>
              <a:ext uri="{C183D7F6-B498-43B3-948B-1728B52AA6E4}">
                <adec:decorative xmlns:adec="http://schemas.microsoft.com/office/drawing/2017/decorative" val="1"/>
              </a:ext>
            </a:extLst>
          </p:cNvPr>
          <p:cNvSpPr/>
          <p:nvPr/>
        </p:nvSpPr>
        <p:spPr>
          <a:xfrm rot="7200000">
            <a:off x="9988696" y="4439534"/>
            <a:ext cx="557763" cy="557762"/>
          </a:xfrm>
          <a:prstGeom prst="arc">
            <a:avLst>
              <a:gd name="adj1" fmla="val 12415635"/>
              <a:gd name="adj2" fmla="val 20284906"/>
            </a:avLst>
          </a:prstGeom>
          <a:ln w="38100" cap="rnd">
            <a:solidFill>
              <a:schemeClr val="tx1"/>
            </a:solidFill>
            <a:headEnd type="arrow" w="lg"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9" name="Title 18">
            <a:extLst>
              <a:ext uri="{FF2B5EF4-FFF2-40B4-BE49-F238E27FC236}">
                <a16:creationId xmlns:a16="http://schemas.microsoft.com/office/drawing/2014/main" id="{E04CB852-79A7-F51A-9CA5-4110B4FE3C14}"/>
              </a:ext>
            </a:extLst>
          </p:cNvPr>
          <p:cNvSpPr>
            <a:spLocks noGrp="1"/>
          </p:cNvSpPr>
          <p:nvPr>
            <p:ph type="title"/>
          </p:nvPr>
        </p:nvSpPr>
        <p:spPr>
          <a:xfrm>
            <a:off x="588263" y="457200"/>
            <a:ext cx="11018520" cy="461665"/>
          </a:xfrm>
        </p:spPr>
        <p:txBody>
          <a:bodyPr/>
          <a:lstStyle/>
          <a:p>
            <a:pPr algn="ctr"/>
            <a:r>
              <a:rPr lang="en-CA" sz="3000" spc="0">
                <a:ln>
                  <a:noFill/>
                </a:ln>
                <a:solidFill>
                  <a:srgbClr val="000000"/>
                </a:solidFill>
                <a:latin typeface="Segoe Sans Text Semibold"/>
                <a:cs typeface="Segoe UI Semibold"/>
              </a:rPr>
              <a:t>Evolving into Multi-Agent Systems</a:t>
            </a:r>
            <a:endParaRPr lang="en-US" sz="3000" spc="0">
              <a:ln>
                <a:noFill/>
              </a:ln>
              <a:solidFill>
                <a:srgbClr val="000000"/>
              </a:solidFill>
              <a:latin typeface="Segoe Sans Text Semibold"/>
              <a:cs typeface="Segoe UI Semibold"/>
            </a:endParaRPr>
          </a:p>
        </p:txBody>
      </p:sp>
      <p:sp>
        <p:nvSpPr>
          <p:cNvPr id="2" name="TextBox 1">
            <a:extLst>
              <a:ext uri="{FF2B5EF4-FFF2-40B4-BE49-F238E27FC236}">
                <a16:creationId xmlns:a16="http://schemas.microsoft.com/office/drawing/2014/main" id="{6D1C8957-93A6-452C-D22E-A1B50A9E2944}"/>
              </a:ext>
            </a:extLst>
          </p:cNvPr>
          <p:cNvSpPr txBox="1"/>
          <p:nvPr/>
        </p:nvSpPr>
        <p:spPr>
          <a:xfrm>
            <a:off x="1287647" y="1758834"/>
            <a:ext cx="3816750" cy="49244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a:ln>
                  <a:noFill/>
                </a:ln>
                <a:solidFill>
                  <a:srgbClr val="000000"/>
                </a:solidFill>
                <a:effectLst/>
                <a:uLnTx/>
                <a:uFillTx/>
                <a:latin typeface="Segoe UI Variable Display Semib" pitchFamily="2" charset="0"/>
                <a:ea typeface="+mn-ea"/>
                <a:cs typeface="Segoe Sans Text Semibold" pitchFamily="2" charset="0"/>
              </a:rPr>
              <a:t>Agent Orchestration</a:t>
            </a:r>
          </a:p>
        </p:txBody>
      </p:sp>
      <p:sp>
        <p:nvSpPr>
          <p:cNvPr id="10" name="Arc 9">
            <a:extLst>
              <a:ext uri="{FF2B5EF4-FFF2-40B4-BE49-F238E27FC236}">
                <a16:creationId xmlns:a16="http://schemas.microsoft.com/office/drawing/2014/main" id="{623DF0CD-F875-AA99-43D7-6B486FE4C64D}"/>
              </a:ext>
              <a:ext uri="{C183D7F6-B498-43B3-948B-1728B52AA6E4}">
                <adec:decorative xmlns:adec="http://schemas.microsoft.com/office/drawing/2017/decorative" val="1"/>
              </a:ext>
            </a:extLst>
          </p:cNvPr>
          <p:cNvSpPr/>
          <p:nvPr/>
        </p:nvSpPr>
        <p:spPr>
          <a:xfrm rot="20957999">
            <a:off x="2009059" y="3666191"/>
            <a:ext cx="1969971" cy="1969970"/>
          </a:xfrm>
          <a:prstGeom prst="arc">
            <a:avLst>
              <a:gd name="adj1" fmla="val 18400786"/>
              <a:gd name="adj2" fmla="val 20284906"/>
            </a:avLst>
          </a:prstGeom>
          <a:ln w="38100" cap="rnd">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 name="Arc 11">
            <a:extLst>
              <a:ext uri="{FF2B5EF4-FFF2-40B4-BE49-F238E27FC236}">
                <a16:creationId xmlns:a16="http://schemas.microsoft.com/office/drawing/2014/main" id="{B34189C1-C357-49C6-5648-7DE57B4C66F9}"/>
              </a:ext>
              <a:ext uri="{C183D7F6-B498-43B3-948B-1728B52AA6E4}">
                <adec:decorative xmlns:adec="http://schemas.microsoft.com/office/drawing/2017/decorative" val="1"/>
              </a:ext>
            </a:extLst>
          </p:cNvPr>
          <p:cNvSpPr/>
          <p:nvPr/>
        </p:nvSpPr>
        <p:spPr>
          <a:xfrm rot="16502411">
            <a:off x="1846212" y="3749217"/>
            <a:ext cx="1969970" cy="1969971"/>
          </a:xfrm>
          <a:prstGeom prst="arc">
            <a:avLst>
              <a:gd name="adj1" fmla="val 18400786"/>
              <a:gd name="adj2" fmla="val 20284906"/>
            </a:avLst>
          </a:prstGeom>
          <a:ln w="38100" cap="rnd">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cxnSp>
        <p:nvCxnSpPr>
          <p:cNvPr id="16" name="Straight Connector 15">
            <a:extLst>
              <a:ext uri="{FF2B5EF4-FFF2-40B4-BE49-F238E27FC236}">
                <a16:creationId xmlns:a16="http://schemas.microsoft.com/office/drawing/2014/main" id="{6C4C9797-1147-0704-6391-483D2317EAC5}"/>
              </a:ext>
              <a:ext uri="{C183D7F6-B498-43B3-948B-1728B52AA6E4}">
                <adec:decorative xmlns:adec="http://schemas.microsoft.com/office/drawing/2017/decorative" val="1"/>
              </a:ext>
            </a:extLst>
          </p:cNvPr>
          <p:cNvCxnSpPr/>
          <p:nvPr/>
        </p:nvCxnSpPr>
        <p:spPr>
          <a:xfrm>
            <a:off x="2949213" y="3861132"/>
            <a:ext cx="0" cy="358006"/>
          </a:xfrm>
          <a:prstGeom prst="line">
            <a:avLst/>
          </a:prstGeom>
          <a:ln w="38100" cap="rnd">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7" name="Picture 4" descr="Azure AI Search logo">
            <a:extLst>
              <a:ext uri="{FF2B5EF4-FFF2-40B4-BE49-F238E27FC236}">
                <a16:creationId xmlns:a16="http://schemas.microsoft.com/office/drawing/2014/main" id="{D9ABEACE-7E13-1888-6A2F-0E30F300D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5537" y="4588574"/>
            <a:ext cx="646222" cy="33926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A colorful hexagon with stars">
            <a:extLst>
              <a:ext uri="{FF2B5EF4-FFF2-40B4-BE49-F238E27FC236}">
                <a16:creationId xmlns:a16="http://schemas.microsoft.com/office/drawing/2014/main" id="{A406577B-5F7D-503F-BEB7-D00441707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1214" y="2649919"/>
            <a:ext cx="1154728" cy="1154728"/>
          </a:xfrm>
          <a:prstGeom prst="rect">
            <a:avLst/>
          </a:prstGeom>
        </p:spPr>
      </p:pic>
      <p:pic>
        <p:nvPicPr>
          <p:cNvPr id="38" name="Picture 2" descr="Microsoft Fabric logo">
            <a:extLst>
              <a:ext uri="{FF2B5EF4-FFF2-40B4-BE49-F238E27FC236}">
                <a16:creationId xmlns:a16="http://schemas.microsoft.com/office/drawing/2014/main" id="{81E1D09C-74AB-591D-C5BE-FD96B0B24B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687" y="4687020"/>
            <a:ext cx="301350" cy="30134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A colorful hexagon with stars">
            <a:extLst>
              <a:ext uri="{FF2B5EF4-FFF2-40B4-BE49-F238E27FC236}">
                <a16:creationId xmlns:a16="http://schemas.microsoft.com/office/drawing/2014/main" id="{D8116B7F-EC55-9BC5-91AF-C6F0F82CB3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8544" y="3963277"/>
            <a:ext cx="860722" cy="860722"/>
          </a:xfrm>
          <a:prstGeom prst="rect">
            <a:avLst/>
          </a:prstGeom>
        </p:spPr>
      </p:pic>
      <p:pic>
        <p:nvPicPr>
          <p:cNvPr id="40" name="Picture 4" descr="Model Context Protocol · GitHub">
            <a:extLst>
              <a:ext uri="{FF2B5EF4-FFF2-40B4-BE49-F238E27FC236}">
                <a16:creationId xmlns:a16="http://schemas.microsoft.com/office/drawing/2014/main" id="{CF50AE1E-D079-FF10-06D1-264FB253D2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63080" y="4573040"/>
            <a:ext cx="328338" cy="328338"/>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40" descr="A colorful hexagon with stars">
            <a:extLst>
              <a:ext uri="{FF2B5EF4-FFF2-40B4-BE49-F238E27FC236}">
                <a16:creationId xmlns:a16="http://schemas.microsoft.com/office/drawing/2014/main" id="{465F4B17-A956-4DC5-FB53-570B2562BC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510" y="3358516"/>
            <a:ext cx="1154728" cy="1154728"/>
          </a:xfrm>
          <a:prstGeom prst="rect">
            <a:avLst/>
          </a:prstGeom>
        </p:spPr>
      </p:pic>
      <p:pic>
        <p:nvPicPr>
          <p:cNvPr id="42" name="Picture 41" descr="A colorful hexagon with stars">
            <a:extLst>
              <a:ext uri="{FF2B5EF4-FFF2-40B4-BE49-F238E27FC236}">
                <a16:creationId xmlns:a16="http://schemas.microsoft.com/office/drawing/2014/main" id="{68F6EAF0-C514-4FDC-3C54-648420A8F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3839" y="3358516"/>
            <a:ext cx="1154728" cy="1154728"/>
          </a:xfrm>
          <a:prstGeom prst="rect">
            <a:avLst/>
          </a:prstGeom>
        </p:spPr>
      </p:pic>
      <p:pic>
        <p:nvPicPr>
          <p:cNvPr id="43" name="Picture 42" descr="A colorful hexagon with stars">
            <a:extLst>
              <a:ext uri="{FF2B5EF4-FFF2-40B4-BE49-F238E27FC236}">
                <a16:creationId xmlns:a16="http://schemas.microsoft.com/office/drawing/2014/main" id="{9584A9A6-8566-EF0B-6CC0-0AEEA8E67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9421" y="3358516"/>
            <a:ext cx="1154728" cy="1154728"/>
          </a:xfrm>
          <a:prstGeom prst="rect">
            <a:avLst/>
          </a:prstGeom>
        </p:spPr>
      </p:pic>
    </p:spTree>
    <p:extLst>
      <p:ext uri="{BB962C8B-B14F-4D97-AF65-F5344CB8AC3E}">
        <p14:creationId xmlns:p14="http://schemas.microsoft.com/office/powerpoint/2010/main" val="2807465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27B2C-C8A4-53D1-5864-BFA2A8C4484D}"/>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402A57E-D01C-0A52-ACF9-9247DE335382}"/>
              </a:ext>
            </a:extLst>
          </p:cNvPr>
          <p:cNvSpPr/>
          <p:nvPr/>
        </p:nvSpPr>
        <p:spPr>
          <a:xfrm>
            <a:off x="441145" y="1388759"/>
            <a:ext cx="11309710" cy="4438003"/>
          </a:xfrm>
          <a:prstGeom prst="roundRect">
            <a:avLst>
              <a:gd name="adj" fmla="val 3417"/>
            </a:avLst>
          </a:prstGeom>
          <a:solidFill>
            <a:schemeClr val="bg1">
              <a:lumMod val="85000"/>
              <a:alpha val="49000"/>
            </a:schemeClr>
          </a:solidFill>
          <a:ln w="25400">
            <a:solidFill>
              <a:schemeClr val="bg1"/>
            </a:solidFill>
          </a:ln>
        </p:spPr>
        <p:txBody>
          <a:bodyPr wrap="square" lIns="91440" tIns="914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IN" sz="14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endParaRPr>
          </a:p>
        </p:txBody>
      </p:sp>
      <p:sp>
        <p:nvSpPr>
          <p:cNvPr id="7" name="Rectangle: Rounded Corners 6">
            <a:extLst>
              <a:ext uri="{FF2B5EF4-FFF2-40B4-BE49-F238E27FC236}">
                <a16:creationId xmlns:a16="http://schemas.microsoft.com/office/drawing/2014/main" id="{7F2C9718-E21C-AAC0-C93B-17AC87F1425A}"/>
              </a:ext>
            </a:extLst>
          </p:cNvPr>
          <p:cNvSpPr/>
          <p:nvPr/>
        </p:nvSpPr>
        <p:spPr>
          <a:xfrm>
            <a:off x="549385" y="1490924"/>
            <a:ext cx="3627846" cy="4233672"/>
          </a:xfrm>
          <a:prstGeom prst="roundRect">
            <a:avLst>
              <a:gd name="adj" fmla="val 2898"/>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15" name="Rectangle: Rounded Corners 14">
            <a:extLst>
              <a:ext uri="{FF2B5EF4-FFF2-40B4-BE49-F238E27FC236}">
                <a16:creationId xmlns:a16="http://schemas.microsoft.com/office/drawing/2014/main" id="{C815224E-341C-3B78-6230-F6B0574A0EF6}"/>
              </a:ext>
            </a:extLst>
          </p:cNvPr>
          <p:cNvSpPr/>
          <p:nvPr/>
        </p:nvSpPr>
        <p:spPr>
          <a:xfrm>
            <a:off x="4282077" y="1490924"/>
            <a:ext cx="3627846" cy="4233672"/>
          </a:xfrm>
          <a:prstGeom prst="roundRect">
            <a:avLst>
              <a:gd name="adj" fmla="val 3880"/>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16" name="Rectangle: Rounded Corners 15">
            <a:extLst>
              <a:ext uri="{FF2B5EF4-FFF2-40B4-BE49-F238E27FC236}">
                <a16:creationId xmlns:a16="http://schemas.microsoft.com/office/drawing/2014/main" id="{68EB2459-3A89-1101-FBD9-C5DD987D2168}"/>
              </a:ext>
            </a:extLst>
          </p:cNvPr>
          <p:cNvSpPr/>
          <p:nvPr/>
        </p:nvSpPr>
        <p:spPr>
          <a:xfrm>
            <a:off x="8014768" y="1490924"/>
            <a:ext cx="3627846" cy="4233672"/>
          </a:xfrm>
          <a:prstGeom prst="roundRect">
            <a:avLst>
              <a:gd name="adj" fmla="val 3880"/>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249" name="Freeform: Shape 248" descr="illustration showing single agent flowchart">
            <a:extLst>
              <a:ext uri="{FF2B5EF4-FFF2-40B4-BE49-F238E27FC236}">
                <a16:creationId xmlns:a16="http://schemas.microsoft.com/office/drawing/2014/main" id="{0DF486FA-38B0-B05D-EC90-C91DE0D91024}"/>
              </a:ext>
              <a:ext uri="{C183D7F6-B498-43B3-948B-1728B52AA6E4}">
                <adec:decorative xmlns:adec="http://schemas.microsoft.com/office/drawing/2017/decorative" val="0"/>
              </a:ext>
            </a:extLst>
          </p:cNvPr>
          <p:cNvSpPr/>
          <p:nvPr/>
        </p:nvSpPr>
        <p:spPr>
          <a:xfrm>
            <a:off x="1137213" y="2535452"/>
            <a:ext cx="229115" cy="194391"/>
          </a:xfrm>
          <a:custGeom>
            <a:avLst/>
            <a:gdLst>
              <a:gd name="connsiteX0" fmla="*/ 71438 w 190558"/>
              <a:gd name="connsiteY0" fmla="*/ 95234 h 171447"/>
              <a:gd name="connsiteX1" fmla="*/ 61913 w 190558"/>
              <a:gd name="connsiteY1" fmla="*/ 104759 h 171447"/>
              <a:gd name="connsiteX2" fmla="*/ 71438 w 190558"/>
              <a:gd name="connsiteY2" fmla="*/ 114284 h 171447"/>
              <a:gd name="connsiteX3" fmla="*/ 80963 w 190558"/>
              <a:gd name="connsiteY3" fmla="*/ 104759 h 171447"/>
              <a:gd name="connsiteX4" fmla="*/ 71438 w 190558"/>
              <a:gd name="connsiteY4" fmla="*/ 95234 h 171447"/>
              <a:gd name="connsiteX5" fmla="*/ 142437 w 190558"/>
              <a:gd name="connsiteY5" fmla="*/ 32465 h 171447"/>
              <a:gd name="connsiteX6" fmla="*/ 149294 w 190558"/>
              <a:gd name="connsiteY6" fmla="*/ 35245 h 171447"/>
              <a:gd name="connsiteX7" fmla="*/ 183804 w 190558"/>
              <a:gd name="connsiteY7" fmla="*/ 130239 h 171447"/>
              <a:gd name="connsiteX8" fmla="*/ 190376 w 190558"/>
              <a:gd name="connsiteY8" fmla="*/ 160110 h 171447"/>
              <a:gd name="connsiteX9" fmla="*/ 190413 w 190558"/>
              <a:gd name="connsiteY9" fmla="*/ 163608 h 171447"/>
              <a:gd name="connsiteX10" fmla="*/ 179422 w 190558"/>
              <a:gd name="connsiteY10" fmla="*/ 171301 h 171447"/>
              <a:gd name="connsiteX11" fmla="*/ 148485 w 190558"/>
              <a:gd name="connsiteY11" fmla="*/ 165110 h 171447"/>
              <a:gd name="connsiteX12" fmla="*/ 119063 w 190558"/>
              <a:gd name="connsiteY12" fmla="*/ 171435 h 171447"/>
              <a:gd name="connsiteX13" fmla="*/ 70485 w 190558"/>
              <a:gd name="connsiteY13" fmla="*/ 152385 h 171447"/>
              <a:gd name="connsiteX14" fmla="*/ 110430 w 190558"/>
              <a:gd name="connsiteY14" fmla="*/ 142399 h 171447"/>
              <a:gd name="connsiteX15" fmla="*/ 142437 w 190558"/>
              <a:gd name="connsiteY15" fmla="*/ 32465 h 171447"/>
              <a:gd name="connsiteX16" fmla="*/ 71438 w 190558"/>
              <a:gd name="connsiteY16" fmla="*/ 28569 h 171447"/>
              <a:gd name="connsiteX17" fmla="*/ 58522 w 190558"/>
              <a:gd name="connsiteY17" fmla="*/ 31483 h 171447"/>
              <a:gd name="connsiteX18" fmla="*/ 48492 w 190558"/>
              <a:gd name="connsiteY18" fmla="*/ 41866 h 171447"/>
              <a:gd name="connsiteX19" fmla="*/ 51727 w 190558"/>
              <a:gd name="connsiteY19" fmla="*/ 51436 h 171447"/>
              <a:gd name="connsiteX20" fmla="*/ 61046 w 190558"/>
              <a:gd name="connsiteY20" fmla="*/ 48666 h 171447"/>
              <a:gd name="connsiteX21" fmla="*/ 65256 w 190558"/>
              <a:gd name="connsiteY21" fmla="*/ 44094 h 171447"/>
              <a:gd name="connsiteX22" fmla="*/ 71438 w 190558"/>
              <a:gd name="connsiteY22" fmla="*/ 42856 h 171447"/>
              <a:gd name="connsiteX23" fmla="*/ 77915 w 190558"/>
              <a:gd name="connsiteY23" fmla="*/ 45123 h 171447"/>
              <a:gd name="connsiteX24" fmla="*/ 80963 w 190558"/>
              <a:gd name="connsiteY24" fmla="*/ 52372 h 171447"/>
              <a:gd name="connsiteX25" fmla="*/ 75362 w 190558"/>
              <a:gd name="connsiteY25" fmla="*/ 58925 h 171447"/>
              <a:gd name="connsiteX26" fmla="*/ 64294 w 190558"/>
              <a:gd name="connsiteY26" fmla="*/ 78565 h 171447"/>
              <a:gd name="connsiteX27" fmla="*/ 71438 w 190558"/>
              <a:gd name="connsiteY27" fmla="*/ 85709 h 171447"/>
              <a:gd name="connsiteX28" fmla="*/ 78581 w 190558"/>
              <a:gd name="connsiteY28" fmla="*/ 78565 h 171447"/>
              <a:gd name="connsiteX29" fmla="*/ 84182 w 190558"/>
              <a:gd name="connsiteY29" fmla="*/ 70155 h 171447"/>
              <a:gd name="connsiteX30" fmla="*/ 84992 w 190558"/>
              <a:gd name="connsiteY30" fmla="*/ 69536 h 171447"/>
              <a:gd name="connsiteX31" fmla="*/ 95250 w 190558"/>
              <a:gd name="connsiteY31" fmla="*/ 52372 h 171447"/>
              <a:gd name="connsiteX32" fmla="*/ 86982 w 190558"/>
              <a:gd name="connsiteY32" fmla="*/ 34065 h 171447"/>
              <a:gd name="connsiteX33" fmla="*/ 71438 w 190558"/>
              <a:gd name="connsiteY33" fmla="*/ 28569 h 171447"/>
              <a:gd name="connsiteX34" fmla="*/ 71453 w 190558"/>
              <a:gd name="connsiteY34" fmla="*/ 0 h 171447"/>
              <a:gd name="connsiteX35" fmla="*/ 142875 w 190558"/>
              <a:gd name="connsiteY35" fmla="*/ 71453 h 171447"/>
              <a:gd name="connsiteX36" fmla="*/ 71422 w 190558"/>
              <a:gd name="connsiteY36" fmla="*/ 142875 h 171447"/>
              <a:gd name="connsiteX37" fmla="*/ 42015 w 190558"/>
              <a:gd name="connsiteY37" fmla="*/ 136535 h 171447"/>
              <a:gd name="connsiteX38" fmla="*/ 11192 w 190558"/>
              <a:gd name="connsiteY38" fmla="*/ 142745 h 171447"/>
              <a:gd name="connsiteX39" fmla="*/ 184 w 190558"/>
              <a:gd name="connsiteY39" fmla="*/ 135074 h 171447"/>
              <a:gd name="connsiteX40" fmla="*/ 210 w 190558"/>
              <a:gd name="connsiteY40" fmla="*/ 131601 h 171447"/>
              <a:gd name="connsiteX41" fmla="*/ 6696 w 190558"/>
              <a:gd name="connsiteY41" fmla="*/ 101663 h 171447"/>
              <a:gd name="connsiteX42" fmla="*/ 0 w 190558"/>
              <a:gd name="connsiteY42" fmla="*/ 71422 h 171447"/>
              <a:gd name="connsiteX43" fmla="*/ 71453 w 190558"/>
              <a:gd name="connsiteY43" fmla="*/ 0 h 17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0558" h="171447">
                <a:moveTo>
                  <a:pt x="71438" y="95234"/>
                </a:moveTo>
                <a:cubicBezTo>
                  <a:pt x="66177" y="95234"/>
                  <a:pt x="61913" y="99498"/>
                  <a:pt x="61913" y="104759"/>
                </a:cubicBezTo>
                <a:cubicBezTo>
                  <a:pt x="61913" y="110020"/>
                  <a:pt x="66177" y="114284"/>
                  <a:pt x="71438" y="114284"/>
                </a:cubicBezTo>
                <a:cubicBezTo>
                  <a:pt x="76698" y="114284"/>
                  <a:pt x="80963" y="110020"/>
                  <a:pt x="80963" y="104759"/>
                </a:cubicBezTo>
                <a:cubicBezTo>
                  <a:pt x="80963" y="99498"/>
                  <a:pt x="76698" y="95234"/>
                  <a:pt x="71438" y="95234"/>
                </a:cubicBezTo>
                <a:close/>
                <a:moveTo>
                  <a:pt x="142437" y="32465"/>
                </a:moveTo>
                <a:cubicBezTo>
                  <a:pt x="144770" y="33273"/>
                  <a:pt x="147058" y="34201"/>
                  <a:pt x="149294" y="35245"/>
                </a:cubicBezTo>
                <a:cubicBezTo>
                  <a:pt x="185056" y="51947"/>
                  <a:pt x="200506" y="94478"/>
                  <a:pt x="183804" y="130239"/>
                </a:cubicBezTo>
                <a:cubicBezTo>
                  <a:pt x="186209" y="140148"/>
                  <a:pt x="188401" y="150106"/>
                  <a:pt x="190376" y="160110"/>
                </a:cubicBezTo>
                <a:cubicBezTo>
                  <a:pt x="190606" y="161263"/>
                  <a:pt x="190618" y="162450"/>
                  <a:pt x="190413" y="163608"/>
                </a:cubicBezTo>
                <a:cubicBezTo>
                  <a:pt x="189503" y="168768"/>
                  <a:pt x="184582" y="172212"/>
                  <a:pt x="179422" y="171301"/>
                </a:cubicBezTo>
                <a:cubicBezTo>
                  <a:pt x="173450" y="170254"/>
                  <a:pt x="160487" y="167872"/>
                  <a:pt x="148485" y="165110"/>
                </a:cubicBezTo>
                <a:cubicBezTo>
                  <a:pt x="139503" y="169177"/>
                  <a:pt x="129540" y="171435"/>
                  <a:pt x="119063" y="171435"/>
                </a:cubicBezTo>
                <a:cubicBezTo>
                  <a:pt x="101042" y="171461"/>
                  <a:pt x="83683" y="164654"/>
                  <a:pt x="70485" y="152385"/>
                </a:cubicBezTo>
                <a:cubicBezTo>
                  <a:pt x="84438" y="152554"/>
                  <a:pt x="98198" y="149114"/>
                  <a:pt x="110430" y="142399"/>
                </a:cubicBezTo>
                <a:cubicBezTo>
                  <a:pt x="149625" y="120880"/>
                  <a:pt x="163956" y="71661"/>
                  <a:pt x="142437" y="32465"/>
                </a:cubicBezTo>
                <a:close/>
                <a:moveTo>
                  <a:pt x="71438" y="28569"/>
                </a:moveTo>
                <a:cubicBezTo>
                  <a:pt x="67104" y="28569"/>
                  <a:pt x="62656" y="29273"/>
                  <a:pt x="58522" y="31483"/>
                </a:cubicBezTo>
                <a:cubicBezTo>
                  <a:pt x="54312" y="33731"/>
                  <a:pt x="50997" y="37227"/>
                  <a:pt x="48492" y="41866"/>
                </a:cubicBezTo>
                <a:cubicBezTo>
                  <a:pt x="46742" y="45402"/>
                  <a:pt x="48190" y="49687"/>
                  <a:pt x="51727" y="51436"/>
                </a:cubicBezTo>
                <a:cubicBezTo>
                  <a:pt x="55079" y="53095"/>
                  <a:pt x="59144" y="51887"/>
                  <a:pt x="61046" y="48666"/>
                </a:cubicBezTo>
                <a:cubicBezTo>
                  <a:pt x="62446" y="46095"/>
                  <a:pt x="63884" y="44818"/>
                  <a:pt x="65256" y="44094"/>
                </a:cubicBezTo>
                <a:cubicBezTo>
                  <a:pt x="66685" y="43323"/>
                  <a:pt x="68628" y="42856"/>
                  <a:pt x="71438" y="42856"/>
                </a:cubicBezTo>
                <a:cubicBezTo>
                  <a:pt x="73571" y="42856"/>
                  <a:pt x="76076" y="43609"/>
                  <a:pt x="77915" y="45123"/>
                </a:cubicBezTo>
                <a:cubicBezTo>
                  <a:pt x="79543" y="46457"/>
                  <a:pt x="80963" y="48590"/>
                  <a:pt x="80963" y="52372"/>
                </a:cubicBezTo>
                <a:cubicBezTo>
                  <a:pt x="80963" y="54229"/>
                  <a:pt x="80248" y="55086"/>
                  <a:pt x="75362" y="58925"/>
                </a:cubicBezTo>
                <a:cubicBezTo>
                  <a:pt x="71076" y="62297"/>
                  <a:pt x="64294" y="67764"/>
                  <a:pt x="64294" y="78565"/>
                </a:cubicBezTo>
                <a:cubicBezTo>
                  <a:pt x="64294" y="82511"/>
                  <a:pt x="67492" y="85709"/>
                  <a:pt x="71438" y="85709"/>
                </a:cubicBezTo>
                <a:cubicBezTo>
                  <a:pt x="75383" y="85709"/>
                  <a:pt x="78581" y="82511"/>
                  <a:pt x="78581" y="78565"/>
                </a:cubicBezTo>
                <a:cubicBezTo>
                  <a:pt x="78581" y="75041"/>
                  <a:pt x="80143" y="73336"/>
                  <a:pt x="84182" y="70155"/>
                </a:cubicBezTo>
                <a:lnTo>
                  <a:pt x="84992" y="69536"/>
                </a:lnTo>
                <a:cubicBezTo>
                  <a:pt x="88678" y="66697"/>
                  <a:pt x="95250" y="61658"/>
                  <a:pt x="95250" y="52372"/>
                </a:cubicBezTo>
                <a:cubicBezTo>
                  <a:pt x="95250" y="44294"/>
                  <a:pt x="91907" y="38103"/>
                  <a:pt x="86982" y="34065"/>
                </a:cubicBezTo>
                <a:cubicBezTo>
                  <a:pt x="82575" y="30520"/>
                  <a:pt x="77093" y="28582"/>
                  <a:pt x="71438" y="28569"/>
                </a:cubicBezTo>
                <a:close/>
                <a:moveTo>
                  <a:pt x="71453" y="0"/>
                </a:moveTo>
                <a:cubicBezTo>
                  <a:pt x="110907" y="9"/>
                  <a:pt x="142884" y="32000"/>
                  <a:pt x="142875" y="71453"/>
                </a:cubicBezTo>
                <a:cubicBezTo>
                  <a:pt x="142867" y="110907"/>
                  <a:pt x="110876" y="142884"/>
                  <a:pt x="71422" y="142875"/>
                </a:cubicBezTo>
                <a:cubicBezTo>
                  <a:pt x="61280" y="142872"/>
                  <a:pt x="51256" y="140711"/>
                  <a:pt x="42015" y="136535"/>
                </a:cubicBezTo>
                <a:cubicBezTo>
                  <a:pt x="30032" y="139297"/>
                  <a:pt x="17126" y="141678"/>
                  <a:pt x="11192" y="142745"/>
                </a:cubicBezTo>
                <a:cubicBezTo>
                  <a:pt x="6034" y="143667"/>
                  <a:pt x="1106" y="140232"/>
                  <a:pt x="184" y="135074"/>
                </a:cubicBezTo>
                <a:cubicBezTo>
                  <a:pt x="-21" y="133925"/>
                  <a:pt x="-13" y="132747"/>
                  <a:pt x="210" y="131601"/>
                </a:cubicBezTo>
                <a:cubicBezTo>
                  <a:pt x="1334" y="125790"/>
                  <a:pt x="3829" y="113332"/>
                  <a:pt x="6696" y="101663"/>
                </a:cubicBezTo>
                <a:cubicBezTo>
                  <a:pt x="2272" y="92197"/>
                  <a:pt x="-15" y="81871"/>
                  <a:pt x="0" y="71422"/>
                </a:cubicBezTo>
                <a:cubicBezTo>
                  <a:pt x="9" y="31968"/>
                  <a:pt x="32000" y="-9"/>
                  <a:pt x="71453" y="0"/>
                </a:cubicBezTo>
                <a:close/>
              </a:path>
            </a:pathLst>
          </a:custGeom>
          <a:solidFill>
            <a:schemeClr val="bg2"/>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cxnSp>
        <p:nvCxnSpPr>
          <p:cNvPr id="250" name="Straight Arrow Connector 249">
            <a:extLst>
              <a:ext uri="{FF2B5EF4-FFF2-40B4-BE49-F238E27FC236}">
                <a16:creationId xmlns:a16="http://schemas.microsoft.com/office/drawing/2014/main" id="{3B1532D5-74B0-C14E-F413-7FE53BF05CC6}"/>
              </a:ext>
              <a:ext uri="{C183D7F6-B498-43B3-948B-1728B52AA6E4}">
                <adec:decorative xmlns:adec="http://schemas.microsoft.com/office/drawing/2017/decorative" val="1"/>
              </a:ext>
            </a:extLst>
          </p:cNvPr>
          <p:cNvCxnSpPr>
            <a:cxnSpLocks/>
          </p:cNvCxnSpPr>
          <p:nvPr/>
        </p:nvCxnSpPr>
        <p:spPr>
          <a:xfrm flipH="1" flipV="1">
            <a:off x="1458431" y="2632632"/>
            <a:ext cx="268268" cy="1"/>
          </a:xfrm>
          <a:prstGeom prst="straightConnector1">
            <a:avLst/>
          </a:prstGeom>
          <a:ln w="12700" cap="rnd">
            <a:solidFill>
              <a:schemeClr val="bg1">
                <a:lumMod val="75000"/>
              </a:schemeClr>
            </a:solidFill>
            <a:headEnd type="arrow" w="lg" len="med"/>
            <a:tailEnd type="none" w="lg" len="sm"/>
          </a:ln>
          <a:effectLst/>
        </p:spPr>
        <p:style>
          <a:lnRef idx="1">
            <a:schemeClr val="accent1"/>
          </a:lnRef>
          <a:fillRef idx="0">
            <a:schemeClr val="accent1"/>
          </a:fillRef>
          <a:effectRef idx="0">
            <a:schemeClr val="accent1"/>
          </a:effectRef>
          <a:fontRef idx="minor">
            <a:schemeClr val="tx1"/>
          </a:fontRef>
        </p:style>
      </p:cxnSp>
      <p:sp>
        <p:nvSpPr>
          <p:cNvPr id="251" name="Rectangle: Rounded Corners 250">
            <a:extLst>
              <a:ext uri="{FF2B5EF4-FFF2-40B4-BE49-F238E27FC236}">
                <a16:creationId xmlns:a16="http://schemas.microsoft.com/office/drawing/2014/main" id="{9D5B5C32-7E8A-4A36-634C-FE18B8985690}"/>
              </a:ext>
              <a:ext uri="{C183D7F6-B498-43B3-948B-1728B52AA6E4}">
                <adec:decorative xmlns:adec="http://schemas.microsoft.com/office/drawing/2017/decorative" val="1"/>
              </a:ext>
            </a:extLst>
          </p:cNvPr>
          <p:cNvSpPr/>
          <p:nvPr/>
        </p:nvSpPr>
        <p:spPr>
          <a:xfrm>
            <a:off x="1863886" y="2483449"/>
            <a:ext cx="806183" cy="298366"/>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Agent</a:t>
            </a:r>
          </a:p>
        </p:txBody>
      </p:sp>
      <p:sp>
        <p:nvSpPr>
          <p:cNvPr id="252" name="Rectangle: Rounded Corners 251">
            <a:extLst>
              <a:ext uri="{FF2B5EF4-FFF2-40B4-BE49-F238E27FC236}">
                <a16:creationId xmlns:a16="http://schemas.microsoft.com/office/drawing/2014/main" id="{5CE16E15-A80F-988D-F273-052BC8741C8B}"/>
              </a:ext>
              <a:ext uri="{C183D7F6-B498-43B3-948B-1728B52AA6E4}">
                <adec:decorative xmlns:adec="http://schemas.microsoft.com/office/drawing/2017/decorative" val="1"/>
              </a:ext>
            </a:extLst>
          </p:cNvPr>
          <p:cNvSpPr/>
          <p:nvPr/>
        </p:nvSpPr>
        <p:spPr>
          <a:xfrm>
            <a:off x="1863886" y="3183453"/>
            <a:ext cx="806183" cy="702864"/>
          </a:xfrm>
          <a:prstGeom prst="roundRect">
            <a:avLst>
              <a:gd name="adj" fmla="val 6729"/>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Search,</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Tools,</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Memory</a:t>
            </a:r>
          </a:p>
        </p:txBody>
      </p:sp>
      <p:sp>
        <p:nvSpPr>
          <p:cNvPr id="253" name="TextBox 252">
            <a:extLst>
              <a:ext uri="{FF2B5EF4-FFF2-40B4-BE49-F238E27FC236}">
                <a16:creationId xmlns:a16="http://schemas.microsoft.com/office/drawing/2014/main" id="{D6A34150-CD72-7E09-398E-40F4CB20AF16}"/>
              </a:ext>
              <a:ext uri="{C183D7F6-B498-43B3-948B-1728B52AA6E4}">
                <adec:decorative xmlns:adec="http://schemas.microsoft.com/office/drawing/2017/decorative" val="1"/>
              </a:ext>
            </a:extLst>
          </p:cNvPr>
          <p:cNvSpPr txBox="1"/>
          <p:nvPr/>
        </p:nvSpPr>
        <p:spPr>
          <a:xfrm>
            <a:off x="1810976" y="2913385"/>
            <a:ext cx="291748" cy="138499"/>
          </a:xfrm>
          <a:prstGeom prst="rect">
            <a:avLst/>
          </a:prstGeom>
          <a:noFill/>
          <a:ln>
            <a:noFill/>
          </a:ln>
          <a:effectLst/>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query</a:t>
            </a:r>
          </a:p>
        </p:txBody>
      </p:sp>
      <p:cxnSp>
        <p:nvCxnSpPr>
          <p:cNvPr id="254" name="Straight Arrow Connector 253">
            <a:extLst>
              <a:ext uri="{FF2B5EF4-FFF2-40B4-BE49-F238E27FC236}">
                <a16:creationId xmlns:a16="http://schemas.microsoft.com/office/drawing/2014/main" id="{9CF4D0E3-6D61-04F1-CA5D-ED85A8CB97A7}"/>
              </a:ext>
              <a:ext uri="{C183D7F6-B498-43B3-948B-1728B52AA6E4}">
                <adec:decorative xmlns:adec="http://schemas.microsoft.com/office/drawing/2017/decorative" val="1"/>
              </a:ext>
            </a:extLst>
          </p:cNvPr>
          <p:cNvCxnSpPr>
            <a:cxnSpLocks/>
          </p:cNvCxnSpPr>
          <p:nvPr/>
        </p:nvCxnSpPr>
        <p:spPr>
          <a:xfrm flipV="1">
            <a:off x="2164862" y="2781815"/>
            <a:ext cx="0" cy="401639"/>
          </a:xfrm>
          <a:prstGeom prst="straightConnector1">
            <a:avLst/>
          </a:prstGeom>
          <a:ln w="12700" cap="rnd">
            <a:solidFill>
              <a:schemeClr val="bg1">
                <a:lumMod val="75000"/>
              </a:schemeClr>
            </a:solidFill>
            <a:headEnd type="arrow" w="lg" len="med"/>
            <a:tailEnd type="none" w="lg" len="sm"/>
          </a:ln>
          <a:effectLst/>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643C0CBB-2075-ED54-79C5-7AB9928B1F6E}"/>
              </a:ext>
              <a:ext uri="{C183D7F6-B498-43B3-948B-1728B52AA6E4}">
                <adec:decorative xmlns:adec="http://schemas.microsoft.com/office/drawing/2017/decorative" val="1"/>
              </a:ext>
            </a:extLst>
          </p:cNvPr>
          <p:cNvCxnSpPr>
            <a:cxnSpLocks/>
          </p:cNvCxnSpPr>
          <p:nvPr/>
        </p:nvCxnSpPr>
        <p:spPr>
          <a:xfrm>
            <a:off x="2369093" y="2781815"/>
            <a:ext cx="0" cy="401639"/>
          </a:xfrm>
          <a:prstGeom prst="straightConnector1">
            <a:avLst/>
          </a:prstGeom>
          <a:ln w="12700" cap="rnd">
            <a:solidFill>
              <a:schemeClr val="bg1">
                <a:lumMod val="75000"/>
              </a:schemeClr>
            </a:solidFill>
            <a:headEnd type="arrow" w="lg" len="med"/>
            <a:tailEnd type="none" w="lg" len="sm"/>
          </a:ln>
          <a:effectLst/>
        </p:spPr>
        <p:style>
          <a:lnRef idx="1">
            <a:schemeClr val="accent1"/>
          </a:lnRef>
          <a:fillRef idx="0">
            <a:schemeClr val="accent1"/>
          </a:fillRef>
          <a:effectRef idx="0">
            <a:schemeClr val="accent1"/>
          </a:effectRef>
          <a:fontRef idx="minor">
            <a:schemeClr val="tx1"/>
          </a:fontRef>
        </p:style>
      </p:cxnSp>
      <p:sp>
        <p:nvSpPr>
          <p:cNvPr id="256" name="TextBox 255">
            <a:extLst>
              <a:ext uri="{FF2B5EF4-FFF2-40B4-BE49-F238E27FC236}">
                <a16:creationId xmlns:a16="http://schemas.microsoft.com/office/drawing/2014/main" id="{6763B577-323A-7ACF-6DF4-EE03FFB2CDAC}"/>
              </a:ext>
              <a:ext uri="{C183D7F6-B498-43B3-948B-1728B52AA6E4}">
                <adec:decorative xmlns:adec="http://schemas.microsoft.com/office/drawing/2017/decorative" val="1"/>
              </a:ext>
            </a:extLst>
          </p:cNvPr>
          <p:cNvSpPr txBox="1"/>
          <p:nvPr/>
        </p:nvSpPr>
        <p:spPr>
          <a:xfrm>
            <a:off x="2438411" y="2913385"/>
            <a:ext cx="224420" cy="138499"/>
          </a:xfrm>
          <a:prstGeom prst="rect">
            <a:avLst/>
          </a:prstGeom>
          <a:noFill/>
          <a:ln>
            <a:noFill/>
          </a:ln>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data</a:t>
            </a:r>
          </a:p>
        </p:txBody>
      </p:sp>
      <p:sp>
        <p:nvSpPr>
          <p:cNvPr id="257" name="Freeform: Shape 256">
            <a:extLst>
              <a:ext uri="{FF2B5EF4-FFF2-40B4-BE49-F238E27FC236}">
                <a16:creationId xmlns:a16="http://schemas.microsoft.com/office/drawing/2014/main" id="{5DAB79E7-82F2-B288-13D8-CBF9DEFD0DA5}"/>
              </a:ext>
              <a:ext uri="{C183D7F6-B498-43B3-948B-1728B52AA6E4}">
                <adec:decorative xmlns:adec="http://schemas.microsoft.com/office/drawing/2017/decorative" val="1"/>
              </a:ext>
            </a:extLst>
          </p:cNvPr>
          <p:cNvSpPr/>
          <p:nvPr/>
        </p:nvSpPr>
        <p:spPr>
          <a:xfrm>
            <a:off x="1948962" y="3993356"/>
            <a:ext cx="228476" cy="172795"/>
          </a:xfrm>
          <a:custGeom>
            <a:avLst/>
            <a:gdLst>
              <a:gd name="connsiteX0" fmla="*/ 16660 w 190026"/>
              <a:gd name="connsiteY0" fmla="*/ 146485 h 152400"/>
              <a:gd name="connsiteX1" fmla="*/ 16662 w 190026"/>
              <a:gd name="connsiteY1" fmla="*/ 146488 h 152400"/>
              <a:gd name="connsiteX2" fmla="*/ 16660 w 190026"/>
              <a:gd name="connsiteY2" fmla="*/ 146494 h 152400"/>
              <a:gd name="connsiteX3" fmla="*/ 42158 w 190026"/>
              <a:gd name="connsiteY3" fmla="*/ 66694 h 152400"/>
              <a:gd name="connsiteX4" fmla="*/ 185262 w 190026"/>
              <a:gd name="connsiteY4" fmla="*/ 66694 h 152400"/>
              <a:gd name="connsiteX5" fmla="*/ 186425 w 190026"/>
              <a:gd name="connsiteY5" fmla="*/ 66838 h 152400"/>
              <a:gd name="connsiteX6" fmla="*/ 189881 w 190026"/>
              <a:gd name="connsiteY6" fmla="*/ 72619 h 152400"/>
              <a:gd name="connsiteX7" fmla="*/ 173089 w 190026"/>
              <a:gd name="connsiteY7" fmla="*/ 139770 h 152400"/>
              <a:gd name="connsiteX8" fmla="*/ 156915 w 190026"/>
              <a:gd name="connsiteY8" fmla="*/ 152400 h 152400"/>
              <a:gd name="connsiteX9" fmla="*/ 21279 w 190026"/>
              <a:gd name="connsiteY9" fmla="*/ 152400 h 152400"/>
              <a:gd name="connsiteX10" fmla="*/ 20128 w 190026"/>
              <a:gd name="connsiteY10" fmla="*/ 152258 h 152400"/>
              <a:gd name="connsiteX11" fmla="*/ 16662 w 190026"/>
              <a:gd name="connsiteY11" fmla="*/ 146488 h 152400"/>
              <a:gd name="connsiteX12" fmla="*/ 35224 w 190026"/>
              <a:gd name="connsiteY12" fmla="*/ 72104 h 152400"/>
              <a:gd name="connsiteX13" fmla="*/ 42158 w 190026"/>
              <a:gd name="connsiteY13" fmla="*/ 66694 h 152400"/>
              <a:gd name="connsiteX14" fmla="*/ 21469 w 190026"/>
              <a:gd name="connsiteY14" fmla="*/ 0 h 152400"/>
              <a:gd name="connsiteX15" fmla="*/ 59150 w 190026"/>
              <a:gd name="connsiteY15" fmla="*/ 0 h 152400"/>
              <a:gd name="connsiteX16" fmla="*/ 72847 w 190026"/>
              <a:gd name="connsiteY16" fmla="*/ 4953 h 152400"/>
              <a:gd name="connsiteX17" fmla="*/ 95526 w 190026"/>
              <a:gd name="connsiteY17" fmla="*/ 23813 h 152400"/>
              <a:gd name="connsiteX18" fmla="*/ 150057 w 190026"/>
              <a:gd name="connsiteY18" fmla="*/ 23813 h 152400"/>
              <a:gd name="connsiteX19" fmla="*/ 171488 w 190026"/>
              <a:gd name="connsiteY19" fmla="*/ 45244 h 152400"/>
              <a:gd name="connsiteX20" fmla="*/ 171488 w 190026"/>
              <a:gd name="connsiteY20" fmla="*/ 52407 h 152400"/>
              <a:gd name="connsiteX21" fmla="*/ 42158 w 190026"/>
              <a:gd name="connsiteY21" fmla="*/ 52407 h 152400"/>
              <a:gd name="connsiteX22" fmla="*/ 21365 w 190026"/>
              <a:gd name="connsiteY22" fmla="*/ 68647 h 152400"/>
              <a:gd name="connsiteX23" fmla="*/ 3048 w 190026"/>
              <a:gd name="connsiteY23" fmla="*/ 141989 h 152400"/>
              <a:gd name="connsiteX24" fmla="*/ 0 w 190026"/>
              <a:gd name="connsiteY24" fmla="*/ 130959 h 152400"/>
              <a:gd name="connsiteX25" fmla="*/ 38 w 190026"/>
              <a:gd name="connsiteY25" fmla="*/ 21431 h 152400"/>
              <a:gd name="connsiteX26" fmla="*/ 21469 w 190026"/>
              <a:gd name="connsiteY2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0026" h="152400">
                <a:moveTo>
                  <a:pt x="16660" y="146485"/>
                </a:moveTo>
                <a:lnTo>
                  <a:pt x="16662" y="146488"/>
                </a:lnTo>
                <a:lnTo>
                  <a:pt x="16660" y="146494"/>
                </a:lnTo>
                <a:close/>
                <a:moveTo>
                  <a:pt x="42158" y="66694"/>
                </a:moveTo>
                <a:lnTo>
                  <a:pt x="185262" y="66694"/>
                </a:lnTo>
                <a:cubicBezTo>
                  <a:pt x="185654" y="66694"/>
                  <a:pt x="186045" y="66743"/>
                  <a:pt x="186425" y="66838"/>
                </a:cubicBezTo>
                <a:cubicBezTo>
                  <a:pt x="188976" y="67480"/>
                  <a:pt x="190523" y="70068"/>
                  <a:pt x="189881" y="72619"/>
                </a:cubicBezTo>
                <a:lnTo>
                  <a:pt x="173089" y="139770"/>
                </a:lnTo>
                <a:cubicBezTo>
                  <a:pt x="171235" y="147193"/>
                  <a:pt x="164566" y="152401"/>
                  <a:pt x="156915" y="152400"/>
                </a:cubicBezTo>
                <a:lnTo>
                  <a:pt x="21279" y="152400"/>
                </a:lnTo>
                <a:cubicBezTo>
                  <a:pt x="20891" y="152400"/>
                  <a:pt x="20505" y="152352"/>
                  <a:pt x="20128" y="152258"/>
                </a:cubicBezTo>
                <a:lnTo>
                  <a:pt x="16662" y="146488"/>
                </a:lnTo>
                <a:lnTo>
                  <a:pt x="35224" y="72104"/>
                </a:lnTo>
                <a:cubicBezTo>
                  <a:pt x="36020" y="68923"/>
                  <a:pt x="38879" y="66692"/>
                  <a:pt x="42158" y="66694"/>
                </a:cubicBezTo>
                <a:close/>
                <a:moveTo>
                  <a:pt x="21469" y="0"/>
                </a:moveTo>
                <a:lnTo>
                  <a:pt x="59150" y="0"/>
                </a:lnTo>
                <a:cubicBezTo>
                  <a:pt x="64154" y="1"/>
                  <a:pt x="69000" y="1754"/>
                  <a:pt x="72847" y="4953"/>
                </a:cubicBezTo>
                <a:lnTo>
                  <a:pt x="95526" y="23813"/>
                </a:lnTo>
                <a:lnTo>
                  <a:pt x="150057" y="23813"/>
                </a:lnTo>
                <a:cubicBezTo>
                  <a:pt x="161893" y="23813"/>
                  <a:pt x="171488" y="33408"/>
                  <a:pt x="171488" y="45244"/>
                </a:cubicBezTo>
                <a:lnTo>
                  <a:pt x="171488" y="52407"/>
                </a:lnTo>
                <a:lnTo>
                  <a:pt x="42158" y="52407"/>
                </a:lnTo>
                <a:cubicBezTo>
                  <a:pt x="32321" y="52407"/>
                  <a:pt x="23747" y="59103"/>
                  <a:pt x="21365" y="68647"/>
                </a:cubicBezTo>
                <a:lnTo>
                  <a:pt x="3048" y="141989"/>
                </a:lnTo>
                <a:cubicBezTo>
                  <a:pt x="1047" y="138658"/>
                  <a:pt x="-7" y="134844"/>
                  <a:pt x="0" y="130959"/>
                </a:cubicBezTo>
                <a:lnTo>
                  <a:pt x="38" y="21431"/>
                </a:lnTo>
                <a:cubicBezTo>
                  <a:pt x="38" y="9595"/>
                  <a:pt x="9633" y="0"/>
                  <a:pt x="21469" y="0"/>
                </a:cubicBezTo>
                <a:close/>
              </a:path>
            </a:pathLst>
          </a:custGeom>
          <a:solidFill>
            <a:schemeClr val="bg2"/>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258" name="TextBox 257">
            <a:extLst>
              <a:ext uri="{FF2B5EF4-FFF2-40B4-BE49-F238E27FC236}">
                <a16:creationId xmlns:a16="http://schemas.microsoft.com/office/drawing/2014/main" id="{3554CF02-2C12-4436-4F5A-535BA82E82D7}"/>
              </a:ext>
              <a:ext uri="{C183D7F6-B498-43B3-948B-1728B52AA6E4}">
                <adec:decorative xmlns:adec="http://schemas.microsoft.com/office/drawing/2017/decorative" val="1"/>
              </a:ext>
            </a:extLst>
          </p:cNvPr>
          <p:cNvSpPr txBox="1"/>
          <p:nvPr/>
        </p:nvSpPr>
        <p:spPr>
          <a:xfrm>
            <a:off x="2200961" y="4010504"/>
            <a:ext cx="429926" cy="138499"/>
          </a:xfrm>
          <a:prstGeom prst="rect">
            <a:avLst/>
          </a:prstGeom>
          <a:noFill/>
          <a:ln>
            <a:noFill/>
          </a:ln>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docs</a:t>
            </a:r>
          </a:p>
        </p:txBody>
      </p:sp>
      <p:cxnSp>
        <p:nvCxnSpPr>
          <p:cNvPr id="262" name="Straight Arrow Connector 261">
            <a:extLst>
              <a:ext uri="{FF2B5EF4-FFF2-40B4-BE49-F238E27FC236}">
                <a16:creationId xmlns:a16="http://schemas.microsoft.com/office/drawing/2014/main" id="{92FB0CA8-DDFC-2AA3-543B-C708A2DE3A1A}"/>
              </a:ext>
              <a:ext uri="{C183D7F6-B498-43B3-948B-1728B52AA6E4}">
                <adec:decorative xmlns:adec="http://schemas.microsoft.com/office/drawing/2017/decorative" val="1"/>
              </a:ext>
            </a:extLst>
          </p:cNvPr>
          <p:cNvCxnSpPr>
            <a:cxnSpLocks/>
          </p:cNvCxnSpPr>
          <p:nvPr/>
        </p:nvCxnSpPr>
        <p:spPr>
          <a:xfrm flipH="1" flipV="1">
            <a:off x="2757646" y="2632632"/>
            <a:ext cx="268268" cy="1"/>
          </a:xfrm>
          <a:prstGeom prst="straightConnector1">
            <a:avLst/>
          </a:prstGeom>
          <a:ln w="12700" cap="rnd">
            <a:solidFill>
              <a:schemeClr val="bg1">
                <a:lumMod val="75000"/>
              </a:schemeClr>
            </a:solidFill>
            <a:headEnd type="arrow" w="lg" len="med"/>
            <a:tailEnd type="none" w="lg" len="sm"/>
          </a:ln>
          <a:effectLst/>
        </p:spPr>
        <p:style>
          <a:lnRef idx="1">
            <a:schemeClr val="accent1"/>
          </a:lnRef>
          <a:fillRef idx="0">
            <a:schemeClr val="accent1"/>
          </a:fillRef>
          <a:effectRef idx="0">
            <a:schemeClr val="accent1"/>
          </a:effectRef>
          <a:fontRef idx="minor">
            <a:schemeClr val="tx1"/>
          </a:fontRef>
        </p:style>
      </p:cxnSp>
      <p:sp>
        <p:nvSpPr>
          <p:cNvPr id="263" name="TextBox 262">
            <a:extLst>
              <a:ext uri="{FF2B5EF4-FFF2-40B4-BE49-F238E27FC236}">
                <a16:creationId xmlns:a16="http://schemas.microsoft.com/office/drawing/2014/main" id="{4BEBAD4D-30DE-2FCD-94B9-88D9B0924275}"/>
              </a:ext>
              <a:ext uri="{C183D7F6-B498-43B3-948B-1728B52AA6E4}">
                <adec:decorative xmlns:adec="http://schemas.microsoft.com/office/drawing/2017/decorative" val="1"/>
              </a:ext>
            </a:extLst>
          </p:cNvPr>
          <p:cNvSpPr txBox="1"/>
          <p:nvPr/>
        </p:nvSpPr>
        <p:spPr>
          <a:xfrm>
            <a:off x="2935659" y="2828039"/>
            <a:ext cx="543739" cy="138499"/>
          </a:xfrm>
          <a:prstGeom prst="rect">
            <a:avLst/>
          </a:prstGeom>
          <a:noFill/>
          <a:ln>
            <a:noFill/>
          </a:ln>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answer</a:t>
            </a:r>
          </a:p>
        </p:txBody>
      </p:sp>
      <p:sp>
        <p:nvSpPr>
          <p:cNvPr id="264" name="Graphic 66">
            <a:extLst>
              <a:ext uri="{FF2B5EF4-FFF2-40B4-BE49-F238E27FC236}">
                <a16:creationId xmlns:a16="http://schemas.microsoft.com/office/drawing/2014/main" id="{3E549A2D-91A7-BE15-91D5-19C158424F9F}"/>
              </a:ext>
              <a:ext uri="{C183D7F6-B498-43B3-948B-1728B52AA6E4}">
                <adec:decorative xmlns:adec="http://schemas.microsoft.com/office/drawing/2017/decorative" val="1"/>
              </a:ext>
            </a:extLst>
          </p:cNvPr>
          <p:cNvSpPr/>
          <p:nvPr/>
        </p:nvSpPr>
        <p:spPr>
          <a:xfrm>
            <a:off x="3178810" y="2524635"/>
            <a:ext cx="183236" cy="215994"/>
          </a:xfrm>
          <a:custGeom>
            <a:avLst/>
            <a:gdLst>
              <a:gd name="connsiteX0" fmla="*/ 76200 w 152400"/>
              <a:gd name="connsiteY0" fmla="*/ 57150 h 190500"/>
              <a:gd name="connsiteX1" fmla="*/ 76200 w 152400"/>
              <a:gd name="connsiteY1" fmla="*/ 0 h 190500"/>
              <a:gd name="connsiteX2" fmla="*/ 19050 w 152400"/>
              <a:gd name="connsiteY2" fmla="*/ 0 h 190500"/>
              <a:gd name="connsiteX3" fmla="*/ 0 w 152400"/>
              <a:gd name="connsiteY3" fmla="*/ 19050 h 190500"/>
              <a:gd name="connsiteX4" fmla="*/ 0 w 152400"/>
              <a:gd name="connsiteY4" fmla="*/ 171450 h 190500"/>
              <a:gd name="connsiteX5" fmla="*/ 19050 w 152400"/>
              <a:gd name="connsiteY5" fmla="*/ 190500 h 190500"/>
              <a:gd name="connsiteX6" fmla="*/ 133350 w 152400"/>
              <a:gd name="connsiteY6" fmla="*/ 190500 h 190500"/>
              <a:gd name="connsiteX7" fmla="*/ 152400 w 152400"/>
              <a:gd name="connsiteY7" fmla="*/ 171450 h 190500"/>
              <a:gd name="connsiteX8" fmla="*/ 152400 w 152400"/>
              <a:gd name="connsiteY8" fmla="*/ 76200 h 190500"/>
              <a:gd name="connsiteX9" fmla="*/ 95250 w 152400"/>
              <a:gd name="connsiteY9" fmla="*/ 76200 h 190500"/>
              <a:gd name="connsiteX10" fmla="*/ 76200 w 152400"/>
              <a:gd name="connsiteY10" fmla="*/ 57150 h 190500"/>
              <a:gd name="connsiteX11" fmla="*/ 28575 w 152400"/>
              <a:gd name="connsiteY11" fmla="*/ 97631 h 190500"/>
              <a:gd name="connsiteX12" fmla="*/ 35719 w 152400"/>
              <a:gd name="connsiteY12" fmla="*/ 90488 h 190500"/>
              <a:gd name="connsiteX13" fmla="*/ 42863 w 152400"/>
              <a:gd name="connsiteY13" fmla="*/ 97631 h 190500"/>
              <a:gd name="connsiteX14" fmla="*/ 35719 w 152400"/>
              <a:gd name="connsiteY14" fmla="*/ 104775 h 190500"/>
              <a:gd name="connsiteX15" fmla="*/ 28575 w 152400"/>
              <a:gd name="connsiteY15" fmla="*/ 97631 h 190500"/>
              <a:gd name="connsiteX16" fmla="*/ 28575 w 152400"/>
              <a:gd name="connsiteY16" fmla="*/ 126206 h 190500"/>
              <a:gd name="connsiteX17" fmla="*/ 35719 w 152400"/>
              <a:gd name="connsiteY17" fmla="*/ 119063 h 190500"/>
              <a:gd name="connsiteX18" fmla="*/ 42863 w 152400"/>
              <a:gd name="connsiteY18" fmla="*/ 126206 h 190500"/>
              <a:gd name="connsiteX19" fmla="*/ 35719 w 152400"/>
              <a:gd name="connsiteY19" fmla="*/ 133350 h 190500"/>
              <a:gd name="connsiteX20" fmla="*/ 28575 w 152400"/>
              <a:gd name="connsiteY20" fmla="*/ 126206 h 190500"/>
              <a:gd name="connsiteX21" fmla="*/ 28575 w 152400"/>
              <a:gd name="connsiteY21" fmla="*/ 154781 h 190500"/>
              <a:gd name="connsiteX22" fmla="*/ 35719 w 152400"/>
              <a:gd name="connsiteY22" fmla="*/ 147638 h 190500"/>
              <a:gd name="connsiteX23" fmla="*/ 42863 w 152400"/>
              <a:gd name="connsiteY23" fmla="*/ 154781 h 190500"/>
              <a:gd name="connsiteX24" fmla="*/ 35719 w 152400"/>
              <a:gd name="connsiteY24" fmla="*/ 161925 h 190500"/>
              <a:gd name="connsiteX25" fmla="*/ 28575 w 152400"/>
              <a:gd name="connsiteY25" fmla="*/ 154781 h 190500"/>
              <a:gd name="connsiteX26" fmla="*/ 57150 w 152400"/>
              <a:gd name="connsiteY26" fmla="*/ 97631 h 190500"/>
              <a:gd name="connsiteX27" fmla="*/ 64294 w 152400"/>
              <a:gd name="connsiteY27" fmla="*/ 90488 h 190500"/>
              <a:gd name="connsiteX28" fmla="*/ 116681 w 152400"/>
              <a:gd name="connsiteY28" fmla="*/ 90488 h 190500"/>
              <a:gd name="connsiteX29" fmla="*/ 123825 w 152400"/>
              <a:gd name="connsiteY29" fmla="*/ 97631 h 190500"/>
              <a:gd name="connsiteX30" fmla="*/ 116681 w 152400"/>
              <a:gd name="connsiteY30" fmla="*/ 104775 h 190500"/>
              <a:gd name="connsiteX31" fmla="*/ 64294 w 152400"/>
              <a:gd name="connsiteY31" fmla="*/ 104775 h 190500"/>
              <a:gd name="connsiteX32" fmla="*/ 57150 w 152400"/>
              <a:gd name="connsiteY32" fmla="*/ 97631 h 190500"/>
              <a:gd name="connsiteX33" fmla="*/ 57150 w 152400"/>
              <a:gd name="connsiteY33" fmla="*/ 126206 h 190500"/>
              <a:gd name="connsiteX34" fmla="*/ 64294 w 152400"/>
              <a:gd name="connsiteY34" fmla="*/ 119063 h 190500"/>
              <a:gd name="connsiteX35" fmla="*/ 116681 w 152400"/>
              <a:gd name="connsiteY35" fmla="*/ 119063 h 190500"/>
              <a:gd name="connsiteX36" fmla="*/ 123825 w 152400"/>
              <a:gd name="connsiteY36" fmla="*/ 126206 h 190500"/>
              <a:gd name="connsiteX37" fmla="*/ 116681 w 152400"/>
              <a:gd name="connsiteY37" fmla="*/ 133350 h 190500"/>
              <a:gd name="connsiteX38" fmla="*/ 64294 w 152400"/>
              <a:gd name="connsiteY38" fmla="*/ 133350 h 190500"/>
              <a:gd name="connsiteX39" fmla="*/ 57150 w 152400"/>
              <a:gd name="connsiteY39" fmla="*/ 126206 h 190500"/>
              <a:gd name="connsiteX40" fmla="*/ 57150 w 152400"/>
              <a:gd name="connsiteY40" fmla="*/ 154781 h 190500"/>
              <a:gd name="connsiteX41" fmla="*/ 64294 w 152400"/>
              <a:gd name="connsiteY41" fmla="*/ 147638 h 190500"/>
              <a:gd name="connsiteX42" fmla="*/ 116681 w 152400"/>
              <a:gd name="connsiteY42" fmla="*/ 147638 h 190500"/>
              <a:gd name="connsiteX43" fmla="*/ 123825 w 152400"/>
              <a:gd name="connsiteY43" fmla="*/ 154781 h 190500"/>
              <a:gd name="connsiteX44" fmla="*/ 116681 w 152400"/>
              <a:gd name="connsiteY44" fmla="*/ 161925 h 190500"/>
              <a:gd name="connsiteX45" fmla="*/ 64294 w 152400"/>
              <a:gd name="connsiteY45" fmla="*/ 161925 h 190500"/>
              <a:gd name="connsiteX46" fmla="*/ 57150 w 152400"/>
              <a:gd name="connsiteY46" fmla="*/ 154781 h 190500"/>
              <a:gd name="connsiteX47" fmla="*/ 90488 w 152400"/>
              <a:gd name="connsiteY47" fmla="*/ 57150 h 190500"/>
              <a:gd name="connsiteX48" fmla="*/ 90488 w 152400"/>
              <a:gd name="connsiteY48" fmla="*/ 4763 h 190500"/>
              <a:gd name="connsiteX49" fmla="*/ 147638 w 152400"/>
              <a:gd name="connsiteY49" fmla="*/ 61913 h 190500"/>
              <a:gd name="connsiteX50" fmla="*/ 95250 w 152400"/>
              <a:gd name="connsiteY50" fmla="*/ 61913 h 190500"/>
              <a:gd name="connsiteX51" fmla="*/ 90488 w 152400"/>
              <a:gd name="connsiteY51" fmla="*/ 571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52400" h="190500">
                <a:moveTo>
                  <a:pt x="76200" y="57150"/>
                </a:moveTo>
                <a:lnTo>
                  <a:pt x="76200" y="0"/>
                </a:lnTo>
                <a:lnTo>
                  <a:pt x="19050" y="0"/>
                </a:lnTo>
                <a:cubicBezTo>
                  <a:pt x="8529" y="0"/>
                  <a:pt x="0" y="8529"/>
                  <a:pt x="0" y="19050"/>
                </a:cubicBezTo>
                <a:lnTo>
                  <a:pt x="0" y="171450"/>
                </a:lnTo>
                <a:cubicBezTo>
                  <a:pt x="0" y="181971"/>
                  <a:pt x="8529" y="190500"/>
                  <a:pt x="19050" y="190500"/>
                </a:cubicBezTo>
                <a:lnTo>
                  <a:pt x="133350" y="190500"/>
                </a:lnTo>
                <a:cubicBezTo>
                  <a:pt x="143871" y="190500"/>
                  <a:pt x="152400" y="181971"/>
                  <a:pt x="152400" y="171450"/>
                </a:cubicBezTo>
                <a:lnTo>
                  <a:pt x="152400" y="76200"/>
                </a:lnTo>
                <a:lnTo>
                  <a:pt x="95250" y="76200"/>
                </a:lnTo>
                <a:cubicBezTo>
                  <a:pt x="84729" y="76200"/>
                  <a:pt x="76200" y="67671"/>
                  <a:pt x="76200" y="57150"/>
                </a:cubicBezTo>
                <a:close/>
                <a:moveTo>
                  <a:pt x="28575" y="97631"/>
                </a:moveTo>
                <a:cubicBezTo>
                  <a:pt x="28575" y="93686"/>
                  <a:pt x="31773" y="90488"/>
                  <a:pt x="35719" y="90488"/>
                </a:cubicBezTo>
                <a:cubicBezTo>
                  <a:pt x="39664" y="90488"/>
                  <a:pt x="42863" y="93686"/>
                  <a:pt x="42863" y="97631"/>
                </a:cubicBezTo>
                <a:cubicBezTo>
                  <a:pt x="42863" y="101577"/>
                  <a:pt x="39664" y="104775"/>
                  <a:pt x="35719" y="104775"/>
                </a:cubicBezTo>
                <a:cubicBezTo>
                  <a:pt x="31773" y="104775"/>
                  <a:pt x="28575" y="101577"/>
                  <a:pt x="28575" y="97631"/>
                </a:cubicBezTo>
                <a:close/>
                <a:moveTo>
                  <a:pt x="28575" y="126206"/>
                </a:moveTo>
                <a:cubicBezTo>
                  <a:pt x="28575" y="122261"/>
                  <a:pt x="31773" y="119063"/>
                  <a:pt x="35719" y="119063"/>
                </a:cubicBezTo>
                <a:cubicBezTo>
                  <a:pt x="39664" y="119063"/>
                  <a:pt x="42863" y="122261"/>
                  <a:pt x="42863" y="126206"/>
                </a:cubicBezTo>
                <a:cubicBezTo>
                  <a:pt x="42863" y="130152"/>
                  <a:pt x="39664" y="133350"/>
                  <a:pt x="35719" y="133350"/>
                </a:cubicBezTo>
                <a:cubicBezTo>
                  <a:pt x="31773" y="133350"/>
                  <a:pt x="28575" y="130152"/>
                  <a:pt x="28575" y="126206"/>
                </a:cubicBezTo>
                <a:close/>
                <a:moveTo>
                  <a:pt x="28575" y="154781"/>
                </a:moveTo>
                <a:cubicBezTo>
                  <a:pt x="28575" y="150836"/>
                  <a:pt x="31773" y="147638"/>
                  <a:pt x="35719" y="147638"/>
                </a:cubicBezTo>
                <a:cubicBezTo>
                  <a:pt x="39664" y="147638"/>
                  <a:pt x="42863" y="150836"/>
                  <a:pt x="42863" y="154781"/>
                </a:cubicBezTo>
                <a:cubicBezTo>
                  <a:pt x="42863" y="158727"/>
                  <a:pt x="39664" y="161925"/>
                  <a:pt x="35719" y="161925"/>
                </a:cubicBezTo>
                <a:cubicBezTo>
                  <a:pt x="31773" y="161925"/>
                  <a:pt x="28575" y="158727"/>
                  <a:pt x="28575" y="154781"/>
                </a:cubicBezTo>
                <a:close/>
                <a:moveTo>
                  <a:pt x="57150" y="97631"/>
                </a:moveTo>
                <a:cubicBezTo>
                  <a:pt x="57150" y="93686"/>
                  <a:pt x="60348" y="90488"/>
                  <a:pt x="64294" y="90488"/>
                </a:cubicBezTo>
                <a:lnTo>
                  <a:pt x="116681" y="90488"/>
                </a:lnTo>
                <a:cubicBezTo>
                  <a:pt x="120627" y="90488"/>
                  <a:pt x="123825" y="93686"/>
                  <a:pt x="123825" y="97631"/>
                </a:cubicBezTo>
                <a:cubicBezTo>
                  <a:pt x="123825" y="101577"/>
                  <a:pt x="120627" y="104775"/>
                  <a:pt x="116681" y="104775"/>
                </a:cubicBezTo>
                <a:lnTo>
                  <a:pt x="64294" y="104775"/>
                </a:lnTo>
                <a:cubicBezTo>
                  <a:pt x="60348" y="104775"/>
                  <a:pt x="57150" y="101577"/>
                  <a:pt x="57150" y="97631"/>
                </a:cubicBezTo>
                <a:close/>
                <a:moveTo>
                  <a:pt x="57150" y="126206"/>
                </a:moveTo>
                <a:cubicBezTo>
                  <a:pt x="57150" y="122261"/>
                  <a:pt x="60348" y="119063"/>
                  <a:pt x="64294" y="119063"/>
                </a:cubicBezTo>
                <a:lnTo>
                  <a:pt x="116681" y="119063"/>
                </a:lnTo>
                <a:cubicBezTo>
                  <a:pt x="120627" y="119063"/>
                  <a:pt x="123825" y="122261"/>
                  <a:pt x="123825" y="126206"/>
                </a:cubicBezTo>
                <a:cubicBezTo>
                  <a:pt x="123825" y="130152"/>
                  <a:pt x="120627" y="133350"/>
                  <a:pt x="116681" y="133350"/>
                </a:cubicBezTo>
                <a:lnTo>
                  <a:pt x="64294" y="133350"/>
                </a:lnTo>
                <a:cubicBezTo>
                  <a:pt x="60348" y="133350"/>
                  <a:pt x="57150" y="130152"/>
                  <a:pt x="57150" y="126206"/>
                </a:cubicBezTo>
                <a:close/>
                <a:moveTo>
                  <a:pt x="57150" y="154781"/>
                </a:moveTo>
                <a:cubicBezTo>
                  <a:pt x="57150" y="150836"/>
                  <a:pt x="60348" y="147638"/>
                  <a:pt x="64294" y="147638"/>
                </a:cubicBezTo>
                <a:lnTo>
                  <a:pt x="116681" y="147638"/>
                </a:lnTo>
                <a:cubicBezTo>
                  <a:pt x="120627" y="147638"/>
                  <a:pt x="123825" y="150836"/>
                  <a:pt x="123825" y="154781"/>
                </a:cubicBezTo>
                <a:cubicBezTo>
                  <a:pt x="123825" y="158727"/>
                  <a:pt x="120627" y="161925"/>
                  <a:pt x="116681" y="161925"/>
                </a:cubicBezTo>
                <a:lnTo>
                  <a:pt x="64294" y="161925"/>
                </a:lnTo>
                <a:cubicBezTo>
                  <a:pt x="60348" y="161925"/>
                  <a:pt x="57150" y="158727"/>
                  <a:pt x="57150" y="154781"/>
                </a:cubicBezTo>
                <a:close/>
                <a:moveTo>
                  <a:pt x="90488" y="57150"/>
                </a:moveTo>
                <a:lnTo>
                  <a:pt x="90488" y="4763"/>
                </a:lnTo>
                <a:lnTo>
                  <a:pt x="147638" y="61913"/>
                </a:lnTo>
                <a:lnTo>
                  <a:pt x="95250" y="61913"/>
                </a:lnTo>
                <a:cubicBezTo>
                  <a:pt x="92620" y="61913"/>
                  <a:pt x="90488" y="59780"/>
                  <a:pt x="90488" y="57150"/>
                </a:cubicBezTo>
                <a:close/>
              </a:path>
            </a:pathLst>
          </a:custGeom>
          <a:solidFill>
            <a:schemeClr val="bg2"/>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12" name="Rectangle 311" descr="illustration showing multi-agent systems flowchart">
            <a:extLst>
              <a:ext uri="{FF2B5EF4-FFF2-40B4-BE49-F238E27FC236}">
                <a16:creationId xmlns:a16="http://schemas.microsoft.com/office/drawing/2014/main" id="{CED4AFE1-5103-2AAE-96C3-8B6194ED56C4}"/>
              </a:ext>
              <a:ext uri="{C183D7F6-B498-43B3-948B-1728B52AA6E4}">
                <adec:decorative xmlns:adec="http://schemas.microsoft.com/office/drawing/2017/decorative" val="0"/>
              </a:ext>
            </a:extLst>
          </p:cNvPr>
          <p:cNvSpPr/>
          <p:nvPr/>
        </p:nvSpPr>
        <p:spPr>
          <a:xfrm>
            <a:off x="7296832" y="2536697"/>
            <a:ext cx="586802" cy="343225"/>
          </a:xfrm>
          <a:prstGeom prst="rect">
            <a:avLst/>
          </a:prstGeom>
          <a:no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Memory</a:t>
            </a:r>
          </a:p>
        </p:txBody>
      </p:sp>
      <p:sp>
        <p:nvSpPr>
          <p:cNvPr id="319" name="TextBox 318">
            <a:extLst>
              <a:ext uri="{FF2B5EF4-FFF2-40B4-BE49-F238E27FC236}">
                <a16:creationId xmlns:a16="http://schemas.microsoft.com/office/drawing/2014/main" id="{B9FEF291-E94E-9FD5-E31A-A0B8092849C7}"/>
              </a:ext>
              <a:ext uri="{C183D7F6-B498-43B3-948B-1728B52AA6E4}">
                <adec:decorative xmlns:adec="http://schemas.microsoft.com/office/drawing/2017/decorative" val="1"/>
              </a:ext>
            </a:extLst>
          </p:cNvPr>
          <p:cNvSpPr txBox="1"/>
          <p:nvPr/>
        </p:nvSpPr>
        <p:spPr>
          <a:xfrm>
            <a:off x="4474975" y="2718781"/>
            <a:ext cx="843501" cy="230832"/>
          </a:xfrm>
          <a:prstGeom prst="rect">
            <a:avLst/>
          </a:prstGeom>
          <a:noFill/>
          <a:ln>
            <a:noFill/>
          </a:ln>
          <a:effectLst/>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conversation</a:t>
            </a:r>
          </a:p>
        </p:txBody>
      </p:sp>
      <p:cxnSp>
        <p:nvCxnSpPr>
          <p:cNvPr id="320" name="Straight Connector 319">
            <a:extLst>
              <a:ext uri="{FF2B5EF4-FFF2-40B4-BE49-F238E27FC236}">
                <a16:creationId xmlns:a16="http://schemas.microsoft.com/office/drawing/2014/main" id="{DA59E430-97C4-FF49-DF19-1806FD3D77C7}"/>
              </a:ext>
              <a:ext uri="{C183D7F6-B498-43B3-948B-1728B52AA6E4}">
                <adec:decorative xmlns:adec="http://schemas.microsoft.com/office/drawing/2017/decorative" val="1"/>
              </a:ext>
            </a:extLst>
          </p:cNvPr>
          <p:cNvCxnSpPr>
            <a:cxnSpLocks/>
          </p:cNvCxnSpPr>
          <p:nvPr/>
        </p:nvCxnSpPr>
        <p:spPr>
          <a:xfrm>
            <a:off x="5015008" y="2994935"/>
            <a:ext cx="2251701" cy="0"/>
          </a:xfrm>
          <a:prstGeom prst="line">
            <a:avLst/>
          </a:prstGeom>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EE0ECFF7-497D-63B1-7AA7-53BE93E5622E}"/>
              </a:ext>
              <a:ext uri="{C183D7F6-B498-43B3-948B-1728B52AA6E4}">
                <adec:decorative xmlns:adec="http://schemas.microsoft.com/office/drawing/2017/decorative" val="1"/>
              </a:ext>
            </a:extLst>
          </p:cNvPr>
          <p:cNvCxnSpPr>
            <a:cxnSpLocks/>
          </p:cNvCxnSpPr>
          <p:nvPr/>
        </p:nvCxnSpPr>
        <p:spPr>
          <a:xfrm>
            <a:off x="6529138" y="2820240"/>
            <a:ext cx="0" cy="176263"/>
          </a:xfrm>
          <a:prstGeom prst="line">
            <a:avLst/>
          </a:prstGeom>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324" name="Graphic 169">
            <a:extLst>
              <a:ext uri="{FF2B5EF4-FFF2-40B4-BE49-F238E27FC236}">
                <a16:creationId xmlns:a16="http://schemas.microsoft.com/office/drawing/2014/main" id="{4C255FA6-AE5A-456B-6E24-A6343D74AEC0}"/>
              </a:ext>
              <a:ext uri="{C183D7F6-B498-43B3-948B-1728B52AA6E4}">
                <adec:decorative xmlns:adec="http://schemas.microsoft.com/office/drawing/2017/decorative" val="1"/>
              </a:ext>
            </a:extLst>
          </p:cNvPr>
          <p:cNvSpPr/>
          <p:nvPr/>
        </p:nvSpPr>
        <p:spPr>
          <a:xfrm>
            <a:off x="4821799" y="2572442"/>
            <a:ext cx="149848" cy="145331"/>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solidFill>
            <a:schemeClr val="bg2"/>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cxnSp>
        <p:nvCxnSpPr>
          <p:cNvPr id="325" name="Straight Arrow Connector 324">
            <a:extLst>
              <a:ext uri="{FF2B5EF4-FFF2-40B4-BE49-F238E27FC236}">
                <a16:creationId xmlns:a16="http://schemas.microsoft.com/office/drawing/2014/main" id="{2709EB37-851E-765F-EB2E-4D2BC91C85C1}"/>
              </a:ext>
              <a:ext uri="{C183D7F6-B498-43B3-948B-1728B52AA6E4}">
                <adec:decorative xmlns:adec="http://schemas.microsoft.com/office/drawing/2017/decorative" val="1"/>
              </a:ext>
            </a:extLst>
          </p:cNvPr>
          <p:cNvCxnSpPr>
            <a:cxnSpLocks/>
          </p:cNvCxnSpPr>
          <p:nvPr/>
        </p:nvCxnSpPr>
        <p:spPr>
          <a:xfrm>
            <a:off x="5057682" y="2648627"/>
            <a:ext cx="959917" cy="0"/>
          </a:xfrm>
          <a:prstGeom prst="straightConnector1">
            <a:avLst/>
          </a:prstGeom>
          <a:ln w="12700" cap="rnd">
            <a:solidFill>
              <a:schemeClr val="bg1">
                <a:lumMod val="75000"/>
              </a:schemeClr>
            </a:solidFill>
            <a:headEnd type="arrow" w="lg" len="med"/>
            <a:tailEnd type="arrow" w="lg" len="med"/>
          </a:ln>
          <a:effectLst/>
        </p:spPr>
        <p:style>
          <a:lnRef idx="1">
            <a:schemeClr val="accent1"/>
          </a:lnRef>
          <a:fillRef idx="0">
            <a:schemeClr val="accent1"/>
          </a:fillRef>
          <a:effectRef idx="0">
            <a:schemeClr val="accent1"/>
          </a:effectRef>
          <a:fontRef idx="minor">
            <a:schemeClr val="tx1"/>
          </a:fontRef>
        </p:style>
      </p:cxnSp>
      <p:sp>
        <p:nvSpPr>
          <p:cNvPr id="336" name="Rectangle: Rounded Corners 335">
            <a:extLst>
              <a:ext uri="{FF2B5EF4-FFF2-40B4-BE49-F238E27FC236}">
                <a16:creationId xmlns:a16="http://schemas.microsoft.com/office/drawing/2014/main" id="{CCAB4875-1EA8-3A8F-857C-77E94550C667}"/>
              </a:ext>
              <a:ext uri="{C183D7F6-B498-43B3-948B-1728B52AA6E4}">
                <adec:decorative xmlns:adec="http://schemas.microsoft.com/office/drawing/2017/decorative" val="1"/>
              </a:ext>
            </a:extLst>
          </p:cNvPr>
          <p:cNvSpPr/>
          <p:nvPr/>
        </p:nvSpPr>
        <p:spPr>
          <a:xfrm>
            <a:off x="6075869" y="2477014"/>
            <a:ext cx="921517" cy="343225"/>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Orchestrator Agent</a:t>
            </a:r>
          </a:p>
        </p:txBody>
      </p:sp>
      <p:sp>
        <p:nvSpPr>
          <p:cNvPr id="341" name="Graphic 245">
            <a:extLst>
              <a:ext uri="{FF2B5EF4-FFF2-40B4-BE49-F238E27FC236}">
                <a16:creationId xmlns:a16="http://schemas.microsoft.com/office/drawing/2014/main" id="{853A5D6C-F99D-CFF6-DDA9-8DE5F28166E5}"/>
              </a:ext>
              <a:ext uri="{C183D7F6-B498-43B3-948B-1728B52AA6E4}">
                <adec:decorative xmlns:adec="http://schemas.microsoft.com/office/drawing/2017/decorative" val="1"/>
              </a:ext>
            </a:extLst>
          </p:cNvPr>
          <p:cNvSpPr/>
          <p:nvPr/>
        </p:nvSpPr>
        <p:spPr>
          <a:xfrm>
            <a:off x="7518953" y="2602573"/>
            <a:ext cx="134412" cy="145302"/>
          </a:xfrm>
          <a:custGeom>
            <a:avLst/>
            <a:gdLst>
              <a:gd name="connsiteX0" fmla="*/ 145256 w 171450"/>
              <a:gd name="connsiteY0" fmla="*/ 0 h 171450"/>
              <a:gd name="connsiteX1" fmla="*/ 171450 w 171450"/>
              <a:gd name="connsiteY1" fmla="*/ 26194 h 171450"/>
              <a:gd name="connsiteX2" fmla="*/ 171450 w 171450"/>
              <a:gd name="connsiteY2" fmla="*/ 145256 h 171450"/>
              <a:gd name="connsiteX3" fmla="*/ 145256 w 171450"/>
              <a:gd name="connsiteY3" fmla="*/ 171450 h 171450"/>
              <a:gd name="connsiteX4" fmla="*/ 26194 w 171450"/>
              <a:gd name="connsiteY4" fmla="*/ 171450 h 171450"/>
              <a:gd name="connsiteX5" fmla="*/ 0 w 171450"/>
              <a:gd name="connsiteY5" fmla="*/ 145256 h 171450"/>
              <a:gd name="connsiteX6" fmla="*/ 0 w 171450"/>
              <a:gd name="connsiteY6" fmla="*/ 26194 h 171450"/>
              <a:gd name="connsiteX7" fmla="*/ 26194 w 171450"/>
              <a:gd name="connsiteY7" fmla="*/ 0 h 171450"/>
              <a:gd name="connsiteX8" fmla="*/ 145256 w 171450"/>
              <a:gd name="connsiteY8" fmla="*/ 0 h 171450"/>
              <a:gd name="connsiteX9" fmla="*/ 145256 w 171450"/>
              <a:gd name="connsiteY9" fmla="*/ 14288 h 171450"/>
              <a:gd name="connsiteX10" fmla="*/ 26194 w 171450"/>
              <a:gd name="connsiteY10" fmla="*/ 14288 h 171450"/>
              <a:gd name="connsiteX11" fmla="*/ 14288 w 171450"/>
              <a:gd name="connsiteY11" fmla="*/ 26194 h 171450"/>
              <a:gd name="connsiteX12" fmla="*/ 14288 w 171450"/>
              <a:gd name="connsiteY12" fmla="*/ 145256 h 171450"/>
              <a:gd name="connsiteX13" fmla="*/ 26194 w 171450"/>
              <a:gd name="connsiteY13" fmla="*/ 157163 h 171450"/>
              <a:gd name="connsiteX14" fmla="*/ 145256 w 171450"/>
              <a:gd name="connsiteY14" fmla="*/ 157163 h 171450"/>
              <a:gd name="connsiteX15" fmla="*/ 157163 w 171450"/>
              <a:gd name="connsiteY15" fmla="*/ 145256 h 171450"/>
              <a:gd name="connsiteX16" fmla="*/ 157163 w 171450"/>
              <a:gd name="connsiteY16" fmla="*/ 26194 h 171450"/>
              <a:gd name="connsiteX17" fmla="*/ 145256 w 171450"/>
              <a:gd name="connsiteY17" fmla="*/ 14288 h 171450"/>
              <a:gd name="connsiteX18" fmla="*/ 64313 w 171450"/>
              <a:gd name="connsiteY18" fmla="*/ 90488 h 171450"/>
              <a:gd name="connsiteX19" fmla="*/ 80982 w 171450"/>
              <a:gd name="connsiteY19" fmla="*/ 107156 h 171450"/>
              <a:gd name="connsiteX20" fmla="*/ 80982 w 171450"/>
              <a:gd name="connsiteY20" fmla="*/ 126206 h 171450"/>
              <a:gd name="connsiteX21" fmla="*/ 64313 w 171450"/>
              <a:gd name="connsiteY21" fmla="*/ 142875 h 171450"/>
              <a:gd name="connsiteX22" fmla="*/ 45263 w 171450"/>
              <a:gd name="connsiteY22" fmla="*/ 142875 h 171450"/>
              <a:gd name="connsiteX23" fmla="*/ 28594 w 171450"/>
              <a:gd name="connsiteY23" fmla="*/ 126206 h 171450"/>
              <a:gd name="connsiteX24" fmla="*/ 28594 w 171450"/>
              <a:gd name="connsiteY24" fmla="*/ 107156 h 171450"/>
              <a:gd name="connsiteX25" fmla="*/ 45263 w 171450"/>
              <a:gd name="connsiteY25" fmla="*/ 90488 h 171450"/>
              <a:gd name="connsiteX26" fmla="*/ 64313 w 171450"/>
              <a:gd name="connsiteY26" fmla="*/ 90488 h 171450"/>
              <a:gd name="connsiteX27" fmla="*/ 126197 w 171450"/>
              <a:gd name="connsiteY27" fmla="*/ 90488 h 171450"/>
              <a:gd name="connsiteX28" fmla="*/ 142865 w 171450"/>
              <a:gd name="connsiteY28" fmla="*/ 107156 h 171450"/>
              <a:gd name="connsiteX29" fmla="*/ 142865 w 171450"/>
              <a:gd name="connsiteY29" fmla="*/ 126206 h 171450"/>
              <a:gd name="connsiteX30" fmla="*/ 126206 w 171450"/>
              <a:gd name="connsiteY30" fmla="*/ 142875 h 171450"/>
              <a:gd name="connsiteX31" fmla="*/ 107156 w 171450"/>
              <a:gd name="connsiteY31" fmla="*/ 142875 h 171450"/>
              <a:gd name="connsiteX32" fmla="*/ 90488 w 171450"/>
              <a:gd name="connsiteY32" fmla="*/ 126206 h 171450"/>
              <a:gd name="connsiteX33" fmla="*/ 90488 w 171450"/>
              <a:gd name="connsiteY33" fmla="*/ 107156 h 171450"/>
              <a:gd name="connsiteX34" fmla="*/ 107156 w 171450"/>
              <a:gd name="connsiteY34" fmla="*/ 90488 h 171450"/>
              <a:gd name="connsiteX35" fmla="*/ 126206 w 171450"/>
              <a:gd name="connsiteY35" fmla="*/ 90488 h 171450"/>
              <a:gd name="connsiteX36" fmla="*/ 64303 w 171450"/>
              <a:gd name="connsiteY36" fmla="*/ 28575 h 171450"/>
              <a:gd name="connsiteX37" fmla="*/ 80972 w 171450"/>
              <a:gd name="connsiteY37" fmla="*/ 45244 h 171450"/>
              <a:gd name="connsiteX38" fmla="*/ 80972 w 171450"/>
              <a:gd name="connsiteY38" fmla="*/ 64294 h 171450"/>
              <a:gd name="connsiteX39" fmla="*/ 64303 w 171450"/>
              <a:gd name="connsiteY39" fmla="*/ 80963 h 171450"/>
              <a:gd name="connsiteX40" fmla="*/ 45253 w 171450"/>
              <a:gd name="connsiteY40" fmla="*/ 80963 h 171450"/>
              <a:gd name="connsiteX41" fmla="*/ 28575 w 171450"/>
              <a:gd name="connsiteY41" fmla="*/ 64303 h 171450"/>
              <a:gd name="connsiteX42" fmla="*/ 28575 w 171450"/>
              <a:gd name="connsiteY42" fmla="*/ 64294 h 171450"/>
              <a:gd name="connsiteX43" fmla="*/ 28575 w 171450"/>
              <a:gd name="connsiteY43" fmla="*/ 45244 h 171450"/>
              <a:gd name="connsiteX44" fmla="*/ 45244 w 171450"/>
              <a:gd name="connsiteY44" fmla="*/ 28575 h 171450"/>
              <a:gd name="connsiteX45" fmla="*/ 64294 w 171450"/>
              <a:gd name="connsiteY45" fmla="*/ 28575 h 171450"/>
              <a:gd name="connsiteX46" fmla="*/ 126187 w 171450"/>
              <a:gd name="connsiteY46" fmla="*/ 28575 h 171450"/>
              <a:gd name="connsiteX47" fmla="*/ 142856 w 171450"/>
              <a:gd name="connsiteY47" fmla="*/ 45244 h 171450"/>
              <a:gd name="connsiteX48" fmla="*/ 142856 w 171450"/>
              <a:gd name="connsiteY48" fmla="*/ 64294 h 171450"/>
              <a:gd name="connsiteX49" fmla="*/ 126187 w 171450"/>
              <a:gd name="connsiteY49" fmla="*/ 80963 h 171450"/>
              <a:gd name="connsiteX50" fmla="*/ 107137 w 171450"/>
              <a:gd name="connsiteY50" fmla="*/ 80963 h 171450"/>
              <a:gd name="connsiteX51" fmla="*/ 90468 w 171450"/>
              <a:gd name="connsiteY51" fmla="*/ 64294 h 171450"/>
              <a:gd name="connsiteX52" fmla="*/ 90468 w 171450"/>
              <a:gd name="connsiteY52" fmla="*/ 45244 h 171450"/>
              <a:gd name="connsiteX53" fmla="*/ 107137 w 171450"/>
              <a:gd name="connsiteY53" fmla="*/ 28575 h 171450"/>
              <a:gd name="connsiteX54" fmla="*/ 126187 w 171450"/>
              <a:gd name="connsiteY54" fmla="*/ 285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0" h="171450">
                <a:moveTo>
                  <a:pt x="145256" y="0"/>
                </a:moveTo>
                <a:cubicBezTo>
                  <a:pt x="159723" y="0"/>
                  <a:pt x="171450" y="11727"/>
                  <a:pt x="171450" y="26194"/>
                </a:cubicBezTo>
                <a:lnTo>
                  <a:pt x="171450" y="145256"/>
                </a:lnTo>
                <a:cubicBezTo>
                  <a:pt x="171450" y="159723"/>
                  <a:pt x="159723" y="171450"/>
                  <a:pt x="145256" y="171450"/>
                </a:cubicBezTo>
                <a:lnTo>
                  <a:pt x="26194" y="171450"/>
                </a:lnTo>
                <a:cubicBezTo>
                  <a:pt x="11727" y="171450"/>
                  <a:pt x="0" y="159723"/>
                  <a:pt x="0" y="145256"/>
                </a:cubicBezTo>
                <a:lnTo>
                  <a:pt x="0" y="26194"/>
                </a:lnTo>
                <a:cubicBezTo>
                  <a:pt x="0" y="11727"/>
                  <a:pt x="11727" y="0"/>
                  <a:pt x="26194" y="0"/>
                </a:cubicBezTo>
                <a:lnTo>
                  <a:pt x="145256" y="0"/>
                </a:lnTo>
                <a:close/>
                <a:moveTo>
                  <a:pt x="145256" y="14288"/>
                </a:moveTo>
                <a:lnTo>
                  <a:pt x="26194" y="14288"/>
                </a:lnTo>
                <a:cubicBezTo>
                  <a:pt x="19622" y="14288"/>
                  <a:pt x="14288" y="19622"/>
                  <a:pt x="14288" y="26194"/>
                </a:cubicBezTo>
                <a:lnTo>
                  <a:pt x="14288" y="145256"/>
                </a:lnTo>
                <a:cubicBezTo>
                  <a:pt x="14288" y="151829"/>
                  <a:pt x="19622" y="157163"/>
                  <a:pt x="26194" y="157163"/>
                </a:cubicBezTo>
                <a:lnTo>
                  <a:pt x="145256" y="157163"/>
                </a:lnTo>
                <a:cubicBezTo>
                  <a:pt x="151829" y="157163"/>
                  <a:pt x="157163" y="151829"/>
                  <a:pt x="157163" y="145256"/>
                </a:cubicBezTo>
                <a:lnTo>
                  <a:pt x="157163" y="26194"/>
                </a:lnTo>
                <a:cubicBezTo>
                  <a:pt x="157163" y="19622"/>
                  <a:pt x="151829" y="14288"/>
                  <a:pt x="145256" y="14288"/>
                </a:cubicBezTo>
                <a:close/>
                <a:moveTo>
                  <a:pt x="64313" y="90488"/>
                </a:moveTo>
                <a:cubicBezTo>
                  <a:pt x="73514" y="90488"/>
                  <a:pt x="80982" y="97955"/>
                  <a:pt x="80982" y="107156"/>
                </a:cubicBezTo>
                <a:lnTo>
                  <a:pt x="80982" y="126206"/>
                </a:lnTo>
                <a:cubicBezTo>
                  <a:pt x="80982" y="135412"/>
                  <a:pt x="73519" y="142875"/>
                  <a:pt x="64313" y="142875"/>
                </a:cubicBezTo>
                <a:lnTo>
                  <a:pt x="45263" y="142875"/>
                </a:lnTo>
                <a:cubicBezTo>
                  <a:pt x="36057" y="142875"/>
                  <a:pt x="28594" y="135412"/>
                  <a:pt x="28594" y="126206"/>
                </a:cubicBezTo>
                <a:lnTo>
                  <a:pt x="28594" y="107156"/>
                </a:lnTo>
                <a:cubicBezTo>
                  <a:pt x="28594" y="97955"/>
                  <a:pt x="36052" y="90488"/>
                  <a:pt x="45263" y="90488"/>
                </a:cubicBezTo>
                <a:lnTo>
                  <a:pt x="64313" y="90488"/>
                </a:lnTo>
                <a:close/>
                <a:moveTo>
                  <a:pt x="126197" y="90488"/>
                </a:moveTo>
                <a:cubicBezTo>
                  <a:pt x="135407" y="90488"/>
                  <a:pt x="142865" y="97955"/>
                  <a:pt x="142865" y="107156"/>
                </a:cubicBezTo>
                <a:lnTo>
                  <a:pt x="142865" y="126206"/>
                </a:lnTo>
                <a:cubicBezTo>
                  <a:pt x="142865" y="135408"/>
                  <a:pt x="135408" y="142869"/>
                  <a:pt x="126206" y="142875"/>
                </a:cubicBezTo>
                <a:lnTo>
                  <a:pt x="107156" y="142875"/>
                </a:lnTo>
                <a:cubicBezTo>
                  <a:pt x="97950" y="142875"/>
                  <a:pt x="90488" y="135412"/>
                  <a:pt x="90488" y="126206"/>
                </a:cubicBezTo>
                <a:lnTo>
                  <a:pt x="90488" y="107156"/>
                </a:lnTo>
                <a:cubicBezTo>
                  <a:pt x="90488" y="97955"/>
                  <a:pt x="97955" y="90488"/>
                  <a:pt x="107156" y="90488"/>
                </a:cubicBezTo>
                <a:lnTo>
                  <a:pt x="126206" y="90488"/>
                </a:lnTo>
                <a:close/>
                <a:moveTo>
                  <a:pt x="64303" y="28575"/>
                </a:moveTo>
                <a:cubicBezTo>
                  <a:pt x="73504" y="28575"/>
                  <a:pt x="80972" y="36043"/>
                  <a:pt x="80972" y="45244"/>
                </a:cubicBezTo>
                <a:lnTo>
                  <a:pt x="80972" y="64294"/>
                </a:lnTo>
                <a:cubicBezTo>
                  <a:pt x="80972" y="73500"/>
                  <a:pt x="73509" y="80963"/>
                  <a:pt x="64303" y="80963"/>
                </a:cubicBezTo>
                <a:lnTo>
                  <a:pt x="45253" y="80963"/>
                </a:lnTo>
                <a:cubicBezTo>
                  <a:pt x="36047" y="80968"/>
                  <a:pt x="28580" y="73509"/>
                  <a:pt x="28575" y="64303"/>
                </a:cubicBezTo>
                <a:cubicBezTo>
                  <a:pt x="28575" y="64300"/>
                  <a:pt x="28575" y="64297"/>
                  <a:pt x="28575" y="64294"/>
                </a:cubicBezTo>
                <a:lnTo>
                  <a:pt x="28575" y="45244"/>
                </a:lnTo>
                <a:cubicBezTo>
                  <a:pt x="28575" y="36043"/>
                  <a:pt x="36043" y="28575"/>
                  <a:pt x="45244" y="28575"/>
                </a:cubicBezTo>
                <a:lnTo>
                  <a:pt x="64294" y="28575"/>
                </a:lnTo>
                <a:close/>
                <a:moveTo>
                  <a:pt x="126187" y="28575"/>
                </a:moveTo>
                <a:cubicBezTo>
                  <a:pt x="135398" y="28575"/>
                  <a:pt x="142856" y="36043"/>
                  <a:pt x="142856" y="45244"/>
                </a:cubicBezTo>
                <a:lnTo>
                  <a:pt x="142856" y="64294"/>
                </a:lnTo>
                <a:cubicBezTo>
                  <a:pt x="142856" y="73500"/>
                  <a:pt x="135393" y="80963"/>
                  <a:pt x="126187" y="80963"/>
                </a:cubicBezTo>
                <a:lnTo>
                  <a:pt x="107137" y="80963"/>
                </a:lnTo>
                <a:cubicBezTo>
                  <a:pt x="97931" y="80963"/>
                  <a:pt x="90468" y="73500"/>
                  <a:pt x="90468" y="64294"/>
                </a:cubicBezTo>
                <a:lnTo>
                  <a:pt x="90468" y="45244"/>
                </a:lnTo>
                <a:cubicBezTo>
                  <a:pt x="90468" y="36043"/>
                  <a:pt x="97936" y="28575"/>
                  <a:pt x="107137" y="28575"/>
                </a:cubicBezTo>
                <a:lnTo>
                  <a:pt x="126187" y="28575"/>
                </a:lnTo>
                <a:close/>
              </a:path>
            </a:pathLst>
          </a:custGeom>
          <a:solidFill>
            <a:schemeClr val="bg2"/>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cxnSp>
        <p:nvCxnSpPr>
          <p:cNvPr id="345" name="Straight Arrow Connector 344">
            <a:extLst>
              <a:ext uri="{FF2B5EF4-FFF2-40B4-BE49-F238E27FC236}">
                <a16:creationId xmlns:a16="http://schemas.microsoft.com/office/drawing/2014/main" id="{4F46278B-6546-A765-BB53-682669FDF081}"/>
              </a:ext>
              <a:ext uri="{C183D7F6-B498-43B3-948B-1728B52AA6E4}">
                <adec:decorative xmlns:adec="http://schemas.microsoft.com/office/drawing/2017/decorative" val="1"/>
              </a:ext>
            </a:extLst>
          </p:cNvPr>
          <p:cNvCxnSpPr>
            <a:cxnSpLocks/>
          </p:cNvCxnSpPr>
          <p:nvPr/>
        </p:nvCxnSpPr>
        <p:spPr>
          <a:xfrm>
            <a:off x="6445129" y="2317168"/>
            <a:ext cx="0" cy="112112"/>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13" name="Rectangle: Rounded Corners 312">
            <a:extLst>
              <a:ext uri="{FF2B5EF4-FFF2-40B4-BE49-F238E27FC236}">
                <a16:creationId xmlns:a16="http://schemas.microsoft.com/office/drawing/2014/main" id="{723ECC65-849B-7455-4FAF-4C2CC2200EC1}"/>
              </a:ext>
              <a:ext uri="{C183D7F6-B498-43B3-948B-1728B52AA6E4}">
                <adec:decorative xmlns:adec="http://schemas.microsoft.com/office/drawing/2017/decorative" val="1"/>
              </a:ext>
            </a:extLst>
          </p:cNvPr>
          <p:cNvSpPr/>
          <p:nvPr/>
        </p:nvSpPr>
        <p:spPr>
          <a:xfrm>
            <a:off x="4593675" y="3179926"/>
            <a:ext cx="845779" cy="343225"/>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Service</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Agent</a:t>
            </a:r>
          </a:p>
        </p:txBody>
      </p:sp>
      <p:sp>
        <p:nvSpPr>
          <p:cNvPr id="315" name="Rectangle: Rounded Corners 314">
            <a:extLst>
              <a:ext uri="{FF2B5EF4-FFF2-40B4-BE49-F238E27FC236}">
                <a16:creationId xmlns:a16="http://schemas.microsoft.com/office/drawing/2014/main" id="{EA19CAD9-E1F0-F262-E9BB-237B8B2EBE2F}"/>
              </a:ext>
              <a:ext uri="{C183D7F6-B498-43B3-948B-1728B52AA6E4}">
                <adec:decorative xmlns:adec="http://schemas.microsoft.com/office/drawing/2017/decorative" val="1"/>
              </a:ext>
            </a:extLst>
          </p:cNvPr>
          <p:cNvSpPr/>
          <p:nvPr/>
        </p:nvSpPr>
        <p:spPr>
          <a:xfrm>
            <a:off x="4593677" y="3823935"/>
            <a:ext cx="845777" cy="237347"/>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Web Service</a:t>
            </a:r>
          </a:p>
        </p:txBody>
      </p:sp>
      <p:cxnSp>
        <p:nvCxnSpPr>
          <p:cNvPr id="322" name="Straight Arrow Connector 321">
            <a:extLst>
              <a:ext uri="{FF2B5EF4-FFF2-40B4-BE49-F238E27FC236}">
                <a16:creationId xmlns:a16="http://schemas.microsoft.com/office/drawing/2014/main" id="{B4A6E9A6-571D-3F56-7CCE-C65D046DD4D0}"/>
              </a:ext>
              <a:ext uri="{C183D7F6-B498-43B3-948B-1728B52AA6E4}">
                <adec:decorative xmlns:adec="http://schemas.microsoft.com/office/drawing/2017/decorative" val="1"/>
              </a:ext>
            </a:extLst>
          </p:cNvPr>
          <p:cNvCxnSpPr>
            <a:cxnSpLocks/>
          </p:cNvCxnSpPr>
          <p:nvPr/>
        </p:nvCxnSpPr>
        <p:spPr>
          <a:xfrm>
            <a:off x="5015008" y="2994935"/>
            <a:ext cx="0" cy="135576"/>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16" name="Straight Arrow Connector 315">
            <a:extLst>
              <a:ext uri="{FF2B5EF4-FFF2-40B4-BE49-F238E27FC236}">
                <a16:creationId xmlns:a16="http://schemas.microsoft.com/office/drawing/2014/main" id="{9BD4E855-26CB-B129-451F-96ED99E77779}"/>
              </a:ext>
              <a:ext uri="{C183D7F6-B498-43B3-948B-1728B52AA6E4}">
                <adec:decorative xmlns:adec="http://schemas.microsoft.com/office/drawing/2017/decorative" val="1"/>
              </a:ext>
            </a:extLst>
          </p:cNvPr>
          <p:cNvCxnSpPr>
            <a:cxnSpLocks/>
          </p:cNvCxnSpPr>
          <p:nvPr/>
        </p:nvCxnSpPr>
        <p:spPr>
          <a:xfrm>
            <a:off x="4906889" y="3523151"/>
            <a:ext cx="0" cy="301752"/>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3DFAF66D-23E7-9A1B-41BF-20A557794C12}"/>
              </a:ext>
              <a:ext uri="{C183D7F6-B498-43B3-948B-1728B52AA6E4}">
                <adec:decorative xmlns:adec="http://schemas.microsoft.com/office/drawing/2017/decorative" val="1"/>
              </a:ext>
            </a:extLst>
          </p:cNvPr>
          <p:cNvCxnSpPr>
            <a:cxnSpLocks/>
          </p:cNvCxnSpPr>
          <p:nvPr/>
        </p:nvCxnSpPr>
        <p:spPr>
          <a:xfrm flipV="1">
            <a:off x="5080794" y="3523151"/>
            <a:ext cx="0" cy="301752"/>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18" name="TextBox 317">
            <a:extLst>
              <a:ext uri="{FF2B5EF4-FFF2-40B4-BE49-F238E27FC236}">
                <a16:creationId xmlns:a16="http://schemas.microsoft.com/office/drawing/2014/main" id="{B18F5F91-763F-B66D-3867-6F8CE76788E0}"/>
              </a:ext>
              <a:ext uri="{C183D7F6-B498-43B3-948B-1728B52AA6E4}">
                <adec:decorative xmlns:adec="http://schemas.microsoft.com/office/drawing/2017/decorative" val="1"/>
              </a:ext>
            </a:extLst>
          </p:cNvPr>
          <p:cNvSpPr txBox="1"/>
          <p:nvPr/>
        </p:nvSpPr>
        <p:spPr>
          <a:xfrm>
            <a:off x="4542995" y="3605518"/>
            <a:ext cx="264496" cy="138499"/>
          </a:xfrm>
          <a:prstGeom prst="rect">
            <a:avLst/>
          </a:prstGeom>
          <a:noFill/>
          <a:ln>
            <a:noFill/>
          </a:ln>
          <a:effectLst/>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input</a:t>
            </a:r>
          </a:p>
        </p:txBody>
      </p:sp>
      <p:sp>
        <p:nvSpPr>
          <p:cNvPr id="323" name="TextBox 322">
            <a:extLst>
              <a:ext uri="{FF2B5EF4-FFF2-40B4-BE49-F238E27FC236}">
                <a16:creationId xmlns:a16="http://schemas.microsoft.com/office/drawing/2014/main" id="{4DC6755A-E118-C515-501B-5287DB36F318}"/>
              </a:ext>
              <a:ext uri="{C183D7F6-B498-43B3-948B-1728B52AA6E4}">
                <adec:decorative xmlns:adec="http://schemas.microsoft.com/office/drawing/2017/decorative" val="1"/>
              </a:ext>
            </a:extLst>
          </p:cNvPr>
          <p:cNvSpPr txBox="1"/>
          <p:nvPr/>
        </p:nvSpPr>
        <p:spPr>
          <a:xfrm>
            <a:off x="5143885" y="3605518"/>
            <a:ext cx="346249" cy="138499"/>
          </a:xfrm>
          <a:prstGeom prst="rect">
            <a:avLst/>
          </a:prstGeom>
          <a:noFill/>
          <a:ln>
            <a:noFill/>
          </a:ln>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output</a:t>
            </a:r>
          </a:p>
        </p:txBody>
      </p:sp>
      <p:sp>
        <p:nvSpPr>
          <p:cNvPr id="326" name="TextBox 325">
            <a:extLst>
              <a:ext uri="{FF2B5EF4-FFF2-40B4-BE49-F238E27FC236}">
                <a16:creationId xmlns:a16="http://schemas.microsoft.com/office/drawing/2014/main" id="{DEADA983-095E-654B-351D-278DC7A6E1D5}"/>
              </a:ext>
              <a:ext uri="{C183D7F6-B498-43B3-948B-1728B52AA6E4}">
                <adec:decorative xmlns:adec="http://schemas.microsoft.com/office/drawing/2017/decorative" val="1"/>
              </a:ext>
            </a:extLst>
          </p:cNvPr>
          <p:cNvSpPr txBox="1"/>
          <p:nvPr/>
        </p:nvSpPr>
        <p:spPr>
          <a:xfrm>
            <a:off x="5738212" y="3605518"/>
            <a:ext cx="291747" cy="138499"/>
          </a:xfrm>
          <a:prstGeom prst="rect">
            <a:avLst/>
          </a:prstGeom>
          <a:noFill/>
          <a:ln>
            <a:noFill/>
          </a:ln>
          <a:effectLst/>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query</a:t>
            </a:r>
          </a:p>
        </p:txBody>
      </p:sp>
      <p:sp>
        <p:nvSpPr>
          <p:cNvPr id="327" name="Rectangle: Rounded Corners 116">
            <a:extLst>
              <a:ext uri="{FF2B5EF4-FFF2-40B4-BE49-F238E27FC236}">
                <a16:creationId xmlns:a16="http://schemas.microsoft.com/office/drawing/2014/main" id="{01492BB3-8ED0-1EBF-3960-FCBF093739FF}"/>
              </a:ext>
              <a:ext uri="{C183D7F6-B498-43B3-948B-1728B52AA6E4}">
                <adec:decorative xmlns:adec="http://schemas.microsoft.com/office/drawing/2017/decorative" val="1"/>
              </a:ext>
            </a:extLst>
          </p:cNvPr>
          <p:cNvSpPr/>
          <p:nvPr/>
        </p:nvSpPr>
        <p:spPr>
          <a:xfrm>
            <a:off x="5782096" y="3185126"/>
            <a:ext cx="841565" cy="343225"/>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Retrieval</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Agent</a:t>
            </a:r>
          </a:p>
        </p:txBody>
      </p:sp>
      <p:sp>
        <p:nvSpPr>
          <p:cNvPr id="329" name="Rectangle: Rounded Corners 328">
            <a:extLst>
              <a:ext uri="{FF2B5EF4-FFF2-40B4-BE49-F238E27FC236}">
                <a16:creationId xmlns:a16="http://schemas.microsoft.com/office/drawing/2014/main" id="{5229823E-4AD6-BABF-0B84-138C831A1F24}"/>
              </a:ext>
              <a:ext uri="{C183D7F6-B498-43B3-948B-1728B52AA6E4}">
                <adec:decorative xmlns:adec="http://schemas.microsoft.com/office/drawing/2017/decorative" val="1"/>
              </a:ext>
            </a:extLst>
          </p:cNvPr>
          <p:cNvSpPr/>
          <p:nvPr/>
        </p:nvSpPr>
        <p:spPr>
          <a:xfrm>
            <a:off x="5934996" y="3838269"/>
            <a:ext cx="525660" cy="223016"/>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Search</a:t>
            </a:r>
          </a:p>
        </p:txBody>
      </p:sp>
      <p:cxnSp>
        <p:nvCxnSpPr>
          <p:cNvPr id="330" name="Straight Arrow Connector 329">
            <a:extLst>
              <a:ext uri="{FF2B5EF4-FFF2-40B4-BE49-F238E27FC236}">
                <a16:creationId xmlns:a16="http://schemas.microsoft.com/office/drawing/2014/main" id="{C41DD00D-7BD8-18B3-F7FB-8E23A7E99E2E}"/>
              </a:ext>
              <a:ext uri="{C183D7F6-B498-43B3-948B-1728B52AA6E4}">
                <adec:decorative xmlns:adec="http://schemas.microsoft.com/office/drawing/2017/decorative" val="1"/>
              </a:ext>
            </a:extLst>
          </p:cNvPr>
          <p:cNvCxnSpPr>
            <a:cxnSpLocks/>
          </p:cNvCxnSpPr>
          <p:nvPr/>
        </p:nvCxnSpPr>
        <p:spPr>
          <a:xfrm>
            <a:off x="6131243" y="3523891"/>
            <a:ext cx="0" cy="301752"/>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120B0445-71EF-9BCC-C1EC-145C0F023E0A}"/>
              </a:ext>
              <a:ext uri="{C183D7F6-B498-43B3-948B-1728B52AA6E4}">
                <adec:decorative xmlns:adec="http://schemas.microsoft.com/office/drawing/2017/decorative" val="1"/>
              </a:ext>
            </a:extLst>
          </p:cNvPr>
          <p:cNvCxnSpPr>
            <a:cxnSpLocks/>
          </p:cNvCxnSpPr>
          <p:nvPr/>
        </p:nvCxnSpPr>
        <p:spPr>
          <a:xfrm flipV="1">
            <a:off x="6311933" y="3523075"/>
            <a:ext cx="0" cy="303384"/>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32" name="Freeform: Shape 331">
            <a:extLst>
              <a:ext uri="{FF2B5EF4-FFF2-40B4-BE49-F238E27FC236}">
                <a16:creationId xmlns:a16="http://schemas.microsoft.com/office/drawing/2014/main" id="{6745604B-B4C9-37A9-223A-92F1B6303768}"/>
              </a:ext>
              <a:ext uri="{C183D7F6-B498-43B3-948B-1728B52AA6E4}">
                <adec:decorative xmlns:adec="http://schemas.microsoft.com/office/drawing/2017/decorative" val="1"/>
              </a:ext>
            </a:extLst>
          </p:cNvPr>
          <p:cNvSpPr/>
          <p:nvPr/>
        </p:nvSpPr>
        <p:spPr>
          <a:xfrm>
            <a:off x="5976523" y="4170597"/>
            <a:ext cx="148974" cy="129157"/>
          </a:xfrm>
          <a:custGeom>
            <a:avLst/>
            <a:gdLst>
              <a:gd name="connsiteX0" fmla="*/ 16660 w 190026"/>
              <a:gd name="connsiteY0" fmla="*/ 146485 h 152400"/>
              <a:gd name="connsiteX1" fmla="*/ 16662 w 190026"/>
              <a:gd name="connsiteY1" fmla="*/ 146488 h 152400"/>
              <a:gd name="connsiteX2" fmla="*/ 16660 w 190026"/>
              <a:gd name="connsiteY2" fmla="*/ 146494 h 152400"/>
              <a:gd name="connsiteX3" fmla="*/ 42158 w 190026"/>
              <a:gd name="connsiteY3" fmla="*/ 66694 h 152400"/>
              <a:gd name="connsiteX4" fmla="*/ 185262 w 190026"/>
              <a:gd name="connsiteY4" fmla="*/ 66694 h 152400"/>
              <a:gd name="connsiteX5" fmla="*/ 186425 w 190026"/>
              <a:gd name="connsiteY5" fmla="*/ 66838 h 152400"/>
              <a:gd name="connsiteX6" fmla="*/ 189881 w 190026"/>
              <a:gd name="connsiteY6" fmla="*/ 72619 h 152400"/>
              <a:gd name="connsiteX7" fmla="*/ 173089 w 190026"/>
              <a:gd name="connsiteY7" fmla="*/ 139770 h 152400"/>
              <a:gd name="connsiteX8" fmla="*/ 156915 w 190026"/>
              <a:gd name="connsiteY8" fmla="*/ 152400 h 152400"/>
              <a:gd name="connsiteX9" fmla="*/ 21279 w 190026"/>
              <a:gd name="connsiteY9" fmla="*/ 152400 h 152400"/>
              <a:gd name="connsiteX10" fmla="*/ 20128 w 190026"/>
              <a:gd name="connsiteY10" fmla="*/ 152258 h 152400"/>
              <a:gd name="connsiteX11" fmla="*/ 16662 w 190026"/>
              <a:gd name="connsiteY11" fmla="*/ 146488 h 152400"/>
              <a:gd name="connsiteX12" fmla="*/ 35224 w 190026"/>
              <a:gd name="connsiteY12" fmla="*/ 72104 h 152400"/>
              <a:gd name="connsiteX13" fmla="*/ 42158 w 190026"/>
              <a:gd name="connsiteY13" fmla="*/ 66694 h 152400"/>
              <a:gd name="connsiteX14" fmla="*/ 21469 w 190026"/>
              <a:gd name="connsiteY14" fmla="*/ 0 h 152400"/>
              <a:gd name="connsiteX15" fmla="*/ 59150 w 190026"/>
              <a:gd name="connsiteY15" fmla="*/ 0 h 152400"/>
              <a:gd name="connsiteX16" fmla="*/ 72847 w 190026"/>
              <a:gd name="connsiteY16" fmla="*/ 4953 h 152400"/>
              <a:gd name="connsiteX17" fmla="*/ 95526 w 190026"/>
              <a:gd name="connsiteY17" fmla="*/ 23813 h 152400"/>
              <a:gd name="connsiteX18" fmla="*/ 150057 w 190026"/>
              <a:gd name="connsiteY18" fmla="*/ 23813 h 152400"/>
              <a:gd name="connsiteX19" fmla="*/ 171488 w 190026"/>
              <a:gd name="connsiteY19" fmla="*/ 45244 h 152400"/>
              <a:gd name="connsiteX20" fmla="*/ 171488 w 190026"/>
              <a:gd name="connsiteY20" fmla="*/ 52407 h 152400"/>
              <a:gd name="connsiteX21" fmla="*/ 42158 w 190026"/>
              <a:gd name="connsiteY21" fmla="*/ 52407 h 152400"/>
              <a:gd name="connsiteX22" fmla="*/ 21365 w 190026"/>
              <a:gd name="connsiteY22" fmla="*/ 68647 h 152400"/>
              <a:gd name="connsiteX23" fmla="*/ 3048 w 190026"/>
              <a:gd name="connsiteY23" fmla="*/ 141989 h 152400"/>
              <a:gd name="connsiteX24" fmla="*/ 0 w 190026"/>
              <a:gd name="connsiteY24" fmla="*/ 130959 h 152400"/>
              <a:gd name="connsiteX25" fmla="*/ 38 w 190026"/>
              <a:gd name="connsiteY25" fmla="*/ 21431 h 152400"/>
              <a:gd name="connsiteX26" fmla="*/ 21469 w 190026"/>
              <a:gd name="connsiteY26"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0026" h="152400">
                <a:moveTo>
                  <a:pt x="16660" y="146485"/>
                </a:moveTo>
                <a:lnTo>
                  <a:pt x="16662" y="146488"/>
                </a:lnTo>
                <a:lnTo>
                  <a:pt x="16660" y="146494"/>
                </a:lnTo>
                <a:close/>
                <a:moveTo>
                  <a:pt x="42158" y="66694"/>
                </a:moveTo>
                <a:lnTo>
                  <a:pt x="185262" y="66694"/>
                </a:lnTo>
                <a:cubicBezTo>
                  <a:pt x="185654" y="66694"/>
                  <a:pt x="186045" y="66743"/>
                  <a:pt x="186425" y="66838"/>
                </a:cubicBezTo>
                <a:cubicBezTo>
                  <a:pt x="188976" y="67480"/>
                  <a:pt x="190523" y="70068"/>
                  <a:pt x="189881" y="72619"/>
                </a:cubicBezTo>
                <a:lnTo>
                  <a:pt x="173089" y="139770"/>
                </a:lnTo>
                <a:cubicBezTo>
                  <a:pt x="171235" y="147193"/>
                  <a:pt x="164566" y="152401"/>
                  <a:pt x="156915" y="152400"/>
                </a:cubicBezTo>
                <a:lnTo>
                  <a:pt x="21279" y="152400"/>
                </a:lnTo>
                <a:cubicBezTo>
                  <a:pt x="20891" y="152400"/>
                  <a:pt x="20505" y="152352"/>
                  <a:pt x="20128" y="152258"/>
                </a:cubicBezTo>
                <a:lnTo>
                  <a:pt x="16662" y="146488"/>
                </a:lnTo>
                <a:lnTo>
                  <a:pt x="35224" y="72104"/>
                </a:lnTo>
                <a:cubicBezTo>
                  <a:pt x="36020" y="68923"/>
                  <a:pt x="38879" y="66692"/>
                  <a:pt x="42158" y="66694"/>
                </a:cubicBezTo>
                <a:close/>
                <a:moveTo>
                  <a:pt x="21469" y="0"/>
                </a:moveTo>
                <a:lnTo>
                  <a:pt x="59150" y="0"/>
                </a:lnTo>
                <a:cubicBezTo>
                  <a:pt x="64154" y="1"/>
                  <a:pt x="69000" y="1754"/>
                  <a:pt x="72847" y="4953"/>
                </a:cubicBezTo>
                <a:lnTo>
                  <a:pt x="95526" y="23813"/>
                </a:lnTo>
                <a:lnTo>
                  <a:pt x="150057" y="23813"/>
                </a:lnTo>
                <a:cubicBezTo>
                  <a:pt x="161893" y="23813"/>
                  <a:pt x="171488" y="33408"/>
                  <a:pt x="171488" y="45244"/>
                </a:cubicBezTo>
                <a:lnTo>
                  <a:pt x="171488" y="52407"/>
                </a:lnTo>
                <a:lnTo>
                  <a:pt x="42158" y="52407"/>
                </a:lnTo>
                <a:cubicBezTo>
                  <a:pt x="32321" y="52407"/>
                  <a:pt x="23747" y="59103"/>
                  <a:pt x="21365" y="68647"/>
                </a:cubicBezTo>
                <a:lnTo>
                  <a:pt x="3048" y="141989"/>
                </a:lnTo>
                <a:cubicBezTo>
                  <a:pt x="1047" y="138658"/>
                  <a:pt x="-7" y="134844"/>
                  <a:pt x="0" y="130959"/>
                </a:cubicBezTo>
                <a:lnTo>
                  <a:pt x="38" y="21431"/>
                </a:lnTo>
                <a:cubicBezTo>
                  <a:pt x="38" y="9595"/>
                  <a:pt x="9633" y="0"/>
                  <a:pt x="21469" y="0"/>
                </a:cubicBezTo>
                <a:close/>
              </a:path>
            </a:pathLst>
          </a:custGeom>
          <a:solidFill>
            <a:schemeClr val="bg2"/>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33" name="TextBox 332">
            <a:extLst>
              <a:ext uri="{FF2B5EF4-FFF2-40B4-BE49-F238E27FC236}">
                <a16:creationId xmlns:a16="http://schemas.microsoft.com/office/drawing/2014/main" id="{1F47ADA0-1E81-1DA1-9475-8677E18433C0}"/>
              </a:ext>
              <a:ext uri="{C183D7F6-B498-43B3-948B-1728B52AA6E4}">
                <adec:decorative xmlns:adec="http://schemas.microsoft.com/office/drawing/2017/decorative" val="1"/>
              </a:ext>
            </a:extLst>
          </p:cNvPr>
          <p:cNvSpPr txBox="1"/>
          <p:nvPr/>
        </p:nvSpPr>
        <p:spPr>
          <a:xfrm>
            <a:off x="6179103" y="4165926"/>
            <a:ext cx="245260" cy="138499"/>
          </a:xfrm>
          <a:prstGeom prst="rect">
            <a:avLst/>
          </a:prstGeom>
          <a:noFill/>
          <a:ln>
            <a:noFill/>
          </a:ln>
          <a:effectLst/>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docs</a:t>
            </a:r>
          </a:p>
        </p:txBody>
      </p:sp>
      <p:cxnSp>
        <p:nvCxnSpPr>
          <p:cNvPr id="334" name="Straight Arrow Connector 333">
            <a:extLst>
              <a:ext uri="{FF2B5EF4-FFF2-40B4-BE49-F238E27FC236}">
                <a16:creationId xmlns:a16="http://schemas.microsoft.com/office/drawing/2014/main" id="{B2315C5D-9B89-F6CA-809E-AFE840DADBB1}"/>
              </a:ext>
              <a:ext uri="{C183D7F6-B498-43B3-948B-1728B52AA6E4}">
                <adec:decorative xmlns:adec="http://schemas.microsoft.com/office/drawing/2017/decorative" val="1"/>
              </a:ext>
            </a:extLst>
          </p:cNvPr>
          <p:cNvCxnSpPr>
            <a:cxnSpLocks/>
          </p:cNvCxnSpPr>
          <p:nvPr/>
        </p:nvCxnSpPr>
        <p:spPr>
          <a:xfrm>
            <a:off x="6191242" y="3009268"/>
            <a:ext cx="0" cy="135576"/>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35" name="TextBox 334">
            <a:extLst>
              <a:ext uri="{FF2B5EF4-FFF2-40B4-BE49-F238E27FC236}">
                <a16:creationId xmlns:a16="http://schemas.microsoft.com/office/drawing/2014/main" id="{87AE3F20-9A56-F6BC-0929-95F890BCDA1D}"/>
              </a:ext>
              <a:ext uri="{C183D7F6-B498-43B3-948B-1728B52AA6E4}">
                <adec:decorative xmlns:adec="http://schemas.microsoft.com/office/drawing/2017/decorative" val="1"/>
              </a:ext>
            </a:extLst>
          </p:cNvPr>
          <p:cNvSpPr txBox="1"/>
          <p:nvPr/>
        </p:nvSpPr>
        <p:spPr>
          <a:xfrm>
            <a:off x="6416928" y="3605518"/>
            <a:ext cx="224420" cy="138499"/>
          </a:xfrm>
          <a:prstGeom prst="rect">
            <a:avLst/>
          </a:prstGeom>
          <a:noFill/>
          <a:ln>
            <a:noFill/>
          </a:ln>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data</a:t>
            </a:r>
          </a:p>
        </p:txBody>
      </p:sp>
      <p:sp>
        <p:nvSpPr>
          <p:cNvPr id="338" name="Rectangle: Rounded Corners 337">
            <a:extLst>
              <a:ext uri="{FF2B5EF4-FFF2-40B4-BE49-F238E27FC236}">
                <a16:creationId xmlns:a16="http://schemas.microsoft.com/office/drawing/2014/main" id="{9CDAD762-375A-B908-F7D6-239188A248CF}"/>
              </a:ext>
              <a:ext uri="{C183D7F6-B498-43B3-948B-1728B52AA6E4}">
                <adec:decorative xmlns:adec="http://schemas.microsoft.com/office/drawing/2017/decorative" val="1"/>
              </a:ext>
            </a:extLst>
          </p:cNvPr>
          <p:cNvSpPr/>
          <p:nvPr/>
        </p:nvSpPr>
        <p:spPr>
          <a:xfrm>
            <a:off x="6836561" y="3179850"/>
            <a:ext cx="845779" cy="343225"/>
          </a:xfrm>
          <a:prstGeom prst="roundRect">
            <a:avLst/>
          </a:prstGeom>
          <a:solidFill>
            <a:srgbClr val="AAC0F9">
              <a:alpha val="50000"/>
            </a:srgbClr>
          </a:solidFill>
          <a:ln w="1905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Analytics</a:t>
            </a:r>
          </a:p>
          <a:p>
            <a:pPr marL="0" marR="0" lvl="0" indent="0" algn="ctr" defTabSz="932293"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Agent</a:t>
            </a:r>
          </a:p>
        </p:txBody>
      </p:sp>
      <p:sp>
        <p:nvSpPr>
          <p:cNvPr id="340" name="TextBox 339">
            <a:extLst>
              <a:ext uri="{FF2B5EF4-FFF2-40B4-BE49-F238E27FC236}">
                <a16:creationId xmlns:a16="http://schemas.microsoft.com/office/drawing/2014/main" id="{39F5CB6B-2E06-C2B2-33D7-19F3ECBE799E}"/>
              </a:ext>
              <a:ext uri="{C183D7F6-B498-43B3-948B-1728B52AA6E4}">
                <adec:decorative xmlns:adec="http://schemas.microsoft.com/office/drawing/2017/decorative" val="1"/>
              </a:ext>
            </a:extLst>
          </p:cNvPr>
          <p:cNvSpPr txBox="1"/>
          <p:nvPr/>
        </p:nvSpPr>
        <p:spPr>
          <a:xfrm>
            <a:off x="7005973" y="4062752"/>
            <a:ext cx="512961" cy="138499"/>
          </a:xfrm>
          <a:prstGeom prst="rect">
            <a:avLst/>
          </a:prstGeom>
          <a:noFill/>
          <a:ln>
            <a:noFill/>
          </a:ln>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databases</a:t>
            </a:r>
          </a:p>
        </p:txBody>
      </p:sp>
      <p:sp>
        <p:nvSpPr>
          <p:cNvPr id="342" name="Graphic 295">
            <a:extLst>
              <a:ext uri="{FF2B5EF4-FFF2-40B4-BE49-F238E27FC236}">
                <a16:creationId xmlns:a16="http://schemas.microsoft.com/office/drawing/2014/main" id="{43C5BE4B-3E7B-8FAB-19F1-E6CD2721BF8A}"/>
              </a:ext>
              <a:ext uri="{C183D7F6-B498-43B3-948B-1728B52AA6E4}">
                <adec:decorative xmlns:adec="http://schemas.microsoft.com/office/drawing/2017/decorative" val="1"/>
              </a:ext>
            </a:extLst>
          </p:cNvPr>
          <p:cNvSpPr/>
          <p:nvPr/>
        </p:nvSpPr>
        <p:spPr>
          <a:xfrm>
            <a:off x="7202341" y="3869054"/>
            <a:ext cx="119476" cy="161446"/>
          </a:xfrm>
          <a:custGeom>
            <a:avLst/>
            <a:gdLst>
              <a:gd name="connsiteX0" fmla="*/ 76200 w 152400"/>
              <a:gd name="connsiteY0" fmla="*/ 76200 h 190500"/>
              <a:gd name="connsiteX1" fmla="*/ 152400 w 152400"/>
              <a:gd name="connsiteY1" fmla="*/ 38100 h 190500"/>
              <a:gd name="connsiteX2" fmla="*/ 76200 w 152400"/>
              <a:gd name="connsiteY2" fmla="*/ 0 h 190500"/>
              <a:gd name="connsiteX3" fmla="*/ 0 w 152400"/>
              <a:gd name="connsiteY3" fmla="*/ 38100 h 190500"/>
              <a:gd name="connsiteX4" fmla="*/ 76200 w 152400"/>
              <a:gd name="connsiteY4" fmla="*/ 76200 h 190500"/>
              <a:gd name="connsiteX5" fmla="*/ 136474 w 152400"/>
              <a:gd name="connsiteY5" fmla="*/ 77819 h 190500"/>
              <a:gd name="connsiteX6" fmla="*/ 152400 w 152400"/>
              <a:gd name="connsiteY6" fmla="*/ 67180 h 190500"/>
              <a:gd name="connsiteX7" fmla="*/ 152400 w 152400"/>
              <a:gd name="connsiteY7" fmla="*/ 152400 h 190500"/>
              <a:gd name="connsiteX8" fmla="*/ 76200 w 152400"/>
              <a:gd name="connsiteY8" fmla="*/ 190500 h 190500"/>
              <a:gd name="connsiteX9" fmla="*/ 0 w 152400"/>
              <a:gd name="connsiteY9" fmla="*/ 152400 h 190500"/>
              <a:gd name="connsiteX10" fmla="*/ 0 w 152400"/>
              <a:gd name="connsiteY10" fmla="*/ 67180 h 190500"/>
              <a:gd name="connsiteX11" fmla="*/ 15926 w 152400"/>
              <a:gd name="connsiteY11" fmla="*/ 77819 h 190500"/>
              <a:gd name="connsiteX12" fmla="*/ 76200 w 152400"/>
              <a:gd name="connsiteY12" fmla="*/ 90488 h 190500"/>
              <a:gd name="connsiteX13" fmla="*/ 136474 w 152400"/>
              <a:gd name="connsiteY13" fmla="*/ 7781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400" h="190500">
                <a:moveTo>
                  <a:pt x="76200" y="76200"/>
                </a:moveTo>
                <a:cubicBezTo>
                  <a:pt x="118281" y="76200"/>
                  <a:pt x="152400" y="59150"/>
                  <a:pt x="152400" y="38100"/>
                </a:cubicBezTo>
                <a:cubicBezTo>
                  <a:pt x="152400" y="17050"/>
                  <a:pt x="118281" y="0"/>
                  <a:pt x="76200" y="0"/>
                </a:cubicBezTo>
                <a:cubicBezTo>
                  <a:pt x="34119" y="0"/>
                  <a:pt x="0" y="17050"/>
                  <a:pt x="0" y="38100"/>
                </a:cubicBezTo>
                <a:cubicBezTo>
                  <a:pt x="0" y="59150"/>
                  <a:pt x="34119" y="76200"/>
                  <a:pt x="76200" y="76200"/>
                </a:cubicBezTo>
                <a:close/>
                <a:moveTo>
                  <a:pt x="136474" y="77819"/>
                </a:moveTo>
                <a:cubicBezTo>
                  <a:pt x="142230" y="74993"/>
                  <a:pt x="147585" y="71415"/>
                  <a:pt x="152400" y="67180"/>
                </a:cubicBezTo>
                <a:lnTo>
                  <a:pt x="152400" y="152400"/>
                </a:lnTo>
                <a:cubicBezTo>
                  <a:pt x="152400" y="173450"/>
                  <a:pt x="118281" y="190500"/>
                  <a:pt x="76200" y="190500"/>
                </a:cubicBezTo>
                <a:cubicBezTo>
                  <a:pt x="34119" y="190500"/>
                  <a:pt x="0" y="173450"/>
                  <a:pt x="0" y="152400"/>
                </a:cubicBezTo>
                <a:lnTo>
                  <a:pt x="0" y="67180"/>
                </a:lnTo>
                <a:cubicBezTo>
                  <a:pt x="4815" y="71415"/>
                  <a:pt x="10170" y="74993"/>
                  <a:pt x="15926" y="77819"/>
                </a:cubicBezTo>
                <a:cubicBezTo>
                  <a:pt x="32099" y="85896"/>
                  <a:pt x="53416" y="90488"/>
                  <a:pt x="76200" y="90488"/>
                </a:cubicBezTo>
                <a:cubicBezTo>
                  <a:pt x="98984" y="90488"/>
                  <a:pt x="120301" y="85896"/>
                  <a:pt x="136474" y="77819"/>
                </a:cubicBezTo>
                <a:close/>
              </a:path>
            </a:pathLst>
          </a:custGeom>
          <a:solidFill>
            <a:schemeClr val="bg2"/>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Sans Display"/>
              <a:ea typeface="+mn-ea"/>
              <a:cs typeface="+mn-cs"/>
            </a:endParaRPr>
          </a:p>
        </p:txBody>
      </p:sp>
      <p:cxnSp>
        <p:nvCxnSpPr>
          <p:cNvPr id="343" name="Straight Arrow Connector 342">
            <a:extLst>
              <a:ext uri="{FF2B5EF4-FFF2-40B4-BE49-F238E27FC236}">
                <a16:creationId xmlns:a16="http://schemas.microsoft.com/office/drawing/2014/main" id="{3FF3D7D3-BC9A-B292-9F6C-2F849B103D7D}"/>
              </a:ext>
              <a:ext uri="{C183D7F6-B498-43B3-948B-1728B52AA6E4}">
                <adec:decorative xmlns:adec="http://schemas.microsoft.com/office/drawing/2017/decorative" val="1"/>
              </a:ext>
            </a:extLst>
          </p:cNvPr>
          <p:cNvCxnSpPr>
            <a:cxnSpLocks/>
          </p:cNvCxnSpPr>
          <p:nvPr/>
        </p:nvCxnSpPr>
        <p:spPr>
          <a:xfrm flipV="1">
            <a:off x="7259451" y="3502702"/>
            <a:ext cx="0" cy="320935"/>
          </a:xfrm>
          <a:prstGeom prst="straightConnector1">
            <a:avLst/>
          </a:prstGeom>
          <a:ln w="12700" cap="rnd">
            <a:solidFill>
              <a:schemeClr val="bg1">
                <a:lumMod val="75000"/>
              </a:schemeClr>
            </a:solidFill>
            <a:headEnd type="none" w="lg" len="med"/>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FBA3B4B-700F-5E53-5037-67857CF52460}"/>
              </a:ext>
              <a:ext uri="{C183D7F6-B498-43B3-948B-1728B52AA6E4}">
                <adec:decorative xmlns:adec="http://schemas.microsoft.com/office/drawing/2017/decorative" val="1"/>
              </a:ext>
            </a:extLst>
          </p:cNvPr>
          <p:cNvCxnSpPr>
            <a:cxnSpLocks/>
          </p:cNvCxnSpPr>
          <p:nvPr/>
        </p:nvCxnSpPr>
        <p:spPr>
          <a:xfrm>
            <a:off x="7262079" y="3004220"/>
            <a:ext cx="0" cy="135576"/>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F3CC289-C3EC-283D-B182-4B0E1D68D684}"/>
              </a:ext>
              <a:ext uri="{C183D7F6-B498-43B3-948B-1728B52AA6E4}">
                <adec:decorative xmlns:adec="http://schemas.microsoft.com/office/drawing/2017/decorative" val="1"/>
              </a:ext>
            </a:extLst>
          </p:cNvPr>
          <p:cNvSpPr txBox="1"/>
          <p:nvPr/>
        </p:nvSpPr>
        <p:spPr>
          <a:xfrm>
            <a:off x="7359091" y="3593920"/>
            <a:ext cx="224420" cy="138499"/>
          </a:xfrm>
          <a:prstGeom prst="rect">
            <a:avLst/>
          </a:prstGeom>
          <a:noFill/>
          <a:ln>
            <a:noFill/>
          </a:ln>
          <a:effectLst/>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data</a:t>
            </a:r>
          </a:p>
        </p:txBody>
      </p:sp>
      <p:cxnSp>
        <p:nvCxnSpPr>
          <p:cNvPr id="349" name="Straight Connector 348">
            <a:extLst>
              <a:ext uri="{FF2B5EF4-FFF2-40B4-BE49-F238E27FC236}">
                <a16:creationId xmlns:a16="http://schemas.microsoft.com/office/drawing/2014/main" id="{FA1597E1-6D9F-69B6-A2E6-F2D8F1F933FB}"/>
              </a:ext>
              <a:ext uri="{C183D7F6-B498-43B3-948B-1728B52AA6E4}">
                <adec:decorative xmlns:adec="http://schemas.microsoft.com/office/drawing/2017/decorative" val="1"/>
              </a:ext>
            </a:extLst>
          </p:cNvPr>
          <p:cNvCxnSpPr>
            <a:cxnSpLocks/>
          </p:cNvCxnSpPr>
          <p:nvPr/>
        </p:nvCxnSpPr>
        <p:spPr>
          <a:xfrm>
            <a:off x="7071072" y="2572442"/>
            <a:ext cx="152773" cy="0"/>
          </a:xfrm>
          <a:prstGeom prst="line">
            <a:avLst/>
          </a:prstGeom>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4186D5AC-BEC6-BAD0-AEA6-2BFFA721A095}"/>
              </a:ext>
              <a:ext uri="{C183D7F6-B498-43B3-948B-1728B52AA6E4}">
                <adec:decorative xmlns:adec="http://schemas.microsoft.com/office/drawing/2017/decorative" val="1"/>
              </a:ext>
            </a:extLst>
          </p:cNvPr>
          <p:cNvCxnSpPr>
            <a:cxnSpLocks/>
          </p:cNvCxnSpPr>
          <p:nvPr/>
        </p:nvCxnSpPr>
        <p:spPr>
          <a:xfrm flipH="1">
            <a:off x="7071072" y="2750831"/>
            <a:ext cx="145056" cy="0"/>
          </a:xfrm>
          <a:prstGeom prst="straightConnector1">
            <a:avLst/>
          </a:prstGeom>
          <a:ln w="12700" cap="rnd">
            <a:solidFill>
              <a:schemeClr val="bg1">
                <a:lumMod val="75000"/>
              </a:schemeClr>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42899C74-143D-9D33-16F1-274FE5A56F87}"/>
              </a:ext>
              <a:ext uri="{C183D7F6-B498-43B3-948B-1728B52AA6E4}">
                <adec:decorative xmlns:adec="http://schemas.microsoft.com/office/drawing/2017/decorative" val="1"/>
              </a:ext>
            </a:extLst>
          </p:cNvPr>
          <p:cNvCxnSpPr>
            <a:cxnSpLocks/>
          </p:cNvCxnSpPr>
          <p:nvPr/>
        </p:nvCxnSpPr>
        <p:spPr>
          <a:xfrm flipV="1">
            <a:off x="7223844" y="2572442"/>
            <a:ext cx="0" cy="181134"/>
          </a:xfrm>
          <a:prstGeom prst="line">
            <a:avLst/>
          </a:prstGeom>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032F54EC-0F73-E610-312B-3D27AA78C056}"/>
              </a:ext>
              <a:ext uri="{C183D7F6-B498-43B3-948B-1728B52AA6E4}">
                <adec:decorative xmlns:adec="http://schemas.microsoft.com/office/drawing/2017/decorative" val="1"/>
              </a:ext>
            </a:extLst>
          </p:cNvPr>
          <p:cNvCxnSpPr>
            <a:cxnSpLocks/>
          </p:cNvCxnSpPr>
          <p:nvPr/>
        </p:nvCxnSpPr>
        <p:spPr>
          <a:xfrm>
            <a:off x="6445129" y="2317168"/>
            <a:ext cx="1138382" cy="0"/>
          </a:xfrm>
          <a:prstGeom prst="line">
            <a:avLst/>
          </a:prstGeom>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651564F6-D8D7-686F-807C-DDAFCDBC2F5C}"/>
              </a:ext>
              <a:ext uri="{C183D7F6-B498-43B3-948B-1728B52AA6E4}">
                <adec:decorative xmlns:adec="http://schemas.microsoft.com/office/drawing/2017/decorative" val="1"/>
              </a:ext>
            </a:extLst>
          </p:cNvPr>
          <p:cNvCxnSpPr>
            <a:cxnSpLocks/>
          </p:cNvCxnSpPr>
          <p:nvPr/>
        </p:nvCxnSpPr>
        <p:spPr>
          <a:xfrm>
            <a:off x="7594086" y="2317168"/>
            <a:ext cx="0" cy="213286"/>
          </a:xfrm>
          <a:prstGeom prst="line">
            <a:avLst/>
          </a:prstGeom>
          <a:ln w="12700"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360" name="Rectangle: Rounded Corners 359">
            <a:extLst>
              <a:ext uri="{FF2B5EF4-FFF2-40B4-BE49-F238E27FC236}">
                <a16:creationId xmlns:a16="http://schemas.microsoft.com/office/drawing/2014/main" id="{D11E7067-7632-BC8F-F7A7-66BA9C741667}"/>
              </a:ext>
            </a:extLst>
          </p:cNvPr>
          <p:cNvSpPr/>
          <p:nvPr/>
        </p:nvSpPr>
        <p:spPr>
          <a:xfrm>
            <a:off x="8194371" y="2391359"/>
            <a:ext cx="794934" cy="361909"/>
          </a:xfrm>
          <a:prstGeom prst="roundRect">
            <a:avLst>
              <a:gd name="adj" fmla="val 7380"/>
            </a:avLst>
          </a:prstGeom>
          <a:ln w="9525" cap="rnd">
            <a:solidFill>
              <a:schemeClr val="bg2"/>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ctr" anchorCtr="0" compatLnSpc="1">
            <a:prstTxWarp prst="textNoShape">
              <a:avLst/>
            </a:prstTxWarp>
          </a:bodyPr>
          <a:lstStyle/>
          <a:p>
            <a:pPr marL="0" marR="0" lvl="0" indent="0" algn="ctr" defTabSz="932472" rtl="0" eaLnBrk="1" fontAlgn="base"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Triage agent</a:t>
            </a:r>
          </a:p>
        </p:txBody>
      </p:sp>
      <p:sp>
        <p:nvSpPr>
          <p:cNvPr id="362" name="Rectangle: Rounded Corners 361">
            <a:extLst>
              <a:ext uri="{FF2B5EF4-FFF2-40B4-BE49-F238E27FC236}">
                <a16:creationId xmlns:a16="http://schemas.microsoft.com/office/drawing/2014/main" id="{338170AB-401E-844B-5465-BA1D9C8CE4C3}"/>
              </a:ext>
            </a:extLst>
          </p:cNvPr>
          <p:cNvSpPr/>
          <p:nvPr/>
        </p:nvSpPr>
        <p:spPr>
          <a:xfrm>
            <a:off x="9431537" y="2391359"/>
            <a:ext cx="794934" cy="361909"/>
          </a:xfrm>
          <a:prstGeom prst="roundRect">
            <a:avLst>
              <a:gd name="adj" fmla="val 7380"/>
            </a:avLst>
          </a:prstGeom>
          <a:ln w="9525" cap="rnd">
            <a:solidFill>
              <a:schemeClr val="bg2"/>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ctr" anchorCtr="0" compatLnSpc="1">
            <a:prstTxWarp prst="textNoShape">
              <a:avLst/>
            </a:prstTxWarp>
          </a:bodyPr>
          <a:lstStyle/>
          <a:p>
            <a:pPr marL="0" marR="0" lvl="0" indent="0" algn="ctr" defTabSz="932472" rtl="0" eaLnBrk="1" fontAlgn="base"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Code fix agent</a:t>
            </a:r>
          </a:p>
        </p:txBody>
      </p:sp>
      <p:sp>
        <p:nvSpPr>
          <p:cNvPr id="365" name="Rectangle: Rounded Corners 364">
            <a:extLst>
              <a:ext uri="{FF2B5EF4-FFF2-40B4-BE49-F238E27FC236}">
                <a16:creationId xmlns:a16="http://schemas.microsoft.com/office/drawing/2014/main" id="{097D7AC6-6D85-DA99-8066-AE71735F81E4}"/>
              </a:ext>
            </a:extLst>
          </p:cNvPr>
          <p:cNvSpPr/>
          <p:nvPr/>
        </p:nvSpPr>
        <p:spPr>
          <a:xfrm>
            <a:off x="10668702" y="2391359"/>
            <a:ext cx="794934" cy="361909"/>
          </a:xfrm>
          <a:prstGeom prst="roundRect">
            <a:avLst>
              <a:gd name="adj" fmla="val 7380"/>
            </a:avLst>
          </a:prstGeom>
          <a:ln w="9525" cap="rnd">
            <a:solidFill>
              <a:schemeClr val="bg2"/>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ctr" anchorCtr="0" compatLnSpc="1">
            <a:prstTxWarp prst="textNoShape">
              <a:avLst/>
            </a:prstTxWarp>
          </a:bodyPr>
          <a:lstStyle/>
          <a:p>
            <a:pPr marL="0" marR="0" lvl="0" indent="0" algn="ctr" defTabSz="932472" rtl="0" eaLnBrk="1" fontAlgn="base"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Compliance agent</a:t>
            </a:r>
          </a:p>
        </p:txBody>
      </p:sp>
      <p:cxnSp>
        <p:nvCxnSpPr>
          <p:cNvPr id="367" name="Straight Arrow Connector 366">
            <a:extLst>
              <a:ext uri="{FF2B5EF4-FFF2-40B4-BE49-F238E27FC236}">
                <a16:creationId xmlns:a16="http://schemas.microsoft.com/office/drawing/2014/main" id="{5B8D12B0-7D36-EEAD-932D-A68CCEDA49C4}"/>
              </a:ext>
            </a:extLst>
          </p:cNvPr>
          <p:cNvCxnSpPr>
            <a:cxnSpLocks/>
            <a:stCxn id="360" idx="3"/>
            <a:endCxn id="362" idx="1"/>
          </p:cNvCxnSpPr>
          <p:nvPr/>
        </p:nvCxnSpPr>
        <p:spPr>
          <a:xfrm>
            <a:off x="8989305" y="2572313"/>
            <a:ext cx="442232" cy="0"/>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68" name="Straight Arrow Connector 367">
            <a:extLst>
              <a:ext uri="{FF2B5EF4-FFF2-40B4-BE49-F238E27FC236}">
                <a16:creationId xmlns:a16="http://schemas.microsoft.com/office/drawing/2014/main" id="{DD397A0D-C457-707A-25F9-8555F0EC263A}"/>
              </a:ext>
            </a:extLst>
          </p:cNvPr>
          <p:cNvCxnSpPr>
            <a:cxnSpLocks/>
            <a:stCxn id="362" idx="3"/>
            <a:endCxn id="365" idx="1"/>
          </p:cNvCxnSpPr>
          <p:nvPr/>
        </p:nvCxnSpPr>
        <p:spPr>
          <a:xfrm>
            <a:off x="10226471" y="2572313"/>
            <a:ext cx="442232" cy="0"/>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69" name="Straight Arrow Connector 368">
            <a:extLst>
              <a:ext uri="{FF2B5EF4-FFF2-40B4-BE49-F238E27FC236}">
                <a16:creationId xmlns:a16="http://schemas.microsoft.com/office/drawing/2014/main" id="{91604826-BA48-0335-9ACD-D219A6718C4B}"/>
              </a:ext>
            </a:extLst>
          </p:cNvPr>
          <p:cNvCxnSpPr>
            <a:cxnSpLocks/>
            <a:stCxn id="362" idx="2"/>
            <a:endCxn id="359" idx="0"/>
          </p:cNvCxnSpPr>
          <p:nvPr/>
        </p:nvCxnSpPr>
        <p:spPr>
          <a:xfrm flipH="1">
            <a:off x="9828692" y="2753268"/>
            <a:ext cx="312" cy="205532"/>
          </a:xfrm>
          <a:prstGeom prst="straightConnector1">
            <a:avLst/>
          </a:prstGeom>
          <a:ln w="12700" cap="rnd">
            <a:solidFill>
              <a:schemeClr val="bg1">
                <a:lumMod val="75000"/>
              </a:schemeClr>
            </a:solidFill>
            <a:prstDash val="dash"/>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59" name="Rectangle: Rounded Corners 358">
            <a:extLst>
              <a:ext uri="{FF2B5EF4-FFF2-40B4-BE49-F238E27FC236}">
                <a16:creationId xmlns:a16="http://schemas.microsoft.com/office/drawing/2014/main" id="{D1E20EB3-C28D-810B-DC58-367A19065ED9}"/>
              </a:ext>
            </a:extLst>
          </p:cNvPr>
          <p:cNvSpPr/>
          <p:nvPr/>
        </p:nvSpPr>
        <p:spPr bwMode="auto">
          <a:xfrm>
            <a:off x="8193748" y="2958800"/>
            <a:ext cx="3269887" cy="1335333"/>
          </a:xfrm>
          <a:prstGeom prst="roundRect">
            <a:avLst>
              <a:gd name="adj" fmla="val 7473"/>
            </a:avLst>
          </a:prstGeom>
          <a:solidFill>
            <a:schemeClr val="bg2">
              <a:alpha val="5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err="1">
              <a:ln>
                <a:noFill/>
              </a:ln>
              <a:solidFill>
                <a:srgbClr val="000000"/>
              </a:solidFill>
              <a:effectLst/>
              <a:uLnTx/>
              <a:uFillTx/>
              <a:latin typeface="Segoe Sans Display"/>
              <a:ea typeface="+mn-ea"/>
              <a:cs typeface="+mn-cs"/>
            </a:endParaRPr>
          </a:p>
        </p:txBody>
      </p:sp>
      <p:sp>
        <p:nvSpPr>
          <p:cNvPr id="370" name="TextBox 369">
            <a:extLst>
              <a:ext uri="{FF2B5EF4-FFF2-40B4-BE49-F238E27FC236}">
                <a16:creationId xmlns:a16="http://schemas.microsoft.com/office/drawing/2014/main" id="{BA9A91E0-926A-D432-8D03-35AAF95018A8}"/>
              </a:ext>
            </a:extLst>
          </p:cNvPr>
          <p:cNvSpPr txBox="1"/>
          <p:nvPr/>
        </p:nvSpPr>
        <p:spPr>
          <a:xfrm>
            <a:off x="8497300" y="2991659"/>
            <a:ext cx="2644172" cy="230832"/>
          </a:xfrm>
          <a:prstGeom prst="rect">
            <a:avLst/>
          </a:prstGeom>
          <a:noFill/>
        </p:spPr>
        <p:txBody>
          <a:bodyPr wrap="square" lIns="0" rtlCol="0">
            <a:spAutoFit/>
          </a:bodyPr>
          <a:lstStyle/>
          <a:p>
            <a:pPr marL="0" marR="0" lvl="0" indent="0" algn="ctr" defTabSz="914400" rtl="0" eaLnBrk="1" fontAlgn="base" latinLnBrk="0" hangingPunct="1">
              <a:lnSpc>
                <a:spcPct val="100000"/>
              </a:lnSpc>
              <a:spcBef>
                <a:spcPct val="0"/>
              </a:spcBef>
              <a:spcAft>
                <a:spcPts val="1200"/>
              </a:spcAft>
              <a:buClrTx/>
              <a:buSzPct val="90000"/>
              <a:buFontTx/>
              <a:buNone/>
              <a:tabLst>
                <a:tab pos="1487158" algn="l"/>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Agent harness loop</a:t>
            </a:r>
          </a:p>
        </p:txBody>
      </p:sp>
      <p:sp>
        <p:nvSpPr>
          <p:cNvPr id="371" name="Rectangle: Rounded Corners 370">
            <a:extLst>
              <a:ext uri="{FF2B5EF4-FFF2-40B4-BE49-F238E27FC236}">
                <a16:creationId xmlns:a16="http://schemas.microsoft.com/office/drawing/2014/main" id="{1BBA58BE-F0DF-7716-37F6-414E033A173C}"/>
              </a:ext>
            </a:extLst>
          </p:cNvPr>
          <p:cNvSpPr/>
          <p:nvPr/>
        </p:nvSpPr>
        <p:spPr>
          <a:xfrm>
            <a:off x="8510916" y="3299650"/>
            <a:ext cx="1090159" cy="331231"/>
          </a:xfrm>
          <a:prstGeom prst="roundRect">
            <a:avLst>
              <a:gd name="adj" fmla="val 7380"/>
            </a:avLst>
          </a:prstGeom>
          <a:ln w="9525"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ctr" anchorCtr="0" compatLnSpc="1">
            <a:prstTxWarp prst="textNoShape">
              <a:avLst/>
            </a:prstTxWarp>
          </a:bodyPr>
          <a:lstStyle/>
          <a:p>
            <a:pPr marL="0" marR="0" lvl="0" indent="0" algn="ctr" defTabSz="932472" rtl="0" eaLnBrk="1" fontAlgn="base"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Plan tasks</a:t>
            </a:r>
          </a:p>
        </p:txBody>
      </p:sp>
      <p:sp>
        <p:nvSpPr>
          <p:cNvPr id="372" name="Rectangle: Rounded Corners 371">
            <a:extLst>
              <a:ext uri="{FF2B5EF4-FFF2-40B4-BE49-F238E27FC236}">
                <a16:creationId xmlns:a16="http://schemas.microsoft.com/office/drawing/2014/main" id="{396E5E46-5035-5904-2E12-563742D83D92}"/>
              </a:ext>
            </a:extLst>
          </p:cNvPr>
          <p:cNvSpPr/>
          <p:nvPr/>
        </p:nvSpPr>
        <p:spPr>
          <a:xfrm>
            <a:off x="10067545" y="3299648"/>
            <a:ext cx="1090159" cy="331231"/>
          </a:xfrm>
          <a:prstGeom prst="roundRect">
            <a:avLst>
              <a:gd name="adj" fmla="val 7380"/>
            </a:avLst>
          </a:prstGeom>
          <a:ln w="9525"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ctr" anchorCtr="0" compatLnSpc="1">
            <a:prstTxWarp prst="textNoShape">
              <a:avLst/>
            </a:prstTxWarp>
          </a:bodyPr>
          <a:lstStyle/>
          <a:p>
            <a:pPr marL="0" marR="0" lvl="0" indent="0" algn="ctr" defTabSz="932472" rtl="0" eaLnBrk="1" fontAlgn="base"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Execute (Shell, filesystem)</a:t>
            </a:r>
          </a:p>
        </p:txBody>
      </p:sp>
      <p:sp>
        <p:nvSpPr>
          <p:cNvPr id="373" name="Rectangle: Rounded Corners 372">
            <a:extLst>
              <a:ext uri="{FF2B5EF4-FFF2-40B4-BE49-F238E27FC236}">
                <a16:creationId xmlns:a16="http://schemas.microsoft.com/office/drawing/2014/main" id="{3337D701-4C29-2D43-12B1-489D703F85DB}"/>
              </a:ext>
            </a:extLst>
          </p:cNvPr>
          <p:cNvSpPr/>
          <p:nvPr/>
        </p:nvSpPr>
        <p:spPr>
          <a:xfrm>
            <a:off x="10067545" y="3842220"/>
            <a:ext cx="1090159" cy="310086"/>
          </a:xfrm>
          <a:prstGeom prst="roundRect">
            <a:avLst>
              <a:gd name="adj" fmla="val 7380"/>
            </a:avLst>
          </a:prstGeom>
          <a:ln w="9525" cap="rnd">
            <a:solidFill>
              <a:schemeClr val="bg1">
                <a:lumMod val="75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ctr" anchorCtr="0" compatLnSpc="1">
            <a:prstTxWarp prst="textNoShape">
              <a:avLst/>
            </a:prstTxWarp>
          </a:bodyPr>
          <a:lstStyle/>
          <a:p>
            <a:pPr marL="0" marR="0" lvl="0" indent="0" algn="ctr" defTabSz="932472" rtl="0" eaLnBrk="1" fontAlgn="base" latinLnBrk="0" hangingPunct="1">
              <a:lnSpc>
                <a:spcPct val="100000"/>
              </a:lnSpc>
              <a:spcBef>
                <a:spcPts val="30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Assess progress</a:t>
            </a:r>
          </a:p>
        </p:txBody>
      </p:sp>
      <p:cxnSp>
        <p:nvCxnSpPr>
          <p:cNvPr id="374" name="Straight Arrow Connector 373">
            <a:extLst>
              <a:ext uri="{FF2B5EF4-FFF2-40B4-BE49-F238E27FC236}">
                <a16:creationId xmlns:a16="http://schemas.microsoft.com/office/drawing/2014/main" id="{3B19804D-BFB0-B24E-BC4D-9C3456A6E4D9}"/>
              </a:ext>
            </a:extLst>
          </p:cNvPr>
          <p:cNvCxnSpPr>
            <a:cxnSpLocks/>
            <a:stCxn id="371" idx="3"/>
            <a:endCxn id="372" idx="1"/>
          </p:cNvCxnSpPr>
          <p:nvPr/>
        </p:nvCxnSpPr>
        <p:spPr>
          <a:xfrm flipV="1">
            <a:off x="9601075" y="3465266"/>
            <a:ext cx="466470" cy="1"/>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75" name="Straight Arrow Connector 374">
            <a:extLst>
              <a:ext uri="{FF2B5EF4-FFF2-40B4-BE49-F238E27FC236}">
                <a16:creationId xmlns:a16="http://schemas.microsoft.com/office/drawing/2014/main" id="{BE1801EC-AD3B-184F-0B5B-A6595A23303F}"/>
              </a:ext>
            </a:extLst>
          </p:cNvPr>
          <p:cNvCxnSpPr>
            <a:cxnSpLocks/>
            <a:stCxn id="372" idx="2"/>
            <a:endCxn id="373" idx="0"/>
          </p:cNvCxnSpPr>
          <p:nvPr/>
        </p:nvCxnSpPr>
        <p:spPr>
          <a:xfrm>
            <a:off x="10612626" y="3630881"/>
            <a:ext cx="0" cy="211339"/>
          </a:xfrm>
          <a:prstGeom prst="straightConnector1">
            <a:avLst/>
          </a:prstGeom>
          <a:ln w="12700" cap="rnd">
            <a:solidFill>
              <a:schemeClr val="bg1">
                <a:lumMod val="75000"/>
              </a:schemeClr>
            </a:solidFill>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cxnSp>
        <p:nvCxnSpPr>
          <p:cNvPr id="376" name="Connector: Elbow 375">
            <a:extLst>
              <a:ext uri="{FF2B5EF4-FFF2-40B4-BE49-F238E27FC236}">
                <a16:creationId xmlns:a16="http://schemas.microsoft.com/office/drawing/2014/main" id="{37F70629-40A2-3F9C-ED94-7BDFC869C631}"/>
              </a:ext>
            </a:extLst>
          </p:cNvPr>
          <p:cNvCxnSpPr>
            <a:cxnSpLocks/>
          </p:cNvCxnSpPr>
          <p:nvPr/>
        </p:nvCxnSpPr>
        <p:spPr>
          <a:xfrm rot="10800000">
            <a:off x="9449906" y="3633959"/>
            <a:ext cx="617639" cy="363306"/>
          </a:xfrm>
          <a:prstGeom prst="bentConnector3">
            <a:avLst>
              <a:gd name="adj1" fmla="val 100153"/>
            </a:avLst>
          </a:prstGeom>
          <a:ln w="12700" cap="rnd">
            <a:solidFill>
              <a:schemeClr val="bg1">
                <a:lumMod val="75000"/>
              </a:schemeClr>
            </a:solidFill>
            <a:prstDash val="dash"/>
            <a:headEnd type="none" w="lg" len="sm"/>
            <a:tailEnd type="none" w="lg" len="med"/>
          </a:ln>
          <a:effectLst/>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BB73F78D-851F-F4BF-772D-1F7A84F2BE76}"/>
              </a:ext>
            </a:extLst>
          </p:cNvPr>
          <p:cNvCxnSpPr>
            <a:cxnSpLocks/>
          </p:cNvCxnSpPr>
          <p:nvPr/>
        </p:nvCxnSpPr>
        <p:spPr>
          <a:xfrm flipV="1">
            <a:off x="9601075" y="3635374"/>
            <a:ext cx="466470" cy="1"/>
          </a:xfrm>
          <a:prstGeom prst="straightConnector1">
            <a:avLst/>
          </a:prstGeom>
          <a:ln w="12700" cap="rnd">
            <a:solidFill>
              <a:schemeClr val="bg1">
                <a:lumMod val="75000"/>
              </a:schemeClr>
            </a:solidFill>
            <a:prstDash val="dash"/>
            <a:headEnd type="none" w="lg" len="sm"/>
            <a:tailEnd type="arrow" w="lg" len="med"/>
          </a:ln>
          <a:effectLst/>
        </p:spPr>
        <p:style>
          <a:lnRef idx="1">
            <a:schemeClr val="accent1"/>
          </a:lnRef>
          <a:fillRef idx="0">
            <a:schemeClr val="accent1"/>
          </a:fillRef>
          <a:effectRef idx="0">
            <a:schemeClr val="accent1"/>
          </a:effectRef>
          <a:fontRef idx="minor">
            <a:schemeClr val="tx1"/>
          </a:fontRef>
        </p:style>
      </p:cxnSp>
      <p:sp>
        <p:nvSpPr>
          <p:cNvPr id="378" name="TextBox 377">
            <a:extLst>
              <a:ext uri="{FF2B5EF4-FFF2-40B4-BE49-F238E27FC236}">
                <a16:creationId xmlns:a16="http://schemas.microsoft.com/office/drawing/2014/main" id="{9F0FB475-210F-22BB-89AA-B6549AB45E2E}"/>
              </a:ext>
            </a:extLst>
          </p:cNvPr>
          <p:cNvSpPr txBox="1"/>
          <p:nvPr/>
        </p:nvSpPr>
        <p:spPr>
          <a:xfrm>
            <a:off x="8758139" y="4027951"/>
            <a:ext cx="1094850" cy="1384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mn-cs"/>
              </a:rPr>
              <a:t>Iterate until complete</a:t>
            </a:r>
          </a:p>
        </p:txBody>
      </p:sp>
      <p:sp>
        <p:nvSpPr>
          <p:cNvPr id="403" name="TextBox 402">
            <a:extLst>
              <a:ext uri="{FF2B5EF4-FFF2-40B4-BE49-F238E27FC236}">
                <a16:creationId xmlns:a16="http://schemas.microsoft.com/office/drawing/2014/main" id="{3CDEF9ED-918B-0079-C95A-745DC1265766}"/>
              </a:ext>
            </a:extLst>
          </p:cNvPr>
          <p:cNvSpPr txBox="1"/>
          <p:nvPr/>
        </p:nvSpPr>
        <p:spPr>
          <a:xfrm>
            <a:off x="728365" y="4544871"/>
            <a:ext cx="3269886" cy="738664"/>
          </a:xfrm>
          <a:prstGeom prst="rect">
            <a:avLst/>
          </a:prstGeom>
          <a:noFill/>
        </p:spPr>
        <p:txBody>
          <a:bodyPr wrap="square" lIns="0" tIns="0" rIns="0" bIns="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A single agent responds to a user query in one turn—retrieving data from tools, search, or memory and returning an answer directly. The human stays in the loop for every interaction.</a:t>
            </a:r>
          </a:p>
        </p:txBody>
      </p:sp>
      <p:sp>
        <p:nvSpPr>
          <p:cNvPr id="405" name="TextBox 404">
            <a:extLst>
              <a:ext uri="{FF2B5EF4-FFF2-40B4-BE49-F238E27FC236}">
                <a16:creationId xmlns:a16="http://schemas.microsoft.com/office/drawing/2014/main" id="{523299DA-CC81-4B17-2D26-130B5C337BB1}"/>
              </a:ext>
            </a:extLst>
          </p:cNvPr>
          <p:cNvSpPr txBox="1"/>
          <p:nvPr/>
        </p:nvSpPr>
        <p:spPr>
          <a:xfrm>
            <a:off x="4461057" y="4551811"/>
            <a:ext cx="3269886" cy="923330"/>
          </a:xfrm>
          <a:prstGeom prst="rect">
            <a:avLst/>
          </a:prstGeom>
          <a:noFill/>
        </p:spPr>
        <p:txBody>
          <a:bodyPr wrap="square" lIns="0" tIns="0" rIns="0" bIns="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An orchestrator delegates tasks to specialized agents—each with its own tools and data sources—then synthesizes their outputs into a unified response. The human initiates the conversation; agents coordinate the work.</a:t>
            </a:r>
          </a:p>
        </p:txBody>
      </p:sp>
      <p:sp>
        <p:nvSpPr>
          <p:cNvPr id="409" name="TextBox 408">
            <a:extLst>
              <a:ext uri="{FF2B5EF4-FFF2-40B4-BE49-F238E27FC236}">
                <a16:creationId xmlns:a16="http://schemas.microsoft.com/office/drawing/2014/main" id="{4702E6A4-40C1-FD08-8D8B-E8C7D5D5CFDD}"/>
              </a:ext>
            </a:extLst>
          </p:cNvPr>
          <p:cNvSpPr txBox="1"/>
          <p:nvPr/>
        </p:nvSpPr>
        <p:spPr>
          <a:xfrm>
            <a:off x="8193748" y="4551811"/>
            <a:ext cx="3269886" cy="923330"/>
          </a:xfrm>
          <a:prstGeom prst="rect">
            <a:avLst/>
          </a:prstGeom>
          <a:noFill/>
        </p:spPr>
        <p:txBody>
          <a:bodyPr wrap="square" lIns="0" tIns="0" rIns="0" bIns="0">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Specialized agents operate within an autonomous loop—planning tasks, executing actions, and assessing progress iteratively until the goal is complete. The human sets the objective; agents drive execution end-to-end.</a:t>
            </a:r>
          </a:p>
        </p:txBody>
      </p:sp>
      <p:sp>
        <p:nvSpPr>
          <p:cNvPr id="3" name="Title 2">
            <a:extLst>
              <a:ext uri="{FF2B5EF4-FFF2-40B4-BE49-F238E27FC236}">
                <a16:creationId xmlns:a16="http://schemas.microsoft.com/office/drawing/2014/main" id="{AF4FDE03-6EFF-09FE-CE79-0DA8A5BD6A1A}"/>
              </a:ext>
            </a:extLst>
          </p:cNvPr>
          <p:cNvSpPr>
            <a:spLocks noGrp="1"/>
          </p:cNvSpPr>
          <p:nvPr>
            <p:ph type="title"/>
          </p:nvPr>
        </p:nvSpPr>
        <p:spPr>
          <a:xfrm>
            <a:off x="419100" y="436330"/>
            <a:ext cx="11353799" cy="560426"/>
          </a:xfrm>
        </p:spPr>
        <p:txBody>
          <a:bodyPr/>
          <a:lstStyle/>
          <a:p>
            <a:pPr algn="ctr" defTabSz="914400">
              <a:lnSpc>
                <a:spcPct val="90000"/>
              </a:lnSpc>
            </a:pPr>
            <a:r>
              <a:rPr lang="en-US" kern="1200" spc="0">
                <a:solidFill>
                  <a:prstClr val="black"/>
                </a:solidFill>
                <a:latin typeface="Segoe UI Semibold"/>
                <a:cs typeface="+mj-cs"/>
              </a:rPr>
              <a:t>The spectrum of agentic architectures</a:t>
            </a:r>
          </a:p>
        </p:txBody>
      </p:sp>
      <p:sp>
        <p:nvSpPr>
          <p:cNvPr id="396" name="TextBox 395">
            <a:extLst>
              <a:ext uri="{FF2B5EF4-FFF2-40B4-BE49-F238E27FC236}">
                <a16:creationId xmlns:a16="http://schemas.microsoft.com/office/drawing/2014/main" id="{C8A70BF8-578D-594F-6B5E-E6B8C2C9500D}"/>
              </a:ext>
            </a:extLst>
          </p:cNvPr>
          <p:cNvSpPr txBox="1"/>
          <p:nvPr/>
        </p:nvSpPr>
        <p:spPr>
          <a:xfrm>
            <a:off x="1292502" y="1663035"/>
            <a:ext cx="2141612"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Simple prompt agent</a:t>
            </a:r>
          </a:p>
        </p:txBody>
      </p:sp>
      <p:sp>
        <p:nvSpPr>
          <p:cNvPr id="398" name="TextBox 397">
            <a:extLst>
              <a:ext uri="{FF2B5EF4-FFF2-40B4-BE49-F238E27FC236}">
                <a16:creationId xmlns:a16="http://schemas.microsoft.com/office/drawing/2014/main" id="{E6E3B551-9135-B81C-827C-12C7D84FCDD1}"/>
              </a:ext>
            </a:extLst>
          </p:cNvPr>
          <p:cNvSpPr txBox="1"/>
          <p:nvPr/>
        </p:nvSpPr>
        <p:spPr>
          <a:xfrm>
            <a:off x="5111756" y="1663475"/>
            <a:ext cx="1968488"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Multi-agent system</a:t>
            </a:r>
          </a:p>
        </p:txBody>
      </p:sp>
      <p:sp>
        <p:nvSpPr>
          <p:cNvPr id="400" name="TextBox 399">
            <a:extLst>
              <a:ext uri="{FF2B5EF4-FFF2-40B4-BE49-F238E27FC236}">
                <a16:creationId xmlns:a16="http://schemas.microsoft.com/office/drawing/2014/main" id="{B6A504C8-8EB5-C073-E5B7-9F2822A69C0A}"/>
              </a:ext>
            </a:extLst>
          </p:cNvPr>
          <p:cNvSpPr txBox="1"/>
          <p:nvPr/>
        </p:nvSpPr>
        <p:spPr>
          <a:xfrm>
            <a:off x="8378775" y="1657786"/>
            <a:ext cx="2899832"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Long-running, agent harness</a:t>
            </a:r>
          </a:p>
        </p:txBody>
      </p:sp>
      <p:cxnSp>
        <p:nvCxnSpPr>
          <p:cNvPr id="19" name="Straight Connector 18">
            <a:extLst>
              <a:ext uri="{FF2B5EF4-FFF2-40B4-BE49-F238E27FC236}">
                <a16:creationId xmlns:a16="http://schemas.microsoft.com/office/drawing/2014/main" id="{8619449B-E997-26A9-88DE-4EE62CE085AC}"/>
              </a:ext>
            </a:extLst>
          </p:cNvPr>
          <p:cNvCxnSpPr>
            <a:cxnSpLocks/>
          </p:cNvCxnSpPr>
          <p:nvPr/>
        </p:nvCxnSpPr>
        <p:spPr>
          <a:xfrm>
            <a:off x="651983" y="2106069"/>
            <a:ext cx="342265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484CFD7-A86A-D7E1-4500-6985700A274D}"/>
              </a:ext>
            </a:extLst>
          </p:cNvPr>
          <p:cNvCxnSpPr>
            <a:cxnSpLocks/>
          </p:cNvCxnSpPr>
          <p:nvPr/>
        </p:nvCxnSpPr>
        <p:spPr>
          <a:xfrm>
            <a:off x="4384675" y="2106069"/>
            <a:ext cx="342265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1712FA-3618-A626-0044-980DAC18E1EA}"/>
              </a:ext>
            </a:extLst>
          </p:cNvPr>
          <p:cNvCxnSpPr>
            <a:cxnSpLocks/>
          </p:cNvCxnSpPr>
          <p:nvPr/>
        </p:nvCxnSpPr>
        <p:spPr>
          <a:xfrm>
            <a:off x="8117367" y="2106069"/>
            <a:ext cx="342265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91211871-62B9-B58B-026A-038EC16BFBFE}"/>
              </a:ext>
            </a:extLst>
          </p:cNvPr>
          <p:cNvSpPr/>
          <p:nvPr/>
        </p:nvSpPr>
        <p:spPr>
          <a:xfrm>
            <a:off x="419100" y="5930229"/>
            <a:ext cx="2019311" cy="424872"/>
          </a:xfrm>
          <a:prstGeom prst="roundRect">
            <a:avLst>
              <a:gd name="adj" fmla="val 50000"/>
            </a:avLst>
          </a:prstGeom>
          <a:solidFill>
            <a:srgbClr val="4F42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a:ea typeface="+mn-ea"/>
                <a:cs typeface="+mn-cs"/>
              </a:rPr>
              <a:t>Human-driven</a:t>
            </a:r>
            <a:endParaRPr kumimoji="0" lang="en-IN" sz="14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1" name="Rectangle: Rounded Corners 40">
            <a:extLst>
              <a:ext uri="{FF2B5EF4-FFF2-40B4-BE49-F238E27FC236}">
                <a16:creationId xmlns:a16="http://schemas.microsoft.com/office/drawing/2014/main" id="{1218124D-C93E-27F6-7321-7249FB3758EE}"/>
              </a:ext>
            </a:extLst>
          </p:cNvPr>
          <p:cNvSpPr/>
          <p:nvPr/>
        </p:nvSpPr>
        <p:spPr>
          <a:xfrm>
            <a:off x="9731544" y="5930229"/>
            <a:ext cx="2019311" cy="424872"/>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a:ea typeface="+mn-ea"/>
                <a:cs typeface="+mn-cs"/>
              </a:rPr>
              <a:t>Agent-driven</a:t>
            </a:r>
          </a:p>
        </p:txBody>
      </p:sp>
      <p:cxnSp>
        <p:nvCxnSpPr>
          <p:cNvPr id="42" name="Straight Arrow Connector 41">
            <a:extLst>
              <a:ext uri="{FF2B5EF4-FFF2-40B4-BE49-F238E27FC236}">
                <a16:creationId xmlns:a16="http://schemas.microsoft.com/office/drawing/2014/main" id="{3711ADAB-EF5E-D54C-2AF4-C906BE9740C2}"/>
              </a:ext>
              <a:ext uri="{C183D7F6-B498-43B3-948B-1728B52AA6E4}">
                <adec:decorative xmlns:adec="http://schemas.microsoft.com/office/drawing/2017/decorative" val="1"/>
              </a:ext>
            </a:extLst>
          </p:cNvPr>
          <p:cNvCxnSpPr>
            <a:cxnSpLocks/>
          </p:cNvCxnSpPr>
          <p:nvPr/>
        </p:nvCxnSpPr>
        <p:spPr>
          <a:xfrm flipH="1">
            <a:off x="2438411" y="6142665"/>
            <a:ext cx="7320314" cy="0"/>
          </a:xfrm>
          <a:prstGeom prst="straightConnector1">
            <a:avLst/>
          </a:prstGeom>
          <a:noFill/>
          <a:ln w="19050" cap="rnd">
            <a:gradFill flip="none" rotWithShape="1">
              <a:gsLst>
                <a:gs pos="0">
                  <a:srgbClr val="4F42FD"/>
                </a:gs>
                <a:gs pos="100000">
                  <a:srgbClr val="AAC0F9"/>
                </a:gs>
              </a:gsLst>
              <a:lin ang="0" scaled="1"/>
              <a:tileRect/>
            </a:gradFill>
            <a:headEnd type="arrow" w="lg" len="med"/>
            <a:tailEnd type="none" w="lg" len="med"/>
          </a:ln>
        </p:spPr>
      </p:cxnSp>
    </p:spTree>
    <p:extLst>
      <p:ext uri="{BB962C8B-B14F-4D97-AF65-F5344CB8AC3E}">
        <p14:creationId xmlns:p14="http://schemas.microsoft.com/office/powerpoint/2010/main" val="3245112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200"/>
                                        <p:tgtEl>
                                          <p:spTgt spid="40"/>
                                        </p:tgtEl>
                                      </p:cBhvr>
                                    </p:animEffect>
                                  </p:childTnLst>
                                </p:cTn>
                              </p:par>
                              <p:par>
                                <p:cTn id="8" presetID="22" presetClass="entr" presetSubtype="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500"/>
                                        <p:tgtEl>
                                          <p:spTgt spid="42"/>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2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51F3-4690-253A-7F1C-802E893695D1}"/>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75D7B4FD-2285-43AB-3B81-51C490BE9273}"/>
              </a:ext>
            </a:extLst>
          </p:cNvPr>
          <p:cNvSpPr>
            <a:spLocks noGrp="1"/>
          </p:cNvSpPr>
          <p:nvPr>
            <p:ph type="title"/>
          </p:nvPr>
        </p:nvSpPr>
        <p:spPr>
          <a:xfrm>
            <a:off x="588263" y="457200"/>
            <a:ext cx="11018520" cy="553998"/>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Multi-Agent Orchestration Patterns</a:t>
            </a:r>
          </a:p>
        </p:txBody>
      </p:sp>
      <p:cxnSp>
        <p:nvCxnSpPr>
          <p:cNvPr id="44" name="Connettore diritto 13">
            <a:extLst>
              <a:ext uri="{FF2B5EF4-FFF2-40B4-BE49-F238E27FC236}">
                <a16:creationId xmlns:a16="http://schemas.microsoft.com/office/drawing/2014/main" id="{C209F661-3B27-C258-882D-4F2A242C9F8A}"/>
              </a:ext>
              <a:ext uri="{C183D7F6-B498-43B3-948B-1728B52AA6E4}">
                <adec:decorative xmlns:adec="http://schemas.microsoft.com/office/drawing/2017/decorative" val="1"/>
              </a:ext>
            </a:extLst>
          </p:cNvPr>
          <p:cNvCxnSpPr>
            <a:cxnSpLocks/>
          </p:cNvCxnSpPr>
          <p:nvPr/>
        </p:nvCxnSpPr>
        <p:spPr>
          <a:xfrm flipH="1">
            <a:off x="809822" y="3802790"/>
            <a:ext cx="10578005" cy="0"/>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46" name="Connettore diritto 15">
            <a:extLst>
              <a:ext uri="{FF2B5EF4-FFF2-40B4-BE49-F238E27FC236}">
                <a16:creationId xmlns:a16="http://schemas.microsoft.com/office/drawing/2014/main" id="{4DD438E6-70FF-9DB5-A811-07879CED5FBF}"/>
              </a:ext>
              <a:ext uri="{C183D7F6-B498-43B3-948B-1728B52AA6E4}">
                <adec:decorative xmlns:adec="http://schemas.microsoft.com/office/drawing/2017/decorative" val="1"/>
              </a:ext>
            </a:extLst>
          </p:cNvPr>
          <p:cNvCxnSpPr>
            <a:cxnSpLocks/>
          </p:cNvCxnSpPr>
          <p:nvPr/>
        </p:nvCxnSpPr>
        <p:spPr>
          <a:xfrm flipV="1">
            <a:off x="4212224" y="1542924"/>
            <a:ext cx="0" cy="4653085"/>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48" name="Connettore diritto 19">
            <a:extLst>
              <a:ext uri="{FF2B5EF4-FFF2-40B4-BE49-F238E27FC236}">
                <a16:creationId xmlns:a16="http://schemas.microsoft.com/office/drawing/2014/main" id="{B94CC64E-28D3-0DCA-4CD6-65CBC33E5B49}"/>
              </a:ext>
              <a:ext uri="{C183D7F6-B498-43B3-948B-1728B52AA6E4}">
                <adec:decorative xmlns:adec="http://schemas.microsoft.com/office/drawing/2017/decorative" val="1"/>
              </a:ext>
            </a:extLst>
          </p:cNvPr>
          <p:cNvCxnSpPr>
            <a:cxnSpLocks/>
          </p:cNvCxnSpPr>
          <p:nvPr/>
        </p:nvCxnSpPr>
        <p:spPr>
          <a:xfrm flipV="1">
            <a:off x="7982821" y="1542924"/>
            <a:ext cx="0" cy="4653085"/>
          </a:xfrm>
          <a:prstGeom prst="line">
            <a:avLst/>
          </a:prstGeom>
          <a:ln w="12700" cap="rnd">
            <a:solidFill>
              <a:srgbClr val="3A4953"/>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49" name="TextBox 13">
            <a:extLst>
              <a:ext uri="{FF2B5EF4-FFF2-40B4-BE49-F238E27FC236}">
                <a16:creationId xmlns:a16="http://schemas.microsoft.com/office/drawing/2014/main" id="{2AB5D916-7088-1FF3-2CA6-02DF5C6F6CFC}"/>
              </a:ext>
            </a:extLst>
          </p:cNvPr>
          <p:cNvSpPr txBox="1">
            <a:spLocks/>
          </p:cNvSpPr>
          <p:nvPr/>
        </p:nvSpPr>
        <p:spPr>
          <a:xfrm>
            <a:off x="4293196" y="3994332"/>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Magentic</a:t>
            </a:r>
          </a:p>
        </p:txBody>
      </p:sp>
      <p:sp>
        <p:nvSpPr>
          <p:cNvPr id="65" name="TextBox 13">
            <a:extLst>
              <a:ext uri="{FF2B5EF4-FFF2-40B4-BE49-F238E27FC236}">
                <a16:creationId xmlns:a16="http://schemas.microsoft.com/office/drawing/2014/main" id="{CDAB9216-8F63-4747-AE4C-77524D87B506}"/>
              </a:ext>
            </a:extLst>
          </p:cNvPr>
          <p:cNvSpPr txBox="1">
            <a:spLocks/>
          </p:cNvSpPr>
          <p:nvPr/>
        </p:nvSpPr>
        <p:spPr>
          <a:xfrm>
            <a:off x="522599" y="3994332"/>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Group Chat</a:t>
            </a:r>
          </a:p>
        </p:txBody>
      </p:sp>
      <p:grpSp>
        <p:nvGrpSpPr>
          <p:cNvPr id="9" name="Group 8" descr="Visual representing the case of network where 2 or more agents have a worker or reviewer role">
            <a:extLst>
              <a:ext uri="{FF2B5EF4-FFF2-40B4-BE49-F238E27FC236}">
                <a16:creationId xmlns:a16="http://schemas.microsoft.com/office/drawing/2014/main" id="{FAF949E5-611A-8C79-F1A7-EE713F68126C}"/>
              </a:ext>
            </a:extLst>
          </p:cNvPr>
          <p:cNvGrpSpPr/>
          <p:nvPr/>
        </p:nvGrpSpPr>
        <p:grpSpPr>
          <a:xfrm>
            <a:off x="1768165" y="4454885"/>
            <a:ext cx="1010534" cy="1656327"/>
            <a:chOff x="9362853" y="1924459"/>
            <a:chExt cx="1010534" cy="1656327"/>
          </a:xfrm>
        </p:grpSpPr>
        <p:sp>
          <p:nvSpPr>
            <p:cNvPr id="85" name="Rectangle: Rounded Corners 8">
              <a:extLst>
                <a:ext uri="{FF2B5EF4-FFF2-40B4-BE49-F238E27FC236}">
                  <a16:creationId xmlns:a16="http://schemas.microsoft.com/office/drawing/2014/main" id="{1492DD37-4ACD-05F7-D4D5-EA784A90BB69}"/>
                </a:ext>
                <a:ext uri="{C183D7F6-B498-43B3-948B-1728B52AA6E4}">
                  <adec:decorative xmlns:adec="http://schemas.microsoft.com/office/drawing/2017/decorative" val="1"/>
                </a:ext>
              </a:extLst>
            </p:cNvPr>
            <p:cNvSpPr/>
            <p:nvPr/>
          </p:nvSpPr>
          <p:spPr bwMode="auto">
            <a:xfrm>
              <a:off x="9387177" y="1924459"/>
              <a:ext cx="961887" cy="336552"/>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worker</a:t>
              </a:r>
            </a:p>
          </p:txBody>
        </p:sp>
        <p:sp>
          <p:nvSpPr>
            <p:cNvPr id="88" name="Rectangle: Rounded Corners 8">
              <a:extLst>
                <a:ext uri="{FF2B5EF4-FFF2-40B4-BE49-F238E27FC236}">
                  <a16:creationId xmlns:a16="http://schemas.microsoft.com/office/drawing/2014/main" id="{D65DCBE4-EC45-D4FB-E1A8-060A80F5452F}"/>
                </a:ext>
                <a:ext uri="{C183D7F6-B498-43B3-948B-1728B52AA6E4}">
                  <adec:decorative xmlns:adec="http://schemas.microsoft.com/office/drawing/2017/decorative" val="1"/>
                </a:ext>
              </a:extLst>
            </p:cNvPr>
            <p:cNvSpPr/>
            <p:nvPr/>
          </p:nvSpPr>
          <p:spPr bwMode="auto">
            <a:xfrm>
              <a:off x="9362853" y="3244234"/>
              <a:ext cx="1010534" cy="336552"/>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reviewer</a:t>
              </a:r>
            </a:p>
          </p:txBody>
        </p:sp>
        <p:sp>
          <p:nvSpPr>
            <p:cNvPr id="89" name="Arco 65">
              <a:extLst>
                <a:ext uri="{FF2B5EF4-FFF2-40B4-BE49-F238E27FC236}">
                  <a16:creationId xmlns:a16="http://schemas.microsoft.com/office/drawing/2014/main" id="{3ED8B85D-00E3-CA7B-B808-DBFDD6C282BB}"/>
                </a:ext>
                <a:ext uri="{C183D7F6-B498-43B3-948B-1728B52AA6E4}">
                  <adec:decorative xmlns:adec="http://schemas.microsoft.com/office/drawing/2017/decorative" val="1"/>
                </a:ext>
              </a:extLst>
            </p:cNvPr>
            <p:cNvSpPr/>
            <p:nvPr/>
          </p:nvSpPr>
          <p:spPr>
            <a:xfrm>
              <a:off x="9537162" y="2418752"/>
              <a:ext cx="661916" cy="667742"/>
            </a:xfrm>
            <a:prstGeom prst="arc">
              <a:avLst>
                <a:gd name="adj1" fmla="val 17306097"/>
                <a:gd name="adj2" fmla="val 1569422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endParaRPr>
            </a:p>
          </p:txBody>
        </p:sp>
      </p:grpSp>
      <p:sp>
        <p:nvSpPr>
          <p:cNvPr id="91" name="TextBox 13">
            <a:extLst>
              <a:ext uri="{FF2B5EF4-FFF2-40B4-BE49-F238E27FC236}">
                <a16:creationId xmlns:a16="http://schemas.microsoft.com/office/drawing/2014/main" id="{FF1818AE-3288-5261-7BF3-41C264B2C640}"/>
              </a:ext>
            </a:extLst>
          </p:cNvPr>
          <p:cNvSpPr txBox="1">
            <a:spLocks/>
          </p:cNvSpPr>
          <p:nvPr/>
        </p:nvSpPr>
        <p:spPr>
          <a:xfrm>
            <a:off x="4305974" y="1661335"/>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Concurrent</a:t>
            </a:r>
          </a:p>
        </p:txBody>
      </p:sp>
      <p:sp>
        <p:nvSpPr>
          <p:cNvPr id="105" name="Rectangle: Rounded Corners 8">
            <a:extLst>
              <a:ext uri="{FF2B5EF4-FFF2-40B4-BE49-F238E27FC236}">
                <a16:creationId xmlns:a16="http://schemas.microsoft.com/office/drawing/2014/main" id="{D1E8552E-B10E-7E2A-BF92-293522A7DFC2}"/>
              </a:ext>
              <a:ext uri="{C183D7F6-B498-43B3-948B-1728B52AA6E4}">
                <adec:decorative xmlns:adec="http://schemas.microsoft.com/office/drawing/2017/decorative" val="1"/>
              </a:ext>
            </a:extLst>
          </p:cNvPr>
          <p:cNvSpPr/>
          <p:nvPr/>
        </p:nvSpPr>
        <p:spPr bwMode="auto">
          <a:xfrm>
            <a:off x="9559829" y="5293551"/>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06" name="Connettore 2 130">
            <a:extLst>
              <a:ext uri="{FF2B5EF4-FFF2-40B4-BE49-F238E27FC236}">
                <a16:creationId xmlns:a16="http://schemas.microsoft.com/office/drawing/2014/main" id="{CD013116-3D4F-C1CF-934E-CEF8BEDEF070}"/>
              </a:ext>
              <a:ext uri="{C183D7F6-B498-43B3-948B-1728B52AA6E4}">
                <adec:decorative xmlns:adec="http://schemas.microsoft.com/office/drawing/2017/decorative" val="1"/>
              </a:ext>
            </a:extLst>
          </p:cNvPr>
          <p:cNvCxnSpPr>
            <a:cxnSpLocks/>
            <a:stCxn id="108" idx="2"/>
            <a:endCxn id="112" idx="0"/>
          </p:cNvCxnSpPr>
          <p:nvPr/>
        </p:nvCxnSpPr>
        <p:spPr>
          <a:xfrm>
            <a:off x="8942531" y="4971750"/>
            <a:ext cx="2915" cy="320338"/>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08" name="Rectangle: Rounded Corners 8">
            <a:extLst>
              <a:ext uri="{FF2B5EF4-FFF2-40B4-BE49-F238E27FC236}">
                <a16:creationId xmlns:a16="http://schemas.microsoft.com/office/drawing/2014/main" id="{5D09E1A4-BCE4-D4A8-C6E6-7A22B6B2ED97}"/>
              </a:ext>
              <a:ext uri="{C183D7F6-B498-43B3-948B-1728B52AA6E4}">
                <adec:decorative xmlns:adec="http://schemas.microsoft.com/office/drawing/2017/decorative" val="1"/>
              </a:ext>
            </a:extLst>
          </p:cNvPr>
          <p:cNvSpPr/>
          <p:nvPr/>
        </p:nvSpPr>
        <p:spPr bwMode="auto">
          <a:xfrm>
            <a:off x="8704627" y="4734000"/>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1" name="Rectangle: Rounded Corners 8">
            <a:extLst>
              <a:ext uri="{FF2B5EF4-FFF2-40B4-BE49-F238E27FC236}">
                <a16:creationId xmlns:a16="http://schemas.microsoft.com/office/drawing/2014/main" id="{0A66A4CA-3DAE-5F83-7B41-287B7292656B}"/>
              </a:ext>
              <a:ext uri="{C183D7F6-B498-43B3-948B-1728B52AA6E4}">
                <adec:decorative xmlns:adec="http://schemas.microsoft.com/office/drawing/2017/decorative" val="1"/>
              </a:ext>
            </a:extLst>
          </p:cNvPr>
          <p:cNvSpPr/>
          <p:nvPr/>
        </p:nvSpPr>
        <p:spPr bwMode="auto">
          <a:xfrm>
            <a:off x="9559830" y="4736934"/>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2" name="Rectangle: Rounded Corners 8">
            <a:extLst>
              <a:ext uri="{FF2B5EF4-FFF2-40B4-BE49-F238E27FC236}">
                <a16:creationId xmlns:a16="http://schemas.microsoft.com/office/drawing/2014/main" id="{769DE7FF-6126-CB5B-B6B1-AA1959B88F78}"/>
              </a:ext>
              <a:ext uri="{C183D7F6-B498-43B3-948B-1728B52AA6E4}">
                <adec:decorative xmlns:adec="http://schemas.microsoft.com/office/drawing/2017/decorative" val="1"/>
              </a:ext>
            </a:extLst>
          </p:cNvPr>
          <p:cNvSpPr/>
          <p:nvPr/>
        </p:nvSpPr>
        <p:spPr bwMode="auto">
          <a:xfrm>
            <a:off x="8707542" y="5292088"/>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6" name="Rectangle: Rounded Corners 8">
            <a:extLst>
              <a:ext uri="{FF2B5EF4-FFF2-40B4-BE49-F238E27FC236}">
                <a16:creationId xmlns:a16="http://schemas.microsoft.com/office/drawing/2014/main" id="{102205A7-8EA2-4446-BFB3-AB980A4E9F77}"/>
              </a:ext>
              <a:ext uri="{C183D7F6-B498-43B3-948B-1728B52AA6E4}">
                <adec:decorative xmlns:adec="http://schemas.microsoft.com/office/drawing/2017/decorative" val="1"/>
              </a:ext>
            </a:extLst>
          </p:cNvPr>
          <p:cNvSpPr/>
          <p:nvPr/>
        </p:nvSpPr>
        <p:spPr bwMode="auto">
          <a:xfrm>
            <a:off x="10485243" y="4734000"/>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17" name="Rectangle: Rounded Corners 8">
            <a:extLst>
              <a:ext uri="{FF2B5EF4-FFF2-40B4-BE49-F238E27FC236}">
                <a16:creationId xmlns:a16="http://schemas.microsoft.com/office/drawing/2014/main" id="{C6AFAAA6-6496-10C3-2B67-5951BE5B42FE}"/>
              </a:ext>
              <a:ext uri="{C183D7F6-B498-43B3-948B-1728B52AA6E4}">
                <adec:decorative xmlns:adec="http://schemas.microsoft.com/office/drawing/2017/decorative" val="1"/>
              </a:ext>
            </a:extLst>
          </p:cNvPr>
          <p:cNvSpPr/>
          <p:nvPr/>
        </p:nvSpPr>
        <p:spPr bwMode="auto">
          <a:xfrm>
            <a:off x="10479731" y="5303842"/>
            <a:ext cx="475809" cy="237751"/>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18" name="Connettore 2 127">
            <a:extLst>
              <a:ext uri="{FF2B5EF4-FFF2-40B4-BE49-F238E27FC236}">
                <a16:creationId xmlns:a16="http://schemas.microsoft.com/office/drawing/2014/main" id="{0198A277-C387-CC39-55A6-CE3B8F7302BD}"/>
              </a:ext>
              <a:ext uri="{C183D7F6-B498-43B3-948B-1728B52AA6E4}">
                <adec:decorative xmlns:adec="http://schemas.microsoft.com/office/drawing/2017/decorative" val="1"/>
              </a:ext>
            </a:extLst>
          </p:cNvPr>
          <p:cNvCxnSpPr>
            <a:cxnSpLocks/>
            <a:stCxn id="108" idx="3"/>
            <a:endCxn id="111" idx="1"/>
          </p:cNvCxnSpPr>
          <p:nvPr/>
        </p:nvCxnSpPr>
        <p:spPr>
          <a:xfrm>
            <a:off x="9180436" y="4852876"/>
            <a:ext cx="379394" cy="2934"/>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19" name="Connettore 2 133">
            <a:extLst>
              <a:ext uri="{FF2B5EF4-FFF2-40B4-BE49-F238E27FC236}">
                <a16:creationId xmlns:a16="http://schemas.microsoft.com/office/drawing/2014/main" id="{1C7E1A05-E9BE-2FE5-4BB0-BBBDE3341F7C}"/>
              </a:ext>
              <a:ext uri="{C183D7F6-B498-43B3-948B-1728B52AA6E4}">
                <adec:decorative xmlns:adec="http://schemas.microsoft.com/office/drawing/2017/decorative" val="1"/>
              </a:ext>
            </a:extLst>
          </p:cNvPr>
          <p:cNvCxnSpPr>
            <a:cxnSpLocks/>
            <a:stCxn id="112" idx="3"/>
            <a:endCxn id="105" idx="1"/>
          </p:cNvCxnSpPr>
          <p:nvPr/>
        </p:nvCxnSpPr>
        <p:spPr>
          <a:xfrm>
            <a:off x="9183351" y="5410964"/>
            <a:ext cx="376478" cy="1463"/>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32" name="Connettore 2 143">
            <a:extLst>
              <a:ext uri="{FF2B5EF4-FFF2-40B4-BE49-F238E27FC236}">
                <a16:creationId xmlns:a16="http://schemas.microsoft.com/office/drawing/2014/main" id="{1227BA84-1C71-EB93-1D4B-161C30E2FA65}"/>
              </a:ext>
              <a:ext uri="{C183D7F6-B498-43B3-948B-1728B52AA6E4}">
                <adec:decorative xmlns:adec="http://schemas.microsoft.com/office/drawing/2017/decorative" val="1"/>
              </a:ext>
            </a:extLst>
          </p:cNvPr>
          <p:cNvCxnSpPr>
            <a:cxnSpLocks/>
            <a:stCxn id="105" idx="0"/>
            <a:endCxn id="111" idx="2"/>
          </p:cNvCxnSpPr>
          <p:nvPr/>
        </p:nvCxnSpPr>
        <p:spPr>
          <a:xfrm flipV="1">
            <a:off x="9797734" y="4974685"/>
            <a:ext cx="1" cy="318866"/>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33" name="Connettore 2 145">
            <a:extLst>
              <a:ext uri="{FF2B5EF4-FFF2-40B4-BE49-F238E27FC236}">
                <a16:creationId xmlns:a16="http://schemas.microsoft.com/office/drawing/2014/main" id="{5D9D2341-087B-2626-9BC7-8B7813586C8B}"/>
              </a:ext>
              <a:ext uri="{C183D7F6-B498-43B3-948B-1728B52AA6E4}">
                <adec:decorative xmlns:adec="http://schemas.microsoft.com/office/drawing/2017/decorative" val="1"/>
              </a:ext>
            </a:extLst>
          </p:cNvPr>
          <p:cNvCxnSpPr>
            <a:cxnSpLocks/>
            <a:stCxn id="111" idx="3"/>
            <a:endCxn id="116" idx="1"/>
          </p:cNvCxnSpPr>
          <p:nvPr/>
        </p:nvCxnSpPr>
        <p:spPr>
          <a:xfrm flipV="1">
            <a:off x="10035639" y="4852876"/>
            <a:ext cx="449604" cy="2934"/>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36" name="Connettore 2 149">
            <a:extLst>
              <a:ext uri="{FF2B5EF4-FFF2-40B4-BE49-F238E27FC236}">
                <a16:creationId xmlns:a16="http://schemas.microsoft.com/office/drawing/2014/main" id="{EB6D7ABB-B78E-61C3-8A37-06860603C369}"/>
              </a:ext>
              <a:ext uri="{C183D7F6-B498-43B3-948B-1728B52AA6E4}">
                <adec:decorative xmlns:adec="http://schemas.microsoft.com/office/drawing/2017/decorative" val="1"/>
              </a:ext>
            </a:extLst>
          </p:cNvPr>
          <p:cNvCxnSpPr>
            <a:cxnSpLocks/>
            <a:stCxn id="116" idx="2"/>
            <a:endCxn id="117" idx="0"/>
          </p:cNvCxnSpPr>
          <p:nvPr/>
        </p:nvCxnSpPr>
        <p:spPr>
          <a:xfrm flipH="1">
            <a:off x="10717636" y="4971751"/>
            <a:ext cx="5512" cy="332091"/>
          </a:xfrm>
          <a:prstGeom prst="straightConnector1">
            <a:avLst/>
          </a:prstGeom>
          <a:ln w="1270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138" name="TextBox 13">
            <a:extLst>
              <a:ext uri="{FF2B5EF4-FFF2-40B4-BE49-F238E27FC236}">
                <a16:creationId xmlns:a16="http://schemas.microsoft.com/office/drawing/2014/main" id="{6663169D-79A6-7790-A292-64E7B57EE6D8}"/>
              </a:ext>
            </a:extLst>
          </p:cNvPr>
          <p:cNvSpPr txBox="1">
            <a:spLocks/>
          </p:cNvSpPr>
          <p:nvPr/>
        </p:nvSpPr>
        <p:spPr>
          <a:xfrm>
            <a:off x="8135809" y="3994332"/>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Workflow Process</a:t>
            </a:r>
          </a:p>
        </p:txBody>
      </p:sp>
      <p:grpSp>
        <p:nvGrpSpPr>
          <p:cNvPr id="10" name="Group 9" descr="Visual representing how each agent communicates with a single supervisor agent">
            <a:extLst>
              <a:ext uri="{FF2B5EF4-FFF2-40B4-BE49-F238E27FC236}">
                <a16:creationId xmlns:a16="http://schemas.microsoft.com/office/drawing/2014/main" id="{E2EAEA31-FFE2-22AB-F3F3-673EBF10BE91}"/>
              </a:ext>
            </a:extLst>
          </p:cNvPr>
          <p:cNvGrpSpPr/>
          <p:nvPr/>
        </p:nvGrpSpPr>
        <p:grpSpPr>
          <a:xfrm>
            <a:off x="4930753" y="2289000"/>
            <a:ext cx="2220691" cy="873176"/>
            <a:chOff x="1216580" y="4733925"/>
            <a:chExt cx="2220691" cy="873176"/>
          </a:xfrm>
        </p:grpSpPr>
        <p:sp>
          <p:nvSpPr>
            <p:cNvPr id="97" name="Rectangle: Rounded Corners 8">
              <a:extLst>
                <a:ext uri="{FF2B5EF4-FFF2-40B4-BE49-F238E27FC236}">
                  <a16:creationId xmlns:a16="http://schemas.microsoft.com/office/drawing/2014/main" id="{22DAF262-3180-E6CC-D026-C14BF5BCC011}"/>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98" name="Rectangle: Rounded Corners 8">
              <a:extLst>
                <a:ext uri="{FF2B5EF4-FFF2-40B4-BE49-F238E27FC236}">
                  <a16:creationId xmlns:a16="http://schemas.microsoft.com/office/drawing/2014/main" id="{389C7568-5BB9-3504-76C9-BF524E6DD888}"/>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99" name="Rectangle: Rounded Corners 8">
              <a:extLst>
                <a:ext uri="{FF2B5EF4-FFF2-40B4-BE49-F238E27FC236}">
                  <a16:creationId xmlns:a16="http://schemas.microsoft.com/office/drawing/2014/main" id="{23F6F1F2-6732-900C-C5BF-5789B98AA497}"/>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100" name="Rectangle: Rounded Corners 8">
              <a:extLst>
                <a:ext uri="{FF2B5EF4-FFF2-40B4-BE49-F238E27FC236}">
                  <a16:creationId xmlns:a16="http://schemas.microsoft.com/office/drawing/2014/main" id="{02FDD62B-EEA1-1690-4937-3BF909897F91}"/>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01" name="Connettore 2 74">
              <a:extLst>
                <a:ext uri="{FF2B5EF4-FFF2-40B4-BE49-F238E27FC236}">
                  <a16:creationId xmlns:a16="http://schemas.microsoft.com/office/drawing/2014/main" id="{1D58ECC4-E27D-93AA-1930-64409446B6B0}"/>
                </a:ext>
                <a:ext uri="{C183D7F6-B498-43B3-948B-1728B52AA6E4}">
                  <adec:decorative xmlns:adec="http://schemas.microsoft.com/office/drawing/2017/decorative" val="1"/>
                </a:ext>
              </a:extLst>
            </p:cNvPr>
            <p:cNvCxnSpPr>
              <a:cxnSpLocks/>
              <a:stCxn id="98"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102" name="Connettore 2 75">
              <a:extLst>
                <a:ext uri="{FF2B5EF4-FFF2-40B4-BE49-F238E27FC236}">
                  <a16:creationId xmlns:a16="http://schemas.microsoft.com/office/drawing/2014/main" id="{84167EDD-482C-ED2F-98CF-5C542C08B2C0}"/>
                </a:ext>
                <a:ext uri="{C183D7F6-B498-43B3-948B-1728B52AA6E4}">
                  <adec:decorative xmlns:adec="http://schemas.microsoft.com/office/drawing/2017/decorative" val="1"/>
                </a:ext>
              </a:extLst>
            </p:cNvPr>
            <p:cNvCxnSpPr>
              <a:cxnSpLocks/>
              <a:stCxn id="99" idx="0"/>
              <a:endCxn id="97"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96" name="Connettore 2 78">
              <a:extLst>
                <a:ext uri="{FF2B5EF4-FFF2-40B4-BE49-F238E27FC236}">
                  <a16:creationId xmlns:a16="http://schemas.microsoft.com/office/drawing/2014/main" id="{9E14FF1F-DA6C-77A3-E1EE-F03D951546A0}"/>
                </a:ext>
                <a:ext uri="{C183D7F6-B498-43B3-948B-1728B52AA6E4}">
                  <adec:decorative xmlns:adec="http://schemas.microsoft.com/office/drawing/2017/decorative" val="1"/>
                </a:ext>
              </a:extLst>
            </p:cNvPr>
            <p:cNvCxnSpPr>
              <a:cxnSpLocks/>
              <a:stCxn id="100"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103" name="TextBox 13">
            <a:extLst>
              <a:ext uri="{FF2B5EF4-FFF2-40B4-BE49-F238E27FC236}">
                <a16:creationId xmlns:a16="http://schemas.microsoft.com/office/drawing/2014/main" id="{875713E7-6B3E-2DAD-30F7-3DFF45521C8D}"/>
              </a:ext>
            </a:extLst>
          </p:cNvPr>
          <p:cNvSpPr txBox="1">
            <a:spLocks/>
          </p:cNvSpPr>
          <p:nvPr/>
        </p:nvSpPr>
        <p:spPr>
          <a:xfrm>
            <a:off x="8001950" y="1661335"/>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Handoff</a:t>
            </a:r>
          </a:p>
        </p:txBody>
      </p:sp>
      <p:sp>
        <p:nvSpPr>
          <p:cNvPr id="2" name="Rounded Rectangle 11">
            <a:extLst>
              <a:ext uri="{FF2B5EF4-FFF2-40B4-BE49-F238E27FC236}">
                <a16:creationId xmlns:a16="http://schemas.microsoft.com/office/drawing/2014/main" id="{9CE9DC89-8D01-8FB9-3C67-815440590115}"/>
              </a:ext>
              <a:ext uri="{C183D7F6-B498-43B3-948B-1728B52AA6E4}">
                <adec:decorative xmlns:adec="http://schemas.microsoft.com/office/drawing/2017/decorative" val="1"/>
              </a:ext>
            </a:extLst>
          </p:cNvPr>
          <p:cNvSpPr>
            <a:spLocks/>
          </p:cNvSpPr>
          <p:nvPr/>
        </p:nvSpPr>
        <p:spPr bwMode="auto">
          <a:xfrm>
            <a:off x="588262" y="1338132"/>
            <a:ext cx="11021125" cy="5062668"/>
          </a:xfrm>
          <a:prstGeom prst="roundRect">
            <a:avLst>
              <a:gd name="adj" fmla="val 5687"/>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sp>
        <p:nvSpPr>
          <p:cNvPr id="4" name="TextBox 13">
            <a:extLst>
              <a:ext uri="{FF2B5EF4-FFF2-40B4-BE49-F238E27FC236}">
                <a16:creationId xmlns:a16="http://schemas.microsoft.com/office/drawing/2014/main" id="{DC6BF6D1-C23B-23C2-2829-31B6235D6E53}"/>
              </a:ext>
            </a:extLst>
          </p:cNvPr>
          <p:cNvSpPr txBox="1">
            <a:spLocks/>
          </p:cNvSpPr>
          <p:nvPr/>
        </p:nvSpPr>
        <p:spPr>
          <a:xfrm>
            <a:off x="584515" y="1661335"/>
            <a:ext cx="3477325" cy="276999"/>
          </a:xfrm>
          <a:prstGeom prst="rect">
            <a:avLst/>
          </a:prstGeom>
        </p:spPr>
        <p:txBody>
          <a:bodyPr vert="horz" wrap="square" lIns="0" tIns="0" rIns="0" bIns="0" rtlCol="0">
            <a:spAutoFit/>
          </a:bodyPr>
          <a:lstStyle>
            <a:defPPr>
              <a:defRPr lang="en-US"/>
            </a:defPPr>
            <a:lvl1pPr marR="0" indent="0" defTabSz="932742" fontAlgn="auto">
              <a:lnSpc>
                <a:spcPct val="100000"/>
              </a:lnSpc>
              <a:spcBef>
                <a:spcPts val="600"/>
              </a:spcBef>
              <a:spcAft>
                <a:spcPts val="600"/>
              </a:spcAft>
              <a:buClrTx/>
              <a:buSzPct val="90000"/>
              <a:buFont typeface="Wingdings" panose="05000000000000000000" pitchFamily="2" charset="2"/>
              <a:buNone/>
              <a:tabLst/>
              <a:defRPr sz="2000" spc="0" baseline="0">
                <a:latin typeface="+mj-lt"/>
                <a:cs typeface="Segoe UI" panose="020B0502040204020203" pitchFamily="34" charset="0"/>
              </a:defRPr>
            </a:lvl1pPr>
            <a:lvl2pPr marL="266700" marR="0" lvl="1" indent="-266700" defTabSz="932742" fontAlgn="auto">
              <a:lnSpc>
                <a:spcPct val="100000"/>
              </a:lnSpc>
              <a:spcBef>
                <a:spcPts val="600"/>
              </a:spcBef>
              <a:spcAft>
                <a:spcPts val="600"/>
              </a:spcAft>
              <a:buClrTx/>
              <a:buSzPct val="90000"/>
              <a:buFont typeface="Arial" panose="020B0604020202020204" pitchFamily="34" charset="0"/>
              <a:buChar char="•"/>
              <a:tabLst/>
              <a:defRPr sz="18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Sequential</a:t>
            </a:r>
          </a:p>
        </p:txBody>
      </p:sp>
      <p:grpSp>
        <p:nvGrpSpPr>
          <p:cNvPr id="19" name="Group 18">
            <a:extLst>
              <a:ext uri="{FF2B5EF4-FFF2-40B4-BE49-F238E27FC236}">
                <a16:creationId xmlns:a16="http://schemas.microsoft.com/office/drawing/2014/main" id="{7B69A261-A404-3056-D22E-A153ADCEFD43}"/>
              </a:ext>
            </a:extLst>
          </p:cNvPr>
          <p:cNvGrpSpPr/>
          <p:nvPr/>
        </p:nvGrpSpPr>
        <p:grpSpPr>
          <a:xfrm>
            <a:off x="2073817" y="2119797"/>
            <a:ext cx="564880" cy="1238886"/>
            <a:chOff x="5717577" y="4680787"/>
            <a:chExt cx="564880" cy="1238886"/>
          </a:xfrm>
        </p:grpSpPr>
        <p:sp>
          <p:nvSpPr>
            <p:cNvPr id="5" name="Rectangle: Rounded Corners 8">
              <a:extLst>
                <a:ext uri="{FF2B5EF4-FFF2-40B4-BE49-F238E27FC236}">
                  <a16:creationId xmlns:a16="http://schemas.microsoft.com/office/drawing/2014/main" id="{54593C81-2876-9C50-6C0A-19D115878F39}"/>
                </a:ext>
                <a:ext uri="{C183D7F6-B498-43B3-948B-1728B52AA6E4}">
                  <adec:decorative xmlns:adec="http://schemas.microsoft.com/office/drawing/2017/decorative" val="1"/>
                </a:ext>
              </a:extLst>
            </p:cNvPr>
            <p:cNvSpPr>
              <a:spLocks/>
            </p:cNvSpPr>
            <p:nvPr/>
          </p:nvSpPr>
          <p:spPr bwMode="auto">
            <a:xfrm>
              <a:off x="5717577" y="5158945"/>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grpSp>
          <p:nvGrpSpPr>
            <p:cNvPr id="6" name="Group 5">
              <a:extLst>
                <a:ext uri="{FF2B5EF4-FFF2-40B4-BE49-F238E27FC236}">
                  <a16:creationId xmlns:a16="http://schemas.microsoft.com/office/drawing/2014/main" id="{9CF1A451-EA7E-C5A0-B772-D7FE2CB2CBB7}"/>
                </a:ext>
              </a:extLst>
            </p:cNvPr>
            <p:cNvGrpSpPr/>
            <p:nvPr/>
          </p:nvGrpSpPr>
          <p:grpSpPr>
            <a:xfrm>
              <a:off x="5717577" y="4680787"/>
              <a:ext cx="564880" cy="1238886"/>
              <a:chOff x="5717577" y="4680787"/>
              <a:chExt cx="564880" cy="1238886"/>
            </a:xfrm>
          </p:grpSpPr>
          <p:sp>
            <p:nvSpPr>
              <p:cNvPr id="7" name="Rectangle: Rounded Corners 8">
                <a:extLst>
                  <a:ext uri="{FF2B5EF4-FFF2-40B4-BE49-F238E27FC236}">
                    <a16:creationId xmlns:a16="http://schemas.microsoft.com/office/drawing/2014/main" id="{3FF0F54C-711D-3558-F415-288762D99B3D}"/>
                  </a:ext>
                  <a:ext uri="{C183D7F6-B498-43B3-948B-1728B52AA6E4}">
                    <adec:decorative xmlns:adec="http://schemas.microsoft.com/office/drawing/2017/decorative" val="1"/>
                  </a:ext>
                </a:extLst>
              </p:cNvPr>
              <p:cNvSpPr/>
              <p:nvPr/>
            </p:nvSpPr>
            <p:spPr bwMode="auto">
              <a:xfrm>
                <a:off x="5717577" y="4680787"/>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13" name="Rectangle: Rounded Corners 8">
                <a:extLst>
                  <a:ext uri="{FF2B5EF4-FFF2-40B4-BE49-F238E27FC236}">
                    <a16:creationId xmlns:a16="http://schemas.microsoft.com/office/drawing/2014/main" id="{3E1BEFA4-666D-8111-0D94-1C43866BA76F}"/>
                  </a:ext>
                  <a:ext uri="{C183D7F6-B498-43B3-948B-1728B52AA6E4}">
                    <adec:decorative xmlns:adec="http://schemas.microsoft.com/office/drawing/2017/decorative" val="1"/>
                  </a:ext>
                </a:extLst>
              </p:cNvPr>
              <p:cNvSpPr>
                <a:spLocks/>
              </p:cNvSpPr>
              <p:nvPr/>
            </p:nvSpPr>
            <p:spPr bwMode="auto">
              <a:xfrm>
                <a:off x="5717577" y="5637415"/>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15" name="Connettore 2 75">
                <a:extLst>
                  <a:ext uri="{FF2B5EF4-FFF2-40B4-BE49-F238E27FC236}">
                    <a16:creationId xmlns:a16="http://schemas.microsoft.com/office/drawing/2014/main" id="{C2963286-F809-898F-4DC9-43A2D0771661}"/>
                  </a:ext>
                  <a:ext uri="{C183D7F6-B498-43B3-948B-1728B52AA6E4}">
                    <adec:decorative xmlns:adec="http://schemas.microsoft.com/office/drawing/2017/decorative" val="1"/>
                  </a:ext>
                </a:extLst>
              </p:cNvPr>
              <p:cNvCxnSpPr>
                <a:cxnSpLocks/>
                <a:stCxn id="13" idx="0"/>
                <a:endCxn id="5" idx="2"/>
              </p:cNvCxnSpPr>
              <p:nvPr/>
            </p:nvCxnSpPr>
            <p:spPr>
              <a:xfrm flipV="1">
                <a:off x="6000017" y="5441203"/>
                <a:ext cx="0" cy="196212"/>
              </a:xfrm>
              <a:prstGeom prst="straightConnector1">
                <a:avLst/>
              </a:prstGeom>
              <a:ln w="12700" cap="rnd">
                <a:solidFill>
                  <a:schemeClr val="tx1"/>
                </a:solidFill>
                <a:headEnd type="arrow"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8" name="Connettore 2 74">
                <a:extLst>
                  <a:ext uri="{FF2B5EF4-FFF2-40B4-BE49-F238E27FC236}">
                    <a16:creationId xmlns:a16="http://schemas.microsoft.com/office/drawing/2014/main" id="{C3B9058F-6490-AEFC-DB8F-FC0C2000F3EB}"/>
                  </a:ext>
                  <a:ext uri="{C183D7F6-B498-43B3-948B-1728B52AA6E4}">
                    <adec:decorative xmlns:adec="http://schemas.microsoft.com/office/drawing/2017/decorative" val="1"/>
                  </a:ext>
                </a:extLst>
              </p:cNvPr>
              <p:cNvCxnSpPr>
                <a:cxnSpLocks/>
                <a:stCxn id="5" idx="0"/>
                <a:endCxn id="7" idx="2"/>
              </p:cNvCxnSpPr>
              <p:nvPr/>
            </p:nvCxnSpPr>
            <p:spPr>
              <a:xfrm flipV="1">
                <a:off x="6000017" y="4963045"/>
                <a:ext cx="0" cy="195900"/>
              </a:xfrm>
              <a:prstGeom prst="straightConnector1">
                <a:avLst/>
              </a:prstGeom>
              <a:ln w="12700" cap="rnd">
                <a:solidFill>
                  <a:schemeClr val="tx1"/>
                </a:solidFill>
                <a:headEnd type="arrow" w="lg" len="sm"/>
                <a:tailEnd type="none" w="lg" len="sm"/>
              </a:ln>
              <a:effectLst/>
            </p:spPr>
            <p:style>
              <a:lnRef idx="1">
                <a:schemeClr val="accent1"/>
              </a:lnRef>
              <a:fillRef idx="0">
                <a:schemeClr val="accent1"/>
              </a:fillRef>
              <a:effectRef idx="0">
                <a:schemeClr val="accent1"/>
              </a:effectRef>
              <a:fontRef idx="minor">
                <a:schemeClr val="tx1"/>
              </a:fontRef>
            </p:style>
          </p:cxnSp>
        </p:grpSp>
      </p:grpSp>
      <p:grpSp>
        <p:nvGrpSpPr>
          <p:cNvPr id="35" name="Group 34" descr="Visual representing how each agent communicates with a single supervisor agent">
            <a:extLst>
              <a:ext uri="{FF2B5EF4-FFF2-40B4-BE49-F238E27FC236}">
                <a16:creationId xmlns:a16="http://schemas.microsoft.com/office/drawing/2014/main" id="{9F002133-EAF7-C6EF-25A3-26FE3FD858B1}"/>
              </a:ext>
            </a:extLst>
          </p:cNvPr>
          <p:cNvGrpSpPr/>
          <p:nvPr/>
        </p:nvGrpSpPr>
        <p:grpSpPr>
          <a:xfrm>
            <a:off x="8725397" y="2305892"/>
            <a:ext cx="2220691" cy="873176"/>
            <a:chOff x="1216580" y="4733925"/>
            <a:chExt cx="2220691" cy="873176"/>
          </a:xfrm>
        </p:grpSpPr>
        <p:sp>
          <p:nvSpPr>
            <p:cNvPr id="36" name="Rectangle: Rounded Corners 8">
              <a:extLst>
                <a:ext uri="{FF2B5EF4-FFF2-40B4-BE49-F238E27FC236}">
                  <a16:creationId xmlns:a16="http://schemas.microsoft.com/office/drawing/2014/main" id="{033E4EA4-E772-85CE-8CA1-80299D482AC2}"/>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37" name="Rectangle: Rounded Corners 8">
              <a:extLst>
                <a:ext uri="{FF2B5EF4-FFF2-40B4-BE49-F238E27FC236}">
                  <a16:creationId xmlns:a16="http://schemas.microsoft.com/office/drawing/2014/main" id="{94F948E1-0359-0668-5541-3BFC6143221E}"/>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38" name="Rectangle: Rounded Corners 8">
              <a:extLst>
                <a:ext uri="{FF2B5EF4-FFF2-40B4-BE49-F238E27FC236}">
                  <a16:creationId xmlns:a16="http://schemas.microsoft.com/office/drawing/2014/main" id="{2548E945-2B54-8853-3D6B-9650D5B573F7}"/>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39" name="Rectangle: Rounded Corners 8">
              <a:extLst>
                <a:ext uri="{FF2B5EF4-FFF2-40B4-BE49-F238E27FC236}">
                  <a16:creationId xmlns:a16="http://schemas.microsoft.com/office/drawing/2014/main" id="{7B666C21-A438-64AA-074F-2CABEBBCF69E}"/>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40" name="Connettore 2 74">
              <a:extLst>
                <a:ext uri="{FF2B5EF4-FFF2-40B4-BE49-F238E27FC236}">
                  <a16:creationId xmlns:a16="http://schemas.microsoft.com/office/drawing/2014/main" id="{08AAAA75-29DA-1EFE-E0EF-7ACC67883224}"/>
                </a:ext>
                <a:ext uri="{C183D7F6-B498-43B3-948B-1728B52AA6E4}">
                  <adec:decorative xmlns:adec="http://schemas.microsoft.com/office/drawing/2017/decorative" val="1"/>
                </a:ext>
              </a:extLst>
            </p:cNvPr>
            <p:cNvCxnSpPr>
              <a:cxnSpLocks/>
              <a:stCxn id="37"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1" name="Connettore 2 75">
              <a:extLst>
                <a:ext uri="{FF2B5EF4-FFF2-40B4-BE49-F238E27FC236}">
                  <a16:creationId xmlns:a16="http://schemas.microsoft.com/office/drawing/2014/main" id="{6230D94F-0E41-2B62-99EC-B25AC59EE8EF}"/>
                </a:ext>
                <a:ext uri="{C183D7F6-B498-43B3-948B-1728B52AA6E4}">
                  <adec:decorative xmlns:adec="http://schemas.microsoft.com/office/drawing/2017/decorative" val="1"/>
                </a:ext>
              </a:extLst>
            </p:cNvPr>
            <p:cNvCxnSpPr>
              <a:cxnSpLocks/>
              <a:stCxn id="38" idx="0"/>
              <a:endCxn id="36"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2" name="Connettore 2 78">
              <a:extLst>
                <a:ext uri="{FF2B5EF4-FFF2-40B4-BE49-F238E27FC236}">
                  <a16:creationId xmlns:a16="http://schemas.microsoft.com/office/drawing/2014/main" id="{C39560ED-A75B-8E39-A4D6-B1816DF6AEF3}"/>
                </a:ext>
                <a:ext uri="{C183D7F6-B498-43B3-948B-1728B52AA6E4}">
                  <adec:decorative xmlns:adec="http://schemas.microsoft.com/office/drawing/2017/decorative" val="1"/>
                </a:ext>
              </a:extLst>
            </p:cNvPr>
            <p:cNvCxnSpPr>
              <a:cxnSpLocks/>
              <a:stCxn id="39"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43" name="Rectangle: Rounded Corners 42">
            <a:extLst>
              <a:ext uri="{FF2B5EF4-FFF2-40B4-BE49-F238E27FC236}">
                <a16:creationId xmlns:a16="http://schemas.microsoft.com/office/drawing/2014/main" id="{2A08F37A-BEC7-5068-7CB4-FF21E71824DB}"/>
              </a:ext>
            </a:extLst>
          </p:cNvPr>
          <p:cNvSpPr/>
          <p:nvPr/>
        </p:nvSpPr>
        <p:spPr>
          <a:xfrm>
            <a:off x="8529276" y="2057025"/>
            <a:ext cx="265360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45" name="Rectangle: Rounded Corners 44">
            <a:extLst>
              <a:ext uri="{FF2B5EF4-FFF2-40B4-BE49-F238E27FC236}">
                <a16:creationId xmlns:a16="http://schemas.microsoft.com/office/drawing/2014/main" id="{0539574C-9A41-54B9-5A0B-C713B2E36FC6}"/>
              </a:ext>
            </a:extLst>
          </p:cNvPr>
          <p:cNvSpPr/>
          <p:nvPr/>
        </p:nvSpPr>
        <p:spPr>
          <a:xfrm>
            <a:off x="960034" y="4366259"/>
            <a:ext cx="2653607" cy="1875166"/>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1" name="Group 50" descr="Visual representing how each agent communicates with a single supervisor agent">
            <a:extLst>
              <a:ext uri="{FF2B5EF4-FFF2-40B4-BE49-F238E27FC236}">
                <a16:creationId xmlns:a16="http://schemas.microsoft.com/office/drawing/2014/main" id="{2588CAAA-E133-FA15-F135-202653D2FB61}"/>
              </a:ext>
            </a:extLst>
          </p:cNvPr>
          <p:cNvGrpSpPr/>
          <p:nvPr/>
        </p:nvGrpSpPr>
        <p:grpSpPr>
          <a:xfrm>
            <a:off x="5040205" y="4729257"/>
            <a:ext cx="2220691" cy="873176"/>
            <a:chOff x="1216580" y="4733925"/>
            <a:chExt cx="2220691" cy="873176"/>
          </a:xfrm>
        </p:grpSpPr>
        <p:sp>
          <p:nvSpPr>
            <p:cNvPr id="53" name="Rectangle: Rounded Corners 8">
              <a:extLst>
                <a:ext uri="{FF2B5EF4-FFF2-40B4-BE49-F238E27FC236}">
                  <a16:creationId xmlns:a16="http://schemas.microsoft.com/office/drawing/2014/main" id="{E502D1E4-AE22-6A4E-4CF8-808147D72673}"/>
                </a:ext>
                <a:ext uri="{C183D7F6-B498-43B3-948B-1728B52AA6E4}">
                  <adec:decorative xmlns:adec="http://schemas.microsoft.com/office/drawing/2017/decorative" val="1"/>
                </a:ext>
              </a:extLst>
            </p:cNvPr>
            <p:cNvSpPr/>
            <p:nvPr/>
          </p:nvSpPr>
          <p:spPr bwMode="auto">
            <a:xfrm>
              <a:off x="2044485" y="4733925"/>
              <a:ext cx="564880" cy="282258"/>
            </a:xfrm>
            <a:prstGeom prst="roundRect">
              <a:avLst/>
            </a:prstGeom>
            <a:solidFill>
              <a:srgbClr val="8DC8E8"/>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Variable Display Semib" pitchFamily="2" charset="0"/>
                <a:ea typeface="+mn-ea"/>
                <a:cs typeface="+mn-cs"/>
              </a:endParaRPr>
            </a:p>
          </p:txBody>
        </p:sp>
        <p:sp>
          <p:nvSpPr>
            <p:cNvPr id="55" name="Rectangle: Rounded Corners 8">
              <a:extLst>
                <a:ext uri="{FF2B5EF4-FFF2-40B4-BE49-F238E27FC236}">
                  <a16:creationId xmlns:a16="http://schemas.microsoft.com/office/drawing/2014/main" id="{C9EC7B9A-F0FF-738E-DE32-5C0A02FD9137}"/>
                </a:ext>
                <a:ext uri="{C183D7F6-B498-43B3-948B-1728B52AA6E4}">
                  <adec:decorative xmlns:adec="http://schemas.microsoft.com/office/drawing/2017/decorative" val="1"/>
                </a:ext>
              </a:extLst>
            </p:cNvPr>
            <p:cNvSpPr>
              <a:spLocks/>
            </p:cNvSpPr>
            <p:nvPr/>
          </p:nvSpPr>
          <p:spPr bwMode="auto">
            <a:xfrm>
              <a:off x="1216580"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56" name="Rectangle: Rounded Corners 8">
              <a:extLst>
                <a:ext uri="{FF2B5EF4-FFF2-40B4-BE49-F238E27FC236}">
                  <a16:creationId xmlns:a16="http://schemas.microsoft.com/office/drawing/2014/main" id="{0208C7D3-64CE-951C-D8EF-59E4233A0D3A}"/>
                </a:ext>
                <a:ext uri="{C183D7F6-B498-43B3-948B-1728B52AA6E4}">
                  <adec:decorative xmlns:adec="http://schemas.microsoft.com/office/drawing/2017/decorative" val="1"/>
                </a:ext>
              </a:extLst>
            </p:cNvPr>
            <p:cNvSpPr>
              <a:spLocks/>
            </p:cNvSpPr>
            <p:nvPr/>
          </p:nvSpPr>
          <p:spPr bwMode="auto">
            <a:xfrm>
              <a:off x="2044485"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66" name="Rectangle: Rounded Corners 8">
              <a:extLst>
                <a:ext uri="{FF2B5EF4-FFF2-40B4-BE49-F238E27FC236}">
                  <a16:creationId xmlns:a16="http://schemas.microsoft.com/office/drawing/2014/main" id="{CDA75BB1-141B-0063-E63F-518E7F511AAE}"/>
                </a:ext>
                <a:ext uri="{C183D7F6-B498-43B3-948B-1728B52AA6E4}">
                  <adec:decorative xmlns:adec="http://schemas.microsoft.com/office/drawing/2017/decorative" val="1"/>
                </a:ext>
              </a:extLst>
            </p:cNvPr>
            <p:cNvSpPr>
              <a:spLocks/>
            </p:cNvSpPr>
            <p:nvPr/>
          </p:nvSpPr>
          <p:spPr bwMode="auto">
            <a:xfrm>
              <a:off x="2872391" y="5324843"/>
              <a:ext cx="564880" cy="282258"/>
            </a:xfrm>
            <a:prstGeom prst="roundRect">
              <a:avLst/>
            </a:prstGeom>
            <a:gradFill flip="none" rotWithShape="1">
              <a:gsLst>
                <a:gs pos="80000">
                  <a:srgbClr val="A9D5ED"/>
                </a:gs>
                <a:gs pos="0">
                  <a:srgbClr val="FFC6CC"/>
                </a:gs>
              </a:gsLst>
              <a:path path="circle">
                <a:fillToRect l="100000" t="100000"/>
              </a:path>
              <a:tileRect r="-100000" b="-10000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cxnSp>
          <p:nvCxnSpPr>
            <p:cNvPr id="67" name="Connettore 2 74">
              <a:extLst>
                <a:ext uri="{FF2B5EF4-FFF2-40B4-BE49-F238E27FC236}">
                  <a16:creationId xmlns:a16="http://schemas.microsoft.com/office/drawing/2014/main" id="{F1FF487D-F8C4-4782-32E8-36E906F851C2}"/>
                </a:ext>
                <a:ext uri="{C183D7F6-B498-43B3-948B-1728B52AA6E4}">
                  <adec:decorative xmlns:adec="http://schemas.microsoft.com/office/drawing/2017/decorative" val="1"/>
                </a:ext>
              </a:extLst>
            </p:cNvPr>
            <p:cNvCxnSpPr>
              <a:cxnSpLocks/>
              <a:stCxn id="55" idx="0"/>
            </p:cNvCxnSpPr>
            <p:nvPr/>
          </p:nvCxnSpPr>
          <p:spPr>
            <a:xfrm flipV="1">
              <a:off x="1499020" y="4995559"/>
              <a:ext cx="555205"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68" name="Connettore 2 75">
              <a:extLst>
                <a:ext uri="{FF2B5EF4-FFF2-40B4-BE49-F238E27FC236}">
                  <a16:creationId xmlns:a16="http://schemas.microsoft.com/office/drawing/2014/main" id="{3554CBF8-217D-C9F4-4F7F-DAEFBE284277}"/>
                </a:ext>
                <a:ext uri="{C183D7F6-B498-43B3-948B-1728B52AA6E4}">
                  <adec:decorative xmlns:adec="http://schemas.microsoft.com/office/drawing/2017/decorative" val="1"/>
                </a:ext>
              </a:extLst>
            </p:cNvPr>
            <p:cNvCxnSpPr>
              <a:cxnSpLocks/>
              <a:stCxn id="56" idx="0"/>
              <a:endCxn id="53" idx="2"/>
            </p:cNvCxnSpPr>
            <p:nvPr/>
          </p:nvCxnSpPr>
          <p:spPr>
            <a:xfrm flipV="1">
              <a:off x="2326925" y="5016183"/>
              <a:ext cx="0" cy="308660"/>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69" name="Connettore 2 78">
              <a:extLst>
                <a:ext uri="{FF2B5EF4-FFF2-40B4-BE49-F238E27FC236}">
                  <a16:creationId xmlns:a16="http://schemas.microsoft.com/office/drawing/2014/main" id="{B194A9CE-1392-F1DE-F06A-1F5A6EB8E43A}"/>
                </a:ext>
                <a:ext uri="{C183D7F6-B498-43B3-948B-1728B52AA6E4}">
                  <adec:decorative xmlns:adec="http://schemas.microsoft.com/office/drawing/2017/decorative" val="1"/>
                </a:ext>
              </a:extLst>
            </p:cNvPr>
            <p:cNvCxnSpPr>
              <a:cxnSpLocks/>
              <a:stCxn id="66" idx="0"/>
            </p:cNvCxnSpPr>
            <p:nvPr/>
          </p:nvCxnSpPr>
          <p:spPr>
            <a:xfrm flipH="1" flipV="1">
              <a:off x="2603500" y="4995559"/>
              <a:ext cx="551331" cy="329284"/>
            </a:xfrm>
            <a:prstGeom prst="straightConnector1">
              <a:avLst/>
            </a:prstGeom>
            <a:ln w="12700" cap="rnd">
              <a:solidFill>
                <a:schemeClr val="tx1"/>
              </a:solidFill>
              <a:headEnd type="arrow" w="lg" len="sm"/>
              <a:tailEnd type="arrow" w="lg" len="sm"/>
            </a:ln>
            <a:effectLst/>
          </p:spPr>
          <p:style>
            <a:lnRef idx="1">
              <a:schemeClr val="accent1"/>
            </a:lnRef>
            <a:fillRef idx="0">
              <a:schemeClr val="accent1"/>
            </a:fillRef>
            <a:effectRef idx="0">
              <a:schemeClr val="accent1"/>
            </a:effectRef>
            <a:fontRef idx="minor">
              <a:schemeClr val="tx1"/>
            </a:fontRef>
          </p:style>
        </p:cxnSp>
      </p:grpSp>
      <p:sp>
        <p:nvSpPr>
          <p:cNvPr id="70" name="Rectangle: Rounded Corners 69">
            <a:extLst>
              <a:ext uri="{FF2B5EF4-FFF2-40B4-BE49-F238E27FC236}">
                <a16:creationId xmlns:a16="http://schemas.microsoft.com/office/drawing/2014/main" id="{F618ECFA-CBB3-1272-7871-AA5925C3BE65}"/>
              </a:ext>
            </a:extLst>
          </p:cNvPr>
          <p:cNvSpPr/>
          <p:nvPr/>
        </p:nvSpPr>
        <p:spPr>
          <a:xfrm>
            <a:off x="4852570" y="4451698"/>
            <a:ext cx="265360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pic>
        <p:nvPicPr>
          <p:cNvPr id="78" name="Graphic 77" descr="Document outline">
            <a:extLst>
              <a:ext uri="{FF2B5EF4-FFF2-40B4-BE49-F238E27FC236}">
                <a16:creationId xmlns:a16="http://schemas.microsoft.com/office/drawing/2014/main" id="{A92340EA-DDE8-DDCB-BF76-4427AB6D6D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63007" y="4527780"/>
            <a:ext cx="427037" cy="427038"/>
          </a:xfrm>
          <a:prstGeom prst="rect">
            <a:avLst/>
          </a:prstGeom>
          <a:effectLst/>
        </p:spPr>
      </p:pic>
    </p:spTree>
    <p:extLst>
      <p:ext uri="{BB962C8B-B14F-4D97-AF65-F5344CB8AC3E}">
        <p14:creationId xmlns:p14="http://schemas.microsoft.com/office/powerpoint/2010/main" val="299197287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FE5D4-932A-AFB2-046C-D63DD068E436}"/>
            </a:ext>
          </a:extLst>
        </p:cNvPr>
        <p:cNvGrpSpPr/>
        <p:nvPr/>
      </p:nvGrpSpPr>
      <p:grpSpPr>
        <a:xfrm>
          <a:off x="0" y="0"/>
          <a:ext cx="0" cy="0"/>
          <a:chOff x="0" y="0"/>
          <a:chExt cx="0" cy="0"/>
        </a:xfrm>
      </p:grpSpPr>
      <p:pic>
        <p:nvPicPr>
          <p:cNvPr id="84" name="Picture 83">
            <a:extLst>
              <a:ext uri="{FF2B5EF4-FFF2-40B4-BE49-F238E27FC236}">
                <a16:creationId xmlns:a16="http://schemas.microsoft.com/office/drawing/2014/main" id="{3007B59E-1322-B281-DC6B-6E0FA6E6FD69}"/>
              </a:ext>
            </a:extLst>
          </p:cNvPr>
          <p:cNvPicPr>
            <a:picLocks noChangeAspect="1"/>
          </p:cNvPicPr>
          <p:nvPr/>
        </p:nvPicPr>
        <p:blipFill rotWithShape="1">
          <a:blip r:embed="rId3"/>
          <a:srcRect/>
          <a:stretch>
            <a:fillRect/>
          </a:stretch>
        </p:blipFill>
        <p:spPr>
          <a:xfrm>
            <a:off x="8753987" y="4124879"/>
            <a:ext cx="3438014" cy="2733121"/>
          </a:xfrm>
          <a:prstGeom prst="rect">
            <a:avLst/>
          </a:prstGeom>
        </p:spPr>
      </p:pic>
      <p:sp>
        <p:nvSpPr>
          <p:cNvPr id="43" name="Rectangle: Rounded Corners 42">
            <a:extLst>
              <a:ext uri="{FF2B5EF4-FFF2-40B4-BE49-F238E27FC236}">
                <a16:creationId xmlns:a16="http://schemas.microsoft.com/office/drawing/2014/main" id="{DCB58A3D-2AA4-A19B-93B9-F2AA237B0236}"/>
              </a:ext>
            </a:extLst>
          </p:cNvPr>
          <p:cNvSpPr/>
          <p:nvPr/>
        </p:nvSpPr>
        <p:spPr>
          <a:xfrm>
            <a:off x="419100" y="1652516"/>
            <a:ext cx="11353800" cy="4786384"/>
          </a:xfrm>
          <a:prstGeom prst="roundRect">
            <a:avLst>
              <a:gd name="adj" fmla="val 5009"/>
            </a:avLst>
          </a:prstGeom>
          <a:solidFill>
            <a:schemeClr val="bg1">
              <a:lumMod val="85000"/>
              <a:alpha val="49000"/>
            </a:schemeClr>
          </a:solidFill>
          <a:ln w="25400">
            <a:solidFill>
              <a:schemeClr val="bg1"/>
            </a:solidFill>
          </a:ln>
        </p:spPr>
        <p:txBody>
          <a:bodyPr wrap="square" lIns="91440" tIns="914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IN" sz="14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endParaRPr>
          </a:p>
        </p:txBody>
      </p:sp>
      <p:sp>
        <p:nvSpPr>
          <p:cNvPr id="47" name="Rectangle: Rounded Corners 46">
            <a:extLst>
              <a:ext uri="{FF2B5EF4-FFF2-40B4-BE49-F238E27FC236}">
                <a16:creationId xmlns:a16="http://schemas.microsoft.com/office/drawing/2014/main" id="{9EB7A18D-696D-CDA0-2D26-23C62D616E5A}"/>
              </a:ext>
            </a:extLst>
          </p:cNvPr>
          <p:cNvSpPr/>
          <p:nvPr/>
        </p:nvSpPr>
        <p:spPr>
          <a:xfrm>
            <a:off x="554863" y="4110613"/>
            <a:ext cx="3615010" cy="2177463"/>
          </a:xfrm>
          <a:prstGeom prst="roundRect">
            <a:avLst>
              <a:gd name="adj" fmla="val 7287"/>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53" name="Rectangle: Rounded Corners 52">
            <a:extLst>
              <a:ext uri="{FF2B5EF4-FFF2-40B4-BE49-F238E27FC236}">
                <a16:creationId xmlns:a16="http://schemas.microsoft.com/office/drawing/2014/main" id="{E8BEB750-D58C-0C9E-1466-F0FB99E1B90A}"/>
              </a:ext>
            </a:extLst>
          </p:cNvPr>
          <p:cNvSpPr/>
          <p:nvPr/>
        </p:nvSpPr>
        <p:spPr>
          <a:xfrm>
            <a:off x="4288496" y="4110613"/>
            <a:ext cx="3615010" cy="2177463"/>
          </a:xfrm>
          <a:prstGeom prst="roundRect">
            <a:avLst>
              <a:gd name="adj" fmla="val 7287"/>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59" name="Rectangle: Rounded Corners 58">
            <a:extLst>
              <a:ext uri="{FF2B5EF4-FFF2-40B4-BE49-F238E27FC236}">
                <a16:creationId xmlns:a16="http://schemas.microsoft.com/office/drawing/2014/main" id="{1747A4A0-9FD0-6AC9-88D4-1A74731AC5F7}"/>
              </a:ext>
            </a:extLst>
          </p:cNvPr>
          <p:cNvSpPr/>
          <p:nvPr/>
        </p:nvSpPr>
        <p:spPr>
          <a:xfrm>
            <a:off x="8022128" y="4110613"/>
            <a:ext cx="3615010" cy="2177463"/>
          </a:xfrm>
          <a:prstGeom prst="roundRect">
            <a:avLst>
              <a:gd name="adj" fmla="val 7287"/>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46" name="Rectangle: Rounded Corners 45">
            <a:extLst>
              <a:ext uri="{FF2B5EF4-FFF2-40B4-BE49-F238E27FC236}">
                <a16:creationId xmlns:a16="http://schemas.microsoft.com/office/drawing/2014/main" id="{9CA8AE48-C4CB-1552-7079-F9FEEA99CDCD}"/>
              </a:ext>
            </a:extLst>
          </p:cNvPr>
          <p:cNvSpPr/>
          <p:nvPr/>
        </p:nvSpPr>
        <p:spPr>
          <a:xfrm>
            <a:off x="554863" y="1803341"/>
            <a:ext cx="3615010" cy="2177463"/>
          </a:xfrm>
          <a:prstGeom prst="roundRect">
            <a:avLst>
              <a:gd name="adj" fmla="val 7287"/>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51" name="Rectangle: Rounded Corners 50">
            <a:extLst>
              <a:ext uri="{FF2B5EF4-FFF2-40B4-BE49-F238E27FC236}">
                <a16:creationId xmlns:a16="http://schemas.microsoft.com/office/drawing/2014/main" id="{9BA4B1C9-0240-CAD0-DC64-EF4AA4A317F2}"/>
              </a:ext>
            </a:extLst>
          </p:cNvPr>
          <p:cNvSpPr/>
          <p:nvPr/>
        </p:nvSpPr>
        <p:spPr>
          <a:xfrm>
            <a:off x="4288496" y="1803341"/>
            <a:ext cx="3615010" cy="2177463"/>
          </a:xfrm>
          <a:prstGeom prst="roundRect">
            <a:avLst>
              <a:gd name="adj" fmla="val 7287"/>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57" name="Rectangle: Rounded Corners 56">
            <a:extLst>
              <a:ext uri="{FF2B5EF4-FFF2-40B4-BE49-F238E27FC236}">
                <a16:creationId xmlns:a16="http://schemas.microsoft.com/office/drawing/2014/main" id="{1D683336-C2E9-2FA5-CAE7-9741C0D3CB71}"/>
              </a:ext>
            </a:extLst>
          </p:cNvPr>
          <p:cNvSpPr/>
          <p:nvPr/>
        </p:nvSpPr>
        <p:spPr>
          <a:xfrm>
            <a:off x="8022128" y="1803341"/>
            <a:ext cx="3615010" cy="2177463"/>
          </a:xfrm>
          <a:prstGeom prst="roundRect">
            <a:avLst>
              <a:gd name="adj" fmla="val 7287"/>
            </a:avLst>
          </a:prstGeom>
          <a:solidFill>
            <a:schemeClr val="bg1">
              <a:alpha val="49000"/>
            </a:schemeClr>
          </a:solidFill>
        </p:spPr>
        <p:txBody>
          <a:bodyPr vert="horz" lIns="91440" tIns="45720" rIns="91440" bIns="45720" rtlCol="0" anchor="ctr">
            <a:no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IN" sz="1600" b="0" i="0" u="none" strike="noStrike" kern="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2" name="Title 1">
            <a:extLst>
              <a:ext uri="{FF2B5EF4-FFF2-40B4-BE49-F238E27FC236}">
                <a16:creationId xmlns:a16="http://schemas.microsoft.com/office/drawing/2014/main" id="{EBC75825-E59B-2210-52EE-38447D25CE91}"/>
              </a:ext>
            </a:extLst>
          </p:cNvPr>
          <p:cNvSpPr>
            <a:spLocks noGrp="1"/>
          </p:cNvSpPr>
          <p:nvPr>
            <p:ph type="title"/>
          </p:nvPr>
        </p:nvSpPr>
        <p:spPr>
          <a:xfrm>
            <a:off x="419100" y="436563"/>
            <a:ext cx="11353800" cy="560387"/>
          </a:xfrm>
        </p:spPr>
        <p:txBody>
          <a:bodyPr vert="horz" lIns="0" tIns="0" rIns="0" bIns="0" rtlCol="0" anchor="t">
            <a:noAutofit/>
          </a:bodyPr>
          <a:lstStyle/>
          <a:p>
            <a:pPr algn="ctr" defTabSz="914400">
              <a:lnSpc>
                <a:spcPct val="90000"/>
              </a:lnSpc>
            </a:pPr>
            <a:r>
              <a:rPr lang="en-US" kern="1200" spc="0">
                <a:solidFill>
                  <a:prstClr val="black"/>
                </a:solidFill>
                <a:latin typeface="Segoe UI Semibold"/>
                <a:cs typeface="+mj-cs"/>
              </a:rPr>
              <a:t>Components of an agent harness</a:t>
            </a:r>
          </a:p>
        </p:txBody>
      </p:sp>
      <p:sp>
        <p:nvSpPr>
          <p:cNvPr id="7" name="TextBox 6">
            <a:extLst>
              <a:ext uri="{FF2B5EF4-FFF2-40B4-BE49-F238E27FC236}">
                <a16:creationId xmlns:a16="http://schemas.microsoft.com/office/drawing/2014/main" id="{B5BF418D-C2BF-2E5E-0E31-28C7CE2F1705}"/>
              </a:ext>
            </a:extLst>
          </p:cNvPr>
          <p:cNvSpPr txBox="1"/>
          <p:nvPr/>
        </p:nvSpPr>
        <p:spPr>
          <a:xfrm>
            <a:off x="419100" y="1165162"/>
            <a:ext cx="7826181"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The infrastructure that turns a model into a reliable, production-ready agent</a:t>
            </a:r>
            <a:endParaRPr kumimoji="0" lang="en-IN" sz="1800" b="0" i="0" u="none" strike="noStrike" kern="1200" cap="none" spc="0" normalizeH="0" baseline="0" noProof="0">
              <a:ln>
                <a:noFill/>
              </a:ln>
              <a:solidFill>
                <a:srgbClr val="0408AC"/>
              </a:solidFill>
              <a:effectLst/>
              <a:uLnTx/>
              <a:uFillTx/>
              <a:latin typeface="Segoe Sans Display"/>
              <a:ea typeface="+mn-ea"/>
              <a:cs typeface="+mn-cs"/>
            </a:endParaRPr>
          </a:p>
        </p:txBody>
      </p:sp>
      <p:sp>
        <p:nvSpPr>
          <p:cNvPr id="16" name="TextBox 15">
            <a:extLst>
              <a:ext uri="{FF2B5EF4-FFF2-40B4-BE49-F238E27FC236}">
                <a16:creationId xmlns:a16="http://schemas.microsoft.com/office/drawing/2014/main" id="{B4955EBE-8B6B-D99A-0329-B3D27489405E}"/>
              </a:ext>
            </a:extLst>
          </p:cNvPr>
          <p:cNvSpPr txBox="1"/>
          <p:nvPr/>
        </p:nvSpPr>
        <p:spPr>
          <a:xfrm>
            <a:off x="1779676" y="2122862"/>
            <a:ext cx="1165384"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w="3175">
                  <a:noFill/>
                </a:ln>
                <a:solidFill>
                  <a:srgbClr val="0408AC"/>
                </a:solidFill>
                <a:effectLst/>
                <a:uLnTx/>
                <a:uFillTx/>
                <a:latin typeface="Segoe Sans Display"/>
                <a:ea typeface="+mn-ea"/>
                <a:cs typeface="Segoe Sans Display Semibold" pitchFamily="2" charset="0"/>
              </a:rPr>
              <a:t>Agent loop</a:t>
            </a:r>
          </a:p>
        </p:txBody>
      </p:sp>
      <p:sp>
        <p:nvSpPr>
          <p:cNvPr id="19" name="TextBox 18">
            <a:extLst>
              <a:ext uri="{FF2B5EF4-FFF2-40B4-BE49-F238E27FC236}">
                <a16:creationId xmlns:a16="http://schemas.microsoft.com/office/drawing/2014/main" id="{D275D5CF-3596-F369-0DC6-E4F9D00CF169}"/>
              </a:ext>
            </a:extLst>
          </p:cNvPr>
          <p:cNvSpPr txBox="1"/>
          <p:nvPr/>
        </p:nvSpPr>
        <p:spPr>
          <a:xfrm>
            <a:off x="4953573" y="2122862"/>
            <a:ext cx="2284856"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w="3175">
                  <a:noFill/>
                </a:ln>
                <a:solidFill>
                  <a:srgbClr val="0408AC"/>
                </a:solidFill>
                <a:effectLst/>
                <a:uLnTx/>
                <a:uFillTx/>
                <a:latin typeface="Segoe Sans Display"/>
                <a:ea typeface="+mn-ea"/>
                <a:cs typeface="Segoe Sans Display Semibold" pitchFamily="2" charset="0"/>
              </a:rPr>
              <a:t>Context management</a:t>
            </a:r>
          </a:p>
        </p:txBody>
      </p:sp>
      <p:sp>
        <p:nvSpPr>
          <p:cNvPr id="21" name="TextBox 20">
            <a:extLst>
              <a:ext uri="{FF2B5EF4-FFF2-40B4-BE49-F238E27FC236}">
                <a16:creationId xmlns:a16="http://schemas.microsoft.com/office/drawing/2014/main" id="{EE810C0F-5FDB-0EA8-0412-9F5BF55CEC9D}"/>
              </a:ext>
            </a:extLst>
          </p:cNvPr>
          <p:cNvSpPr txBox="1"/>
          <p:nvPr/>
        </p:nvSpPr>
        <p:spPr>
          <a:xfrm>
            <a:off x="9079428" y="2122862"/>
            <a:ext cx="1500411"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w="3175">
                  <a:noFill/>
                </a:ln>
                <a:solidFill>
                  <a:srgbClr val="0408AC"/>
                </a:solidFill>
                <a:effectLst/>
                <a:uLnTx/>
                <a:uFillTx/>
                <a:latin typeface="Segoe Sans Display"/>
                <a:ea typeface="+mn-ea"/>
                <a:cs typeface="Segoe Sans Display Semibold" pitchFamily="2" charset="0"/>
              </a:rPr>
              <a:t>Skills and tools</a:t>
            </a:r>
          </a:p>
        </p:txBody>
      </p:sp>
      <p:sp>
        <p:nvSpPr>
          <p:cNvPr id="62" name="TextBox 61">
            <a:extLst>
              <a:ext uri="{FF2B5EF4-FFF2-40B4-BE49-F238E27FC236}">
                <a16:creationId xmlns:a16="http://schemas.microsoft.com/office/drawing/2014/main" id="{65BC41A9-B3A4-5DB4-B4B8-3ECF7E9137F2}"/>
              </a:ext>
            </a:extLst>
          </p:cNvPr>
          <p:cNvSpPr txBox="1"/>
          <p:nvPr/>
        </p:nvSpPr>
        <p:spPr>
          <a:xfrm>
            <a:off x="1270049" y="3445838"/>
            <a:ext cx="2184637" cy="215444"/>
          </a:xfrm>
          <a:prstGeom prst="rect">
            <a:avLst/>
          </a:prstGeom>
          <a:noFill/>
        </p:spPr>
        <p:txBody>
          <a:bodyPr wrap="non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a:ea typeface="+mn-ea"/>
                <a:cs typeface="Segoe UI Semibold" panose="020B0502040204020203" pitchFamily="34" charset="0"/>
              </a:rPr>
              <a:t>Reason, act, observe, repeat</a:t>
            </a:r>
          </a:p>
        </p:txBody>
      </p:sp>
      <p:sp>
        <p:nvSpPr>
          <p:cNvPr id="64" name="TextBox 63">
            <a:extLst>
              <a:ext uri="{FF2B5EF4-FFF2-40B4-BE49-F238E27FC236}">
                <a16:creationId xmlns:a16="http://schemas.microsoft.com/office/drawing/2014/main" id="{E256D228-5731-BF8D-C201-DD3EF36EFFDA}"/>
              </a:ext>
            </a:extLst>
          </p:cNvPr>
          <p:cNvSpPr txBox="1"/>
          <p:nvPr/>
        </p:nvSpPr>
        <p:spPr>
          <a:xfrm>
            <a:off x="4709404" y="3445838"/>
            <a:ext cx="2773195" cy="215444"/>
          </a:xfrm>
          <a:prstGeom prst="rect">
            <a:avLst/>
          </a:prstGeom>
          <a:noFill/>
        </p:spPr>
        <p:txBody>
          <a:bodyPr wrap="non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a:ea typeface="+mn-ea"/>
                <a:cs typeface="Segoe UI Semibold" panose="020B0502040204020203" pitchFamily="34" charset="0"/>
              </a:rPr>
              <a:t>Compress, prioritize, fit the window</a:t>
            </a:r>
          </a:p>
        </p:txBody>
      </p:sp>
      <p:sp>
        <p:nvSpPr>
          <p:cNvPr id="66" name="TextBox 65">
            <a:extLst>
              <a:ext uri="{FF2B5EF4-FFF2-40B4-BE49-F238E27FC236}">
                <a16:creationId xmlns:a16="http://schemas.microsoft.com/office/drawing/2014/main" id="{3B2383C1-44AA-0279-45DE-8118F03A8E73}"/>
              </a:ext>
            </a:extLst>
          </p:cNvPr>
          <p:cNvSpPr txBox="1"/>
          <p:nvPr/>
        </p:nvSpPr>
        <p:spPr>
          <a:xfrm>
            <a:off x="8683198" y="3445838"/>
            <a:ext cx="2292871" cy="215444"/>
          </a:xfrm>
          <a:prstGeom prst="rect">
            <a:avLst/>
          </a:prstGeom>
          <a:noFill/>
        </p:spPr>
        <p:txBody>
          <a:bodyPr wrap="non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a:ea typeface="+mn-ea"/>
                <a:cs typeface="Segoe UI Semibold" panose="020B0502040204020203" pitchFamily="34" charset="0"/>
              </a:rPr>
              <a:t>Instruct, read, write, execute</a:t>
            </a:r>
          </a:p>
        </p:txBody>
      </p:sp>
      <p:sp>
        <p:nvSpPr>
          <p:cNvPr id="75" name="Oval 74">
            <a:extLst>
              <a:ext uri="{FF2B5EF4-FFF2-40B4-BE49-F238E27FC236}">
                <a16:creationId xmlns:a16="http://schemas.microsoft.com/office/drawing/2014/main" id="{4415DB27-6B17-24F8-0A83-E1FAF67267EE}"/>
              </a:ext>
              <a:ext uri="{C183D7F6-B498-43B3-948B-1728B52AA6E4}">
                <adec:decorative xmlns:adec="http://schemas.microsoft.com/office/drawing/2017/decorative" val="1"/>
              </a:ext>
            </a:extLst>
          </p:cNvPr>
          <p:cNvSpPr/>
          <p:nvPr/>
        </p:nvSpPr>
        <p:spPr bwMode="auto">
          <a:xfrm>
            <a:off x="1997637" y="2550685"/>
            <a:ext cx="729462" cy="729462"/>
          </a:xfrm>
          <a:prstGeom prst="ellipse">
            <a:avLst/>
          </a:prstGeom>
          <a:gradFill flip="none" rotWithShape="1">
            <a:gsLst>
              <a:gs pos="0">
                <a:schemeClr val="bg2"/>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76" name="Oval 75">
            <a:extLst>
              <a:ext uri="{FF2B5EF4-FFF2-40B4-BE49-F238E27FC236}">
                <a16:creationId xmlns:a16="http://schemas.microsoft.com/office/drawing/2014/main" id="{4A64E0BA-C5DE-6068-80A1-81C8F1B297BB}"/>
              </a:ext>
              <a:ext uri="{C183D7F6-B498-43B3-948B-1728B52AA6E4}">
                <adec:decorative xmlns:adec="http://schemas.microsoft.com/office/drawing/2017/decorative" val="1"/>
              </a:ext>
            </a:extLst>
          </p:cNvPr>
          <p:cNvSpPr/>
          <p:nvPr/>
        </p:nvSpPr>
        <p:spPr bwMode="auto">
          <a:xfrm>
            <a:off x="5731270" y="2550685"/>
            <a:ext cx="729462" cy="729462"/>
          </a:xfrm>
          <a:prstGeom prst="ellipse">
            <a:avLst/>
          </a:prstGeom>
          <a:gradFill flip="none" rotWithShape="1">
            <a:gsLst>
              <a:gs pos="0">
                <a:schemeClr val="bg2"/>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77" name="Oval 76">
            <a:extLst>
              <a:ext uri="{FF2B5EF4-FFF2-40B4-BE49-F238E27FC236}">
                <a16:creationId xmlns:a16="http://schemas.microsoft.com/office/drawing/2014/main" id="{2073478C-12D8-CAB0-8F15-C8523D4C15FC}"/>
              </a:ext>
              <a:ext uri="{C183D7F6-B498-43B3-948B-1728B52AA6E4}">
                <adec:decorative xmlns:adec="http://schemas.microsoft.com/office/drawing/2017/decorative" val="1"/>
              </a:ext>
            </a:extLst>
          </p:cNvPr>
          <p:cNvSpPr/>
          <p:nvPr/>
        </p:nvSpPr>
        <p:spPr bwMode="auto">
          <a:xfrm>
            <a:off x="9464902" y="2550685"/>
            <a:ext cx="729462" cy="729462"/>
          </a:xfrm>
          <a:prstGeom prst="ellipse">
            <a:avLst/>
          </a:prstGeom>
          <a:gradFill flip="none" rotWithShape="1">
            <a:gsLst>
              <a:gs pos="0">
                <a:schemeClr val="bg2"/>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23" name="TextBox 22">
            <a:extLst>
              <a:ext uri="{FF2B5EF4-FFF2-40B4-BE49-F238E27FC236}">
                <a16:creationId xmlns:a16="http://schemas.microsoft.com/office/drawing/2014/main" id="{127A9D5C-DA70-5698-D450-E54D7F83AF04}"/>
              </a:ext>
            </a:extLst>
          </p:cNvPr>
          <p:cNvSpPr txBox="1"/>
          <p:nvPr/>
        </p:nvSpPr>
        <p:spPr>
          <a:xfrm>
            <a:off x="1759639" y="4430134"/>
            <a:ext cx="1205458"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w="3175">
                  <a:noFill/>
                </a:ln>
                <a:solidFill>
                  <a:srgbClr val="0408AC"/>
                </a:solidFill>
                <a:effectLst/>
                <a:uLnTx/>
                <a:uFillTx/>
                <a:latin typeface="Segoe Sans Display"/>
                <a:ea typeface="+mn-ea"/>
                <a:cs typeface="Segoe Sans Display Semibold" pitchFamily="2" charset="0"/>
              </a:rPr>
              <a:t>Sub-agents</a:t>
            </a:r>
          </a:p>
        </p:txBody>
      </p:sp>
      <p:sp>
        <p:nvSpPr>
          <p:cNvPr id="29" name="TextBox 28">
            <a:extLst>
              <a:ext uri="{FF2B5EF4-FFF2-40B4-BE49-F238E27FC236}">
                <a16:creationId xmlns:a16="http://schemas.microsoft.com/office/drawing/2014/main" id="{4D9D354C-4D0C-0062-0879-8F88BA626F61}"/>
              </a:ext>
            </a:extLst>
          </p:cNvPr>
          <p:cNvSpPr txBox="1"/>
          <p:nvPr/>
        </p:nvSpPr>
        <p:spPr>
          <a:xfrm>
            <a:off x="5667999" y="4430134"/>
            <a:ext cx="856004"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w="3175">
                  <a:noFill/>
                </a:ln>
                <a:solidFill>
                  <a:srgbClr val="0408AC"/>
                </a:solidFill>
                <a:effectLst/>
                <a:uLnTx/>
                <a:uFillTx/>
                <a:latin typeface="Segoe Sans Display"/>
                <a:ea typeface="+mn-ea"/>
                <a:cs typeface="Segoe Sans Display Semibold" pitchFamily="2" charset="0"/>
              </a:rPr>
              <a:t>Memory</a:t>
            </a:r>
          </a:p>
        </p:txBody>
      </p:sp>
      <p:sp>
        <p:nvSpPr>
          <p:cNvPr id="38" name="TextBox 37">
            <a:extLst>
              <a:ext uri="{FF2B5EF4-FFF2-40B4-BE49-F238E27FC236}">
                <a16:creationId xmlns:a16="http://schemas.microsoft.com/office/drawing/2014/main" id="{4568D916-FB9A-837C-1C06-34C15D196195}"/>
              </a:ext>
            </a:extLst>
          </p:cNvPr>
          <p:cNvSpPr txBox="1"/>
          <p:nvPr/>
        </p:nvSpPr>
        <p:spPr>
          <a:xfrm>
            <a:off x="9206514" y="4430134"/>
            <a:ext cx="1246239" cy="276999"/>
          </a:xfrm>
          <a:prstGeom prst="rect">
            <a:avLst/>
          </a:prstGeom>
          <a:noFill/>
        </p:spPr>
        <p:txBody>
          <a:bodyPr wrap="none" lIns="0" tIns="0" rIns="0" bIns="0">
            <a:spAutoFit/>
          </a:bodyPr>
          <a:lstStyle/>
          <a:p>
            <a:pPr marL="0" marR="0" lvl="0" indent="0" algn="ctr" defTabSz="914400" rtl="0" eaLnBrk="1" fontAlgn="base" latinLnBrk="0" hangingPunct="1">
              <a:lnSpc>
                <a:spcPct val="100000"/>
              </a:lnSpc>
              <a:spcBef>
                <a:spcPct val="0"/>
              </a:spcBef>
              <a:spcAft>
                <a:spcPts val="600"/>
              </a:spcAft>
              <a:buClrTx/>
              <a:buSzTx/>
              <a:buFontTx/>
              <a:buNone/>
              <a:tabLst>
                <a:tab pos="1487158" algn="l"/>
              </a:tabLst>
              <a:defRPr/>
            </a:pPr>
            <a:r>
              <a:rPr kumimoji="0" lang="en-US" sz="1800" b="0" i="0" u="none" strike="noStrike" kern="1200" cap="none" spc="0" normalizeH="0" baseline="0" noProof="0">
                <a:ln w="3175">
                  <a:noFill/>
                </a:ln>
                <a:solidFill>
                  <a:srgbClr val="0408AC"/>
                </a:solidFill>
                <a:effectLst/>
                <a:uLnTx/>
                <a:uFillTx/>
                <a:latin typeface="Segoe Sans Display"/>
                <a:ea typeface="+mn-ea"/>
                <a:cs typeface="Segoe Sans Display Semibold" pitchFamily="2" charset="0"/>
              </a:rPr>
              <a:t>Permissions</a:t>
            </a:r>
          </a:p>
        </p:txBody>
      </p:sp>
      <p:sp>
        <p:nvSpPr>
          <p:cNvPr id="68" name="TextBox 67">
            <a:extLst>
              <a:ext uri="{FF2B5EF4-FFF2-40B4-BE49-F238E27FC236}">
                <a16:creationId xmlns:a16="http://schemas.microsoft.com/office/drawing/2014/main" id="{EC454DD1-ABF1-B9C9-E21D-FC69DF0673EE}"/>
              </a:ext>
            </a:extLst>
          </p:cNvPr>
          <p:cNvSpPr txBox="1"/>
          <p:nvPr/>
        </p:nvSpPr>
        <p:spPr>
          <a:xfrm>
            <a:off x="1390948" y="5753110"/>
            <a:ext cx="1942840" cy="215444"/>
          </a:xfrm>
          <a:prstGeom prst="rect">
            <a:avLst/>
          </a:prstGeom>
          <a:noFill/>
        </p:spPr>
        <p:txBody>
          <a:bodyPr wrap="non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a:ea typeface="+mn-ea"/>
                <a:cs typeface="Segoe UI Semibold" panose="020B0502040204020203" pitchFamily="34" charset="0"/>
              </a:rPr>
              <a:t>Delegate, fan out, collect</a:t>
            </a:r>
          </a:p>
        </p:txBody>
      </p:sp>
      <p:sp>
        <p:nvSpPr>
          <p:cNvPr id="70" name="TextBox 69">
            <a:extLst>
              <a:ext uri="{FF2B5EF4-FFF2-40B4-BE49-F238E27FC236}">
                <a16:creationId xmlns:a16="http://schemas.microsoft.com/office/drawing/2014/main" id="{AE52230B-A5D4-7ECD-B080-1F7E4879A858}"/>
              </a:ext>
            </a:extLst>
          </p:cNvPr>
          <p:cNvSpPr txBox="1"/>
          <p:nvPr/>
        </p:nvSpPr>
        <p:spPr>
          <a:xfrm>
            <a:off x="4610786" y="5753110"/>
            <a:ext cx="2970429" cy="215444"/>
          </a:xfrm>
          <a:prstGeom prst="rect">
            <a:avLst/>
          </a:prstGeom>
          <a:noFill/>
        </p:spPr>
        <p:txBody>
          <a:bodyPr wrap="non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a:ea typeface="+mn-ea"/>
                <a:cs typeface="Segoe UI Semibold" panose="020B0502040204020203" pitchFamily="34" charset="0"/>
              </a:rPr>
              <a:t>Remember across turns and sessions</a:t>
            </a:r>
          </a:p>
        </p:txBody>
      </p:sp>
      <p:sp>
        <p:nvSpPr>
          <p:cNvPr id="72" name="TextBox 71">
            <a:extLst>
              <a:ext uri="{FF2B5EF4-FFF2-40B4-BE49-F238E27FC236}">
                <a16:creationId xmlns:a16="http://schemas.microsoft.com/office/drawing/2014/main" id="{D0A6CCD6-058A-B936-5C13-B238B1FF65FF}"/>
              </a:ext>
            </a:extLst>
          </p:cNvPr>
          <p:cNvSpPr txBox="1"/>
          <p:nvPr/>
        </p:nvSpPr>
        <p:spPr>
          <a:xfrm>
            <a:off x="8515972" y="5753110"/>
            <a:ext cx="2627321" cy="215444"/>
          </a:xfrm>
          <a:prstGeom prst="rect">
            <a:avLst/>
          </a:prstGeom>
          <a:noFill/>
        </p:spPr>
        <p:txBody>
          <a:bodyPr wrap="none" lIns="0" tIns="0" rIns="0" bIns="0" anchor="t">
            <a:spAutoFit/>
          </a:bodyPr>
          <a:lstStyle>
            <a:defPPr>
              <a:defRPr lang="en-US"/>
            </a:defPPr>
            <a:lvl1pPr marR="0" lvl="0" indent="0" fontAlgn="auto">
              <a:lnSpc>
                <a:spcPct val="100000"/>
              </a:lnSpc>
              <a:spcBef>
                <a:spcPts val="0"/>
              </a:spcBef>
              <a:spcAft>
                <a:spcPts val="0"/>
              </a:spcAft>
              <a:buClrTx/>
              <a:buSzTx/>
              <a:buFontTx/>
              <a:buNone/>
              <a:tabLst/>
              <a:defRPr sz="1600" b="1">
                <a:ln w="3175">
                  <a:noFill/>
                </a:ln>
                <a:gradFill>
                  <a:gsLst>
                    <a:gs pos="72989">
                      <a:schemeClr val="tx1"/>
                    </a:gs>
                    <a:gs pos="42000">
                      <a:schemeClr val="tx1"/>
                    </a:gs>
                  </a:gsLst>
                  <a:path path="circle">
                    <a:fillToRect r="100000" b="100000"/>
                  </a:path>
                </a:gradFill>
                <a:latin typeface="Segoe UI Semibold" panose="020B0502040204020203" pitchFamily="34" charset="0"/>
                <a:cs typeface="Segoe UI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a:ea typeface="+mn-ea"/>
                <a:cs typeface="Segoe UI Semibold" panose="020B0502040204020203" pitchFamily="34" charset="0"/>
              </a:rPr>
              <a:t>Gate actions, ask human approval</a:t>
            </a:r>
          </a:p>
        </p:txBody>
      </p:sp>
      <p:sp>
        <p:nvSpPr>
          <p:cNvPr id="78" name="Oval 77">
            <a:extLst>
              <a:ext uri="{FF2B5EF4-FFF2-40B4-BE49-F238E27FC236}">
                <a16:creationId xmlns:a16="http://schemas.microsoft.com/office/drawing/2014/main" id="{F14AC6E4-9A73-2E20-C8F4-EC9EB312E253}"/>
              </a:ext>
              <a:ext uri="{C183D7F6-B498-43B3-948B-1728B52AA6E4}">
                <adec:decorative xmlns:adec="http://schemas.microsoft.com/office/drawing/2017/decorative" val="1"/>
              </a:ext>
            </a:extLst>
          </p:cNvPr>
          <p:cNvSpPr/>
          <p:nvPr/>
        </p:nvSpPr>
        <p:spPr bwMode="auto">
          <a:xfrm>
            <a:off x="1997637" y="4857957"/>
            <a:ext cx="729462" cy="729462"/>
          </a:xfrm>
          <a:prstGeom prst="ellipse">
            <a:avLst/>
          </a:prstGeom>
          <a:gradFill flip="none" rotWithShape="1">
            <a:gsLst>
              <a:gs pos="0">
                <a:schemeClr val="bg2"/>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79" name="Oval 78">
            <a:extLst>
              <a:ext uri="{FF2B5EF4-FFF2-40B4-BE49-F238E27FC236}">
                <a16:creationId xmlns:a16="http://schemas.microsoft.com/office/drawing/2014/main" id="{4A5ADB92-4153-325D-923F-6399F65C8AB8}"/>
              </a:ext>
              <a:ext uri="{C183D7F6-B498-43B3-948B-1728B52AA6E4}">
                <adec:decorative xmlns:adec="http://schemas.microsoft.com/office/drawing/2017/decorative" val="1"/>
              </a:ext>
            </a:extLst>
          </p:cNvPr>
          <p:cNvSpPr/>
          <p:nvPr/>
        </p:nvSpPr>
        <p:spPr bwMode="auto">
          <a:xfrm>
            <a:off x="5731270" y="4857957"/>
            <a:ext cx="729462" cy="729462"/>
          </a:xfrm>
          <a:prstGeom prst="ellipse">
            <a:avLst/>
          </a:prstGeom>
          <a:gradFill flip="none" rotWithShape="1">
            <a:gsLst>
              <a:gs pos="0">
                <a:schemeClr val="bg2"/>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80" name="Oval 79">
            <a:extLst>
              <a:ext uri="{FF2B5EF4-FFF2-40B4-BE49-F238E27FC236}">
                <a16:creationId xmlns:a16="http://schemas.microsoft.com/office/drawing/2014/main" id="{898042BF-A7E1-A49C-2016-8DF99546C0F6}"/>
              </a:ext>
              <a:ext uri="{C183D7F6-B498-43B3-948B-1728B52AA6E4}">
                <adec:decorative xmlns:adec="http://schemas.microsoft.com/office/drawing/2017/decorative" val="1"/>
              </a:ext>
            </a:extLst>
          </p:cNvPr>
          <p:cNvSpPr/>
          <p:nvPr/>
        </p:nvSpPr>
        <p:spPr bwMode="auto">
          <a:xfrm>
            <a:off x="9464902" y="4857957"/>
            <a:ext cx="729462" cy="729462"/>
          </a:xfrm>
          <a:prstGeom prst="ellipse">
            <a:avLst/>
          </a:prstGeom>
          <a:gradFill flip="none" rotWithShape="1">
            <a:gsLst>
              <a:gs pos="0">
                <a:schemeClr val="bg2"/>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42" name="Graphic 46" descr="Icon of  two curved arrows rotating clockwise">
            <a:extLst>
              <a:ext uri="{FF2B5EF4-FFF2-40B4-BE49-F238E27FC236}">
                <a16:creationId xmlns:a16="http://schemas.microsoft.com/office/drawing/2014/main" id="{05A6CDDA-6384-1053-836A-201A28B39062}"/>
              </a:ext>
            </a:extLst>
          </p:cNvPr>
          <p:cNvSpPr>
            <a:spLocks/>
          </p:cNvSpPr>
          <p:nvPr/>
        </p:nvSpPr>
        <p:spPr>
          <a:xfrm>
            <a:off x="2181560" y="2739128"/>
            <a:ext cx="361616" cy="352576"/>
          </a:xfrm>
          <a:custGeom>
            <a:avLst/>
            <a:gdLst>
              <a:gd name="connsiteX0" fmla="*/ 121082 w 190469"/>
              <a:gd name="connsiteY0" fmla="*/ 2792 h 190497"/>
              <a:gd name="connsiteX1" fmla="*/ 120253 w 190469"/>
              <a:gd name="connsiteY1" fmla="*/ 2049 h 190497"/>
              <a:gd name="connsiteX2" fmla="*/ 107613 w 190469"/>
              <a:gd name="connsiteY2" fmla="*/ 2792 h 190497"/>
              <a:gd name="connsiteX3" fmla="*/ 106871 w 190469"/>
              <a:gd name="connsiteY3" fmla="*/ 3621 h 190497"/>
              <a:gd name="connsiteX4" fmla="*/ 107613 w 190469"/>
              <a:gd name="connsiteY4" fmla="*/ 16251 h 190497"/>
              <a:gd name="connsiteX5" fmla="*/ 119986 w 190469"/>
              <a:gd name="connsiteY5" fmla="*/ 28605 h 190497"/>
              <a:gd name="connsiteX6" fmla="*/ 66665 w 190469"/>
              <a:gd name="connsiteY6" fmla="*/ 28605 h 190497"/>
              <a:gd name="connsiteX7" fmla="*/ 64379 w 190469"/>
              <a:gd name="connsiteY7" fmla="*/ 28643 h 190497"/>
              <a:gd name="connsiteX8" fmla="*/ 0 w 190469"/>
              <a:gd name="connsiteY8" fmla="*/ 95223 h 190497"/>
              <a:gd name="connsiteX9" fmla="*/ 11325 w 190469"/>
              <a:gd name="connsiteY9" fmla="*/ 132361 h 190497"/>
              <a:gd name="connsiteX10" fmla="*/ 24608 w 190469"/>
              <a:gd name="connsiteY10" fmla="*/ 134566 h 190497"/>
              <a:gd name="connsiteX11" fmla="*/ 26813 w 190469"/>
              <a:gd name="connsiteY11" fmla="*/ 121283 h 190497"/>
              <a:gd name="connsiteX12" fmla="*/ 25527 w 190469"/>
              <a:gd name="connsiteY12" fmla="*/ 119207 h 190497"/>
              <a:gd name="connsiteX13" fmla="*/ 42685 w 190469"/>
              <a:gd name="connsiteY13" fmla="*/ 54119 h 190497"/>
              <a:gd name="connsiteX14" fmla="*/ 66675 w 190469"/>
              <a:gd name="connsiteY14" fmla="*/ 47645 h 190497"/>
              <a:gd name="connsiteX15" fmla="*/ 119967 w 190469"/>
              <a:gd name="connsiteY15" fmla="*/ 47645 h 190497"/>
              <a:gd name="connsiteX16" fmla="*/ 107613 w 190469"/>
              <a:gd name="connsiteY16" fmla="*/ 59999 h 190497"/>
              <a:gd name="connsiteX17" fmla="*/ 106871 w 190469"/>
              <a:gd name="connsiteY17" fmla="*/ 60828 h 190497"/>
              <a:gd name="connsiteX18" fmla="*/ 108250 w 190469"/>
              <a:gd name="connsiteY18" fmla="*/ 74214 h 190497"/>
              <a:gd name="connsiteX19" fmla="*/ 121082 w 190469"/>
              <a:gd name="connsiteY19" fmla="*/ 73458 h 190497"/>
              <a:gd name="connsiteX20" fmla="*/ 149714 w 190469"/>
              <a:gd name="connsiteY20" fmla="*/ 44855 h 190497"/>
              <a:gd name="connsiteX21" fmla="*/ 150447 w 190469"/>
              <a:gd name="connsiteY21" fmla="*/ 44026 h 190497"/>
              <a:gd name="connsiteX22" fmla="*/ 149704 w 190469"/>
              <a:gd name="connsiteY22" fmla="*/ 31396 h 190497"/>
              <a:gd name="connsiteX23" fmla="*/ 121082 w 190469"/>
              <a:gd name="connsiteY23" fmla="*/ 2792 h 190497"/>
              <a:gd name="connsiteX24" fmla="*/ 178946 w 190469"/>
              <a:gd name="connsiteY24" fmla="*/ 57761 h 190497"/>
              <a:gd name="connsiteX25" fmla="*/ 165592 w 190469"/>
              <a:gd name="connsiteY25" fmla="*/ 56104 h 190497"/>
              <a:gd name="connsiteX26" fmla="*/ 161925 w 190469"/>
              <a:gd name="connsiteY26" fmla="*/ 63638 h 190497"/>
              <a:gd name="connsiteX27" fmla="*/ 163563 w 190469"/>
              <a:gd name="connsiteY27" fmla="*/ 68981 h 190497"/>
              <a:gd name="connsiteX28" fmla="*/ 150064 w 190469"/>
              <a:gd name="connsiteY28" fmla="*/ 134926 h 190497"/>
              <a:gd name="connsiteX29" fmla="*/ 123844 w 190469"/>
              <a:gd name="connsiteY29" fmla="*/ 142800 h 190497"/>
              <a:gd name="connsiteX30" fmla="*/ 70618 w 190469"/>
              <a:gd name="connsiteY30" fmla="*/ 142800 h 190497"/>
              <a:gd name="connsiteX31" fmla="*/ 82944 w 190469"/>
              <a:gd name="connsiteY31" fmla="*/ 130513 h 190497"/>
              <a:gd name="connsiteX32" fmla="*/ 83734 w 190469"/>
              <a:gd name="connsiteY32" fmla="*/ 129598 h 190497"/>
              <a:gd name="connsiteX33" fmla="*/ 83677 w 190469"/>
              <a:gd name="connsiteY33" fmla="*/ 117883 h 190497"/>
              <a:gd name="connsiteX34" fmla="*/ 82944 w 190469"/>
              <a:gd name="connsiteY34" fmla="*/ 117044 h 190497"/>
              <a:gd name="connsiteX35" fmla="*/ 82039 w 190469"/>
              <a:gd name="connsiteY35" fmla="*/ 116244 h 190497"/>
              <a:gd name="connsiteX36" fmla="*/ 70304 w 190469"/>
              <a:gd name="connsiteY36" fmla="*/ 116302 h 190497"/>
              <a:gd name="connsiteX37" fmla="*/ 69466 w 190469"/>
              <a:gd name="connsiteY37" fmla="*/ 117044 h 190497"/>
              <a:gd name="connsiteX38" fmla="*/ 40843 w 190469"/>
              <a:gd name="connsiteY38" fmla="*/ 145648 h 190497"/>
              <a:gd name="connsiteX39" fmla="*/ 40053 w 190469"/>
              <a:gd name="connsiteY39" fmla="*/ 146553 h 190497"/>
              <a:gd name="connsiteX40" fmla="*/ 40110 w 190469"/>
              <a:gd name="connsiteY40" fmla="*/ 158278 h 190497"/>
              <a:gd name="connsiteX41" fmla="*/ 40843 w 190469"/>
              <a:gd name="connsiteY41" fmla="*/ 159107 h 190497"/>
              <a:gd name="connsiteX42" fmla="*/ 69466 w 190469"/>
              <a:gd name="connsiteY42" fmla="*/ 187710 h 190497"/>
              <a:gd name="connsiteX43" fmla="*/ 70371 w 190469"/>
              <a:gd name="connsiteY43" fmla="*/ 188511 h 190497"/>
              <a:gd name="connsiteX44" fmla="*/ 83731 w 190469"/>
              <a:gd name="connsiteY44" fmla="*/ 186795 h 190497"/>
              <a:gd name="connsiteX45" fmla="*/ 83677 w 190469"/>
              <a:gd name="connsiteY45" fmla="*/ 175080 h 190497"/>
              <a:gd name="connsiteX46" fmla="*/ 82944 w 190469"/>
              <a:gd name="connsiteY46" fmla="*/ 174252 h 190497"/>
              <a:gd name="connsiteX47" fmla="*/ 70523 w 190469"/>
              <a:gd name="connsiteY47" fmla="*/ 161841 h 190497"/>
              <a:gd name="connsiteX48" fmla="*/ 123825 w 190469"/>
              <a:gd name="connsiteY48" fmla="*/ 161841 h 190497"/>
              <a:gd name="connsiteX49" fmla="*/ 126111 w 190469"/>
              <a:gd name="connsiteY49" fmla="*/ 161812 h 190497"/>
              <a:gd name="connsiteX50" fmla="*/ 190430 w 190469"/>
              <a:gd name="connsiteY50" fmla="*/ 92917 h 190497"/>
              <a:gd name="connsiteX51" fmla="*/ 178937 w 190469"/>
              <a:gd name="connsiteY51" fmla="*/ 57732 h 190497"/>
              <a:gd name="connsiteX52" fmla="*/ 178937 w 190469"/>
              <a:gd name="connsiteY52" fmla="*/ 57761 h 190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469" h="190497">
                <a:moveTo>
                  <a:pt x="121082" y="2792"/>
                </a:moveTo>
                <a:lnTo>
                  <a:pt x="120253" y="2049"/>
                </a:lnTo>
                <a:cubicBezTo>
                  <a:pt x="116461" y="-945"/>
                  <a:pt x="111028" y="-625"/>
                  <a:pt x="107613" y="2792"/>
                </a:cubicBezTo>
                <a:lnTo>
                  <a:pt x="106871" y="3621"/>
                </a:lnTo>
                <a:cubicBezTo>
                  <a:pt x="103878" y="7410"/>
                  <a:pt x="104198" y="12839"/>
                  <a:pt x="107613" y="16251"/>
                </a:cubicBezTo>
                <a:lnTo>
                  <a:pt x="119986" y="28605"/>
                </a:lnTo>
                <a:lnTo>
                  <a:pt x="66665" y="28605"/>
                </a:lnTo>
                <a:lnTo>
                  <a:pt x="64379" y="28643"/>
                </a:lnTo>
                <a:cubicBezTo>
                  <a:pt x="28486" y="29865"/>
                  <a:pt x="15" y="59308"/>
                  <a:pt x="0" y="95223"/>
                </a:cubicBezTo>
                <a:cubicBezTo>
                  <a:pt x="0" y="108986"/>
                  <a:pt x="4172" y="121778"/>
                  <a:pt x="11325" y="132361"/>
                </a:cubicBezTo>
                <a:cubicBezTo>
                  <a:pt x="14384" y="136637"/>
                  <a:pt x="20331" y="137625"/>
                  <a:pt x="24608" y="134566"/>
                </a:cubicBezTo>
                <a:cubicBezTo>
                  <a:pt x="28885" y="131506"/>
                  <a:pt x="29872" y="125560"/>
                  <a:pt x="26813" y="121283"/>
                </a:cubicBezTo>
                <a:lnTo>
                  <a:pt x="25527" y="119207"/>
                </a:lnTo>
                <a:cubicBezTo>
                  <a:pt x="12292" y="96495"/>
                  <a:pt x="19973" y="67354"/>
                  <a:pt x="42685" y="54119"/>
                </a:cubicBezTo>
                <a:cubicBezTo>
                  <a:pt x="49967" y="49875"/>
                  <a:pt x="58246" y="47641"/>
                  <a:pt x="66675" y="47645"/>
                </a:cubicBezTo>
                <a:lnTo>
                  <a:pt x="119967" y="47645"/>
                </a:lnTo>
                <a:lnTo>
                  <a:pt x="107613" y="59999"/>
                </a:lnTo>
                <a:lnTo>
                  <a:pt x="106871" y="60828"/>
                </a:lnTo>
                <a:cubicBezTo>
                  <a:pt x="103555" y="64905"/>
                  <a:pt x="104172" y="70898"/>
                  <a:pt x="108250" y="74214"/>
                </a:cubicBezTo>
                <a:cubicBezTo>
                  <a:pt x="112077" y="77326"/>
                  <a:pt x="117647" y="76998"/>
                  <a:pt x="121082" y="73458"/>
                </a:cubicBezTo>
                <a:lnTo>
                  <a:pt x="149714" y="44855"/>
                </a:lnTo>
                <a:lnTo>
                  <a:pt x="150447" y="44026"/>
                </a:lnTo>
                <a:cubicBezTo>
                  <a:pt x="153440" y="40237"/>
                  <a:pt x="153120" y="34808"/>
                  <a:pt x="149704" y="31396"/>
                </a:cubicBezTo>
                <a:lnTo>
                  <a:pt x="121082" y="2792"/>
                </a:lnTo>
                <a:close/>
                <a:moveTo>
                  <a:pt x="178946" y="57761"/>
                </a:moveTo>
                <a:cubicBezTo>
                  <a:pt x="175716" y="53616"/>
                  <a:pt x="169737" y="52874"/>
                  <a:pt x="165592" y="56104"/>
                </a:cubicBezTo>
                <a:cubicBezTo>
                  <a:pt x="163270" y="57913"/>
                  <a:pt x="161916" y="60695"/>
                  <a:pt x="161925" y="63638"/>
                </a:cubicBezTo>
                <a:cubicBezTo>
                  <a:pt x="161925" y="65629"/>
                  <a:pt x="162535" y="67467"/>
                  <a:pt x="163563" y="68981"/>
                </a:cubicBezTo>
                <a:cubicBezTo>
                  <a:pt x="178045" y="90919"/>
                  <a:pt x="172002" y="120443"/>
                  <a:pt x="150064" y="134926"/>
                </a:cubicBezTo>
                <a:cubicBezTo>
                  <a:pt x="142284" y="140062"/>
                  <a:pt x="133166" y="142799"/>
                  <a:pt x="123844" y="142800"/>
                </a:cubicBezTo>
                <a:lnTo>
                  <a:pt x="70618" y="142800"/>
                </a:lnTo>
                <a:lnTo>
                  <a:pt x="82944" y="130513"/>
                </a:lnTo>
                <a:lnTo>
                  <a:pt x="83734" y="129598"/>
                </a:lnTo>
                <a:cubicBezTo>
                  <a:pt x="86403" y="126142"/>
                  <a:pt x="86379" y="121313"/>
                  <a:pt x="83677" y="117883"/>
                </a:cubicBezTo>
                <a:lnTo>
                  <a:pt x="82944" y="117044"/>
                </a:lnTo>
                <a:lnTo>
                  <a:pt x="82039" y="116244"/>
                </a:lnTo>
                <a:cubicBezTo>
                  <a:pt x="78577" y="113569"/>
                  <a:pt x="73739" y="113593"/>
                  <a:pt x="70304" y="116302"/>
                </a:cubicBezTo>
                <a:lnTo>
                  <a:pt x="69466" y="117044"/>
                </a:lnTo>
                <a:lnTo>
                  <a:pt x="40843" y="145648"/>
                </a:lnTo>
                <a:lnTo>
                  <a:pt x="40053" y="146553"/>
                </a:lnTo>
                <a:cubicBezTo>
                  <a:pt x="37379" y="150011"/>
                  <a:pt x="37402" y="154846"/>
                  <a:pt x="40110" y="158278"/>
                </a:cubicBezTo>
                <a:lnTo>
                  <a:pt x="40843" y="159107"/>
                </a:lnTo>
                <a:lnTo>
                  <a:pt x="69466" y="187710"/>
                </a:lnTo>
                <a:lnTo>
                  <a:pt x="70371" y="188511"/>
                </a:lnTo>
                <a:cubicBezTo>
                  <a:pt x="74534" y="191726"/>
                  <a:pt x="80516" y="190959"/>
                  <a:pt x="83731" y="186795"/>
                </a:cubicBezTo>
                <a:cubicBezTo>
                  <a:pt x="86400" y="183339"/>
                  <a:pt x="86378" y="178511"/>
                  <a:pt x="83677" y="175080"/>
                </a:cubicBezTo>
                <a:lnTo>
                  <a:pt x="82944" y="174252"/>
                </a:lnTo>
                <a:lnTo>
                  <a:pt x="70523" y="161841"/>
                </a:lnTo>
                <a:lnTo>
                  <a:pt x="123825" y="161841"/>
                </a:lnTo>
                <a:lnTo>
                  <a:pt x="126111" y="161812"/>
                </a:lnTo>
                <a:cubicBezTo>
                  <a:pt x="162898" y="160548"/>
                  <a:pt x="191693" y="129702"/>
                  <a:pt x="190430" y="92917"/>
                </a:cubicBezTo>
                <a:cubicBezTo>
                  <a:pt x="189998" y="80339"/>
                  <a:pt x="186013" y="68140"/>
                  <a:pt x="178937" y="57732"/>
                </a:cubicBezTo>
                <a:lnTo>
                  <a:pt x="178937" y="57761"/>
                </a:ln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5" name="Graphic 63" descr="Icon of a notepad with a pen">
            <a:extLst>
              <a:ext uri="{FF2B5EF4-FFF2-40B4-BE49-F238E27FC236}">
                <a16:creationId xmlns:a16="http://schemas.microsoft.com/office/drawing/2014/main" id="{0528201B-64D3-7420-2D8C-EFB18D49F311}"/>
              </a:ext>
            </a:extLst>
          </p:cNvPr>
          <p:cNvSpPr>
            <a:spLocks noChangeAspect="1"/>
          </p:cNvSpPr>
          <p:nvPr/>
        </p:nvSpPr>
        <p:spPr>
          <a:xfrm>
            <a:off x="5910263" y="2729338"/>
            <a:ext cx="371476" cy="372156"/>
          </a:xfrm>
          <a:custGeom>
            <a:avLst/>
            <a:gdLst>
              <a:gd name="connsiteX0" fmla="*/ 0 w 190157"/>
              <a:gd name="connsiteY0" fmla="*/ 21431 h 190506"/>
              <a:gd name="connsiteX1" fmla="*/ 21431 w 190157"/>
              <a:gd name="connsiteY1" fmla="*/ 0 h 190506"/>
              <a:gd name="connsiteX2" fmla="*/ 150019 w 190157"/>
              <a:gd name="connsiteY2" fmla="*/ 0 h 190506"/>
              <a:gd name="connsiteX3" fmla="*/ 171450 w 190157"/>
              <a:gd name="connsiteY3" fmla="*/ 21431 h 190506"/>
              <a:gd name="connsiteX4" fmla="*/ 171450 w 190157"/>
              <a:gd name="connsiteY4" fmla="*/ 76314 h 190506"/>
              <a:gd name="connsiteX5" fmla="*/ 146618 w 190157"/>
              <a:gd name="connsiteY5" fmla="*/ 85363 h 190506"/>
              <a:gd name="connsiteX6" fmla="*/ 117681 w 190157"/>
              <a:gd name="connsiteY6" fmla="*/ 114300 h 190506"/>
              <a:gd name="connsiteX7" fmla="*/ 78581 w 190157"/>
              <a:gd name="connsiteY7" fmla="*/ 114300 h 190506"/>
              <a:gd name="connsiteX8" fmla="*/ 71438 w 190157"/>
              <a:gd name="connsiteY8" fmla="*/ 121444 h 190506"/>
              <a:gd name="connsiteX9" fmla="*/ 78581 w 190157"/>
              <a:gd name="connsiteY9" fmla="*/ 128588 h 190506"/>
              <a:gd name="connsiteX10" fmla="*/ 103394 w 190157"/>
              <a:gd name="connsiteY10" fmla="*/ 128588 h 190506"/>
              <a:gd name="connsiteX11" fmla="*/ 90392 w 190157"/>
              <a:gd name="connsiteY11" fmla="*/ 141589 h 190506"/>
              <a:gd name="connsiteX12" fmla="*/ 81153 w 190157"/>
              <a:gd name="connsiteY12" fmla="*/ 157896 h 190506"/>
              <a:gd name="connsiteX13" fmla="*/ 77781 w 190157"/>
              <a:gd name="connsiteY13" fmla="*/ 171450 h 190506"/>
              <a:gd name="connsiteX14" fmla="*/ 21431 w 190157"/>
              <a:gd name="connsiteY14" fmla="*/ 171450 h 190506"/>
              <a:gd name="connsiteX15" fmla="*/ 0 w 190157"/>
              <a:gd name="connsiteY15" fmla="*/ 150019 h 190506"/>
              <a:gd name="connsiteX16" fmla="*/ 0 w 190157"/>
              <a:gd name="connsiteY16" fmla="*/ 21431 h 190506"/>
              <a:gd name="connsiteX17" fmla="*/ 45244 w 190157"/>
              <a:gd name="connsiteY17" fmla="*/ 59531 h 190506"/>
              <a:gd name="connsiteX18" fmla="*/ 54769 w 190157"/>
              <a:gd name="connsiteY18" fmla="*/ 50006 h 190506"/>
              <a:gd name="connsiteX19" fmla="*/ 45244 w 190157"/>
              <a:gd name="connsiteY19" fmla="*/ 40481 h 190506"/>
              <a:gd name="connsiteX20" fmla="*/ 35719 w 190157"/>
              <a:gd name="connsiteY20" fmla="*/ 50006 h 190506"/>
              <a:gd name="connsiteX21" fmla="*/ 45244 w 190157"/>
              <a:gd name="connsiteY21" fmla="*/ 59531 h 190506"/>
              <a:gd name="connsiteX22" fmla="*/ 78581 w 190157"/>
              <a:gd name="connsiteY22" fmla="*/ 42863 h 190506"/>
              <a:gd name="connsiteX23" fmla="*/ 71438 w 190157"/>
              <a:gd name="connsiteY23" fmla="*/ 50006 h 190506"/>
              <a:gd name="connsiteX24" fmla="*/ 78581 w 190157"/>
              <a:gd name="connsiteY24" fmla="*/ 57150 h 190506"/>
              <a:gd name="connsiteX25" fmla="*/ 130969 w 190157"/>
              <a:gd name="connsiteY25" fmla="*/ 57150 h 190506"/>
              <a:gd name="connsiteX26" fmla="*/ 138113 w 190157"/>
              <a:gd name="connsiteY26" fmla="*/ 50006 h 190506"/>
              <a:gd name="connsiteX27" fmla="*/ 130969 w 190157"/>
              <a:gd name="connsiteY27" fmla="*/ 42863 h 190506"/>
              <a:gd name="connsiteX28" fmla="*/ 78581 w 190157"/>
              <a:gd name="connsiteY28" fmla="*/ 42863 h 190506"/>
              <a:gd name="connsiteX29" fmla="*/ 78581 w 190157"/>
              <a:gd name="connsiteY29" fmla="*/ 78581 h 190506"/>
              <a:gd name="connsiteX30" fmla="*/ 71438 w 190157"/>
              <a:gd name="connsiteY30" fmla="*/ 85725 h 190506"/>
              <a:gd name="connsiteX31" fmla="*/ 78581 w 190157"/>
              <a:gd name="connsiteY31" fmla="*/ 92869 h 190506"/>
              <a:gd name="connsiteX32" fmla="*/ 130969 w 190157"/>
              <a:gd name="connsiteY32" fmla="*/ 92869 h 190506"/>
              <a:gd name="connsiteX33" fmla="*/ 138113 w 190157"/>
              <a:gd name="connsiteY33" fmla="*/ 85725 h 190506"/>
              <a:gd name="connsiteX34" fmla="*/ 130969 w 190157"/>
              <a:gd name="connsiteY34" fmla="*/ 78581 h 190506"/>
              <a:gd name="connsiteX35" fmla="*/ 78581 w 190157"/>
              <a:gd name="connsiteY35" fmla="*/ 78581 h 190506"/>
              <a:gd name="connsiteX36" fmla="*/ 35719 w 190157"/>
              <a:gd name="connsiteY36" fmla="*/ 85725 h 190506"/>
              <a:gd name="connsiteX37" fmla="*/ 45244 w 190157"/>
              <a:gd name="connsiteY37" fmla="*/ 95250 h 190506"/>
              <a:gd name="connsiteX38" fmla="*/ 54769 w 190157"/>
              <a:gd name="connsiteY38" fmla="*/ 85725 h 190506"/>
              <a:gd name="connsiteX39" fmla="*/ 45244 w 190157"/>
              <a:gd name="connsiteY39" fmla="*/ 76200 h 190506"/>
              <a:gd name="connsiteX40" fmla="*/ 35719 w 190157"/>
              <a:gd name="connsiteY40" fmla="*/ 85725 h 190506"/>
              <a:gd name="connsiteX41" fmla="*/ 45244 w 190157"/>
              <a:gd name="connsiteY41" fmla="*/ 130969 h 190506"/>
              <a:gd name="connsiteX42" fmla="*/ 54769 w 190157"/>
              <a:gd name="connsiteY42" fmla="*/ 121444 h 190506"/>
              <a:gd name="connsiteX43" fmla="*/ 45244 w 190157"/>
              <a:gd name="connsiteY43" fmla="*/ 111919 h 190506"/>
              <a:gd name="connsiteX44" fmla="*/ 35719 w 190157"/>
              <a:gd name="connsiteY44" fmla="*/ 121444 h 190506"/>
              <a:gd name="connsiteX45" fmla="*/ 45244 w 190157"/>
              <a:gd name="connsiteY45" fmla="*/ 130969 h 190506"/>
              <a:gd name="connsiteX46" fmla="*/ 153353 w 190157"/>
              <a:gd name="connsiteY46" fmla="*/ 92107 h 190506"/>
              <a:gd name="connsiteX47" fmla="*/ 97126 w 190157"/>
              <a:gd name="connsiteY47" fmla="*/ 148323 h 190506"/>
              <a:gd name="connsiteX48" fmla="*/ 90402 w 190157"/>
              <a:gd name="connsiteY48" fmla="*/ 160201 h 190506"/>
              <a:gd name="connsiteX49" fmla="*/ 86039 w 190157"/>
              <a:gd name="connsiteY49" fmla="*/ 177641 h 190506"/>
              <a:gd name="connsiteX50" fmla="*/ 93573 w 190157"/>
              <a:gd name="connsiteY50" fmla="*/ 190197 h 190506"/>
              <a:gd name="connsiteX51" fmla="*/ 98603 w 190157"/>
              <a:gd name="connsiteY51" fmla="*/ 190195 h 190506"/>
              <a:gd name="connsiteX52" fmla="*/ 116034 w 190157"/>
              <a:gd name="connsiteY52" fmla="*/ 185842 h 190506"/>
              <a:gd name="connsiteX53" fmla="*/ 127921 w 190157"/>
              <a:gd name="connsiteY53" fmla="*/ 179108 h 190506"/>
              <a:gd name="connsiteX54" fmla="*/ 184137 w 190157"/>
              <a:gd name="connsiteY54" fmla="*/ 122892 h 190506"/>
              <a:gd name="connsiteX55" fmla="*/ 183414 w 190157"/>
              <a:gd name="connsiteY55" fmla="*/ 92107 h 190506"/>
              <a:gd name="connsiteX56" fmla="*/ 153353 w 190157"/>
              <a:gd name="connsiteY56" fmla="*/ 92107 h 19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0157" h="190506">
                <a:moveTo>
                  <a:pt x="0" y="21431"/>
                </a:moveTo>
                <a:cubicBezTo>
                  <a:pt x="0" y="9595"/>
                  <a:pt x="9595" y="0"/>
                  <a:pt x="21431" y="0"/>
                </a:cubicBezTo>
                <a:lnTo>
                  <a:pt x="150019" y="0"/>
                </a:lnTo>
                <a:cubicBezTo>
                  <a:pt x="161855" y="0"/>
                  <a:pt x="171450" y="9595"/>
                  <a:pt x="171450" y="21431"/>
                </a:cubicBezTo>
                <a:lnTo>
                  <a:pt x="171450" y="76314"/>
                </a:lnTo>
                <a:cubicBezTo>
                  <a:pt x="162241" y="75508"/>
                  <a:pt x="153149" y="78820"/>
                  <a:pt x="146618" y="85363"/>
                </a:cubicBezTo>
                <a:lnTo>
                  <a:pt x="117681" y="114300"/>
                </a:lnTo>
                <a:lnTo>
                  <a:pt x="78581" y="114300"/>
                </a:lnTo>
                <a:cubicBezTo>
                  <a:pt x="74636" y="114300"/>
                  <a:pt x="71438" y="117499"/>
                  <a:pt x="71438" y="121444"/>
                </a:cubicBezTo>
                <a:cubicBezTo>
                  <a:pt x="71438" y="125389"/>
                  <a:pt x="74636" y="128588"/>
                  <a:pt x="78581" y="128588"/>
                </a:cubicBezTo>
                <a:lnTo>
                  <a:pt x="103394" y="128588"/>
                </a:lnTo>
                <a:lnTo>
                  <a:pt x="90392" y="141589"/>
                </a:lnTo>
                <a:cubicBezTo>
                  <a:pt x="85892" y="146087"/>
                  <a:pt x="82698" y="151724"/>
                  <a:pt x="81153" y="157896"/>
                </a:cubicBezTo>
                <a:lnTo>
                  <a:pt x="77781" y="171450"/>
                </a:lnTo>
                <a:lnTo>
                  <a:pt x="21431" y="171450"/>
                </a:lnTo>
                <a:cubicBezTo>
                  <a:pt x="9595" y="171450"/>
                  <a:pt x="0" y="161855"/>
                  <a:pt x="0" y="150019"/>
                </a:cubicBezTo>
                <a:lnTo>
                  <a:pt x="0" y="21431"/>
                </a:lnTo>
                <a:close/>
                <a:moveTo>
                  <a:pt x="45244" y="59531"/>
                </a:moveTo>
                <a:cubicBezTo>
                  <a:pt x="50504" y="59531"/>
                  <a:pt x="54769" y="55267"/>
                  <a:pt x="54769" y="50006"/>
                </a:cubicBezTo>
                <a:cubicBezTo>
                  <a:pt x="54769" y="44746"/>
                  <a:pt x="50504" y="40481"/>
                  <a:pt x="45244" y="40481"/>
                </a:cubicBezTo>
                <a:cubicBezTo>
                  <a:pt x="39983" y="40481"/>
                  <a:pt x="35719" y="44746"/>
                  <a:pt x="35719" y="50006"/>
                </a:cubicBezTo>
                <a:cubicBezTo>
                  <a:pt x="35719" y="55267"/>
                  <a:pt x="39983" y="59531"/>
                  <a:pt x="45244" y="59531"/>
                </a:cubicBezTo>
                <a:close/>
                <a:moveTo>
                  <a:pt x="78581" y="42863"/>
                </a:moveTo>
                <a:cubicBezTo>
                  <a:pt x="74636" y="42863"/>
                  <a:pt x="71438" y="46061"/>
                  <a:pt x="71438" y="50006"/>
                </a:cubicBezTo>
                <a:cubicBezTo>
                  <a:pt x="71438" y="53952"/>
                  <a:pt x="74636" y="57150"/>
                  <a:pt x="78581" y="57150"/>
                </a:cubicBezTo>
                <a:lnTo>
                  <a:pt x="130969" y="57150"/>
                </a:lnTo>
                <a:cubicBezTo>
                  <a:pt x="134914" y="57150"/>
                  <a:pt x="138113" y="53952"/>
                  <a:pt x="138113" y="50006"/>
                </a:cubicBezTo>
                <a:cubicBezTo>
                  <a:pt x="138113" y="46061"/>
                  <a:pt x="134914" y="42863"/>
                  <a:pt x="130969" y="42863"/>
                </a:cubicBezTo>
                <a:lnTo>
                  <a:pt x="78581" y="42863"/>
                </a:lnTo>
                <a:close/>
                <a:moveTo>
                  <a:pt x="78581" y="78581"/>
                </a:moveTo>
                <a:cubicBezTo>
                  <a:pt x="74636" y="78581"/>
                  <a:pt x="71438" y="81780"/>
                  <a:pt x="71438" y="85725"/>
                </a:cubicBezTo>
                <a:cubicBezTo>
                  <a:pt x="71438" y="89670"/>
                  <a:pt x="74636" y="92869"/>
                  <a:pt x="78581" y="92869"/>
                </a:cubicBezTo>
                <a:lnTo>
                  <a:pt x="130969" y="92869"/>
                </a:lnTo>
                <a:cubicBezTo>
                  <a:pt x="134914" y="92869"/>
                  <a:pt x="138113" y="89670"/>
                  <a:pt x="138113" y="85725"/>
                </a:cubicBezTo>
                <a:cubicBezTo>
                  <a:pt x="138113" y="81780"/>
                  <a:pt x="134914" y="78581"/>
                  <a:pt x="130969" y="78581"/>
                </a:cubicBezTo>
                <a:lnTo>
                  <a:pt x="78581" y="78581"/>
                </a:lnTo>
                <a:close/>
                <a:moveTo>
                  <a:pt x="35719" y="85725"/>
                </a:moveTo>
                <a:cubicBezTo>
                  <a:pt x="35719" y="90986"/>
                  <a:pt x="39983" y="95250"/>
                  <a:pt x="45244" y="95250"/>
                </a:cubicBezTo>
                <a:cubicBezTo>
                  <a:pt x="50504" y="95250"/>
                  <a:pt x="54769" y="90986"/>
                  <a:pt x="54769" y="85725"/>
                </a:cubicBezTo>
                <a:cubicBezTo>
                  <a:pt x="54769" y="80464"/>
                  <a:pt x="50504" y="76200"/>
                  <a:pt x="45244" y="76200"/>
                </a:cubicBezTo>
                <a:cubicBezTo>
                  <a:pt x="39983" y="76200"/>
                  <a:pt x="35719" y="80464"/>
                  <a:pt x="35719" y="85725"/>
                </a:cubicBezTo>
                <a:close/>
                <a:moveTo>
                  <a:pt x="45244" y="130969"/>
                </a:moveTo>
                <a:cubicBezTo>
                  <a:pt x="50504" y="130969"/>
                  <a:pt x="54769" y="126704"/>
                  <a:pt x="54769" y="121444"/>
                </a:cubicBezTo>
                <a:cubicBezTo>
                  <a:pt x="54769" y="116183"/>
                  <a:pt x="50504" y="111919"/>
                  <a:pt x="45244" y="111919"/>
                </a:cubicBezTo>
                <a:cubicBezTo>
                  <a:pt x="39983" y="111919"/>
                  <a:pt x="35719" y="116183"/>
                  <a:pt x="35719" y="121444"/>
                </a:cubicBezTo>
                <a:cubicBezTo>
                  <a:pt x="35719" y="126704"/>
                  <a:pt x="39983" y="130969"/>
                  <a:pt x="45244" y="130969"/>
                </a:cubicBezTo>
                <a:close/>
                <a:moveTo>
                  <a:pt x="153353" y="92107"/>
                </a:moveTo>
                <a:lnTo>
                  <a:pt x="97126" y="148323"/>
                </a:lnTo>
                <a:cubicBezTo>
                  <a:pt x="93851" y="151601"/>
                  <a:pt x="91527" y="155706"/>
                  <a:pt x="90402" y="160201"/>
                </a:cubicBezTo>
                <a:lnTo>
                  <a:pt x="86039" y="177641"/>
                </a:lnTo>
                <a:cubicBezTo>
                  <a:pt x="84652" y="183189"/>
                  <a:pt x="88025" y="188810"/>
                  <a:pt x="93573" y="190197"/>
                </a:cubicBezTo>
                <a:cubicBezTo>
                  <a:pt x="95224" y="190611"/>
                  <a:pt x="96952" y="190610"/>
                  <a:pt x="98603" y="190195"/>
                </a:cubicBezTo>
                <a:lnTo>
                  <a:pt x="116034" y="185842"/>
                </a:lnTo>
                <a:cubicBezTo>
                  <a:pt x="120533" y="184717"/>
                  <a:pt x="124642" y="182389"/>
                  <a:pt x="127921" y="179108"/>
                </a:cubicBezTo>
                <a:lnTo>
                  <a:pt x="184137" y="122892"/>
                </a:lnTo>
                <a:cubicBezTo>
                  <a:pt x="192438" y="114190"/>
                  <a:pt x="192114" y="100408"/>
                  <a:pt x="183414" y="92107"/>
                </a:cubicBezTo>
                <a:cubicBezTo>
                  <a:pt x="175001" y="84080"/>
                  <a:pt x="161766" y="84080"/>
                  <a:pt x="153353" y="92107"/>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74" name="Graphic 32" descr="Icon of a coding sign in a dashboard with a wrench">
            <a:extLst>
              <a:ext uri="{FF2B5EF4-FFF2-40B4-BE49-F238E27FC236}">
                <a16:creationId xmlns:a16="http://schemas.microsoft.com/office/drawing/2014/main" id="{2E6AE003-2283-CDF8-D448-981FAC6F1A05}"/>
              </a:ext>
            </a:extLst>
          </p:cNvPr>
          <p:cNvSpPr>
            <a:spLocks/>
          </p:cNvSpPr>
          <p:nvPr/>
        </p:nvSpPr>
        <p:spPr>
          <a:xfrm>
            <a:off x="9624678" y="2720987"/>
            <a:ext cx="409910" cy="388858"/>
          </a:xfrm>
          <a:custGeom>
            <a:avLst/>
            <a:gdLst>
              <a:gd name="connsiteX0" fmla="*/ 9525 w 200330"/>
              <a:gd name="connsiteY0" fmla="*/ 10001 h 190042"/>
              <a:gd name="connsiteX1" fmla="*/ 0 w 200330"/>
              <a:gd name="connsiteY1" fmla="*/ 33338 h 190042"/>
              <a:gd name="connsiteX2" fmla="*/ 0 w 200330"/>
              <a:gd name="connsiteY2" fmla="*/ 138113 h 190042"/>
              <a:gd name="connsiteX3" fmla="*/ 33338 w 200330"/>
              <a:gd name="connsiteY3" fmla="*/ 171450 h 190042"/>
              <a:gd name="connsiteX4" fmla="*/ 100146 w 200330"/>
              <a:gd name="connsiteY4" fmla="*/ 171450 h 190042"/>
              <a:gd name="connsiteX5" fmla="*/ 102813 w 200330"/>
              <a:gd name="connsiteY5" fmla="*/ 164440 h 190042"/>
              <a:gd name="connsiteX6" fmla="*/ 109766 w 200330"/>
              <a:gd name="connsiteY6" fmla="*/ 152400 h 190042"/>
              <a:gd name="connsiteX7" fmla="*/ 33338 w 200330"/>
              <a:gd name="connsiteY7" fmla="*/ 152400 h 190042"/>
              <a:gd name="connsiteX8" fmla="*/ 19050 w 200330"/>
              <a:gd name="connsiteY8" fmla="*/ 138113 h 190042"/>
              <a:gd name="connsiteX9" fmla="*/ 19050 w 200330"/>
              <a:gd name="connsiteY9" fmla="*/ 47625 h 190042"/>
              <a:gd name="connsiteX10" fmla="*/ 152400 w 200330"/>
              <a:gd name="connsiteY10" fmla="*/ 47625 h 190042"/>
              <a:gd name="connsiteX11" fmla="*/ 152400 w 200330"/>
              <a:gd name="connsiteY11" fmla="*/ 59569 h 190042"/>
              <a:gd name="connsiteX12" fmla="*/ 171450 w 200330"/>
              <a:gd name="connsiteY12" fmla="*/ 57236 h 190042"/>
              <a:gd name="connsiteX13" fmla="*/ 171450 w 200330"/>
              <a:gd name="connsiteY13" fmla="*/ 33338 h 190042"/>
              <a:gd name="connsiteX14" fmla="*/ 161925 w 200330"/>
              <a:gd name="connsiteY14" fmla="*/ 10001 h 190042"/>
              <a:gd name="connsiteX15" fmla="*/ 161925 w 200330"/>
              <a:gd name="connsiteY15" fmla="*/ 9525 h 190042"/>
              <a:gd name="connsiteX16" fmla="*/ 161449 w 200330"/>
              <a:gd name="connsiteY16" fmla="*/ 9525 h 190042"/>
              <a:gd name="connsiteX17" fmla="*/ 138113 w 200330"/>
              <a:gd name="connsiteY17" fmla="*/ 0 h 190042"/>
              <a:gd name="connsiteX18" fmla="*/ 33338 w 200330"/>
              <a:gd name="connsiteY18" fmla="*/ 0 h 190042"/>
              <a:gd name="connsiteX19" fmla="*/ 10001 w 200330"/>
              <a:gd name="connsiteY19" fmla="*/ 9525 h 190042"/>
              <a:gd name="connsiteX20" fmla="*/ 9525 w 200330"/>
              <a:gd name="connsiteY20" fmla="*/ 9525 h 190042"/>
              <a:gd name="connsiteX21" fmla="*/ 9525 w 200330"/>
              <a:gd name="connsiteY21" fmla="*/ 10001 h 190042"/>
              <a:gd name="connsiteX22" fmla="*/ 163944 w 200330"/>
              <a:gd name="connsiteY22" fmla="*/ 66675 h 190042"/>
              <a:gd name="connsiteX23" fmla="*/ 173088 w 200330"/>
              <a:gd name="connsiteY23" fmla="*/ 67094 h 190042"/>
              <a:gd name="connsiteX24" fmla="*/ 157363 w 200330"/>
              <a:gd name="connsiteY24" fmla="*/ 94317 h 190042"/>
              <a:gd name="connsiteX25" fmla="*/ 160953 w 200330"/>
              <a:gd name="connsiteY25" fmla="*/ 109621 h 190042"/>
              <a:gd name="connsiteX26" fmla="*/ 176257 w 200330"/>
              <a:gd name="connsiteY26" fmla="*/ 106031 h 190042"/>
              <a:gd name="connsiteX27" fmla="*/ 176603 w 200330"/>
              <a:gd name="connsiteY27" fmla="*/ 105432 h 190042"/>
              <a:gd name="connsiteX28" fmla="*/ 192329 w 200330"/>
              <a:gd name="connsiteY28" fmla="*/ 78200 h 190042"/>
              <a:gd name="connsiteX29" fmla="*/ 188653 w 200330"/>
              <a:gd name="connsiteY29" fmla="*/ 125217 h 190042"/>
              <a:gd name="connsiteX30" fmla="*/ 163992 w 200330"/>
              <a:gd name="connsiteY30" fmla="*/ 133083 h 190042"/>
              <a:gd name="connsiteX31" fmla="*/ 135122 w 200330"/>
              <a:gd name="connsiteY31" fmla="*/ 183090 h 190042"/>
              <a:gd name="connsiteX32" fmla="*/ 116143 w 200330"/>
              <a:gd name="connsiteY32" fmla="*/ 188181 h 190042"/>
              <a:gd name="connsiteX33" fmla="*/ 111052 w 200330"/>
              <a:gd name="connsiteY33" fmla="*/ 169202 h 190042"/>
              <a:gd name="connsiteX34" fmla="*/ 139875 w 200330"/>
              <a:gd name="connsiteY34" fmla="*/ 119291 h 190042"/>
              <a:gd name="connsiteX35" fmla="*/ 147558 w 200330"/>
              <a:gd name="connsiteY35" fmla="*/ 72775 h 190042"/>
              <a:gd name="connsiteX36" fmla="*/ 163944 w 200330"/>
              <a:gd name="connsiteY36" fmla="*/ 66675 h 190042"/>
              <a:gd name="connsiteX37" fmla="*/ 79077 w 200330"/>
              <a:gd name="connsiteY37" fmla="*/ 68990 h 190042"/>
              <a:gd name="connsiteX38" fmla="*/ 78651 w 200330"/>
              <a:gd name="connsiteY38" fmla="*/ 79083 h 190042"/>
              <a:gd name="connsiteX39" fmla="*/ 78648 w 200330"/>
              <a:gd name="connsiteY39" fmla="*/ 79086 h 190042"/>
              <a:gd name="connsiteX40" fmla="*/ 55817 w 200330"/>
              <a:gd name="connsiteY40" fmla="*/ 100013 h 190042"/>
              <a:gd name="connsiteX41" fmla="*/ 78648 w 200330"/>
              <a:gd name="connsiteY41" fmla="*/ 120939 h 190042"/>
              <a:gd name="connsiteX42" fmla="*/ 79086 w 200330"/>
              <a:gd name="connsiteY42" fmla="*/ 131035 h 190042"/>
              <a:gd name="connsiteX43" fmla="*/ 68990 w 200330"/>
              <a:gd name="connsiteY43" fmla="*/ 131474 h 190042"/>
              <a:gd name="connsiteX44" fmla="*/ 40415 w 200330"/>
              <a:gd name="connsiteY44" fmla="*/ 105280 h 190042"/>
              <a:gd name="connsiteX45" fmla="*/ 39973 w 200330"/>
              <a:gd name="connsiteY45" fmla="*/ 95187 h 190042"/>
              <a:gd name="connsiteX46" fmla="*/ 40415 w 200330"/>
              <a:gd name="connsiteY46" fmla="*/ 94745 h 190042"/>
              <a:gd name="connsiteX47" fmla="*/ 68990 w 200330"/>
              <a:gd name="connsiteY47" fmla="*/ 68551 h 190042"/>
              <a:gd name="connsiteX48" fmla="*/ 79083 w 200330"/>
              <a:gd name="connsiteY48" fmla="*/ 68986 h 190042"/>
              <a:gd name="connsiteX49" fmla="*/ 79086 w 200330"/>
              <a:gd name="connsiteY49" fmla="*/ 68990 h 190042"/>
              <a:gd name="connsiteX50" fmla="*/ 107223 w 200330"/>
              <a:gd name="connsiteY50" fmla="*/ 131474 h 190042"/>
              <a:gd name="connsiteX51" fmla="*/ 126463 w 200330"/>
              <a:gd name="connsiteY51" fmla="*/ 113833 h 190042"/>
              <a:gd name="connsiteX52" fmla="*/ 126387 w 200330"/>
              <a:gd name="connsiteY52" fmla="*/ 86116 h 190042"/>
              <a:gd name="connsiteX53" fmla="*/ 107223 w 200330"/>
              <a:gd name="connsiteY53" fmla="*/ 68551 h 190042"/>
              <a:gd name="connsiteX54" fmla="*/ 97126 w 200330"/>
              <a:gd name="connsiteY54" fmla="*/ 68990 h 190042"/>
              <a:gd name="connsiteX55" fmla="*/ 97565 w 200330"/>
              <a:gd name="connsiteY55" fmla="*/ 79086 h 190042"/>
              <a:gd name="connsiteX56" fmla="*/ 120396 w 200330"/>
              <a:gd name="connsiteY56" fmla="*/ 100013 h 190042"/>
              <a:gd name="connsiteX57" fmla="*/ 97565 w 200330"/>
              <a:gd name="connsiteY57" fmla="*/ 120939 h 190042"/>
              <a:gd name="connsiteX58" fmla="*/ 97126 w 200330"/>
              <a:gd name="connsiteY58" fmla="*/ 131035 h 190042"/>
              <a:gd name="connsiteX59" fmla="*/ 107223 w 200330"/>
              <a:gd name="connsiteY59" fmla="*/ 131474 h 19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00330" h="190042">
                <a:moveTo>
                  <a:pt x="9525" y="10001"/>
                </a:moveTo>
                <a:cubicBezTo>
                  <a:pt x="3629" y="16021"/>
                  <a:pt x="0" y="24251"/>
                  <a:pt x="0" y="33338"/>
                </a:cubicBezTo>
                <a:lnTo>
                  <a:pt x="0" y="138113"/>
                </a:lnTo>
                <a:cubicBezTo>
                  <a:pt x="0" y="156524"/>
                  <a:pt x="14926" y="171450"/>
                  <a:pt x="33338" y="171450"/>
                </a:cubicBezTo>
                <a:lnTo>
                  <a:pt x="100146" y="171450"/>
                </a:lnTo>
                <a:cubicBezTo>
                  <a:pt x="100632" y="169050"/>
                  <a:pt x="101517" y="166688"/>
                  <a:pt x="102813" y="164440"/>
                </a:cubicBezTo>
                <a:lnTo>
                  <a:pt x="109766" y="152400"/>
                </a:lnTo>
                <a:lnTo>
                  <a:pt x="33338" y="152400"/>
                </a:lnTo>
                <a:cubicBezTo>
                  <a:pt x="25447" y="152400"/>
                  <a:pt x="19050" y="146003"/>
                  <a:pt x="19050" y="138113"/>
                </a:cubicBezTo>
                <a:lnTo>
                  <a:pt x="19050" y="47625"/>
                </a:lnTo>
                <a:lnTo>
                  <a:pt x="152400" y="47625"/>
                </a:lnTo>
                <a:lnTo>
                  <a:pt x="152400" y="59569"/>
                </a:lnTo>
                <a:cubicBezTo>
                  <a:pt x="158493" y="57366"/>
                  <a:pt x="165005" y="56569"/>
                  <a:pt x="171450" y="57236"/>
                </a:cubicBezTo>
                <a:lnTo>
                  <a:pt x="171450" y="33338"/>
                </a:lnTo>
                <a:cubicBezTo>
                  <a:pt x="171450" y="24251"/>
                  <a:pt x="167821" y="16021"/>
                  <a:pt x="161925" y="10001"/>
                </a:cubicBezTo>
                <a:lnTo>
                  <a:pt x="161925" y="9525"/>
                </a:lnTo>
                <a:lnTo>
                  <a:pt x="161449" y="9525"/>
                </a:lnTo>
                <a:cubicBezTo>
                  <a:pt x="155223" y="3409"/>
                  <a:pt x="146840" y="-12"/>
                  <a:pt x="138113" y="0"/>
                </a:cubicBezTo>
                <a:lnTo>
                  <a:pt x="33338" y="0"/>
                </a:lnTo>
                <a:cubicBezTo>
                  <a:pt x="24251" y="0"/>
                  <a:pt x="16021" y="3629"/>
                  <a:pt x="10001" y="9525"/>
                </a:cubicBezTo>
                <a:lnTo>
                  <a:pt x="9525" y="9525"/>
                </a:lnTo>
                <a:lnTo>
                  <a:pt x="9525" y="10001"/>
                </a:lnTo>
                <a:close/>
                <a:moveTo>
                  <a:pt x="163944" y="66675"/>
                </a:moveTo>
                <a:cubicBezTo>
                  <a:pt x="166997" y="66393"/>
                  <a:pt x="170074" y="66534"/>
                  <a:pt x="173088" y="67094"/>
                </a:cubicBezTo>
                <a:lnTo>
                  <a:pt x="157363" y="94317"/>
                </a:lnTo>
                <a:cubicBezTo>
                  <a:pt x="154128" y="99534"/>
                  <a:pt x="155735" y="106386"/>
                  <a:pt x="160953" y="109621"/>
                </a:cubicBezTo>
                <a:cubicBezTo>
                  <a:pt x="166170" y="112856"/>
                  <a:pt x="173022" y="111248"/>
                  <a:pt x="176257" y="106031"/>
                </a:cubicBezTo>
                <a:cubicBezTo>
                  <a:pt x="176379" y="105835"/>
                  <a:pt x="176494" y="105635"/>
                  <a:pt x="176603" y="105432"/>
                </a:cubicBezTo>
                <a:lnTo>
                  <a:pt x="192329" y="78200"/>
                </a:lnTo>
                <a:cubicBezTo>
                  <a:pt x="204297" y="92198"/>
                  <a:pt x="202651" y="113248"/>
                  <a:pt x="188653" y="125217"/>
                </a:cubicBezTo>
                <a:cubicBezTo>
                  <a:pt x="181827" y="131053"/>
                  <a:pt x="172936" y="133889"/>
                  <a:pt x="163992" y="133083"/>
                </a:cubicBezTo>
                <a:lnTo>
                  <a:pt x="135122" y="183090"/>
                </a:lnTo>
                <a:cubicBezTo>
                  <a:pt x="131287" y="189736"/>
                  <a:pt x="122790" y="192016"/>
                  <a:pt x="116143" y="188181"/>
                </a:cubicBezTo>
                <a:cubicBezTo>
                  <a:pt x="109496" y="184346"/>
                  <a:pt x="107217" y="175849"/>
                  <a:pt x="111052" y="169202"/>
                </a:cubicBezTo>
                <a:lnTo>
                  <a:pt x="139875" y="119291"/>
                </a:lnTo>
                <a:cubicBezTo>
                  <a:pt x="129151" y="104324"/>
                  <a:pt x="132591" y="83498"/>
                  <a:pt x="147558" y="72775"/>
                </a:cubicBezTo>
                <a:cubicBezTo>
                  <a:pt x="152380" y="69320"/>
                  <a:pt x="158037" y="67214"/>
                  <a:pt x="163944" y="66675"/>
                </a:cubicBezTo>
                <a:close/>
                <a:moveTo>
                  <a:pt x="79077" y="68990"/>
                </a:moveTo>
                <a:cubicBezTo>
                  <a:pt x="81746" y="71894"/>
                  <a:pt x="81556" y="76414"/>
                  <a:pt x="78651" y="79083"/>
                </a:cubicBezTo>
                <a:cubicBezTo>
                  <a:pt x="78650" y="79084"/>
                  <a:pt x="78649" y="79085"/>
                  <a:pt x="78648" y="79086"/>
                </a:cubicBezTo>
                <a:lnTo>
                  <a:pt x="55817" y="100013"/>
                </a:lnTo>
                <a:lnTo>
                  <a:pt x="78648" y="120939"/>
                </a:lnTo>
                <a:cubicBezTo>
                  <a:pt x="81557" y="123606"/>
                  <a:pt x="81753" y="128126"/>
                  <a:pt x="79086" y="131035"/>
                </a:cubicBezTo>
                <a:cubicBezTo>
                  <a:pt x="76419" y="133945"/>
                  <a:pt x="71899" y="134141"/>
                  <a:pt x="68990" y="131474"/>
                </a:cubicBezTo>
                <a:lnTo>
                  <a:pt x="40415" y="105280"/>
                </a:lnTo>
                <a:cubicBezTo>
                  <a:pt x="37506" y="102615"/>
                  <a:pt x="37308" y="98096"/>
                  <a:pt x="39973" y="95187"/>
                </a:cubicBezTo>
                <a:cubicBezTo>
                  <a:pt x="40114" y="95033"/>
                  <a:pt x="40261" y="94886"/>
                  <a:pt x="40415" y="94745"/>
                </a:cubicBezTo>
                <a:lnTo>
                  <a:pt x="68990" y="68551"/>
                </a:lnTo>
                <a:cubicBezTo>
                  <a:pt x="71897" y="65884"/>
                  <a:pt x="76416" y="66079"/>
                  <a:pt x="79083" y="68986"/>
                </a:cubicBezTo>
                <a:cubicBezTo>
                  <a:pt x="79084" y="68987"/>
                  <a:pt x="79085" y="68988"/>
                  <a:pt x="79086" y="68990"/>
                </a:cubicBezTo>
                <a:close/>
                <a:moveTo>
                  <a:pt x="107223" y="131474"/>
                </a:moveTo>
                <a:lnTo>
                  <a:pt x="126463" y="113833"/>
                </a:lnTo>
                <a:cubicBezTo>
                  <a:pt x="123365" y="104858"/>
                  <a:pt x="123339" y="95108"/>
                  <a:pt x="126387" y="86116"/>
                </a:cubicBezTo>
                <a:lnTo>
                  <a:pt x="107223" y="68551"/>
                </a:lnTo>
                <a:cubicBezTo>
                  <a:pt x="104314" y="65884"/>
                  <a:pt x="99794" y="66081"/>
                  <a:pt x="97126" y="68990"/>
                </a:cubicBezTo>
                <a:cubicBezTo>
                  <a:pt x="94459" y="71899"/>
                  <a:pt x="94656" y="76419"/>
                  <a:pt x="97565" y="79086"/>
                </a:cubicBezTo>
                <a:lnTo>
                  <a:pt x="120396" y="100013"/>
                </a:lnTo>
                <a:lnTo>
                  <a:pt x="97565" y="120939"/>
                </a:lnTo>
                <a:cubicBezTo>
                  <a:pt x="94656" y="123606"/>
                  <a:pt x="94459" y="128126"/>
                  <a:pt x="97126" y="131035"/>
                </a:cubicBezTo>
                <a:cubicBezTo>
                  <a:pt x="99794" y="133945"/>
                  <a:pt x="104314" y="134141"/>
                  <a:pt x="107223" y="131474"/>
                </a:cubicBezTo>
                <a:close/>
              </a:path>
            </a:pathLst>
          </a:custGeom>
          <a:solidFill>
            <a:schemeClr val="bg1"/>
          </a:solidFill>
          <a:ln w="1230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83" name="Graphic 32" descr="Icon of organizational flow">
            <a:extLst>
              <a:ext uri="{FF2B5EF4-FFF2-40B4-BE49-F238E27FC236}">
                <a16:creationId xmlns:a16="http://schemas.microsoft.com/office/drawing/2014/main" id="{4C69B9E1-9E52-5A09-7629-A2FF99D87D09}"/>
              </a:ext>
            </a:extLst>
          </p:cNvPr>
          <p:cNvSpPr/>
          <p:nvPr/>
        </p:nvSpPr>
        <p:spPr>
          <a:xfrm>
            <a:off x="2181560" y="5027161"/>
            <a:ext cx="361616" cy="391054"/>
          </a:xfrm>
          <a:custGeom>
            <a:avLst/>
            <a:gdLst>
              <a:gd name="connsiteX0" fmla="*/ 67703 w 227569"/>
              <a:gd name="connsiteY0" fmla="*/ 46147 h 246096"/>
              <a:gd name="connsiteX1" fmla="*/ 113867 w 227569"/>
              <a:gd name="connsiteY1" fmla="*/ 0 h 246096"/>
              <a:gd name="connsiteX2" fmla="*/ 160014 w 227569"/>
              <a:gd name="connsiteY2" fmla="*/ 46165 h 246096"/>
              <a:gd name="connsiteX3" fmla="*/ 123085 w 227569"/>
              <a:gd name="connsiteY3" fmla="*/ 91380 h 246096"/>
              <a:gd name="connsiteX4" fmla="*/ 123085 w 227569"/>
              <a:gd name="connsiteY4" fmla="*/ 116881 h 246096"/>
              <a:gd name="connsiteX5" fmla="*/ 163065 w 227569"/>
              <a:gd name="connsiteY5" fmla="*/ 116881 h 246096"/>
              <a:gd name="connsiteX6" fmla="*/ 190743 w 227569"/>
              <a:gd name="connsiteY6" fmla="*/ 144559 h 246096"/>
              <a:gd name="connsiteX7" fmla="*/ 190743 w 227569"/>
              <a:gd name="connsiteY7" fmla="*/ 154696 h 246096"/>
              <a:gd name="connsiteX8" fmla="*/ 226601 w 227569"/>
              <a:gd name="connsiteY8" fmla="*/ 209280 h 246096"/>
              <a:gd name="connsiteX9" fmla="*/ 181542 w 227569"/>
              <a:gd name="connsiteY9" fmla="*/ 246097 h 246096"/>
              <a:gd name="connsiteX10" fmla="*/ 135317 w 227569"/>
              <a:gd name="connsiteY10" fmla="*/ 200010 h 246096"/>
              <a:gd name="connsiteX11" fmla="*/ 172291 w 227569"/>
              <a:gd name="connsiteY11" fmla="*/ 154708 h 246096"/>
              <a:gd name="connsiteX12" fmla="*/ 172291 w 227569"/>
              <a:gd name="connsiteY12" fmla="*/ 144559 h 246096"/>
              <a:gd name="connsiteX13" fmla="*/ 163065 w 227569"/>
              <a:gd name="connsiteY13" fmla="*/ 135333 h 246096"/>
              <a:gd name="connsiteX14" fmla="*/ 64652 w 227569"/>
              <a:gd name="connsiteY14" fmla="*/ 135333 h 246096"/>
              <a:gd name="connsiteX15" fmla="*/ 55426 w 227569"/>
              <a:gd name="connsiteY15" fmla="*/ 144559 h 246096"/>
              <a:gd name="connsiteX16" fmla="*/ 55426 w 227569"/>
              <a:gd name="connsiteY16" fmla="*/ 154696 h 246096"/>
              <a:gd name="connsiteX17" fmla="*/ 91283 w 227569"/>
              <a:gd name="connsiteY17" fmla="*/ 209280 h 246096"/>
              <a:gd name="connsiteX18" fmla="*/ 46224 w 227569"/>
              <a:gd name="connsiteY18" fmla="*/ 246097 h 246096"/>
              <a:gd name="connsiteX19" fmla="*/ 0 w 227569"/>
              <a:gd name="connsiteY19" fmla="*/ 200010 h 246096"/>
              <a:gd name="connsiteX20" fmla="*/ 36973 w 227569"/>
              <a:gd name="connsiteY20" fmla="*/ 154708 h 246096"/>
              <a:gd name="connsiteX21" fmla="*/ 36973 w 227569"/>
              <a:gd name="connsiteY21" fmla="*/ 144559 h 246096"/>
              <a:gd name="connsiteX22" fmla="*/ 64652 w 227569"/>
              <a:gd name="connsiteY22" fmla="*/ 116881 h 246096"/>
              <a:gd name="connsiteX23" fmla="*/ 104632 w 227569"/>
              <a:gd name="connsiteY23" fmla="*/ 116881 h 246096"/>
              <a:gd name="connsiteX24" fmla="*/ 104632 w 227569"/>
              <a:gd name="connsiteY24" fmla="*/ 91380 h 246096"/>
              <a:gd name="connsiteX25" fmla="*/ 67703 w 227569"/>
              <a:gd name="connsiteY25" fmla="*/ 46147 h 24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7569" h="246096">
                <a:moveTo>
                  <a:pt x="67703" y="46147"/>
                </a:moveTo>
                <a:cubicBezTo>
                  <a:pt x="67708" y="20656"/>
                  <a:pt x="88376" y="-5"/>
                  <a:pt x="113867" y="0"/>
                </a:cubicBezTo>
                <a:cubicBezTo>
                  <a:pt x="139358" y="5"/>
                  <a:pt x="160019" y="20674"/>
                  <a:pt x="160014" y="46165"/>
                </a:cubicBezTo>
                <a:cubicBezTo>
                  <a:pt x="160010" y="68096"/>
                  <a:pt x="144573" y="86996"/>
                  <a:pt x="123085" y="91380"/>
                </a:cubicBezTo>
                <a:lnTo>
                  <a:pt x="123085" y="116881"/>
                </a:lnTo>
                <a:lnTo>
                  <a:pt x="163065" y="116881"/>
                </a:lnTo>
                <a:cubicBezTo>
                  <a:pt x="178351" y="116881"/>
                  <a:pt x="190743" y="129273"/>
                  <a:pt x="190743" y="144559"/>
                </a:cubicBezTo>
                <a:lnTo>
                  <a:pt x="190743" y="154696"/>
                </a:lnTo>
                <a:cubicBezTo>
                  <a:pt x="215718" y="159867"/>
                  <a:pt x="231771" y="184306"/>
                  <a:pt x="226601" y="209280"/>
                </a:cubicBezTo>
                <a:cubicBezTo>
                  <a:pt x="222174" y="230662"/>
                  <a:pt x="203376" y="246020"/>
                  <a:pt x="181542" y="246097"/>
                </a:cubicBezTo>
                <a:cubicBezTo>
                  <a:pt x="156050" y="246135"/>
                  <a:pt x="135355" y="225501"/>
                  <a:pt x="135317" y="200010"/>
                </a:cubicBezTo>
                <a:cubicBezTo>
                  <a:pt x="135285" y="178032"/>
                  <a:pt x="150753" y="159080"/>
                  <a:pt x="172291" y="154708"/>
                </a:cubicBezTo>
                <a:lnTo>
                  <a:pt x="172291" y="144559"/>
                </a:lnTo>
                <a:cubicBezTo>
                  <a:pt x="172291" y="139464"/>
                  <a:pt x="168160" y="135333"/>
                  <a:pt x="163065" y="135333"/>
                </a:cubicBezTo>
                <a:lnTo>
                  <a:pt x="64652" y="135333"/>
                </a:lnTo>
                <a:cubicBezTo>
                  <a:pt x="59557" y="135333"/>
                  <a:pt x="55426" y="139464"/>
                  <a:pt x="55426" y="144559"/>
                </a:cubicBezTo>
                <a:lnTo>
                  <a:pt x="55426" y="154696"/>
                </a:lnTo>
                <a:cubicBezTo>
                  <a:pt x="80401" y="159867"/>
                  <a:pt x="96454" y="184306"/>
                  <a:pt x="91283" y="209280"/>
                </a:cubicBezTo>
                <a:cubicBezTo>
                  <a:pt x="86856" y="230662"/>
                  <a:pt x="68059" y="246020"/>
                  <a:pt x="46224" y="246097"/>
                </a:cubicBezTo>
                <a:cubicBezTo>
                  <a:pt x="20733" y="246135"/>
                  <a:pt x="38" y="225501"/>
                  <a:pt x="0" y="200010"/>
                </a:cubicBezTo>
                <a:cubicBezTo>
                  <a:pt x="-33" y="178032"/>
                  <a:pt x="15435" y="159080"/>
                  <a:pt x="36973" y="154708"/>
                </a:cubicBezTo>
                <a:lnTo>
                  <a:pt x="36973" y="144559"/>
                </a:lnTo>
                <a:cubicBezTo>
                  <a:pt x="36973" y="129273"/>
                  <a:pt x="49366" y="116881"/>
                  <a:pt x="64652" y="116881"/>
                </a:cubicBezTo>
                <a:lnTo>
                  <a:pt x="104632" y="116881"/>
                </a:lnTo>
                <a:lnTo>
                  <a:pt x="104632" y="91380"/>
                </a:lnTo>
                <a:cubicBezTo>
                  <a:pt x="83142" y="86986"/>
                  <a:pt x="67708" y="68081"/>
                  <a:pt x="67703" y="46147"/>
                </a:cubicBezTo>
                <a:close/>
              </a:path>
            </a:pathLst>
          </a:custGeom>
          <a:solidFill>
            <a:schemeClr val="bg1"/>
          </a:solidFill>
          <a:ln w="15875" cap="rnd">
            <a:noFill/>
            <a:prstDash val="solid"/>
            <a:roun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85" name="Graphic 21" descr="Icon of a computer chip">
            <a:extLst>
              <a:ext uri="{FF2B5EF4-FFF2-40B4-BE49-F238E27FC236}">
                <a16:creationId xmlns:a16="http://schemas.microsoft.com/office/drawing/2014/main" id="{8FDD46CF-7BDC-C9B6-D42E-E30233C2DF08}"/>
              </a:ext>
            </a:extLst>
          </p:cNvPr>
          <p:cNvSpPr>
            <a:spLocks/>
          </p:cNvSpPr>
          <p:nvPr/>
        </p:nvSpPr>
        <p:spPr>
          <a:xfrm>
            <a:off x="5891214" y="5017894"/>
            <a:ext cx="409574" cy="409588"/>
          </a:xfrm>
          <a:custGeom>
            <a:avLst/>
            <a:gdLst>
              <a:gd name="connsiteX0" fmla="*/ 126206 w 190500"/>
              <a:gd name="connsiteY0" fmla="*/ 0 h 190500"/>
              <a:gd name="connsiteX1" fmla="*/ 133283 w 190500"/>
              <a:gd name="connsiteY1" fmla="*/ 6172 h 190500"/>
              <a:gd name="connsiteX2" fmla="*/ 133350 w 190500"/>
              <a:gd name="connsiteY2" fmla="*/ 7144 h 190500"/>
              <a:gd name="connsiteX3" fmla="*/ 133350 w 190500"/>
              <a:gd name="connsiteY3" fmla="*/ 29289 h 190500"/>
              <a:gd name="connsiteX4" fmla="*/ 161220 w 190500"/>
              <a:gd name="connsiteY4" fmla="*/ 57198 h 190500"/>
              <a:gd name="connsiteX5" fmla="*/ 183356 w 190500"/>
              <a:gd name="connsiteY5" fmla="*/ 57198 h 190500"/>
              <a:gd name="connsiteX6" fmla="*/ 190498 w 190500"/>
              <a:gd name="connsiteY6" fmla="*/ 64344 h 190500"/>
              <a:gd name="connsiteX7" fmla="*/ 184328 w 190500"/>
              <a:gd name="connsiteY7" fmla="*/ 71418 h 190500"/>
              <a:gd name="connsiteX8" fmla="*/ 183356 w 190500"/>
              <a:gd name="connsiteY8" fmla="*/ 71485 h 190500"/>
              <a:gd name="connsiteX9" fmla="*/ 161925 w 190500"/>
              <a:gd name="connsiteY9" fmla="*/ 71476 h 190500"/>
              <a:gd name="connsiteX10" fmla="*/ 161925 w 190500"/>
              <a:gd name="connsiteY10" fmla="*/ 88144 h 190500"/>
              <a:gd name="connsiteX11" fmla="*/ 183356 w 190500"/>
              <a:gd name="connsiteY11" fmla="*/ 88144 h 190500"/>
              <a:gd name="connsiteX12" fmla="*/ 190433 w 190500"/>
              <a:gd name="connsiteY12" fmla="*/ 94336 h 190500"/>
              <a:gd name="connsiteX13" fmla="*/ 190500 w 190500"/>
              <a:gd name="connsiteY13" fmla="*/ 95288 h 190500"/>
              <a:gd name="connsiteX14" fmla="*/ 184328 w 190500"/>
              <a:gd name="connsiteY14" fmla="*/ 102375 h 190500"/>
              <a:gd name="connsiteX15" fmla="*/ 183356 w 190500"/>
              <a:gd name="connsiteY15" fmla="*/ 102441 h 190500"/>
              <a:gd name="connsiteX16" fmla="*/ 161925 w 190500"/>
              <a:gd name="connsiteY16" fmla="*/ 102432 h 190500"/>
              <a:gd name="connsiteX17" fmla="*/ 161925 w 190500"/>
              <a:gd name="connsiteY17" fmla="*/ 119101 h 190500"/>
              <a:gd name="connsiteX18" fmla="*/ 183356 w 190500"/>
              <a:gd name="connsiteY18" fmla="*/ 119101 h 190500"/>
              <a:gd name="connsiteX19" fmla="*/ 190433 w 190500"/>
              <a:gd name="connsiteY19" fmla="*/ 125292 h 190500"/>
              <a:gd name="connsiteX20" fmla="*/ 190500 w 190500"/>
              <a:gd name="connsiteY20" fmla="*/ 126244 h 190500"/>
              <a:gd name="connsiteX21" fmla="*/ 184328 w 190500"/>
              <a:gd name="connsiteY21" fmla="*/ 133331 h 190500"/>
              <a:gd name="connsiteX22" fmla="*/ 183356 w 190500"/>
              <a:gd name="connsiteY22" fmla="*/ 133398 h 190500"/>
              <a:gd name="connsiteX23" fmla="*/ 161201 w 190500"/>
              <a:gd name="connsiteY23" fmla="*/ 133398 h 190500"/>
              <a:gd name="connsiteX24" fmla="*/ 133350 w 190500"/>
              <a:gd name="connsiteY24" fmla="*/ 161211 h 190500"/>
              <a:gd name="connsiteX25" fmla="*/ 133350 w 190500"/>
              <a:gd name="connsiteY25" fmla="*/ 183356 h 190500"/>
              <a:gd name="connsiteX26" fmla="*/ 126204 w 190500"/>
              <a:gd name="connsiteY26" fmla="*/ 190498 h 190500"/>
              <a:gd name="connsiteX27" fmla="*/ 119129 w 190500"/>
              <a:gd name="connsiteY27" fmla="*/ 184328 h 190500"/>
              <a:gd name="connsiteX28" fmla="*/ 119063 w 190500"/>
              <a:gd name="connsiteY28" fmla="*/ 183356 h 190500"/>
              <a:gd name="connsiteX29" fmla="*/ 119063 w 190500"/>
              <a:gd name="connsiteY29" fmla="*/ 161915 h 190500"/>
              <a:gd name="connsiteX30" fmla="*/ 102384 w 190500"/>
              <a:gd name="connsiteY30" fmla="*/ 161915 h 190500"/>
              <a:gd name="connsiteX31" fmla="*/ 102394 w 190500"/>
              <a:gd name="connsiteY31" fmla="*/ 183356 h 190500"/>
              <a:gd name="connsiteX32" fmla="*/ 96222 w 190500"/>
              <a:gd name="connsiteY32" fmla="*/ 190433 h 190500"/>
              <a:gd name="connsiteX33" fmla="*/ 95250 w 190500"/>
              <a:gd name="connsiteY33" fmla="*/ 190500 h 190500"/>
              <a:gd name="connsiteX34" fmla="*/ 88173 w 190500"/>
              <a:gd name="connsiteY34" fmla="*/ 184328 h 190500"/>
              <a:gd name="connsiteX35" fmla="*/ 88106 w 190500"/>
              <a:gd name="connsiteY35" fmla="*/ 183356 h 190500"/>
              <a:gd name="connsiteX36" fmla="*/ 88097 w 190500"/>
              <a:gd name="connsiteY36" fmla="*/ 161915 h 190500"/>
              <a:gd name="connsiteX37" fmla="*/ 71438 w 190500"/>
              <a:gd name="connsiteY37" fmla="*/ 161915 h 190500"/>
              <a:gd name="connsiteX38" fmla="*/ 71438 w 190500"/>
              <a:gd name="connsiteY38" fmla="*/ 183356 h 190500"/>
              <a:gd name="connsiteX39" fmla="*/ 65265 w 190500"/>
              <a:gd name="connsiteY39" fmla="*/ 190433 h 190500"/>
              <a:gd name="connsiteX40" fmla="*/ 64294 w 190500"/>
              <a:gd name="connsiteY40" fmla="*/ 190500 h 190500"/>
              <a:gd name="connsiteX41" fmla="*/ 57217 w 190500"/>
              <a:gd name="connsiteY41" fmla="*/ 184328 h 190500"/>
              <a:gd name="connsiteX42" fmla="*/ 57150 w 190500"/>
              <a:gd name="connsiteY42" fmla="*/ 183356 h 190500"/>
              <a:gd name="connsiteX43" fmla="*/ 57150 w 190500"/>
              <a:gd name="connsiteY43" fmla="*/ 161211 h 190500"/>
              <a:gd name="connsiteX44" fmla="*/ 29289 w 190500"/>
              <a:gd name="connsiteY44" fmla="*/ 133350 h 190500"/>
              <a:gd name="connsiteX45" fmla="*/ 7144 w 190500"/>
              <a:gd name="connsiteY45" fmla="*/ 133350 h 190500"/>
              <a:gd name="connsiteX46" fmla="*/ 2 w 190500"/>
              <a:gd name="connsiteY46" fmla="*/ 126204 h 190500"/>
              <a:gd name="connsiteX47" fmla="*/ 6172 w 190500"/>
              <a:gd name="connsiteY47" fmla="*/ 119129 h 190500"/>
              <a:gd name="connsiteX48" fmla="*/ 7144 w 190500"/>
              <a:gd name="connsiteY48" fmla="*/ 119063 h 190500"/>
              <a:gd name="connsiteX49" fmla="*/ 28575 w 190500"/>
              <a:gd name="connsiteY49" fmla="*/ 119053 h 190500"/>
              <a:gd name="connsiteX50" fmla="*/ 28575 w 190500"/>
              <a:gd name="connsiteY50" fmla="*/ 102384 h 190500"/>
              <a:gd name="connsiteX51" fmla="*/ 7144 w 190500"/>
              <a:gd name="connsiteY51" fmla="*/ 102394 h 190500"/>
              <a:gd name="connsiteX52" fmla="*/ 67 w 190500"/>
              <a:gd name="connsiteY52" fmla="*/ 96222 h 190500"/>
              <a:gd name="connsiteX53" fmla="*/ 0 w 190500"/>
              <a:gd name="connsiteY53" fmla="*/ 95250 h 190500"/>
              <a:gd name="connsiteX54" fmla="*/ 6172 w 190500"/>
              <a:gd name="connsiteY54" fmla="*/ 88173 h 190500"/>
              <a:gd name="connsiteX55" fmla="*/ 7144 w 190500"/>
              <a:gd name="connsiteY55" fmla="*/ 88106 h 190500"/>
              <a:gd name="connsiteX56" fmla="*/ 28575 w 190500"/>
              <a:gd name="connsiteY56" fmla="*/ 88097 h 190500"/>
              <a:gd name="connsiteX57" fmla="*/ 28575 w 190500"/>
              <a:gd name="connsiteY57" fmla="*/ 71428 h 190500"/>
              <a:gd name="connsiteX58" fmla="*/ 7144 w 190500"/>
              <a:gd name="connsiteY58" fmla="*/ 71438 h 190500"/>
              <a:gd name="connsiteX59" fmla="*/ 67 w 190500"/>
              <a:gd name="connsiteY59" fmla="*/ 65265 h 190500"/>
              <a:gd name="connsiteX60" fmla="*/ 0 w 190500"/>
              <a:gd name="connsiteY60" fmla="*/ 64294 h 190500"/>
              <a:gd name="connsiteX61" fmla="*/ 6172 w 190500"/>
              <a:gd name="connsiteY61" fmla="*/ 57217 h 190500"/>
              <a:gd name="connsiteX62" fmla="*/ 7144 w 190500"/>
              <a:gd name="connsiteY62" fmla="*/ 57150 h 190500"/>
              <a:gd name="connsiteX63" fmla="*/ 29289 w 190500"/>
              <a:gd name="connsiteY63" fmla="*/ 57140 h 190500"/>
              <a:gd name="connsiteX64" fmla="*/ 57150 w 190500"/>
              <a:gd name="connsiteY64" fmla="*/ 29289 h 190500"/>
              <a:gd name="connsiteX65" fmla="*/ 57150 w 190500"/>
              <a:gd name="connsiteY65" fmla="*/ 7144 h 190500"/>
              <a:gd name="connsiteX66" fmla="*/ 64296 w 190500"/>
              <a:gd name="connsiteY66" fmla="*/ 2 h 190500"/>
              <a:gd name="connsiteX67" fmla="*/ 71371 w 190500"/>
              <a:gd name="connsiteY67" fmla="*/ 6172 h 190500"/>
              <a:gd name="connsiteX68" fmla="*/ 71438 w 190500"/>
              <a:gd name="connsiteY68" fmla="*/ 7144 h 190500"/>
              <a:gd name="connsiteX69" fmla="*/ 71438 w 190500"/>
              <a:gd name="connsiteY69" fmla="*/ 28565 h 190500"/>
              <a:gd name="connsiteX70" fmla="*/ 88097 w 190500"/>
              <a:gd name="connsiteY70" fmla="*/ 28565 h 190500"/>
              <a:gd name="connsiteX71" fmla="*/ 88106 w 190500"/>
              <a:gd name="connsiteY71" fmla="*/ 7144 h 190500"/>
              <a:gd name="connsiteX72" fmla="*/ 94278 w 190500"/>
              <a:gd name="connsiteY72" fmla="*/ 67 h 190500"/>
              <a:gd name="connsiteX73" fmla="*/ 95250 w 190500"/>
              <a:gd name="connsiteY73" fmla="*/ 0 h 190500"/>
              <a:gd name="connsiteX74" fmla="*/ 102327 w 190500"/>
              <a:gd name="connsiteY74" fmla="*/ 6172 h 190500"/>
              <a:gd name="connsiteX75" fmla="*/ 102394 w 190500"/>
              <a:gd name="connsiteY75" fmla="*/ 7144 h 190500"/>
              <a:gd name="connsiteX76" fmla="*/ 102384 w 190500"/>
              <a:gd name="connsiteY76" fmla="*/ 28565 h 190500"/>
              <a:gd name="connsiteX77" fmla="*/ 119063 w 190500"/>
              <a:gd name="connsiteY77" fmla="*/ 28565 h 190500"/>
              <a:gd name="connsiteX78" fmla="*/ 119063 w 190500"/>
              <a:gd name="connsiteY78" fmla="*/ 7144 h 190500"/>
              <a:gd name="connsiteX79" fmla="*/ 124301 w 190500"/>
              <a:gd name="connsiteY79" fmla="*/ 257 h 190500"/>
              <a:gd name="connsiteX80" fmla="*/ 125235 w 190500"/>
              <a:gd name="connsiteY80" fmla="*/ 67 h 190500"/>
              <a:gd name="connsiteX81" fmla="*/ 126206 w 190500"/>
              <a:gd name="connsiteY81" fmla="*/ 0 h 190500"/>
              <a:gd name="connsiteX82" fmla="*/ 95298 w 190500"/>
              <a:gd name="connsiteY82" fmla="*/ 66723 h 190500"/>
              <a:gd name="connsiteX83" fmla="*/ 66723 w 190500"/>
              <a:gd name="connsiteY83" fmla="*/ 95298 h 190500"/>
              <a:gd name="connsiteX84" fmla="*/ 95298 w 190500"/>
              <a:gd name="connsiteY84" fmla="*/ 123873 h 190500"/>
              <a:gd name="connsiteX85" fmla="*/ 123873 w 190500"/>
              <a:gd name="connsiteY85" fmla="*/ 95298 h 190500"/>
              <a:gd name="connsiteX86" fmla="*/ 95298 w 190500"/>
              <a:gd name="connsiteY86" fmla="*/ 66723 h 190500"/>
              <a:gd name="connsiteX87" fmla="*/ 95298 w 190500"/>
              <a:gd name="connsiteY87" fmla="*/ 81010 h 190500"/>
              <a:gd name="connsiteX88" fmla="*/ 109585 w 190500"/>
              <a:gd name="connsiteY88" fmla="*/ 95298 h 190500"/>
              <a:gd name="connsiteX89" fmla="*/ 95298 w 190500"/>
              <a:gd name="connsiteY89" fmla="*/ 109585 h 190500"/>
              <a:gd name="connsiteX90" fmla="*/ 81010 w 190500"/>
              <a:gd name="connsiteY90" fmla="*/ 95298 h 190500"/>
              <a:gd name="connsiteX91" fmla="*/ 95298 w 190500"/>
              <a:gd name="connsiteY91" fmla="*/ 8101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90500" h="190500">
                <a:moveTo>
                  <a:pt x="126206" y="0"/>
                </a:moveTo>
                <a:cubicBezTo>
                  <a:pt x="129776" y="0"/>
                  <a:pt x="132798" y="2636"/>
                  <a:pt x="133283" y="6172"/>
                </a:cubicBezTo>
                <a:lnTo>
                  <a:pt x="133350" y="7144"/>
                </a:lnTo>
                <a:lnTo>
                  <a:pt x="133350" y="29289"/>
                </a:lnTo>
                <a:cubicBezTo>
                  <a:pt x="147395" y="32164"/>
                  <a:pt x="158365" y="43149"/>
                  <a:pt x="161220" y="57198"/>
                </a:cubicBezTo>
                <a:lnTo>
                  <a:pt x="183356" y="57198"/>
                </a:lnTo>
                <a:cubicBezTo>
                  <a:pt x="187302" y="57199"/>
                  <a:pt x="190499" y="60398"/>
                  <a:pt x="190498" y="64344"/>
                </a:cubicBezTo>
                <a:cubicBezTo>
                  <a:pt x="190497" y="67912"/>
                  <a:pt x="187863" y="70932"/>
                  <a:pt x="184328" y="71418"/>
                </a:cubicBezTo>
                <a:lnTo>
                  <a:pt x="183356" y="71485"/>
                </a:lnTo>
                <a:lnTo>
                  <a:pt x="161925" y="71476"/>
                </a:lnTo>
                <a:lnTo>
                  <a:pt x="161925" y="88144"/>
                </a:lnTo>
                <a:lnTo>
                  <a:pt x="183356" y="88144"/>
                </a:lnTo>
                <a:cubicBezTo>
                  <a:pt x="186933" y="88146"/>
                  <a:pt x="189956" y="90791"/>
                  <a:pt x="190433" y="94336"/>
                </a:cubicBezTo>
                <a:lnTo>
                  <a:pt x="190500" y="95288"/>
                </a:lnTo>
                <a:cubicBezTo>
                  <a:pt x="190505" y="98862"/>
                  <a:pt x="187868" y="101889"/>
                  <a:pt x="184328" y="102375"/>
                </a:cubicBezTo>
                <a:lnTo>
                  <a:pt x="183356" y="102441"/>
                </a:lnTo>
                <a:lnTo>
                  <a:pt x="161925" y="102432"/>
                </a:lnTo>
                <a:lnTo>
                  <a:pt x="161925" y="119101"/>
                </a:lnTo>
                <a:lnTo>
                  <a:pt x="183356" y="119101"/>
                </a:lnTo>
                <a:cubicBezTo>
                  <a:pt x="186933" y="119103"/>
                  <a:pt x="189956" y="121748"/>
                  <a:pt x="190433" y="125292"/>
                </a:cubicBezTo>
                <a:lnTo>
                  <a:pt x="190500" y="126244"/>
                </a:lnTo>
                <a:cubicBezTo>
                  <a:pt x="190505" y="129818"/>
                  <a:pt x="187868" y="132845"/>
                  <a:pt x="184328" y="133331"/>
                </a:cubicBezTo>
                <a:lnTo>
                  <a:pt x="183356" y="133398"/>
                </a:lnTo>
                <a:lnTo>
                  <a:pt x="161201" y="133398"/>
                </a:lnTo>
                <a:cubicBezTo>
                  <a:pt x="158312" y="147402"/>
                  <a:pt x="147359" y="158341"/>
                  <a:pt x="133350" y="161211"/>
                </a:cubicBezTo>
                <a:lnTo>
                  <a:pt x="133350" y="183356"/>
                </a:lnTo>
                <a:cubicBezTo>
                  <a:pt x="133349" y="187302"/>
                  <a:pt x="130150" y="190499"/>
                  <a:pt x="126204" y="190498"/>
                </a:cubicBezTo>
                <a:cubicBezTo>
                  <a:pt x="122635" y="190497"/>
                  <a:pt x="119616" y="187863"/>
                  <a:pt x="119129" y="184328"/>
                </a:cubicBezTo>
                <a:lnTo>
                  <a:pt x="119063" y="183356"/>
                </a:lnTo>
                <a:lnTo>
                  <a:pt x="119063" y="161915"/>
                </a:lnTo>
                <a:lnTo>
                  <a:pt x="102384" y="161915"/>
                </a:lnTo>
                <a:lnTo>
                  <a:pt x="102394" y="183356"/>
                </a:lnTo>
                <a:cubicBezTo>
                  <a:pt x="102394" y="186926"/>
                  <a:pt x="99758" y="189948"/>
                  <a:pt x="96222" y="190433"/>
                </a:cubicBezTo>
                <a:lnTo>
                  <a:pt x="95250" y="190500"/>
                </a:lnTo>
                <a:cubicBezTo>
                  <a:pt x="91680" y="190500"/>
                  <a:pt x="88659" y="187864"/>
                  <a:pt x="88173" y="184328"/>
                </a:cubicBezTo>
                <a:lnTo>
                  <a:pt x="88106" y="183356"/>
                </a:lnTo>
                <a:lnTo>
                  <a:pt x="88097" y="161915"/>
                </a:lnTo>
                <a:lnTo>
                  <a:pt x="71438" y="161915"/>
                </a:lnTo>
                <a:lnTo>
                  <a:pt x="71438" y="183356"/>
                </a:lnTo>
                <a:cubicBezTo>
                  <a:pt x="71437" y="186926"/>
                  <a:pt x="68802" y="189948"/>
                  <a:pt x="65265" y="190433"/>
                </a:cubicBezTo>
                <a:lnTo>
                  <a:pt x="64294" y="190500"/>
                </a:lnTo>
                <a:cubicBezTo>
                  <a:pt x="60724" y="190500"/>
                  <a:pt x="57702" y="187864"/>
                  <a:pt x="57217" y="184328"/>
                </a:cubicBezTo>
                <a:lnTo>
                  <a:pt x="57150" y="183356"/>
                </a:lnTo>
                <a:lnTo>
                  <a:pt x="57150" y="161211"/>
                </a:lnTo>
                <a:cubicBezTo>
                  <a:pt x="43123" y="158340"/>
                  <a:pt x="32160" y="147377"/>
                  <a:pt x="29289" y="133350"/>
                </a:cubicBezTo>
                <a:lnTo>
                  <a:pt x="7144" y="133350"/>
                </a:lnTo>
                <a:cubicBezTo>
                  <a:pt x="3198" y="133349"/>
                  <a:pt x="1" y="130150"/>
                  <a:pt x="2" y="126204"/>
                </a:cubicBezTo>
                <a:cubicBezTo>
                  <a:pt x="3" y="122635"/>
                  <a:pt x="2637" y="119616"/>
                  <a:pt x="6172" y="119129"/>
                </a:cubicBezTo>
                <a:lnTo>
                  <a:pt x="7144" y="119063"/>
                </a:lnTo>
                <a:lnTo>
                  <a:pt x="28575" y="119053"/>
                </a:lnTo>
                <a:lnTo>
                  <a:pt x="28575" y="102384"/>
                </a:lnTo>
                <a:lnTo>
                  <a:pt x="7144" y="102394"/>
                </a:lnTo>
                <a:cubicBezTo>
                  <a:pt x="3574" y="102394"/>
                  <a:pt x="552" y="99758"/>
                  <a:pt x="67" y="96222"/>
                </a:cubicBezTo>
                <a:lnTo>
                  <a:pt x="0" y="95250"/>
                </a:lnTo>
                <a:cubicBezTo>
                  <a:pt x="0" y="91680"/>
                  <a:pt x="2636" y="88659"/>
                  <a:pt x="6172" y="88173"/>
                </a:cubicBezTo>
                <a:lnTo>
                  <a:pt x="7144" y="88106"/>
                </a:lnTo>
                <a:lnTo>
                  <a:pt x="28575" y="88097"/>
                </a:lnTo>
                <a:lnTo>
                  <a:pt x="28575" y="71428"/>
                </a:lnTo>
                <a:lnTo>
                  <a:pt x="7144" y="71438"/>
                </a:lnTo>
                <a:cubicBezTo>
                  <a:pt x="3574" y="71437"/>
                  <a:pt x="552" y="68802"/>
                  <a:pt x="67" y="65265"/>
                </a:cubicBezTo>
                <a:lnTo>
                  <a:pt x="0" y="64294"/>
                </a:lnTo>
                <a:cubicBezTo>
                  <a:pt x="0" y="60724"/>
                  <a:pt x="2636" y="57702"/>
                  <a:pt x="6172" y="57217"/>
                </a:cubicBezTo>
                <a:lnTo>
                  <a:pt x="7144" y="57150"/>
                </a:lnTo>
                <a:lnTo>
                  <a:pt x="29289" y="57140"/>
                </a:lnTo>
                <a:cubicBezTo>
                  <a:pt x="32164" y="43117"/>
                  <a:pt x="43125" y="32159"/>
                  <a:pt x="57150" y="29289"/>
                </a:cubicBezTo>
                <a:lnTo>
                  <a:pt x="57150" y="7144"/>
                </a:lnTo>
                <a:cubicBezTo>
                  <a:pt x="57151" y="3198"/>
                  <a:pt x="60351" y="1"/>
                  <a:pt x="64296" y="2"/>
                </a:cubicBezTo>
                <a:cubicBezTo>
                  <a:pt x="67864" y="3"/>
                  <a:pt x="70884" y="2637"/>
                  <a:pt x="71371" y="6172"/>
                </a:cubicBezTo>
                <a:lnTo>
                  <a:pt x="71438" y="7144"/>
                </a:lnTo>
                <a:lnTo>
                  <a:pt x="71438" y="28565"/>
                </a:lnTo>
                <a:lnTo>
                  <a:pt x="88097" y="28565"/>
                </a:lnTo>
                <a:lnTo>
                  <a:pt x="88106" y="7144"/>
                </a:lnTo>
                <a:cubicBezTo>
                  <a:pt x="88106" y="3574"/>
                  <a:pt x="90742" y="552"/>
                  <a:pt x="94278" y="67"/>
                </a:cubicBezTo>
                <a:lnTo>
                  <a:pt x="95250" y="0"/>
                </a:lnTo>
                <a:cubicBezTo>
                  <a:pt x="98820" y="0"/>
                  <a:pt x="101841" y="2636"/>
                  <a:pt x="102327" y="6172"/>
                </a:cubicBezTo>
                <a:lnTo>
                  <a:pt x="102394" y="7144"/>
                </a:lnTo>
                <a:lnTo>
                  <a:pt x="102384" y="28565"/>
                </a:lnTo>
                <a:lnTo>
                  <a:pt x="119063" y="28565"/>
                </a:lnTo>
                <a:lnTo>
                  <a:pt x="119063" y="7144"/>
                </a:lnTo>
                <a:cubicBezTo>
                  <a:pt x="119062" y="3931"/>
                  <a:pt x="121206" y="1114"/>
                  <a:pt x="124301" y="257"/>
                </a:cubicBezTo>
                <a:lnTo>
                  <a:pt x="125235" y="67"/>
                </a:lnTo>
                <a:lnTo>
                  <a:pt x="126206" y="0"/>
                </a:lnTo>
                <a:close/>
                <a:moveTo>
                  <a:pt x="95298" y="66723"/>
                </a:moveTo>
                <a:cubicBezTo>
                  <a:pt x="79516" y="66723"/>
                  <a:pt x="66723" y="79516"/>
                  <a:pt x="66723" y="95298"/>
                </a:cubicBezTo>
                <a:cubicBezTo>
                  <a:pt x="66723" y="111080"/>
                  <a:pt x="79516" y="123873"/>
                  <a:pt x="95298" y="123873"/>
                </a:cubicBezTo>
                <a:cubicBezTo>
                  <a:pt x="111080" y="123873"/>
                  <a:pt x="123873" y="111080"/>
                  <a:pt x="123873" y="95298"/>
                </a:cubicBezTo>
                <a:cubicBezTo>
                  <a:pt x="123873" y="79516"/>
                  <a:pt x="111080" y="66723"/>
                  <a:pt x="95298" y="66723"/>
                </a:cubicBezTo>
                <a:close/>
                <a:moveTo>
                  <a:pt x="95298" y="81010"/>
                </a:moveTo>
                <a:cubicBezTo>
                  <a:pt x="103188" y="81010"/>
                  <a:pt x="109585" y="87407"/>
                  <a:pt x="109585" y="95298"/>
                </a:cubicBezTo>
                <a:cubicBezTo>
                  <a:pt x="109585" y="103188"/>
                  <a:pt x="103188" y="109585"/>
                  <a:pt x="95298" y="109585"/>
                </a:cubicBezTo>
                <a:cubicBezTo>
                  <a:pt x="87407" y="109585"/>
                  <a:pt x="81010" y="103188"/>
                  <a:pt x="81010" y="95298"/>
                </a:cubicBezTo>
                <a:cubicBezTo>
                  <a:pt x="81010" y="87407"/>
                  <a:pt x="87407" y="81010"/>
                  <a:pt x="95298" y="81010"/>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86" name="Graphic 4" descr="Icon of a checkmark inside a circle">
            <a:extLst>
              <a:ext uri="{FF2B5EF4-FFF2-40B4-BE49-F238E27FC236}">
                <a16:creationId xmlns:a16="http://schemas.microsoft.com/office/drawing/2014/main" id="{76A8FD5C-626A-1B75-5268-5AFEFF223444}"/>
              </a:ext>
            </a:extLst>
          </p:cNvPr>
          <p:cNvSpPr/>
          <p:nvPr/>
        </p:nvSpPr>
        <p:spPr>
          <a:xfrm>
            <a:off x="9624678" y="5017733"/>
            <a:ext cx="409910" cy="40991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79 w 190500"/>
              <a:gd name="connsiteY7" fmla="*/ 90202 h 190500"/>
              <a:gd name="connsiteX8" fmla="*/ 54483 w 190500"/>
              <a:gd name="connsiteY8" fmla="*/ 90558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73 w 190500"/>
              <a:gd name="connsiteY13" fmla="*/ 66389 h 190500"/>
              <a:gd name="connsiteX14" fmla="*/ 126277 w 190500"/>
              <a:gd name="connsiteY14" fmla="*/ 66033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57" y="0"/>
                  <a:pt x="190500" y="42643"/>
                  <a:pt x="190500" y="95250"/>
                </a:cubicBezTo>
                <a:cubicBezTo>
                  <a:pt x="190500" y="147857"/>
                  <a:pt x="147857" y="190500"/>
                  <a:pt x="95250" y="190500"/>
                </a:cubicBezTo>
                <a:cubicBezTo>
                  <a:pt x="42643" y="190500"/>
                  <a:pt x="0" y="147857"/>
                  <a:pt x="0" y="95250"/>
                </a:cubicBezTo>
                <a:cubicBezTo>
                  <a:pt x="0" y="42643"/>
                  <a:pt x="42643" y="0"/>
                  <a:pt x="95250" y="0"/>
                </a:cubicBezTo>
                <a:close/>
                <a:moveTo>
                  <a:pt x="125921" y="66389"/>
                </a:moveTo>
                <a:lnTo>
                  <a:pt x="83344" y="108966"/>
                </a:lnTo>
                <a:lnTo>
                  <a:pt x="64579" y="90202"/>
                </a:lnTo>
                <a:cubicBezTo>
                  <a:pt x="61693" y="87512"/>
                  <a:pt x="57173" y="87672"/>
                  <a:pt x="54483" y="90558"/>
                </a:cubicBezTo>
                <a:cubicBezTo>
                  <a:pt x="51927" y="93301"/>
                  <a:pt x="51927" y="97555"/>
                  <a:pt x="54483" y="100298"/>
                </a:cubicBezTo>
                <a:lnTo>
                  <a:pt x="78296" y="124111"/>
                </a:lnTo>
                <a:cubicBezTo>
                  <a:pt x="81084" y="126897"/>
                  <a:pt x="85603" y="126897"/>
                  <a:pt x="88392" y="124111"/>
                </a:cubicBezTo>
                <a:lnTo>
                  <a:pt x="136017" y="76486"/>
                </a:lnTo>
                <a:cubicBezTo>
                  <a:pt x="138903" y="73796"/>
                  <a:pt x="139063" y="69276"/>
                  <a:pt x="136373" y="66389"/>
                </a:cubicBezTo>
                <a:cubicBezTo>
                  <a:pt x="133683" y="63503"/>
                  <a:pt x="129164" y="63343"/>
                  <a:pt x="126277" y="66033"/>
                </a:cubicBezTo>
                <a:cubicBezTo>
                  <a:pt x="126154" y="66147"/>
                  <a:pt x="126035" y="66266"/>
                  <a:pt x="125921" y="66389"/>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Tree>
    <p:extLst>
      <p:ext uri="{BB962C8B-B14F-4D97-AF65-F5344CB8AC3E}">
        <p14:creationId xmlns:p14="http://schemas.microsoft.com/office/powerpoint/2010/main" val="177793962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683D643-DF18-96CA-A6E3-FE45AD8BAEB9}"/>
              </a:ext>
            </a:extLst>
          </p:cNvPr>
          <p:cNvSpPr/>
          <p:nvPr/>
        </p:nvSpPr>
        <p:spPr>
          <a:xfrm>
            <a:off x="419100" y="1652516"/>
            <a:ext cx="11353800" cy="4786384"/>
          </a:xfrm>
          <a:prstGeom prst="roundRect">
            <a:avLst>
              <a:gd name="adj" fmla="val 3417"/>
            </a:avLst>
          </a:prstGeom>
          <a:solidFill>
            <a:schemeClr val="bg1">
              <a:lumMod val="85000"/>
              <a:alpha val="49000"/>
            </a:schemeClr>
          </a:solidFill>
          <a:ln w="25400">
            <a:solidFill>
              <a:schemeClr val="bg1"/>
            </a:solidFill>
          </a:ln>
        </p:spPr>
        <p:txBody>
          <a:bodyPr wrap="square" lIns="91440" tIns="914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IN" sz="14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endParaRPr>
          </a:p>
        </p:txBody>
      </p:sp>
      <p:sp>
        <p:nvSpPr>
          <p:cNvPr id="197" name="Rectangle: Rounded Corners 196">
            <a:extLst>
              <a:ext uri="{FF2B5EF4-FFF2-40B4-BE49-F238E27FC236}">
                <a16:creationId xmlns:a16="http://schemas.microsoft.com/office/drawing/2014/main" id="{28A99731-4840-1B33-8B9D-03E5AD479361}"/>
              </a:ext>
            </a:extLst>
          </p:cNvPr>
          <p:cNvSpPr>
            <a:spLocks/>
          </p:cNvSpPr>
          <p:nvPr/>
        </p:nvSpPr>
        <p:spPr>
          <a:xfrm>
            <a:off x="777240" y="1954284"/>
            <a:ext cx="10637520" cy="1183091"/>
          </a:xfrm>
          <a:prstGeom prst="roundRect">
            <a:avLst>
              <a:gd name="adj" fmla="val 9264"/>
            </a:avLst>
          </a:prstGeom>
          <a:solidFill>
            <a:schemeClr val="bg1">
              <a:alpha val="49000"/>
            </a:schemeClr>
          </a:solidFill>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srgbClr val="0408AC"/>
                </a:solidFill>
                <a:effectLst/>
                <a:uLnTx/>
                <a:uFillTx/>
                <a:latin typeface="Segoe Sans Display"/>
                <a:ea typeface="+mn-ea"/>
                <a:cs typeface="+mn-cs"/>
              </a:rPr>
              <a:t>BUILD</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Agent Harness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The orchestration framework wrapping the model — managing lifecycle, tool access, shell command, file access, state, checkpointing, and multi-agent coordination</a:t>
            </a:r>
          </a:p>
        </p:txBody>
      </p:sp>
      <p:sp>
        <p:nvSpPr>
          <p:cNvPr id="198" name="Rectangle: Rounded Corners 197">
            <a:extLst>
              <a:ext uri="{FF2B5EF4-FFF2-40B4-BE49-F238E27FC236}">
                <a16:creationId xmlns:a16="http://schemas.microsoft.com/office/drawing/2014/main" id="{AA46B6EA-C7DA-720D-BCD8-B11A35C638EB}"/>
              </a:ext>
            </a:extLst>
          </p:cNvPr>
          <p:cNvSpPr>
            <a:spLocks/>
          </p:cNvSpPr>
          <p:nvPr/>
        </p:nvSpPr>
        <p:spPr>
          <a:xfrm>
            <a:off x="777240" y="3454163"/>
            <a:ext cx="10637520" cy="1183091"/>
          </a:xfrm>
          <a:prstGeom prst="roundRect">
            <a:avLst>
              <a:gd name="adj" fmla="val 9264"/>
            </a:avLst>
          </a:prstGeom>
          <a:solidFill>
            <a:schemeClr val="bg1">
              <a:alpha val="49000"/>
            </a:schemeClr>
          </a:solidFill>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srgbClr val="0408AC"/>
                </a:solidFill>
                <a:effectLst/>
                <a:uLnTx/>
                <a:uFillTx/>
                <a:latin typeface="Segoe Sans Display"/>
                <a:ea typeface="+mn-ea"/>
                <a:cs typeface="+mn-cs"/>
              </a:rPr>
              <a:t>HOST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Agent Runtime</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Isolated, secure execution environments where agents run untrusted — sub-second cold start, long-running tasks, resource isolation</a:t>
            </a:r>
          </a:p>
        </p:txBody>
      </p:sp>
      <p:sp>
        <p:nvSpPr>
          <p:cNvPr id="199" name="Rectangle: Rounded Corners 198">
            <a:extLst>
              <a:ext uri="{FF2B5EF4-FFF2-40B4-BE49-F238E27FC236}">
                <a16:creationId xmlns:a16="http://schemas.microsoft.com/office/drawing/2014/main" id="{95AD4971-EBE1-5DFD-E017-86DE0EDC418D}"/>
              </a:ext>
            </a:extLst>
          </p:cNvPr>
          <p:cNvSpPr>
            <a:spLocks/>
          </p:cNvSpPr>
          <p:nvPr/>
        </p:nvSpPr>
        <p:spPr>
          <a:xfrm>
            <a:off x="777240" y="4954043"/>
            <a:ext cx="10637520" cy="1183091"/>
          </a:xfrm>
          <a:prstGeom prst="roundRect">
            <a:avLst>
              <a:gd name="adj" fmla="val 9264"/>
            </a:avLst>
          </a:prstGeom>
          <a:solidFill>
            <a:schemeClr val="bg1">
              <a:alpha val="49000"/>
            </a:schemeClr>
          </a:solidFill>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1200" cap="none" spc="0" normalizeH="0" baseline="0" noProof="0">
                <a:ln>
                  <a:noFill/>
                </a:ln>
                <a:solidFill>
                  <a:srgbClr val="0408AC"/>
                </a:solidFill>
                <a:effectLst/>
                <a:uLnTx/>
                <a:uFillTx/>
                <a:latin typeface="Segoe Sans Display"/>
                <a:ea typeface="+mn-ea"/>
                <a:cs typeface="+mn-cs"/>
              </a:rPr>
              <a:t>GROUND</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a:ln>
                  <a:noFill/>
                </a:ln>
                <a:solidFill>
                  <a:srgbClr val="0408AC"/>
                </a:solidFill>
                <a:effectLst/>
                <a:uLnTx/>
                <a:uFillTx/>
                <a:latin typeface="Segoe Sans Display"/>
                <a:ea typeface="+mn-ea"/>
                <a:cs typeface="+mn-cs"/>
              </a:rPr>
              <a:t>Intelligence / Context Engineering</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Grounding, tools, memory, skills, and eval loops — context engineering is the new prompt engineering</a:t>
            </a:r>
          </a:p>
        </p:txBody>
      </p:sp>
      <p:sp>
        <p:nvSpPr>
          <p:cNvPr id="209" name="Freeform: Shape 208">
            <a:extLst>
              <a:ext uri="{FF2B5EF4-FFF2-40B4-BE49-F238E27FC236}">
                <a16:creationId xmlns:a16="http://schemas.microsoft.com/office/drawing/2014/main" id="{84E8D069-04B5-8742-E7C2-4137FC339142}"/>
              </a:ext>
            </a:extLst>
          </p:cNvPr>
          <p:cNvSpPr/>
          <p:nvPr/>
        </p:nvSpPr>
        <p:spPr>
          <a:xfrm rot="5400000">
            <a:off x="6028631" y="3200519"/>
            <a:ext cx="134737" cy="190500"/>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211" name="Freeform: Shape 210">
            <a:extLst>
              <a:ext uri="{FF2B5EF4-FFF2-40B4-BE49-F238E27FC236}">
                <a16:creationId xmlns:a16="http://schemas.microsoft.com/office/drawing/2014/main" id="{3DDF215D-72C8-3943-2D65-485DA3235CEF}"/>
              </a:ext>
            </a:extLst>
          </p:cNvPr>
          <p:cNvSpPr/>
          <p:nvPr/>
        </p:nvSpPr>
        <p:spPr>
          <a:xfrm rot="5400000">
            <a:off x="6028631" y="4700399"/>
            <a:ext cx="134737" cy="190500"/>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102" name="TrustDesc"/>
          <p:cNvSpPr txBox="1"/>
          <p:nvPr/>
        </p:nvSpPr>
        <p:spPr>
          <a:xfrm>
            <a:off x="11524580" y="2013101"/>
            <a:ext cx="138499" cy="4065215"/>
          </a:xfrm>
          <a:prstGeom prst="rect">
            <a:avLst/>
          </a:prstGeom>
          <a:noFill/>
        </p:spPr>
        <p:txBody>
          <a:bodyPr vert="vert270" wrap="non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408AC"/>
                </a:solidFill>
                <a:effectLst/>
                <a:uLnTx/>
                <a:uFillTx/>
                <a:latin typeface="Segoe Sans Display"/>
                <a:ea typeface="+mn-ea"/>
                <a:cs typeface="Segoe UI"/>
              </a:rPr>
              <a:t>Observability  •  Identity  •  Governance  •  Threat detection  •  Auto-optimization</a:t>
            </a:r>
          </a:p>
        </p:txBody>
      </p:sp>
      <p:sp>
        <p:nvSpPr>
          <p:cNvPr id="4" name="Title 3">
            <a:extLst>
              <a:ext uri="{FF2B5EF4-FFF2-40B4-BE49-F238E27FC236}">
                <a16:creationId xmlns:a16="http://schemas.microsoft.com/office/drawing/2014/main" id="{14903B07-C31E-B388-0500-63FE869CBE73}"/>
              </a:ext>
            </a:extLst>
          </p:cNvPr>
          <p:cNvSpPr>
            <a:spLocks noGrp="1"/>
          </p:cNvSpPr>
          <p:nvPr>
            <p:ph type="title"/>
          </p:nvPr>
        </p:nvSpPr>
        <p:spPr>
          <a:xfrm>
            <a:off x="419100" y="436330"/>
            <a:ext cx="11353799" cy="560426"/>
          </a:xfrm>
        </p:spPr>
        <p:txBody>
          <a:bodyPr vert="horz" lIns="0" tIns="0" rIns="0" bIns="0" rtlCol="0" anchor="t">
            <a:noAutofit/>
          </a:bodyPr>
          <a:lstStyle/>
          <a:p>
            <a:pPr algn="ctr" defTabSz="914400">
              <a:lnSpc>
                <a:spcPct val="90000"/>
              </a:lnSpc>
            </a:pPr>
            <a:r>
              <a:rPr lang="en-US" kern="1200" spc="0">
                <a:solidFill>
                  <a:prstClr val="black"/>
                </a:solidFill>
                <a:latin typeface="Segoe UI Semibold"/>
                <a:cs typeface="+mj-cs"/>
              </a:rPr>
              <a:t>The emergent agent architecture stack</a:t>
            </a:r>
          </a:p>
        </p:txBody>
      </p:sp>
      <p:sp>
        <p:nvSpPr>
          <p:cNvPr id="13" name="Rectangle: Rounded Corners 12">
            <a:extLst>
              <a:ext uri="{FF2B5EF4-FFF2-40B4-BE49-F238E27FC236}">
                <a16:creationId xmlns:a16="http://schemas.microsoft.com/office/drawing/2014/main" id="{D4BBD675-4E4C-DBE6-4C23-5BD24900AD2A}"/>
              </a:ext>
            </a:extLst>
          </p:cNvPr>
          <p:cNvSpPr/>
          <p:nvPr/>
        </p:nvSpPr>
        <p:spPr>
          <a:xfrm>
            <a:off x="9497823" y="1501632"/>
            <a:ext cx="1916937" cy="301768"/>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FFFFFF"/>
                </a:solidFill>
                <a:effectLst/>
                <a:uLnTx/>
                <a:uFillTx/>
                <a:latin typeface="Segoe Sans Display"/>
                <a:ea typeface="+mn-ea"/>
                <a:cs typeface="+mn-cs"/>
              </a:rPr>
              <a:t>TRUST + SECURITY</a:t>
            </a:r>
          </a:p>
        </p:txBody>
      </p:sp>
      <p:sp>
        <p:nvSpPr>
          <p:cNvPr id="103" name="TrustLeftLabel"/>
          <p:cNvSpPr txBox="1"/>
          <p:nvPr/>
        </p:nvSpPr>
        <p:spPr>
          <a:xfrm>
            <a:off x="528920" y="3459009"/>
            <a:ext cx="138499" cy="1173398"/>
          </a:xfrm>
          <a:prstGeom prst="rect">
            <a:avLst/>
          </a:prstGeom>
          <a:noFill/>
        </p:spPr>
        <p:txBody>
          <a:bodyPr vert="vert270" wrap="non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408AC"/>
                </a:solidFill>
                <a:effectLst/>
                <a:uLnTx/>
                <a:uFillTx/>
                <a:latin typeface="Segoe Sans Display"/>
                <a:ea typeface="+mn-ea"/>
                <a:cs typeface="+mn-cs"/>
              </a:rPr>
              <a:t>CONTROL &amp; GOVERN</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B927D-B22B-57FE-AA44-B07B33CAEC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91E21A-9962-33FA-658B-58318FF5E0A7}"/>
              </a:ext>
            </a:extLst>
          </p:cNvPr>
          <p:cNvSpPr>
            <a:spLocks noGrp="1"/>
          </p:cNvSpPr>
          <p:nvPr>
            <p:ph type="body" idx="1"/>
          </p:nvPr>
        </p:nvSpPr>
        <p:spPr>
          <a:xfrm>
            <a:off x="5695951" y="2457794"/>
            <a:ext cx="4800600" cy="430887"/>
          </a:xfrm>
        </p:spPr>
        <p:txBody>
          <a:bodyPr/>
          <a:lstStyle/>
          <a:p>
            <a:r>
              <a:rPr lang="en-US" sz="2800"/>
              <a:t>Making it real</a:t>
            </a:r>
          </a:p>
        </p:txBody>
      </p:sp>
      <p:sp>
        <p:nvSpPr>
          <p:cNvPr id="3" name="Title 2">
            <a:extLst>
              <a:ext uri="{FF2B5EF4-FFF2-40B4-BE49-F238E27FC236}">
                <a16:creationId xmlns:a16="http://schemas.microsoft.com/office/drawing/2014/main" id="{C1901CE6-61F4-5DA5-FA9E-1F5BFB00A214}"/>
              </a:ext>
            </a:extLst>
          </p:cNvPr>
          <p:cNvSpPr>
            <a:spLocks noGrp="1"/>
          </p:cNvSpPr>
          <p:nvPr>
            <p:ph type="title"/>
          </p:nvPr>
        </p:nvSpPr>
        <p:spPr>
          <a:xfrm>
            <a:off x="5695951" y="2213269"/>
            <a:ext cx="5066642" cy="2243691"/>
          </a:xfrm>
        </p:spPr>
        <p:txBody>
          <a:bodyPr/>
          <a:lstStyle/>
          <a:p>
            <a:r>
              <a:rPr lang="en-US" sz="5400">
                <a:solidFill>
                  <a:schemeClr val="tx1"/>
                </a:solidFill>
              </a:rPr>
              <a:t>How to build AI Agents today</a:t>
            </a:r>
          </a:p>
        </p:txBody>
      </p:sp>
    </p:spTree>
    <p:extLst>
      <p:ext uri="{BB962C8B-B14F-4D97-AF65-F5344CB8AC3E}">
        <p14:creationId xmlns:p14="http://schemas.microsoft.com/office/powerpoint/2010/main" val="40544005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55E9-49C3-B3AB-4539-ED2CE881390A}"/>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765C368-1878-2474-357B-04EACE600C79}"/>
              </a:ext>
            </a:extLst>
          </p:cNvPr>
          <p:cNvSpPr>
            <a:spLocks noGrp="1"/>
          </p:cNvSpPr>
          <p:nvPr>
            <p:ph type="title"/>
          </p:nvPr>
        </p:nvSpPr>
        <p:spPr>
          <a:xfrm>
            <a:off x="588263" y="457200"/>
            <a:ext cx="11018520" cy="677108"/>
          </a:xfrm>
        </p:spPr>
        <p:txBody>
          <a:bodyPr/>
          <a:lstStyle/>
          <a:p>
            <a:pPr algn="ctr"/>
            <a:r>
              <a:rPr lang="en-US" sz="4400">
                <a:latin typeface="Segoe UI Variable Display Semib" pitchFamily="2" charset="0"/>
              </a:rPr>
              <a:t>Build agents, your way</a:t>
            </a:r>
          </a:p>
        </p:txBody>
      </p:sp>
      <p:grpSp>
        <p:nvGrpSpPr>
          <p:cNvPr id="90" name="Group 89">
            <a:extLst>
              <a:ext uri="{FF2B5EF4-FFF2-40B4-BE49-F238E27FC236}">
                <a16:creationId xmlns:a16="http://schemas.microsoft.com/office/drawing/2014/main" id="{5A2FFB4B-C84A-EA87-5598-E01D001466DF}"/>
              </a:ext>
            </a:extLst>
          </p:cNvPr>
          <p:cNvGrpSpPr/>
          <p:nvPr/>
        </p:nvGrpSpPr>
        <p:grpSpPr>
          <a:xfrm>
            <a:off x="1282890" y="2373916"/>
            <a:ext cx="9626220" cy="3013626"/>
            <a:chOff x="1282890" y="2373916"/>
            <a:chExt cx="9626220" cy="3013626"/>
          </a:xfrm>
        </p:grpSpPr>
        <p:sp>
          <p:nvSpPr>
            <p:cNvPr id="91" name="Rounded Rectangle 11">
              <a:extLst>
                <a:ext uri="{FF2B5EF4-FFF2-40B4-BE49-F238E27FC236}">
                  <a16:creationId xmlns:a16="http://schemas.microsoft.com/office/drawing/2014/main" id="{E7118D21-D22F-D00F-B842-6A6960D324D1}"/>
                </a:ext>
                <a:ext uri="{C183D7F6-B498-43B3-948B-1728B52AA6E4}">
                  <adec:decorative xmlns:adec="http://schemas.microsoft.com/office/drawing/2017/decorative" val="1"/>
                </a:ext>
              </a:extLst>
            </p:cNvPr>
            <p:cNvSpPr>
              <a:spLocks/>
            </p:cNvSpPr>
            <p:nvPr/>
          </p:nvSpPr>
          <p:spPr bwMode="auto">
            <a:xfrm>
              <a:off x="1282890" y="2373916"/>
              <a:ext cx="9626220" cy="3013626"/>
            </a:xfrm>
            <a:prstGeom prst="roundRect">
              <a:avLst>
                <a:gd name="adj" fmla="val 8457"/>
              </a:avLst>
            </a:prstGeom>
            <a:solidFill>
              <a:srgbClr val="FFFFFF"/>
            </a:solidFill>
            <a:ln w="12700" cap="rnd"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Semilight"/>
                <a:ea typeface="+mn-ea"/>
                <a:cs typeface="Segoe UI" panose="020B0502040204020203" pitchFamily="34" charset="0"/>
              </a:endParaRPr>
            </a:p>
          </p:txBody>
        </p:sp>
        <p:sp>
          <p:nvSpPr>
            <p:cNvPr id="92" name="Freeform 51">
              <a:extLst>
                <a:ext uri="{FF2B5EF4-FFF2-40B4-BE49-F238E27FC236}">
                  <a16:creationId xmlns:a16="http://schemas.microsoft.com/office/drawing/2014/main" id="{1654D57A-C67E-A107-4EC2-993688C6F596}"/>
                </a:ext>
                <a:ext uri="{C183D7F6-B498-43B3-948B-1728B52AA6E4}">
                  <adec:decorative xmlns:adec="http://schemas.microsoft.com/office/drawing/2017/decorative" val="1"/>
                </a:ext>
              </a:extLst>
            </p:cNvPr>
            <p:cNvSpPr>
              <a:spLocks/>
            </p:cNvSpPr>
            <p:nvPr/>
          </p:nvSpPr>
          <p:spPr bwMode="auto">
            <a:xfrm>
              <a:off x="1282890" y="2373916"/>
              <a:ext cx="9626220" cy="1346768"/>
            </a:xfrm>
            <a:custGeom>
              <a:avLst/>
              <a:gdLst>
                <a:gd name="connsiteX0" fmla="*/ 254862 w 9626220"/>
                <a:gd name="connsiteY0" fmla="*/ 0 h 1346768"/>
                <a:gd name="connsiteX1" fmla="*/ 9371358 w 9626220"/>
                <a:gd name="connsiteY1" fmla="*/ 0 h 1346768"/>
                <a:gd name="connsiteX2" fmla="*/ 9626220 w 9626220"/>
                <a:gd name="connsiteY2" fmla="*/ 254862 h 1346768"/>
                <a:gd name="connsiteX3" fmla="*/ 9626220 w 9626220"/>
                <a:gd name="connsiteY3" fmla="*/ 1346768 h 1346768"/>
                <a:gd name="connsiteX4" fmla="*/ 0 w 9626220"/>
                <a:gd name="connsiteY4" fmla="*/ 1346768 h 1346768"/>
                <a:gd name="connsiteX5" fmla="*/ 0 w 9626220"/>
                <a:gd name="connsiteY5" fmla="*/ 254862 h 1346768"/>
                <a:gd name="connsiteX6" fmla="*/ 254862 w 9626220"/>
                <a:gd name="connsiteY6" fmla="*/ 0 h 134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6220" h="1346768">
                  <a:moveTo>
                    <a:pt x="254862" y="0"/>
                  </a:moveTo>
                  <a:lnTo>
                    <a:pt x="9371358" y="0"/>
                  </a:lnTo>
                  <a:cubicBezTo>
                    <a:pt x="9512114" y="0"/>
                    <a:pt x="9626220" y="114106"/>
                    <a:pt x="9626220" y="254862"/>
                  </a:cubicBezTo>
                  <a:lnTo>
                    <a:pt x="9626220" y="1346768"/>
                  </a:lnTo>
                  <a:lnTo>
                    <a:pt x="0" y="1346768"/>
                  </a:lnTo>
                  <a:lnTo>
                    <a:pt x="0" y="254862"/>
                  </a:lnTo>
                  <a:cubicBezTo>
                    <a:pt x="0" y="114106"/>
                    <a:pt x="114106" y="0"/>
                    <a:pt x="254862" y="0"/>
                  </a:cubicBezTo>
                  <a:close/>
                </a:path>
              </a:pathLst>
            </a:custGeom>
            <a:gradFill rotWithShape="1">
              <a:gsLst>
                <a:gs pos="0">
                  <a:srgbClr val="C495E6">
                    <a:alpha val="79000"/>
                  </a:srgbClr>
                </a:gs>
                <a:gs pos="99000">
                  <a:srgbClr val="2D92CC">
                    <a:alpha val="80000"/>
                  </a:srgbClr>
                </a:gs>
              </a:gsLst>
              <a:lin ang="4200000" scaled="0"/>
            </a:gradFill>
            <a:ln w="12700" cap="rnd"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Semilight"/>
                <a:ea typeface="+mn-ea"/>
                <a:cs typeface="Segoe UI" panose="020B0502040204020203" pitchFamily="34" charset="0"/>
              </a:endParaRPr>
            </a:p>
          </p:txBody>
        </p:sp>
      </p:grpSp>
      <p:sp>
        <p:nvSpPr>
          <p:cNvPr id="93" name="TextBox 92">
            <a:extLst>
              <a:ext uri="{FF2B5EF4-FFF2-40B4-BE49-F238E27FC236}">
                <a16:creationId xmlns:a16="http://schemas.microsoft.com/office/drawing/2014/main" id="{FF66B361-CF5C-1D1D-08A5-F95077D345D0}"/>
              </a:ext>
            </a:extLst>
          </p:cNvPr>
          <p:cNvSpPr txBox="1"/>
          <p:nvPr/>
        </p:nvSpPr>
        <p:spPr>
          <a:xfrm>
            <a:off x="5550783" y="4225906"/>
            <a:ext cx="2077021" cy="2769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Microsoft Foundry</a:t>
            </a:r>
          </a:p>
        </p:txBody>
      </p:sp>
      <p:sp>
        <p:nvSpPr>
          <p:cNvPr id="94" name="TextBox 93">
            <a:extLst>
              <a:ext uri="{FF2B5EF4-FFF2-40B4-BE49-F238E27FC236}">
                <a16:creationId xmlns:a16="http://schemas.microsoft.com/office/drawing/2014/main" id="{5AE17761-B6A4-97D4-8492-5D69A7ADA60A}"/>
              </a:ext>
            </a:extLst>
          </p:cNvPr>
          <p:cNvSpPr txBox="1"/>
          <p:nvPr/>
        </p:nvSpPr>
        <p:spPr>
          <a:xfrm>
            <a:off x="5755294" y="4555486"/>
            <a:ext cx="1068369" cy="215444"/>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Agent Service</a:t>
            </a:r>
          </a:p>
        </p:txBody>
      </p:sp>
      <p:sp>
        <p:nvSpPr>
          <p:cNvPr id="95" name="TextBox 94">
            <a:extLst>
              <a:ext uri="{FF2B5EF4-FFF2-40B4-BE49-F238E27FC236}">
                <a16:creationId xmlns:a16="http://schemas.microsoft.com/office/drawing/2014/main" id="{3BBA849A-AAE2-C10E-C875-7D9F316749B3}"/>
              </a:ext>
            </a:extLst>
          </p:cNvPr>
          <p:cNvSpPr txBox="1"/>
          <p:nvPr/>
        </p:nvSpPr>
        <p:spPr>
          <a:xfrm>
            <a:off x="8652832" y="4225906"/>
            <a:ext cx="1785067" cy="2769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Copilot Studio</a:t>
            </a:r>
          </a:p>
        </p:txBody>
      </p:sp>
      <p:sp>
        <p:nvSpPr>
          <p:cNvPr id="96" name="TextBox 95">
            <a:extLst>
              <a:ext uri="{FF2B5EF4-FFF2-40B4-BE49-F238E27FC236}">
                <a16:creationId xmlns:a16="http://schemas.microsoft.com/office/drawing/2014/main" id="{D6F304BF-7819-A2D7-55A3-2DA6095F65C4}"/>
              </a:ext>
            </a:extLst>
          </p:cNvPr>
          <p:cNvSpPr txBox="1"/>
          <p:nvPr/>
        </p:nvSpPr>
        <p:spPr>
          <a:xfrm>
            <a:off x="8638977" y="4555486"/>
            <a:ext cx="166552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Instant agent runtime</a:t>
            </a:r>
          </a:p>
        </p:txBody>
      </p:sp>
      <p:pic>
        <p:nvPicPr>
          <p:cNvPr id="100" name="Picture 99">
            <a:extLst>
              <a:ext uri="{FF2B5EF4-FFF2-40B4-BE49-F238E27FC236}">
                <a16:creationId xmlns:a16="http://schemas.microsoft.com/office/drawing/2014/main" id="{0FC5F661-3A40-4EF5-EB8F-E989BC8D1DB9}"/>
              </a:ext>
            </a:extLst>
          </p:cNvPr>
          <p:cNvPicPr>
            <a:picLocks noChangeAspect="1"/>
          </p:cNvPicPr>
          <p:nvPr/>
        </p:nvPicPr>
        <p:blipFill>
          <a:blip r:embed="rId3"/>
          <a:stretch>
            <a:fillRect/>
          </a:stretch>
        </p:blipFill>
        <p:spPr>
          <a:xfrm>
            <a:off x="1502599" y="4078993"/>
            <a:ext cx="775131" cy="775131"/>
          </a:xfrm>
          <a:prstGeom prst="rect">
            <a:avLst/>
          </a:prstGeom>
        </p:spPr>
      </p:pic>
      <p:sp>
        <p:nvSpPr>
          <p:cNvPr id="101" name="TextBox 100">
            <a:extLst>
              <a:ext uri="{FF2B5EF4-FFF2-40B4-BE49-F238E27FC236}">
                <a16:creationId xmlns:a16="http://schemas.microsoft.com/office/drawing/2014/main" id="{057D8853-A5CA-7949-534D-8BC82782C178}"/>
              </a:ext>
            </a:extLst>
          </p:cNvPr>
          <p:cNvSpPr txBox="1"/>
          <p:nvPr/>
        </p:nvSpPr>
        <p:spPr>
          <a:xfrm>
            <a:off x="2327017" y="4225906"/>
            <a:ext cx="2358450" cy="276999"/>
          </a:xfrm>
          <a:prstGeom prst="rect">
            <a:avLst/>
          </a:prstGeom>
          <a:noFill/>
          <a:ln>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GPUs &amp; Containers</a:t>
            </a:r>
          </a:p>
        </p:txBody>
      </p:sp>
      <p:sp>
        <p:nvSpPr>
          <p:cNvPr id="102" name="TextBox 101">
            <a:extLst>
              <a:ext uri="{FF2B5EF4-FFF2-40B4-BE49-F238E27FC236}">
                <a16:creationId xmlns:a16="http://schemas.microsoft.com/office/drawing/2014/main" id="{75E6E856-1487-ED4F-ECDE-4C33B8D64733}"/>
              </a:ext>
            </a:extLst>
          </p:cNvPr>
          <p:cNvSpPr txBox="1"/>
          <p:nvPr/>
        </p:nvSpPr>
        <p:spPr>
          <a:xfrm>
            <a:off x="2332881" y="4555486"/>
            <a:ext cx="2119363"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Bring your own frameworks</a:t>
            </a:r>
          </a:p>
        </p:txBody>
      </p:sp>
      <p:sp>
        <p:nvSpPr>
          <p:cNvPr id="103" name="TextBox 102">
            <a:extLst>
              <a:ext uri="{FF2B5EF4-FFF2-40B4-BE49-F238E27FC236}">
                <a16:creationId xmlns:a16="http://schemas.microsoft.com/office/drawing/2014/main" id="{0F82432C-917F-8BC6-CF63-62D339498884}"/>
              </a:ext>
            </a:extLst>
          </p:cNvPr>
          <p:cNvSpPr txBox="1"/>
          <p:nvPr/>
        </p:nvSpPr>
        <p:spPr>
          <a:xfrm>
            <a:off x="2332881" y="4002928"/>
            <a:ext cx="2208258" cy="169277"/>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1933"/>
                </a:solidFill>
                <a:effectLst/>
                <a:uLnTx/>
                <a:uFillTx/>
                <a:latin typeface="Segoe UI Semibold"/>
                <a:ea typeface="+mn-ea"/>
                <a:cs typeface="Segoe UI"/>
              </a:rPr>
              <a:t>Code handling every detail</a:t>
            </a:r>
            <a:endParaRPr kumimoji="0" lang="en-US" sz="1800" b="0" i="0" u="none" strike="noStrike" kern="1200" cap="none" spc="0" normalizeH="0" baseline="0" noProof="0">
              <a:ln>
                <a:noFill/>
              </a:ln>
              <a:solidFill>
                <a:srgbClr val="281933"/>
              </a:solidFill>
              <a:effectLst/>
              <a:uLnTx/>
              <a:uFillTx/>
              <a:latin typeface="Segoe UI Semilight"/>
              <a:ea typeface="+mn-ea"/>
              <a:cs typeface="+mn-cs"/>
            </a:endParaRPr>
          </a:p>
        </p:txBody>
      </p:sp>
      <p:sp>
        <p:nvSpPr>
          <p:cNvPr id="104" name="TextBox 103">
            <a:extLst>
              <a:ext uri="{FF2B5EF4-FFF2-40B4-BE49-F238E27FC236}">
                <a16:creationId xmlns:a16="http://schemas.microsoft.com/office/drawing/2014/main" id="{10419EE9-DFA4-9700-ABEB-7EC5FC11B0A6}"/>
              </a:ext>
            </a:extLst>
          </p:cNvPr>
          <p:cNvSpPr txBox="1"/>
          <p:nvPr/>
        </p:nvSpPr>
        <p:spPr>
          <a:xfrm>
            <a:off x="5537994" y="4018639"/>
            <a:ext cx="2208258" cy="169277"/>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1933"/>
                </a:solidFill>
                <a:effectLst/>
                <a:uLnTx/>
                <a:uFillTx/>
                <a:latin typeface="Segoe UI Semibold"/>
                <a:ea typeface="+mn-ea"/>
                <a:cs typeface="Segoe UI"/>
              </a:rPr>
              <a:t>Code with managed services </a:t>
            </a:r>
            <a:endParaRPr kumimoji="0" lang="en-US" sz="1100" b="0" i="0" u="none" strike="noStrike" kern="1200" cap="none" spc="0" normalizeH="0" baseline="0" noProof="0">
              <a:ln>
                <a:noFill/>
              </a:ln>
              <a:solidFill>
                <a:srgbClr val="281933"/>
              </a:solidFill>
              <a:effectLst/>
              <a:uLnTx/>
              <a:uFillTx/>
              <a:latin typeface="Segoe UI Semibold"/>
              <a:ea typeface="+mn-ea"/>
              <a:cs typeface="Segoe UI" panose="020B0502040204020203" pitchFamily="34" charset="0"/>
            </a:endParaRPr>
          </a:p>
        </p:txBody>
      </p:sp>
      <p:sp>
        <p:nvSpPr>
          <p:cNvPr id="105" name="TextBox 104">
            <a:extLst>
              <a:ext uri="{FF2B5EF4-FFF2-40B4-BE49-F238E27FC236}">
                <a16:creationId xmlns:a16="http://schemas.microsoft.com/office/drawing/2014/main" id="{0DAADF40-D431-0220-E9C3-C159B624E767}"/>
              </a:ext>
            </a:extLst>
          </p:cNvPr>
          <p:cNvSpPr txBox="1"/>
          <p:nvPr/>
        </p:nvSpPr>
        <p:spPr>
          <a:xfrm>
            <a:off x="8642240" y="4002928"/>
            <a:ext cx="2208258" cy="169277"/>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1933"/>
                </a:solidFill>
                <a:effectLst/>
                <a:uLnTx/>
                <a:uFillTx/>
                <a:latin typeface="Segoe UI Semibold"/>
                <a:ea typeface="+mn-ea"/>
                <a:cs typeface="Segoe UI"/>
              </a:rPr>
              <a:t>Drag and drop UI building</a:t>
            </a:r>
            <a:endParaRPr kumimoji="0" lang="en-US" sz="1100" b="0" i="0" u="none" strike="noStrike" kern="1200" cap="none" spc="0" normalizeH="0" baseline="0" noProof="0">
              <a:ln>
                <a:noFill/>
              </a:ln>
              <a:solidFill>
                <a:srgbClr val="281933"/>
              </a:solidFill>
              <a:effectLst/>
              <a:uLnTx/>
              <a:uFillTx/>
              <a:latin typeface="Segoe UI Semibold"/>
              <a:ea typeface="+mn-ea"/>
              <a:cs typeface="Segoe UI" panose="020B0502040204020203" pitchFamily="34" charset="0"/>
            </a:endParaRPr>
          </a:p>
        </p:txBody>
      </p:sp>
      <p:sp>
        <p:nvSpPr>
          <p:cNvPr id="106" name="TextBox 105">
            <a:extLst>
              <a:ext uri="{FF2B5EF4-FFF2-40B4-BE49-F238E27FC236}">
                <a16:creationId xmlns:a16="http://schemas.microsoft.com/office/drawing/2014/main" id="{B1B09197-EAE2-0542-65FB-D39E3F7B263C}"/>
              </a:ext>
            </a:extLst>
          </p:cNvPr>
          <p:cNvSpPr txBox="1"/>
          <p:nvPr/>
        </p:nvSpPr>
        <p:spPr>
          <a:xfrm>
            <a:off x="4163167" y="5901417"/>
            <a:ext cx="378804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Light"/>
                <a:ea typeface="+mn-ea"/>
                <a:cs typeface="+mn-cs"/>
              </a:rPr>
              <a:t>Control, visibility, and customization</a:t>
            </a:r>
          </a:p>
        </p:txBody>
      </p:sp>
      <p:cxnSp>
        <p:nvCxnSpPr>
          <p:cNvPr id="107" name="Straight Arrow Connector 106">
            <a:extLst>
              <a:ext uri="{FF2B5EF4-FFF2-40B4-BE49-F238E27FC236}">
                <a16:creationId xmlns:a16="http://schemas.microsoft.com/office/drawing/2014/main" id="{0E97C429-5860-91A9-1309-302BFCE62AB5}"/>
              </a:ext>
              <a:ext uri="{C183D7F6-B498-43B3-948B-1728B52AA6E4}">
                <adec:decorative xmlns:adec="http://schemas.microsoft.com/office/drawing/2017/decorative" val="1"/>
              </a:ext>
            </a:extLst>
          </p:cNvPr>
          <p:cNvCxnSpPr>
            <a:cxnSpLocks/>
          </p:cNvCxnSpPr>
          <p:nvPr/>
        </p:nvCxnSpPr>
        <p:spPr>
          <a:xfrm>
            <a:off x="1357707" y="5783970"/>
            <a:ext cx="9398962" cy="0"/>
          </a:xfrm>
          <a:prstGeom prst="straightConnector1">
            <a:avLst/>
          </a:prstGeom>
          <a:noFill/>
          <a:ln w="57150" cap="flat" cmpd="sng" algn="ctr">
            <a:gradFill flip="none" rotWithShape="1">
              <a:gsLst>
                <a:gs pos="0">
                  <a:srgbClr val="C03BC4">
                    <a:alpha val="0"/>
                  </a:srgbClr>
                </a:gs>
                <a:gs pos="99000">
                  <a:srgbClr val="C03BC4"/>
                </a:gs>
              </a:gsLst>
              <a:lin ang="10800000" scaled="1"/>
              <a:tileRect/>
            </a:gradFill>
            <a:prstDash val="solid"/>
            <a:headEnd type="arrow" w="lg" len="sm"/>
            <a:tailEnd type="none" w="lg" len="med"/>
          </a:ln>
          <a:effectLst/>
        </p:spPr>
      </p:cxnSp>
      <p:cxnSp>
        <p:nvCxnSpPr>
          <p:cNvPr id="108" name="Straight Arrow Connector 107">
            <a:extLst>
              <a:ext uri="{FF2B5EF4-FFF2-40B4-BE49-F238E27FC236}">
                <a16:creationId xmlns:a16="http://schemas.microsoft.com/office/drawing/2014/main" id="{2F724B9D-7DAE-9783-91E2-98A5C7858D42}"/>
              </a:ext>
              <a:ext uri="{C183D7F6-B498-43B3-948B-1728B52AA6E4}">
                <adec:decorative xmlns:adec="http://schemas.microsoft.com/office/drawing/2017/decorative" val="1"/>
              </a:ext>
            </a:extLst>
          </p:cNvPr>
          <p:cNvCxnSpPr>
            <a:cxnSpLocks/>
          </p:cNvCxnSpPr>
          <p:nvPr/>
        </p:nvCxnSpPr>
        <p:spPr>
          <a:xfrm flipH="1">
            <a:off x="1450936" y="2037731"/>
            <a:ext cx="9212505" cy="0"/>
          </a:xfrm>
          <a:prstGeom prst="straightConnector1">
            <a:avLst/>
          </a:prstGeom>
          <a:noFill/>
          <a:ln w="57150" cap="flat" cmpd="sng" algn="ctr">
            <a:gradFill flip="none" rotWithShape="1">
              <a:gsLst>
                <a:gs pos="0">
                  <a:srgbClr val="0078D4">
                    <a:alpha val="0"/>
                  </a:srgbClr>
                </a:gs>
                <a:gs pos="100000">
                  <a:srgbClr val="0078D4"/>
                </a:gs>
              </a:gsLst>
              <a:lin ang="10800000" scaled="1"/>
              <a:tileRect/>
            </a:gradFill>
            <a:prstDash val="solid"/>
            <a:headEnd type="arrow" w="lg" len="sm"/>
            <a:tailEnd type="none" w="lg" len="med"/>
          </a:ln>
          <a:effectLst/>
        </p:spPr>
      </p:cxnSp>
      <p:sp>
        <p:nvSpPr>
          <p:cNvPr id="109" name="TextBox 108">
            <a:extLst>
              <a:ext uri="{FF2B5EF4-FFF2-40B4-BE49-F238E27FC236}">
                <a16:creationId xmlns:a16="http://schemas.microsoft.com/office/drawing/2014/main" id="{6976EDCC-D490-8C40-53D1-8BFA66539A9C}"/>
              </a:ext>
            </a:extLst>
          </p:cNvPr>
          <p:cNvSpPr txBox="1"/>
          <p:nvPr/>
        </p:nvSpPr>
        <p:spPr>
          <a:xfrm>
            <a:off x="2945729" y="1576644"/>
            <a:ext cx="622291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Light"/>
                <a:ea typeface="+mn-ea"/>
                <a:cs typeface="+mn-cs"/>
              </a:rPr>
              <a:t>Platform integrations, ease-of-use, and development speed</a:t>
            </a:r>
          </a:p>
        </p:txBody>
      </p:sp>
      <p:sp>
        <p:nvSpPr>
          <p:cNvPr id="110" name="TextBox 109">
            <a:extLst>
              <a:ext uri="{FF2B5EF4-FFF2-40B4-BE49-F238E27FC236}">
                <a16:creationId xmlns:a16="http://schemas.microsoft.com/office/drawing/2014/main" id="{2B524C01-9FA6-6F66-7A14-E0527BE9D2D7}"/>
              </a:ext>
            </a:extLst>
          </p:cNvPr>
          <p:cNvSpPr txBox="1"/>
          <p:nvPr/>
        </p:nvSpPr>
        <p:spPr>
          <a:xfrm>
            <a:off x="2073708" y="2687921"/>
            <a:ext cx="2703646"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IaaS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11" name="TextBox 110">
            <a:extLst>
              <a:ext uri="{FF2B5EF4-FFF2-40B4-BE49-F238E27FC236}">
                <a16:creationId xmlns:a16="http://schemas.microsoft.com/office/drawing/2014/main" id="{6661ACF4-B351-FEAA-AF20-23521CBCC520}"/>
              </a:ext>
            </a:extLst>
          </p:cNvPr>
          <p:cNvSpPr txBox="1"/>
          <p:nvPr/>
        </p:nvSpPr>
        <p:spPr>
          <a:xfrm>
            <a:off x="5234447" y="2647163"/>
            <a:ext cx="2253962"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PaaS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12" name="TextBox 111">
            <a:extLst>
              <a:ext uri="{FF2B5EF4-FFF2-40B4-BE49-F238E27FC236}">
                <a16:creationId xmlns:a16="http://schemas.microsoft.com/office/drawing/2014/main" id="{0EF2ADC3-8E8B-FCE8-F892-BE0AA069CE85}"/>
              </a:ext>
            </a:extLst>
          </p:cNvPr>
          <p:cNvSpPr txBox="1"/>
          <p:nvPr/>
        </p:nvSpPr>
        <p:spPr>
          <a:xfrm>
            <a:off x="8132110" y="2674459"/>
            <a:ext cx="2253962"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SaaS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grpSp>
        <p:nvGrpSpPr>
          <p:cNvPr id="113" name="Graphic 8" descr="Gears with solid fill">
            <a:extLst>
              <a:ext uri="{FF2B5EF4-FFF2-40B4-BE49-F238E27FC236}">
                <a16:creationId xmlns:a16="http://schemas.microsoft.com/office/drawing/2014/main" id="{C3245D25-5A0B-EBD7-D4A3-6B6102596161}"/>
              </a:ext>
            </a:extLst>
          </p:cNvPr>
          <p:cNvGrpSpPr/>
          <p:nvPr/>
        </p:nvGrpSpPr>
        <p:grpSpPr>
          <a:xfrm rot="938220">
            <a:off x="5241765" y="2723640"/>
            <a:ext cx="420207" cy="508502"/>
            <a:chOff x="8459764" y="2473290"/>
            <a:chExt cx="621030" cy="751522"/>
          </a:xfrm>
          <a:solidFill>
            <a:schemeClr val="bg1"/>
          </a:solidFill>
          <a:effectLst>
            <a:outerShdw blurRad="63500" dist="12700" dir="2700000" algn="tl" rotWithShape="0">
              <a:prstClr val="black">
                <a:alpha val="10000"/>
              </a:prstClr>
            </a:outerShdw>
          </a:effectLst>
        </p:grpSpPr>
        <p:sp>
          <p:nvSpPr>
            <p:cNvPr id="114" name="Freeform: Shape 21">
              <a:extLst>
                <a:ext uri="{FF2B5EF4-FFF2-40B4-BE49-F238E27FC236}">
                  <a16:creationId xmlns:a16="http://schemas.microsoft.com/office/drawing/2014/main" id="{EF0D6082-4ECE-208C-26DD-A2630A23556F}"/>
                </a:ext>
              </a:extLst>
            </p:cNvPr>
            <p:cNvSpPr/>
            <p:nvPr/>
          </p:nvSpPr>
          <p:spPr>
            <a:xfrm>
              <a:off x="8675030" y="2473290"/>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Light"/>
                <a:ea typeface="+mn-ea"/>
                <a:cs typeface="+mn-cs"/>
              </a:endParaRPr>
            </a:p>
          </p:txBody>
        </p:sp>
        <p:sp>
          <p:nvSpPr>
            <p:cNvPr id="115" name="Freeform: Shape 23">
              <a:extLst>
                <a:ext uri="{FF2B5EF4-FFF2-40B4-BE49-F238E27FC236}">
                  <a16:creationId xmlns:a16="http://schemas.microsoft.com/office/drawing/2014/main" id="{76FEE28B-6EF1-22EB-21CD-CAE50EDD8649}"/>
                </a:ext>
              </a:extLst>
            </p:cNvPr>
            <p:cNvSpPr/>
            <p:nvPr/>
          </p:nvSpPr>
          <p:spPr>
            <a:xfrm>
              <a:off x="8459764" y="2820000"/>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Light"/>
                <a:ea typeface="+mn-ea"/>
                <a:cs typeface="+mn-cs"/>
              </a:endParaRPr>
            </a:p>
          </p:txBody>
        </p:sp>
      </p:grpSp>
      <p:sp>
        <p:nvSpPr>
          <p:cNvPr id="116" name="Graphic 12" descr="Cloud with solid fill">
            <a:extLst>
              <a:ext uri="{FF2B5EF4-FFF2-40B4-BE49-F238E27FC236}">
                <a16:creationId xmlns:a16="http://schemas.microsoft.com/office/drawing/2014/main" id="{1B2AF219-3B05-519E-2652-0E32B18EEAB5}"/>
              </a:ext>
            </a:extLst>
          </p:cNvPr>
          <p:cNvSpPr/>
          <p:nvPr/>
        </p:nvSpPr>
        <p:spPr>
          <a:xfrm>
            <a:off x="2298872" y="2877740"/>
            <a:ext cx="529429" cy="301430"/>
          </a:xfrm>
          <a:custGeom>
            <a:avLst/>
            <a:gdLst>
              <a:gd name="connsiteX0" fmla="*/ 689427 w 802774"/>
              <a:gd name="connsiteY0" fmla="*/ 227507 h 457059"/>
              <a:gd name="connsiteX1" fmla="*/ 679902 w 802774"/>
              <a:gd name="connsiteY1" fmla="*/ 227507 h 457059"/>
              <a:gd name="connsiteX2" fmla="*/ 679902 w 802774"/>
              <a:gd name="connsiteY2" fmla="*/ 227507 h 457059"/>
              <a:gd name="connsiteX3" fmla="*/ 619895 w 802774"/>
              <a:gd name="connsiteY3" fmla="*/ 111302 h 457059"/>
              <a:gd name="connsiteX4" fmla="*/ 489403 w 802774"/>
              <a:gd name="connsiteY4" fmla="*/ 93204 h 457059"/>
              <a:gd name="connsiteX5" fmla="*/ 296998 w 802774"/>
              <a:gd name="connsiteY5" fmla="*/ 4622 h 457059"/>
              <a:gd name="connsiteX6" fmla="*/ 165552 w 802774"/>
              <a:gd name="connsiteY6" fmla="*/ 170357 h 457059"/>
              <a:gd name="connsiteX7" fmla="*/ 165552 w 802774"/>
              <a:gd name="connsiteY7" fmla="*/ 172262 h 457059"/>
              <a:gd name="connsiteX8" fmla="*/ 28392 w 802774"/>
              <a:gd name="connsiteY8" fmla="*/ 227507 h 457059"/>
              <a:gd name="connsiteX9" fmla="*/ 13152 w 802774"/>
              <a:gd name="connsiteY9" fmla="*/ 374192 h 457059"/>
              <a:gd name="connsiteX10" fmla="*/ 136025 w 802774"/>
              <a:gd name="connsiteY10" fmla="*/ 456107 h 457059"/>
              <a:gd name="connsiteX11" fmla="*/ 136025 w 802774"/>
              <a:gd name="connsiteY11" fmla="*/ 457059 h 457059"/>
              <a:gd name="connsiteX12" fmla="*/ 688475 w 802774"/>
              <a:gd name="connsiteY12" fmla="*/ 457059 h 457059"/>
              <a:gd name="connsiteX13" fmla="*/ 802775 w 802774"/>
              <a:gd name="connsiteY13" fmla="*/ 342759 h 457059"/>
              <a:gd name="connsiteX14" fmla="*/ 689427 w 802774"/>
              <a:gd name="connsiteY14" fmla="*/ 227507 h 45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2774" h="457059">
                <a:moveTo>
                  <a:pt x="689427" y="227507"/>
                </a:moveTo>
                <a:cubicBezTo>
                  <a:pt x="686570" y="227507"/>
                  <a:pt x="682760" y="227507"/>
                  <a:pt x="679902" y="227507"/>
                </a:cubicBezTo>
                <a:cubicBezTo>
                  <a:pt x="679902" y="227507"/>
                  <a:pt x="679902" y="227507"/>
                  <a:pt x="679902" y="227507"/>
                </a:cubicBezTo>
                <a:cubicBezTo>
                  <a:pt x="679902" y="180834"/>
                  <a:pt x="657043" y="137972"/>
                  <a:pt x="619895" y="111302"/>
                </a:cubicBezTo>
                <a:cubicBezTo>
                  <a:pt x="581795" y="84632"/>
                  <a:pt x="533218" y="77964"/>
                  <a:pt x="489403" y="93204"/>
                </a:cubicBezTo>
                <a:cubicBezTo>
                  <a:pt x="453208" y="22719"/>
                  <a:pt x="373198" y="-13476"/>
                  <a:pt x="296998" y="4622"/>
                </a:cubicBezTo>
                <a:cubicBezTo>
                  <a:pt x="220797" y="22719"/>
                  <a:pt x="165552" y="91299"/>
                  <a:pt x="165552" y="170357"/>
                </a:cubicBezTo>
                <a:cubicBezTo>
                  <a:pt x="165552" y="170357"/>
                  <a:pt x="165552" y="171309"/>
                  <a:pt x="165552" y="172262"/>
                </a:cubicBezTo>
                <a:cubicBezTo>
                  <a:pt x="113165" y="163689"/>
                  <a:pt x="60777" y="185597"/>
                  <a:pt x="28392" y="227507"/>
                </a:cubicBezTo>
                <a:cubicBezTo>
                  <a:pt x="-3040" y="270369"/>
                  <a:pt x="-8755" y="326567"/>
                  <a:pt x="13152" y="374192"/>
                </a:cubicBezTo>
                <a:cubicBezTo>
                  <a:pt x="36012" y="421817"/>
                  <a:pt x="83637" y="453249"/>
                  <a:pt x="136025" y="456107"/>
                </a:cubicBezTo>
                <a:lnTo>
                  <a:pt x="136025" y="457059"/>
                </a:lnTo>
                <a:lnTo>
                  <a:pt x="688475" y="457059"/>
                </a:lnTo>
                <a:cubicBezTo>
                  <a:pt x="751340" y="457059"/>
                  <a:pt x="802775" y="405624"/>
                  <a:pt x="802775" y="342759"/>
                </a:cubicBezTo>
                <a:cubicBezTo>
                  <a:pt x="802775" y="279894"/>
                  <a:pt x="752293" y="227507"/>
                  <a:pt x="689427" y="227507"/>
                </a:cubicBezTo>
                <a:close/>
              </a:path>
            </a:pathLst>
          </a:custGeom>
          <a:solidFill>
            <a:schemeClr val="bg1"/>
          </a:solidFill>
          <a:ln w="9525" cap="flat">
            <a:noFill/>
            <a:prstDash val="solid"/>
            <a:miter/>
          </a:ln>
          <a:effectLst>
            <a:outerShdw blurRad="63500" dist="12700" dir="2700000" algn="tl" rotWithShape="0">
              <a:prstClr val="black">
                <a:alpha val="1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Light"/>
              <a:ea typeface="+mn-ea"/>
              <a:cs typeface="+mn-cs"/>
            </a:endParaRPr>
          </a:p>
        </p:txBody>
      </p:sp>
      <p:pic>
        <p:nvPicPr>
          <p:cNvPr id="117" name="Graphic 116" descr="Cursor with solid fill">
            <a:extLst>
              <a:ext uri="{FF2B5EF4-FFF2-40B4-BE49-F238E27FC236}">
                <a16:creationId xmlns:a16="http://schemas.microsoft.com/office/drawing/2014/main" id="{924AFCBE-554D-39ED-3C38-772A5BCD99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02446" y="2706638"/>
            <a:ext cx="585814" cy="585814"/>
          </a:xfrm>
          <a:prstGeom prst="rect">
            <a:avLst/>
          </a:prstGeom>
          <a:effectLst>
            <a:outerShdw blurRad="63500" dist="12700" dir="2700000" algn="tl" rotWithShape="0">
              <a:prstClr val="black">
                <a:alpha val="10000"/>
              </a:prstClr>
            </a:outerShdw>
          </a:effectLst>
        </p:spPr>
      </p:pic>
      <p:sp>
        <p:nvSpPr>
          <p:cNvPr id="118" name="TextBox 117">
            <a:extLst>
              <a:ext uri="{FF2B5EF4-FFF2-40B4-BE49-F238E27FC236}">
                <a16:creationId xmlns:a16="http://schemas.microsoft.com/office/drawing/2014/main" id="{F8518401-56F8-FE60-DE05-02EACB111996}"/>
              </a:ext>
            </a:extLst>
          </p:cNvPr>
          <p:cNvSpPr txBox="1"/>
          <p:nvPr/>
        </p:nvSpPr>
        <p:spPr>
          <a:xfrm>
            <a:off x="2173505" y="3240382"/>
            <a:ext cx="19591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Infrastructure-as-a-service</a:t>
            </a:r>
          </a:p>
        </p:txBody>
      </p:sp>
      <p:sp>
        <p:nvSpPr>
          <p:cNvPr id="119" name="TextBox 118">
            <a:extLst>
              <a:ext uri="{FF2B5EF4-FFF2-40B4-BE49-F238E27FC236}">
                <a16:creationId xmlns:a16="http://schemas.microsoft.com/office/drawing/2014/main" id="{ACDDD164-A6E8-BF02-C507-086877F040F8}"/>
              </a:ext>
            </a:extLst>
          </p:cNvPr>
          <p:cNvSpPr txBox="1"/>
          <p:nvPr/>
        </p:nvSpPr>
        <p:spPr>
          <a:xfrm>
            <a:off x="5322646" y="3240382"/>
            <a:ext cx="162897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Platform-as-a-service</a:t>
            </a:r>
          </a:p>
        </p:txBody>
      </p:sp>
      <p:sp>
        <p:nvSpPr>
          <p:cNvPr id="120" name="TextBox 119">
            <a:extLst>
              <a:ext uri="{FF2B5EF4-FFF2-40B4-BE49-F238E27FC236}">
                <a16:creationId xmlns:a16="http://schemas.microsoft.com/office/drawing/2014/main" id="{A5DE319A-29AB-7DDA-77B4-8452E670D316}"/>
              </a:ext>
            </a:extLst>
          </p:cNvPr>
          <p:cNvSpPr txBox="1"/>
          <p:nvPr/>
        </p:nvSpPr>
        <p:spPr>
          <a:xfrm>
            <a:off x="8312073" y="3243910"/>
            <a:ext cx="164500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Software-as-a-service</a:t>
            </a:r>
          </a:p>
        </p:txBody>
      </p:sp>
      <p:sp>
        <p:nvSpPr>
          <p:cNvPr id="121" name="Freeform 51">
            <a:extLst>
              <a:ext uri="{FF2B5EF4-FFF2-40B4-BE49-F238E27FC236}">
                <a16:creationId xmlns:a16="http://schemas.microsoft.com/office/drawing/2014/main" id="{98E3F7D1-4755-A75B-39F8-0E13F1FB9AFF}"/>
              </a:ext>
              <a:ext uri="{C183D7F6-B498-43B3-948B-1728B52AA6E4}">
                <adec:decorative xmlns:adec="http://schemas.microsoft.com/office/drawing/2017/decorative" val="1"/>
              </a:ext>
            </a:extLst>
          </p:cNvPr>
          <p:cNvSpPr>
            <a:spLocks/>
          </p:cNvSpPr>
          <p:nvPr/>
        </p:nvSpPr>
        <p:spPr bwMode="auto">
          <a:xfrm>
            <a:off x="1282890" y="2373916"/>
            <a:ext cx="9626220" cy="1346768"/>
          </a:xfrm>
          <a:custGeom>
            <a:avLst/>
            <a:gdLst>
              <a:gd name="connsiteX0" fmla="*/ 254862 w 9626220"/>
              <a:gd name="connsiteY0" fmla="*/ 0 h 1346768"/>
              <a:gd name="connsiteX1" fmla="*/ 9371358 w 9626220"/>
              <a:gd name="connsiteY1" fmla="*/ 0 h 1346768"/>
              <a:gd name="connsiteX2" fmla="*/ 9626220 w 9626220"/>
              <a:gd name="connsiteY2" fmla="*/ 254862 h 1346768"/>
              <a:gd name="connsiteX3" fmla="*/ 9626220 w 9626220"/>
              <a:gd name="connsiteY3" fmla="*/ 1346768 h 1346768"/>
              <a:gd name="connsiteX4" fmla="*/ 0 w 9626220"/>
              <a:gd name="connsiteY4" fmla="*/ 1346768 h 1346768"/>
              <a:gd name="connsiteX5" fmla="*/ 0 w 9626220"/>
              <a:gd name="connsiteY5" fmla="*/ 254862 h 1346768"/>
              <a:gd name="connsiteX6" fmla="*/ 254862 w 9626220"/>
              <a:gd name="connsiteY6" fmla="*/ 0 h 134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6220" h="1346768">
                <a:moveTo>
                  <a:pt x="254862" y="0"/>
                </a:moveTo>
                <a:lnTo>
                  <a:pt x="9371358" y="0"/>
                </a:lnTo>
                <a:cubicBezTo>
                  <a:pt x="9512114" y="0"/>
                  <a:pt x="9626220" y="114106"/>
                  <a:pt x="9626220" y="254862"/>
                </a:cubicBezTo>
                <a:lnTo>
                  <a:pt x="9626220" y="1346768"/>
                </a:lnTo>
                <a:lnTo>
                  <a:pt x="0" y="1346768"/>
                </a:lnTo>
                <a:lnTo>
                  <a:pt x="0" y="254862"/>
                </a:lnTo>
                <a:cubicBezTo>
                  <a:pt x="0" y="114106"/>
                  <a:pt x="114106" y="0"/>
                  <a:pt x="254862" y="0"/>
                </a:cubicBezTo>
                <a:close/>
              </a:path>
            </a:pathLst>
          </a:custGeom>
          <a:gradFill>
            <a:gsLst>
              <a:gs pos="0">
                <a:srgbClr val="C03BC4"/>
              </a:gs>
              <a:gs pos="99000">
                <a:srgbClr val="0078D4"/>
              </a:gs>
            </a:gsLst>
            <a:lin ang="4200000" scaled="0"/>
          </a:gradFill>
          <a:ln w="12700" cap="rnd"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mn-ea"/>
              <a:cs typeface="Segoe UI" panose="020B0502040204020203" pitchFamily="34" charset="0"/>
            </a:endParaRPr>
          </a:p>
        </p:txBody>
      </p:sp>
      <p:grpSp>
        <p:nvGrpSpPr>
          <p:cNvPr id="122" name="Group 121">
            <a:extLst>
              <a:ext uri="{FF2B5EF4-FFF2-40B4-BE49-F238E27FC236}">
                <a16:creationId xmlns:a16="http://schemas.microsoft.com/office/drawing/2014/main" id="{21B38B78-4054-A0A6-9DEB-8F8E2F415481}"/>
              </a:ext>
            </a:extLst>
          </p:cNvPr>
          <p:cNvGrpSpPr/>
          <p:nvPr/>
        </p:nvGrpSpPr>
        <p:grpSpPr>
          <a:xfrm>
            <a:off x="2274641" y="2687921"/>
            <a:ext cx="1959191" cy="829460"/>
            <a:chOff x="2173505" y="2687921"/>
            <a:chExt cx="1959191" cy="829460"/>
          </a:xfrm>
        </p:grpSpPr>
        <p:sp>
          <p:nvSpPr>
            <p:cNvPr id="123" name="TextBox 122">
              <a:extLst>
                <a:ext uri="{FF2B5EF4-FFF2-40B4-BE49-F238E27FC236}">
                  <a16:creationId xmlns:a16="http://schemas.microsoft.com/office/drawing/2014/main" id="{F992368F-B717-5354-8D51-636942FD9430}"/>
                </a:ext>
              </a:extLst>
            </p:cNvPr>
            <p:cNvSpPr txBox="1"/>
            <p:nvPr/>
          </p:nvSpPr>
          <p:spPr>
            <a:xfrm>
              <a:off x="2872322" y="2687921"/>
              <a:ext cx="1004292"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IaaS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24" name="Graphic 12" descr="Cloud with solid fill">
              <a:extLst>
                <a:ext uri="{FF2B5EF4-FFF2-40B4-BE49-F238E27FC236}">
                  <a16:creationId xmlns:a16="http://schemas.microsoft.com/office/drawing/2014/main" id="{2CF8B358-7962-5971-F0A0-3086FD2B1426}"/>
                </a:ext>
              </a:extLst>
            </p:cNvPr>
            <p:cNvSpPr/>
            <p:nvPr/>
          </p:nvSpPr>
          <p:spPr>
            <a:xfrm>
              <a:off x="2298872" y="2877740"/>
              <a:ext cx="529429" cy="301430"/>
            </a:xfrm>
            <a:custGeom>
              <a:avLst/>
              <a:gdLst>
                <a:gd name="connsiteX0" fmla="*/ 689427 w 802774"/>
                <a:gd name="connsiteY0" fmla="*/ 227507 h 457059"/>
                <a:gd name="connsiteX1" fmla="*/ 679902 w 802774"/>
                <a:gd name="connsiteY1" fmla="*/ 227507 h 457059"/>
                <a:gd name="connsiteX2" fmla="*/ 679902 w 802774"/>
                <a:gd name="connsiteY2" fmla="*/ 227507 h 457059"/>
                <a:gd name="connsiteX3" fmla="*/ 619895 w 802774"/>
                <a:gd name="connsiteY3" fmla="*/ 111302 h 457059"/>
                <a:gd name="connsiteX4" fmla="*/ 489403 w 802774"/>
                <a:gd name="connsiteY4" fmla="*/ 93204 h 457059"/>
                <a:gd name="connsiteX5" fmla="*/ 296998 w 802774"/>
                <a:gd name="connsiteY5" fmla="*/ 4622 h 457059"/>
                <a:gd name="connsiteX6" fmla="*/ 165552 w 802774"/>
                <a:gd name="connsiteY6" fmla="*/ 170357 h 457059"/>
                <a:gd name="connsiteX7" fmla="*/ 165552 w 802774"/>
                <a:gd name="connsiteY7" fmla="*/ 172262 h 457059"/>
                <a:gd name="connsiteX8" fmla="*/ 28392 w 802774"/>
                <a:gd name="connsiteY8" fmla="*/ 227507 h 457059"/>
                <a:gd name="connsiteX9" fmla="*/ 13152 w 802774"/>
                <a:gd name="connsiteY9" fmla="*/ 374192 h 457059"/>
                <a:gd name="connsiteX10" fmla="*/ 136025 w 802774"/>
                <a:gd name="connsiteY10" fmla="*/ 456107 h 457059"/>
                <a:gd name="connsiteX11" fmla="*/ 136025 w 802774"/>
                <a:gd name="connsiteY11" fmla="*/ 457059 h 457059"/>
                <a:gd name="connsiteX12" fmla="*/ 688475 w 802774"/>
                <a:gd name="connsiteY12" fmla="*/ 457059 h 457059"/>
                <a:gd name="connsiteX13" fmla="*/ 802775 w 802774"/>
                <a:gd name="connsiteY13" fmla="*/ 342759 h 457059"/>
                <a:gd name="connsiteX14" fmla="*/ 689427 w 802774"/>
                <a:gd name="connsiteY14" fmla="*/ 227507 h 45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2774" h="457059">
                  <a:moveTo>
                    <a:pt x="689427" y="227507"/>
                  </a:moveTo>
                  <a:cubicBezTo>
                    <a:pt x="686570" y="227507"/>
                    <a:pt x="682760" y="227507"/>
                    <a:pt x="679902" y="227507"/>
                  </a:cubicBezTo>
                  <a:cubicBezTo>
                    <a:pt x="679902" y="227507"/>
                    <a:pt x="679902" y="227507"/>
                    <a:pt x="679902" y="227507"/>
                  </a:cubicBezTo>
                  <a:cubicBezTo>
                    <a:pt x="679902" y="180834"/>
                    <a:pt x="657043" y="137972"/>
                    <a:pt x="619895" y="111302"/>
                  </a:cubicBezTo>
                  <a:cubicBezTo>
                    <a:pt x="581795" y="84632"/>
                    <a:pt x="533218" y="77964"/>
                    <a:pt x="489403" y="93204"/>
                  </a:cubicBezTo>
                  <a:cubicBezTo>
                    <a:pt x="453208" y="22719"/>
                    <a:pt x="373198" y="-13476"/>
                    <a:pt x="296998" y="4622"/>
                  </a:cubicBezTo>
                  <a:cubicBezTo>
                    <a:pt x="220797" y="22719"/>
                    <a:pt x="165552" y="91299"/>
                    <a:pt x="165552" y="170357"/>
                  </a:cubicBezTo>
                  <a:cubicBezTo>
                    <a:pt x="165552" y="170357"/>
                    <a:pt x="165552" y="171309"/>
                    <a:pt x="165552" y="172262"/>
                  </a:cubicBezTo>
                  <a:cubicBezTo>
                    <a:pt x="113165" y="163689"/>
                    <a:pt x="60777" y="185597"/>
                    <a:pt x="28392" y="227507"/>
                  </a:cubicBezTo>
                  <a:cubicBezTo>
                    <a:pt x="-3040" y="270369"/>
                    <a:pt x="-8755" y="326567"/>
                    <a:pt x="13152" y="374192"/>
                  </a:cubicBezTo>
                  <a:cubicBezTo>
                    <a:pt x="36012" y="421817"/>
                    <a:pt x="83637" y="453249"/>
                    <a:pt x="136025" y="456107"/>
                  </a:cubicBezTo>
                  <a:lnTo>
                    <a:pt x="136025" y="457059"/>
                  </a:lnTo>
                  <a:lnTo>
                    <a:pt x="688475" y="457059"/>
                  </a:lnTo>
                  <a:cubicBezTo>
                    <a:pt x="751340" y="457059"/>
                    <a:pt x="802775" y="405624"/>
                    <a:pt x="802775" y="342759"/>
                  </a:cubicBezTo>
                  <a:cubicBezTo>
                    <a:pt x="802775" y="279894"/>
                    <a:pt x="752293" y="227507"/>
                    <a:pt x="689427" y="227507"/>
                  </a:cubicBezTo>
                  <a:close/>
                </a:path>
              </a:pathLst>
            </a:custGeom>
            <a:solidFill>
              <a:schemeClr val="bg1"/>
            </a:solidFill>
            <a:ln w="9525" cap="flat">
              <a:noFill/>
              <a:prstDash val="solid"/>
              <a:miter/>
            </a:ln>
            <a:effectLst>
              <a:outerShdw blurRad="63500" dist="12700" dir="2700000" algn="tl" rotWithShape="0">
                <a:prstClr val="black">
                  <a:alpha val="1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Light"/>
                <a:ea typeface="+mn-ea"/>
                <a:cs typeface="+mn-cs"/>
              </a:endParaRPr>
            </a:p>
          </p:txBody>
        </p:sp>
        <p:sp>
          <p:nvSpPr>
            <p:cNvPr id="125" name="TextBox 124">
              <a:extLst>
                <a:ext uri="{FF2B5EF4-FFF2-40B4-BE49-F238E27FC236}">
                  <a16:creationId xmlns:a16="http://schemas.microsoft.com/office/drawing/2014/main" id="{659DEA10-21B7-5BEF-17A0-DD391206CFDB}"/>
                </a:ext>
              </a:extLst>
            </p:cNvPr>
            <p:cNvSpPr txBox="1"/>
            <p:nvPr/>
          </p:nvSpPr>
          <p:spPr>
            <a:xfrm>
              <a:off x="2173505" y="3240382"/>
              <a:ext cx="195919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Infrastructure-as-a-Service</a:t>
              </a:r>
            </a:p>
          </p:txBody>
        </p:sp>
      </p:grpSp>
      <p:grpSp>
        <p:nvGrpSpPr>
          <p:cNvPr id="126" name="Group 125">
            <a:extLst>
              <a:ext uri="{FF2B5EF4-FFF2-40B4-BE49-F238E27FC236}">
                <a16:creationId xmlns:a16="http://schemas.microsoft.com/office/drawing/2014/main" id="{9F47D99D-64BE-4DBB-321E-CB615856D644}"/>
              </a:ext>
            </a:extLst>
          </p:cNvPr>
          <p:cNvGrpSpPr/>
          <p:nvPr/>
        </p:nvGrpSpPr>
        <p:grpSpPr>
          <a:xfrm>
            <a:off x="5241074" y="2647163"/>
            <a:ext cx="1725883" cy="870218"/>
            <a:chOff x="5241765" y="2647163"/>
            <a:chExt cx="1725883" cy="870218"/>
          </a:xfrm>
        </p:grpSpPr>
        <p:grpSp>
          <p:nvGrpSpPr>
            <p:cNvPr id="127" name="Graphic 8" descr="Gears with solid fill">
              <a:extLst>
                <a:ext uri="{FF2B5EF4-FFF2-40B4-BE49-F238E27FC236}">
                  <a16:creationId xmlns:a16="http://schemas.microsoft.com/office/drawing/2014/main" id="{46C5A06C-AA26-2AAF-6524-DF708CD1360A}"/>
                </a:ext>
              </a:extLst>
            </p:cNvPr>
            <p:cNvGrpSpPr/>
            <p:nvPr/>
          </p:nvGrpSpPr>
          <p:grpSpPr>
            <a:xfrm rot="938220">
              <a:off x="5241765" y="2723640"/>
              <a:ext cx="420207" cy="508502"/>
              <a:chOff x="8459764" y="2473290"/>
              <a:chExt cx="621030" cy="751522"/>
            </a:xfrm>
            <a:solidFill>
              <a:schemeClr val="bg1"/>
            </a:solidFill>
            <a:effectLst>
              <a:outerShdw blurRad="63500" dist="12700" dir="2700000" algn="tl" rotWithShape="0">
                <a:prstClr val="black">
                  <a:alpha val="10000"/>
                </a:prstClr>
              </a:outerShdw>
            </a:effectLst>
          </p:grpSpPr>
          <p:sp>
            <p:nvSpPr>
              <p:cNvPr id="131" name="Freeform: Shape 21">
                <a:extLst>
                  <a:ext uri="{FF2B5EF4-FFF2-40B4-BE49-F238E27FC236}">
                    <a16:creationId xmlns:a16="http://schemas.microsoft.com/office/drawing/2014/main" id="{0C196851-E2D8-D31C-BBD6-F384C32388CF}"/>
                  </a:ext>
                </a:extLst>
              </p:cNvPr>
              <p:cNvSpPr/>
              <p:nvPr/>
            </p:nvSpPr>
            <p:spPr>
              <a:xfrm>
                <a:off x="8675030" y="2473290"/>
                <a:ext cx="405764" cy="404812"/>
              </a:xfrm>
              <a:custGeom>
                <a:avLst/>
                <a:gdLst>
                  <a:gd name="connsiteX0" fmla="*/ 202883 w 405764"/>
                  <a:gd name="connsiteY0" fmla="*/ 274320 h 404812"/>
                  <a:gd name="connsiteX1" fmla="*/ 131445 w 405764"/>
                  <a:gd name="connsiteY1" fmla="*/ 202883 h 404812"/>
                  <a:gd name="connsiteX2" fmla="*/ 202883 w 405764"/>
                  <a:gd name="connsiteY2" fmla="*/ 131445 h 404812"/>
                  <a:gd name="connsiteX3" fmla="*/ 274320 w 405764"/>
                  <a:gd name="connsiteY3" fmla="*/ 202883 h 404812"/>
                  <a:gd name="connsiteX4" fmla="*/ 202883 w 405764"/>
                  <a:gd name="connsiteY4" fmla="*/ 274320 h 404812"/>
                  <a:gd name="connsiteX5" fmla="*/ 363855 w 405764"/>
                  <a:gd name="connsiteY5" fmla="*/ 158115 h 404812"/>
                  <a:gd name="connsiteX6" fmla="*/ 348615 w 405764"/>
                  <a:gd name="connsiteY6" fmla="*/ 120968 h 404812"/>
                  <a:gd name="connsiteX7" fmla="*/ 363855 w 405764"/>
                  <a:gd name="connsiteY7" fmla="*/ 76200 h 404812"/>
                  <a:gd name="connsiteX8" fmla="*/ 329565 w 405764"/>
                  <a:gd name="connsiteY8" fmla="*/ 41910 h 404812"/>
                  <a:gd name="connsiteX9" fmla="*/ 284798 w 405764"/>
                  <a:gd name="connsiteY9" fmla="*/ 57150 h 404812"/>
                  <a:gd name="connsiteX10" fmla="*/ 247650 w 405764"/>
                  <a:gd name="connsiteY10" fmla="*/ 41910 h 404812"/>
                  <a:gd name="connsiteX11" fmla="*/ 226695 w 405764"/>
                  <a:gd name="connsiteY11" fmla="*/ 0 h 404812"/>
                  <a:gd name="connsiteX12" fmla="*/ 179070 w 405764"/>
                  <a:gd name="connsiteY12" fmla="*/ 0 h 404812"/>
                  <a:gd name="connsiteX13" fmla="*/ 158115 w 405764"/>
                  <a:gd name="connsiteY13" fmla="*/ 41910 h 404812"/>
                  <a:gd name="connsiteX14" fmla="*/ 120968 w 405764"/>
                  <a:gd name="connsiteY14" fmla="*/ 57150 h 404812"/>
                  <a:gd name="connsiteX15" fmla="*/ 76200 w 405764"/>
                  <a:gd name="connsiteY15" fmla="*/ 41910 h 404812"/>
                  <a:gd name="connsiteX16" fmla="*/ 41910 w 405764"/>
                  <a:gd name="connsiteY16" fmla="*/ 76200 h 404812"/>
                  <a:gd name="connsiteX17" fmla="*/ 57150 w 405764"/>
                  <a:gd name="connsiteY17" fmla="*/ 120968 h 404812"/>
                  <a:gd name="connsiteX18" fmla="*/ 41910 w 405764"/>
                  <a:gd name="connsiteY18" fmla="*/ 158115 h 404812"/>
                  <a:gd name="connsiteX19" fmla="*/ 0 w 405764"/>
                  <a:gd name="connsiteY19" fmla="*/ 179070 h 404812"/>
                  <a:gd name="connsiteX20" fmla="*/ 0 w 405764"/>
                  <a:gd name="connsiteY20" fmla="*/ 226695 h 404812"/>
                  <a:gd name="connsiteX21" fmla="*/ 41910 w 405764"/>
                  <a:gd name="connsiteY21" fmla="*/ 247650 h 404812"/>
                  <a:gd name="connsiteX22" fmla="*/ 57150 w 405764"/>
                  <a:gd name="connsiteY22" fmla="*/ 284798 h 404812"/>
                  <a:gd name="connsiteX23" fmla="*/ 41910 w 405764"/>
                  <a:gd name="connsiteY23" fmla="*/ 329565 h 404812"/>
                  <a:gd name="connsiteX24" fmla="*/ 75248 w 405764"/>
                  <a:gd name="connsiteY24" fmla="*/ 362903 h 404812"/>
                  <a:gd name="connsiteX25" fmla="*/ 120015 w 405764"/>
                  <a:gd name="connsiteY25" fmla="*/ 347663 h 404812"/>
                  <a:gd name="connsiteX26" fmla="*/ 157163 w 405764"/>
                  <a:gd name="connsiteY26" fmla="*/ 362903 h 404812"/>
                  <a:gd name="connsiteX27" fmla="*/ 178118 w 405764"/>
                  <a:gd name="connsiteY27" fmla="*/ 404813 h 404812"/>
                  <a:gd name="connsiteX28" fmla="*/ 225743 w 405764"/>
                  <a:gd name="connsiteY28" fmla="*/ 404813 h 404812"/>
                  <a:gd name="connsiteX29" fmla="*/ 246698 w 405764"/>
                  <a:gd name="connsiteY29" fmla="*/ 362903 h 404812"/>
                  <a:gd name="connsiteX30" fmla="*/ 283845 w 405764"/>
                  <a:gd name="connsiteY30" fmla="*/ 347663 h 404812"/>
                  <a:gd name="connsiteX31" fmla="*/ 328613 w 405764"/>
                  <a:gd name="connsiteY31" fmla="*/ 362903 h 404812"/>
                  <a:gd name="connsiteX32" fmla="*/ 362903 w 405764"/>
                  <a:gd name="connsiteY32" fmla="*/ 329565 h 404812"/>
                  <a:gd name="connsiteX33" fmla="*/ 347663 w 405764"/>
                  <a:gd name="connsiteY33" fmla="*/ 284798 h 404812"/>
                  <a:gd name="connsiteX34" fmla="*/ 363855 w 405764"/>
                  <a:gd name="connsiteY34" fmla="*/ 247650 h 404812"/>
                  <a:gd name="connsiteX35" fmla="*/ 405765 w 405764"/>
                  <a:gd name="connsiteY35" fmla="*/ 226695 h 404812"/>
                  <a:gd name="connsiteX36" fmla="*/ 405765 w 405764"/>
                  <a:gd name="connsiteY36" fmla="*/ 179070 h 404812"/>
                  <a:gd name="connsiteX37" fmla="*/ 363855 w 405764"/>
                  <a:gd name="connsiteY37" fmla="*/ 158115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Light"/>
                  <a:ea typeface="+mn-ea"/>
                  <a:cs typeface="+mn-cs"/>
                </a:endParaRPr>
              </a:p>
            </p:txBody>
          </p:sp>
          <p:sp>
            <p:nvSpPr>
              <p:cNvPr id="132" name="Freeform: Shape 23">
                <a:extLst>
                  <a:ext uri="{FF2B5EF4-FFF2-40B4-BE49-F238E27FC236}">
                    <a16:creationId xmlns:a16="http://schemas.microsoft.com/office/drawing/2014/main" id="{87B72F23-F09A-156A-46E6-C9BA7614A518}"/>
                  </a:ext>
                </a:extLst>
              </p:cNvPr>
              <p:cNvSpPr/>
              <p:nvPr/>
            </p:nvSpPr>
            <p:spPr>
              <a:xfrm>
                <a:off x="8459764" y="2820000"/>
                <a:ext cx="405765" cy="404812"/>
              </a:xfrm>
              <a:custGeom>
                <a:avLst/>
                <a:gdLst>
                  <a:gd name="connsiteX0" fmla="*/ 202883 w 405765"/>
                  <a:gd name="connsiteY0" fmla="*/ 274320 h 404812"/>
                  <a:gd name="connsiteX1" fmla="*/ 131445 w 405765"/>
                  <a:gd name="connsiteY1" fmla="*/ 202882 h 404812"/>
                  <a:gd name="connsiteX2" fmla="*/ 202883 w 405765"/>
                  <a:gd name="connsiteY2" fmla="*/ 131445 h 404812"/>
                  <a:gd name="connsiteX3" fmla="*/ 274320 w 405765"/>
                  <a:gd name="connsiteY3" fmla="*/ 202882 h 404812"/>
                  <a:gd name="connsiteX4" fmla="*/ 202883 w 405765"/>
                  <a:gd name="connsiteY4" fmla="*/ 274320 h 404812"/>
                  <a:gd name="connsiteX5" fmla="*/ 202883 w 405765"/>
                  <a:gd name="connsiteY5" fmla="*/ 274320 h 404812"/>
                  <a:gd name="connsiteX6" fmla="*/ 348615 w 405765"/>
                  <a:gd name="connsiteY6" fmla="*/ 120967 h 404812"/>
                  <a:gd name="connsiteX7" fmla="*/ 363855 w 405765"/>
                  <a:gd name="connsiteY7" fmla="*/ 76200 h 404812"/>
                  <a:gd name="connsiteX8" fmla="*/ 329565 w 405765"/>
                  <a:gd name="connsiteY8" fmla="*/ 41910 h 404812"/>
                  <a:gd name="connsiteX9" fmla="*/ 284798 w 405765"/>
                  <a:gd name="connsiteY9" fmla="*/ 57150 h 404812"/>
                  <a:gd name="connsiteX10" fmla="*/ 247650 w 405765"/>
                  <a:gd name="connsiteY10" fmla="*/ 41910 h 404812"/>
                  <a:gd name="connsiteX11" fmla="*/ 226695 w 405765"/>
                  <a:gd name="connsiteY11" fmla="*/ 0 h 404812"/>
                  <a:gd name="connsiteX12" fmla="*/ 179070 w 405765"/>
                  <a:gd name="connsiteY12" fmla="*/ 0 h 404812"/>
                  <a:gd name="connsiteX13" fmla="*/ 158115 w 405765"/>
                  <a:gd name="connsiteY13" fmla="*/ 41910 h 404812"/>
                  <a:gd name="connsiteX14" fmla="*/ 120968 w 405765"/>
                  <a:gd name="connsiteY14" fmla="*/ 57150 h 404812"/>
                  <a:gd name="connsiteX15" fmla="*/ 76200 w 405765"/>
                  <a:gd name="connsiteY15" fmla="*/ 41910 h 404812"/>
                  <a:gd name="connsiteX16" fmla="*/ 42863 w 405765"/>
                  <a:gd name="connsiteY16" fmla="*/ 75247 h 404812"/>
                  <a:gd name="connsiteX17" fmla="*/ 57150 w 405765"/>
                  <a:gd name="connsiteY17" fmla="*/ 120015 h 404812"/>
                  <a:gd name="connsiteX18" fmla="*/ 41910 w 405765"/>
                  <a:gd name="connsiteY18" fmla="*/ 157163 h 404812"/>
                  <a:gd name="connsiteX19" fmla="*/ 0 w 405765"/>
                  <a:gd name="connsiteY19" fmla="*/ 178117 h 404812"/>
                  <a:gd name="connsiteX20" fmla="*/ 0 w 405765"/>
                  <a:gd name="connsiteY20" fmla="*/ 225742 h 404812"/>
                  <a:gd name="connsiteX21" fmla="*/ 41910 w 405765"/>
                  <a:gd name="connsiteY21" fmla="*/ 246698 h 404812"/>
                  <a:gd name="connsiteX22" fmla="*/ 57150 w 405765"/>
                  <a:gd name="connsiteY22" fmla="*/ 283845 h 404812"/>
                  <a:gd name="connsiteX23" fmla="*/ 42863 w 405765"/>
                  <a:gd name="connsiteY23" fmla="*/ 328613 h 404812"/>
                  <a:gd name="connsiteX24" fmla="*/ 76200 w 405765"/>
                  <a:gd name="connsiteY24" fmla="*/ 361950 h 404812"/>
                  <a:gd name="connsiteX25" fmla="*/ 120968 w 405765"/>
                  <a:gd name="connsiteY25" fmla="*/ 347663 h 404812"/>
                  <a:gd name="connsiteX26" fmla="*/ 158115 w 405765"/>
                  <a:gd name="connsiteY26" fmla="*/ 362903 h 404812"/>
                  <a:gd name="connsiteX27" fmla="*/ 179070 w 405765"/>
                  <a:gd name="connsiteY27" fmla="*/ 404813 h 404812"/>
                  <a:gd name="connsiteX28" fmla="*/ 226695 w 405765"/>
                  <a:gd name="connsiteY28" fmla="*/ 404813 h 404812"/>
                  <a:gd name="connsiteX29" fmla="*/ 247650 w 405765"/>
                  <a:gd name="connsiteY29" fmla="*/ 362903 h 404812"/>
                  <a:gd name="connsiteX30" fmla="*/ 284798 w 405765"/>
                  <a:gd name="connsiteY30" fmla="*/ 347663 h 404812"/>
                  <a:gd name="connsiteX31" fmla="*/ 329565 w 405765"/>
                  <a:gd name="connsiteY31" fmla="*/ 362903 h 404812"/>
                  <a:gd name="connsiteX32" fmla="*/ 362903 w 405765"/>
                  <a:gd name="connsiteY32" fmla="*/ 328613 h 404812"/>
                  <a:gd name="connsiteX33" fmla="*/ 348615 w 405765"/>
                  <a:gd name="connsiteY33" fmla="*/ 284798 h 404812"/>
                  <a:gd name="connsiteX34" fmla="*/ 363855 w 405765"/>
                  <a:gd name="connsiteY34" fmla="*/ 247650 h 404812"/>
                  <a:gd name="connsiteX35" fmla="*/ 405765 w 405765"/>
                  <a:gd name="connsiteY35" fmla="*/ 226695 h 404812"/>
                  <a:gd name="connsiteX36" fmla="*/ 405765 w 405765"/>
                  <a:gd name="connsiteY36" fmla="*/ 179070 h 404812"/>
                  <a:gd name="connsiteX37" fmla="*/ 363855 w 405765"/>
                  <a:gd name="connsiteY37" fmla="*/ 158115 h 404812"/>
                  <a:gd name="connsiteX38" fmla="*/ 348615 w 405765"/>
                  <a:gd name="connsiteY38" fmla="*/ 120967 h 40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Light"/>
                  <a:ea typeface="+mn-ea"/>
                  <a:cs typeface="+mn-cs"/>
                </a:endParaRPr>
              </a:p>
            </p:txBody>
          </p:sp>
        </p:grpSp>
        <p:grpSp>
          <p:nvGrpSpPr>
            <p:cNvPr id="128" name="Group 127">
              <a:extLst>
                <a:ext uri="{FF2B5EF4-FFF2-40B4-BE49-F238E27FC236}">
                  <a16:creationId xmlns:a16="http://schemas.microsoft.com/office/drawing/2014/main" id="{982C3760-31AC-C402-385A-CA04360CCD03}"/>
                </a:ext>
              </a:extLst>
            </p:cNvPr>
            <p:cNvGrpSpPr/>
            <p:nvPr/>
          </p:nvGrpSpPr>
          <p:grpSpPr>
            <a:xfrm>
              <a:off x="5322646" y="2647163"/>
              <a:ext cx="1645002" cy="870218"/>
              <a:chOff x="5322646" y="2647163"/>
              <a:chExt cx="1645002" cy="870218"/>
            </a:xfrm>
          </p:grpSpPr>
          <p:sp>
            <p:nvSpPr>
              <p:cNvPr id="129" name="TextBox 128">
                <a:extLst>
                  <a:ext uri="{FF2B5EF4-FFF2-40B4-BE49-F238E27FC236}">
                    <a16:creationId xmlns:a16="http://schemas.microsoft.com/office/drawing/2014/main" id="{69A328EF-26FE-2C03-94F2-7069FC3E0239}"/>
                  </a:ext>
                </a:extLst>
              </p:cNvPr>
              <p:cNvSpPr txBox="1"/>
              <p:nvPr/>
            </p:nvSpPr>
            <p:spPr>
              <a:xfrm>
                <a:off x="5766749" y="2647163"/>
                <a:ext cx="1136471"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PaaS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130" name="TextBox 129">
                <a:extLst>
                  <a:ext uri="{FF2B5EF4-FFF2-40B4-BE49-F238E27FC236}">
                    <a16:creationId xmlns:a16="http://schemas.microsoft.com/office/drawing/2014/main" id="{A4C2A48A-7CF6-D91A-1EAF-8D8170D7BE78}"/>
                  </a:ext>
                </a:extLst>
              </p:cNvPr>
              <p:cNvSpPr txBox="1"/>
              <p:nvPr/>
            </p:nvSpPr>
            <p:spPr>
              <a:xfrm>
                <a:off x="5322646" y="3240382"/>
                <a:ext cx="164500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Platform-as-a-Service</a:t>
                </a:r>
              </a:p>
            </p:txBody>
          </p:sp>
        </p:grpSp>
      </p:grpSp>
      <p:grpSp>
        <p:nvGrpSpPr>
          <p:cNvPr id="133" name="Group 132">
            <a:extLst>
              <a:ext uri="{FF2B5EF4-FFF2-40B4-BE49-F238E27FC236}">
                <a16:creationId xmlns:a16="http://schemas.microsoft.com/office/drawing/2014/main" id="{541A8BF3-EB88-0967-E485-9DDC7A949ED8}"/>
              </a:ext>
            </a:extLst>
          </p:cNvPr>
          <p:cNvGrpSpPr/>
          <p:nvPr/>
        </p:nvGrpSpPr>
        <p:grpSpPr>
          <a:xfrm>
            <a:off x="8066473" y="2674459"/>
            <a:ext cx="1770659" cy="846450"/>
            <a:chOff x="8202446" y="2674459"/>
            <a:chExt cx="1770659" cy="846450"/>
          </a:xfrm>
        </p:grpSpPr>
        <p:sp>
          <p:nvSpPr>
            <p:cNvPr id="134" name="TextBox 133">
              <a:extLst>
                <a:ext uri="{FF2B5EF4-FFF2-40B4-BE49-F238E27FC236}">
                  <a16:creationId xmlns:a16="http://schemas.microsoft.com/office/drawing/2014/main" id="{76FFBA13-3848-18BA-BA6E-1CD47F8D9A23}"/>
                </a:ext>
              </a:extLst>
            </p:cNvPr>
            <p:cNvSpPr txBox="1"/>
            <p:nvPr/>
          </p:nvSpPr>
          <p:spPr>
            <a:xfrm>
              <a:off x="8741070" y="2674459"/>
              <a:ext cx="1152058" cy="615553"/>
            </a:xfrm>
            <a:prstGeom prst="rect">
              <a:avLst/>
            </a:prstGeom>
            <a:noFill/>
            <a:effectLst>
              <a:outerShdw blurRad="63500" dist="12700" dir="2700000" algn="tl" rotWithShape="0">
                <a:prstClr val="black">
                  <a:alpha val="10000"/>
                </a:prstClr>
              </a:outerShdw>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Segoe UI Semibold"/>
                  <a:ea typeface="+mn-ea"/>
                  <a:cs typeface="+mn-cs"/>
                </a:rPr>
                <a:t>SaaS</a:t>
              </a:r>
              <a:endParaRPr kumimoji="0" lang="en-US" sz="3200" b="0" i="0" u="none" strike="noStrike" kern="1200" cap="none" spc="0" normalizeH="0" baseline="0" noProof="0">
                <a:ln>
                  <a:noFill/>
                </a:ln>
                <a:solidFill>
                  <a:srgbClr val="FFFFFF"/>
                </a:solidFill>
                <a:effectLst/>
                <a:uLnTx/>
                <a:uFillTx/>
                <a:latin typeface="Segoe UI Semibold"/>
                <a:ea typeface="+mn-ea"/>
                <a:cs typeface="+mn-cs"/>
              </a:endParaRPr>
            </a:p>
          </p:txBody>
        </p:sp>
        <p:pic>
          <p:nvPicPr>
            <p:cNvPr id="135" name="Graphic 134" descr="Cursor with solid fill">
              <a:extLst>
                <a:ext uri="{FF2B5EF4-FFF2-40B4-BE49-F238E27FC236}">
                  <a16:creationId xmlns:a16="http://schemas.microsoft.com/office/drawing/2014/main" id="{136AA1AF-2F9E-D41D-77D2-E11E0D529F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02446" y="2706638"/>
              <a:ext cx="585814" cy="585814"/>
            </a:xfrm>
            <a:prstGeom prst="rect">
              <a:avLst/>
            </a:prstGeom>
            <a:effectLst>
              <a:outerShdw blurRad="63500" dist="12700" dir="2700000" algn="tl" rotWithShape="0">
                <a:prstClr val="black">
                  <a:alpha val="10000"/>
                </a:prstClr>
              </a:outerShdw>
            </a:effectLst>
          </p:spPr>
        </p:pic>
        <p:sp>
          <p:nvSpPr>
            <p:cNvPr id="136" name="TextBox 135">
              <a:extLst>
                <a:ext uri="{FF2B5EF4-FFF2-40B4-BE49-F238E27FC236}">
                  <a16:creationId xmlns:a16="http://schemas.microsoft.com/office/drawing/2014/main" id="{5D5F1F1C-7BAC-DFAB-2E79-0583079DBC1D}"/>
                </a:ext>
              </a:extLst>
            </p:cNvPr>
            <p:cNvSpPr txBox="1"/>
            <p:nvPr/>
          </p:nvSpPr>
          <p:spPr>
            <a:xfrm>
              <a:off x="8312073" y="3243910"/>
              <a:ext cx="16610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a:ea typeface="+mn-ea"/>
                  <a:cs typeface="+mn-cs"/>
                </a:rPr>
                <a:t>Software-as-a-Service</a:t>
              </a:r>
            </a:p>
          </p:txBody>
        </p:sp>
      </p:grpSp>
      <p:pic>
        <p:nvPicPr>
          <p:cNvPr id="2" name="Picture 1" descr="A blue ribbon on a black background&#10;&#10;AI-generated content may be incorrect.">
            <a:extLst>
              <a:ext uri="{FF2B5EF4-FFF2-40B4-BE49-F238E27FC236}">
                <a16:creationId xmlns:a16="http://schemas.microsoft.com/office/drawing/2014/main" id="{8011AC6F-860E-3358-7CDA-6E538FCE64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4021" y="3975851"/>
            <a:ext cx="1701979" cy="957364"/>
          </a:xfrm>
          <a:prstGeom prst="rect">
            <a:avLst/>
          </a:prstGeom>
        </p:spPr>
      </p:pic>
      <p:pic>
        <p:nvPicPr>
          <p:cNvPr id="3" name="Picture 2" descr="A blue logo with a black background&#10;&#10;AI-generated content may be incorrect.">
            <a:extLst>
              <a:ext uri="{FF2B5EF4-FFF2-40B4-BE49-F238E27FC236}">
                <a16:creationId xmlns:a16="http://schemas.microsoft.com/office/drawing/2014/main" id="{290DB33C-F959-8A04-1001-66135D16AC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0169" y="4555486"/>
            <a:ext cx="262244" cy="262244"/>
          </a:xfrm>
          <a:prstGeom prst="rect">
            <a:avLst/>
          </a:prstGeom>
        </p:spPr>
      </p:pic>
      <p:pic>
        <p:nvPicPr>
          <p:cNvPr id="5" name="Picture 4">
            <a:extLst>
              <a:ext uri="{FF2B5EF4-FFF2-40B4-BE49-F238E27FC236}">
                <a16:creationId xmlns:a16="http://schemas.microsoft.com/office/drawing/2014/main" id="{B13E73DE-B88C-7E21-01BC-D5D3016EBDD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056864" y="4150432"/>
            <a:ext cx="508949" cy="512776"/>
          </a:xfrm>
          <a:prstGeom prst="rect">
            <a:avLst/>
          </a:prstGeom>
          <a:effectLst/>
        </p:spPr>
      </p:pic>
    </p:spTree>
    <p:extLst>
      <p:ext uri="{BB962C8B-B14F-4D97-AF65-F5344CB8AC3E}">
        <p14:creationId xmlns:p14="http://schemas.microsoft.com/office/powerpoint/2010/main" val="380409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42" presetClass="path" presetSubtype="0" decel="100000" fill="hold" grpId="1" nodeType="withEffect">
                                  <p:stCondLst>
                                    <p:cond delay="0"/>
                                  </p:stCondLst>
                                  <p:childTnLst>
                                    <p:animMotion origin="layout" path="M -2.08333E-7 -2.22222E-6 L -2.08333E-7 0.03542 " pathEditMode="relative" rAng="0" ptsTypes="AA">
                                      <p:cBhvr>
                                        <p:cTn id="9" dur="700" spd="-100000" fill="hold"/>
                                        <p:tgtEl>
                                          <p:spTgt spid="1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57C6-07DC-5835-519A-E11C58126E6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F221D14-3EE8-9ADD-3111-88845AD30726}"/>
              </a:ext>
            </a:extLst>
          </p:cNvPr>
          <p:cNvSpPr txBox="1">
            <a:spLocks/>
          </p:cNvSpPr>
          <p:nvPr/>
        </p:nvSpPr>
        <p:spPr>
          <a:xfrm>
            <a:off x="2351314" y="457200"/>
            <a:ext cx="7492418"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Semibold"/>
                <a:ea typeface="+mj-ea"/>
                <a:cs typeface="+mj-cs"/>
              </a:rPr>
              <a:t>In each case, you provide a model, instructions, and tools</a:t>
            </a:r>
          </a:p>
        </p:txBody>
      </p:sp>
      <p:sp>
        <p:nvSpPr>
          <p:cNvPr id="8" name="Rounded Rectangle 11">
            <a:extLst>
              <a:ext uri="{FF2B5EF4-FFF2-40B4-BE49-F238E27FC236}">
                <a16:creationId xmlns:a16="http://schemas.microsoft.com/office/drawing/2014/main" id="{633FB10A-4F4A-7562-A7A5-781514C393EE}"/>
              </a:ext>
              <a:ext uri="{C183D7F6-B498-43B3-948B-1728B52AA6E4}">
                <adec:decorative xmlns:adec="http://schemas.microsoft.com/office/drawing/2017/decorative" val="1"/>
              </a:ext>
            </a:extLst>
          </p:cNvPr>
          <p:cNvSpPr>
            <a:spLocks/>
          </p:cNvSpPr>
          <p:nvPr/>
        </p:nvSpPr>
        <p:spPr bwMode="auto">
          <a:xfrm>
            <a:off x="634092" y="1787191"/>
            <a:ext cx="10923815" cy="885247"/>
          </a:xfrm>
          <a:prstGeom prst="roundRect">
            <a:avLst>
              <a:gd name="adj" fmla="val 50000"/>
            </a:avLst>
          </a:prstGeom>
          <a:noFill/>
          <a:ln w="47625" cap="rnd">
            <a:gradFill>
              <a:gsLst>
                <a:gs pos="100000">
                  <a:srgbClr val="339F6F">
                    <a:lumMod val="76000"/>
                    <a:lumOff val="24000"/>
                  </a:srgbClr>
                </a:gs>
                <a:gs pos="56000">
                  <a:schemeClr val="accent2">
                    <a:lumMod val="97000"/>
                    <a:lumOff val="3000"/>
                  </a:schemeClr>
                </a:gs>
                <a:gs pos="0">
                  <a:schemeClr val="accent1">
                    <a:lumMod val="99000"/>
                  </a:schemeClr>
                </a:gs>
              </a:gsLst>
              <a:lin ang="48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cxnSp>
        <p:nvCxnSpPr>
          <p:cNvPr id="17" name="Straight Connector 16">
            <a:extLst>
              <a:ext uri="{FF2B5EF4-FFF2-40B4-BE49-F238E27FC236}">
                <a16:creationId xmlns:a16="http://schemas.microsoft.com/office/drawing/2014/main" id="{01C5D90F-21F3-162C-20A0-7BA801FC734A}"/>
              </a:ext>
            </a:extLst>
          </p:cNvPr>
          <p:cNvCxnSpPr>
            <a:cxnSpLocks/>
          </p:cNvCxnSpPr>
          <p:nvPr/>
        </p:nvCxnSpPr>
        <p:spPr>
          <a:xfrm>
            <a:off x="7306838" y="1478943"/>
            <a:ext cx="1104908"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56C478-6A3C-7E74-98B3-40525343E1DA}"/>
              </a:ext>
            </a:extLst>
          </p:cNvPr>
          <p:cNvCxnSpPr>
            <a:cxnSpLocks/>
          </p:cNvCxnSpPr>
          <p:nvPr/>
        </p:nvCxnSpPr>
        <p:spPr>
          <a:xfrm>
            <a:off x="3804989" y="1478943"/>
            <a:ext cx="2418361"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85BFD35-5266-AF05-3991-588BA89CC283}"/>
              </a:ext>
            </a:extLst>
          </p:cNvPr>
          <p:cNvCxnSpPr>
            <a:cxnSpLocks/>
          </p:cNvCxnSpPr>
          <p:nvPr/>
        </p:nvCxnSpPr>
        <p:spPr>
          <a:xfrm>
            <a:off x="8030503" y="3002269"/>
            <a:ext cx="129989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23E00E19-B550-3D7E-8B25-32CE6218F51B}"/>
              </a:ext>
            </a:extLst>
          </p:cNvPr>
          <p:cNvGrpSpPr/>
          <p:nvPr/>
        </p:nvGrpSpPr>
        <p:grpSpPr>
          <a:xfrm>
            <a:off x="872688" y="2931736"/>
            <a:ext cx="10448279" cy="3395711"/>
            <a:chOff x="872688" y="2931736"/>
            <a:chExt cx="10448279" cy="3395711"/>
          </a:xfrm>
        </p:grpSpPr>
        <p:pic>
          <p:nvPicPr>
            <p:cNvPr id="21" name="Picture 20">
              <a:extLst>
                <a:ext uri="{FF2B5EF4-FFF2-40B4-BE49-F238E27FC236}">
                  <a16:creationId xmlns:a16="http://schemas.microsoft.com/office/drawing/2014/main" id="{B7185D18-94DC-1F67-EE2F-2B075DEDF407}"/>
                </a:ext>
              </a:extLst>
            </p:cNvPr>
            <p:cNvPicPr>
              <a:picLocks noChangeAspect="1"/>
            </p:cNvPicPr>
            <p:nvPr/>
          </p:nvPicPr>
          <p:blipFill>
            <a:blip r:embed="rId3"/>
            <a:stretch>
              <a:fillRect/>
            </a:stretch>
          </p:blipFill>
          <p:spPr>
            <a:xfrm>
              <a:off x="3954664" y="4110033"/>
              <a:ext cx="2993435" cy="2215237"/>
            </a:xfrm>
            <a:prstGeom prst="roundRect">
              <a:avLst>
                <a:gd name="adj" fmla="val 2908"/>
              </a:avLst>
            </a:prstGeom>
            <a:ln>
              <a:solidFill>
                <a:schemeClr val="bg1">
                  <a:lumMod val="75000"/>
                  <a:lumOff val="25000"/>
                </a:schemeClr>
              </a:solidFill>
            </a:ln>
            <a:effectLst>
              <a:outerShdw blurRad="254000" dist="38100" dir="2700000" algn="tl" rotWithShape="0">
                <a:prstClr val="black">
                  <a:alpha val="10000"/>
                </a:prstClr>
              </a:outerShdw>
            </a:effectLst>
          </p:spPr>
        </p:pic>
        <p:pic>
          <p:nvPicPr>
            <p:cNvPr id="22" name="Picture 21">
              <a:extLst>
                <a:ext uri="{FF2B5EF4-FFF2-40B4-BE49-F238E27FC236}">
                  <a16:creationId xmlns:a16="http://schemas.microsoft.com/office/drawing/2014/main" id="{6ED59E1F-6FAF-C9F1-F697-CCD547DF7166}"/>
                </a:ext>
              </a:extLst>
            </p:cNvPr>
            <p:cNvPicPr>
              <a:picLocks noChangeAspect="1"/>
            </p:cNvPicPr>
            <p:nvPr/>
          </p:nvPicPr>
          <p:blipFill>
            <a:blip r:embed="rId4"/>
            <a:srcRect l="2116" t="2367" r="3019" b="23652"/>
            <a:stretch>
              <a:fillRect/>
            </a:stretch>
          </p:blipFill>
          <p:spPr>
            <a:xfrm>
              <a:off x="6352596" y="2931736"/>
              <a:ext cx="1854699" cy="2773936"/>
            </a:xfrm>
            <a:prstGeom prst="roundRect">
              <a:avLst>
                <a:gd name="adj" fmla="val 3944"/>
              </a:avLst>
            </a:prstGeom>
            <a:ln>
              <a:solidFill>
                <a:schemeClr val="bg1">
                  <a:lumMod val="75000"/>
                  <a:lumOff val="25000"/>
                </a:schemeClr>
              </a:solidFill>
            </a:ln>
            <a:effectLst>
              <a:outerShdw blurRad="254000" dist="38100" dir="2700000" algn="tl" rotWithShape="0">
                <a:prstClr val="black">
                  <a:alpha val="10000"/>
                </a:prstClr>
              </a:outerShdw>
            </a:effectLst>
          </p:spPr>
        </p:pic>
        <p:pic>
          <p:nvPicPr>
            <p:cNvPr id="23" name="Picture 22">
              <a:extLst>
                <a:ext uri="{FF2B5EF4-FFF2-40B4-BE49-F238E27FC236}">
                  <a16:creationId xmlns:a16="http://schemas.microsoft.com/office/drawing/2014/main" id="{4A96CC99-8A90-C6AB-D9A9-4AA149D4C3E9}"/>
                </a:ext>
              </a:extLst>
            </p:cNvPr>
            <p:cNvPicPr>
              <a:picLocks noChangeAspect="1"/>
            </p:cNvPicPr>
            <p:nvPr/>
          </p:nvPicPr>
          <p:blipFill>
            <a:blip r:embed="rId5"/>
            <a:srcRect r="21181"/>
            <a:stretch>
              <a:fillRect/>
            </a:stretch>
          </p:blipFill>
          <p:spPr>
            <a:xfrm>
              <a:off x="872688" y="3213504"/>
              <a:ext cx="2765483" cy="2383243"/>
            </a:xfrm>
            <a:prstGeom prst="roundRect">
              <a:avLst>
                <a:gd name="adj" fmla="val 2715"/>
              </a:avLst>
            </a:prstGeom>
            <a:ln>
              <a:solidFill>
                <a:schemeClr val="bg1">
                  <a:lumMod val="75000"/>
                  <a:lumOff val="25000"/>
                </a:schemeClr>
              </a:solidFill>
            </a:ln>
            <a:effectLst>
              <a:outerShdw blurRad="254000" dist="38100" dir="2700000" algn="tl" rotWithShape="0">
                <a:prstClr val="black">
                  <a:alpha val="10000"/>
                </a:prstClr>
              </a:outerShdw>
            </a:effectLst>
          </p:spPr>
        </p:pic>
        <p:pic>
          <p:nvPicPr>
            <p:cNvPr id="24" name="Picture 23">
              <a:extLst>
                <a:ext uri="{FF2B5EF4-FFF2-40B4-BE49-F238E27FC236}">
                  <a16:creationId xmlns:a16="http://schemas.microsoft.com/office/drawing/2014/main" id="{07C72285-FF2E-892C-B536-8D7C3685AF1F}"/>
                </a:ext>
              </a:extLst>
            </p:cNvPr>
            <p:cNvPicPr>
              <a:picLocks noChangeAspect="1"/>
            </p:cNvPicPr>
            <p:nvPr/>
          </p:nvPicPr>
          <p:blipFill>
            <a:blip r:embed="rId6"/>
            <a:stretch>
              <a:fillRect/>
            </a:stretch>
          </p:blipFill>
          <p:spPr>
            <a:xfrm>
              <a:off x="8728868" y="2983495"/>
              <a:ext cx="2592099" cy="3036364"/>
            </a:xfrm>
            <a:prstGeom prst="roundRect">
              <a:avLst>
                <a:gd name="adj" fmla="val 3839"/>
              </a:avLst>
            </a:prstGeom>
            <a:ln>
              <a:solidFill>
                <a:schemeClr val="bg1">
                  <a:lumMod val="75000"/>
                  <a:lumOff val="25000"/>
                </a:schemeClr>
              </a:solidFill>
            </a:ln>
            <a:effectLst>
              <a:outerShdw blurRad="254000" dist="38100" dir="2700000" algn="tl" rotWithShape="0">
                <a:prstClr val="black">
                  <a:alpha val="10000"/>
                </a:prstClr>
              </a:outerShdw>
            </a:effectLst>
          </p:spPr>
        </p:pic>
        <p:sp>
          <p:nvSpPr>
            <p:cNvPr id="25" name="Rounded Rectangle 35">
              <a:extLst>
                <a:ext uri="{FF2B5EF4-FFF2-40B4-BE49-F238E27FC236}">
                  <a16:creationId xmlns:a16="http://schemas.microsoft.com/office/drawing/2014/main" id="{298E9BDA-6ABB-5D8B-2D4A-4F4C2814E9FC}"/>
                </a:ext>
              </a:extLst>
            </p:cNvPr>
            <p:cNvSpPr/>
            <p:nvPr/>
          </p:nvSpPr>
          <p:spPr>
            <a:xfrm>
              <a:off x="1467471" y="3993203"/>
              <a:ext cx="1496557" cy="143838"/>
            </a:xfrm>
            <a:prstGeom prst="round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26" name="Rounded Rectangle 36">
              <a:extLst>
                <a:ext uri="{FF2B5EF4-FFF2-40B4-BE49-F238E27FC236}">
                  <a16:creationId xmlns:a16="http://schemas.microsoft.com/office/drawing/2014/main" id="{8BA5589C-19B2-C672-7B67-088482063E6F}"/>
                </a:ext>
              </a:extLst>
            </p:cNvPr>
            <p:cNvSpPr/>
            <p:nvPr/>
          </p:nvSpPr>
          <p:spPr>
            <a:xfrm>
              <a:off x="6427950" y="5145732"/>
              <a:ext cx="1709183" cy="504212"/>
            </a:xfrm>
            <a:prstGeom prst="roundRect">
              <a:avLst>
                <a:gd name="adj" fmla="val 8516"/>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27" name="Rounded Rectangle 37">
              <a:extLst>
                <a:ext uri="{FF2B5EF4-FFF2-40B4-BE49-F238E27FC236}">
                  <a16:creationId xmlns:a16="http://schemas.microsoft.com/office/drawing/2014/main" id="{D5B4A86F-AB85-CD9F-3FBD-B24FDD2FBDA5}"/>
                </a:ext>
              </a:extLst>
            </p:cNvPr>
            <p:cNvSpPr/>
            <p:nvPr/>
          </p:nvSpPr>
          <p:spPr>
            <a:xfrm>
              <a:off x="8758363" y="5056692"/>
              <a:ext cx="2521625" cy="919838"/>
            </a:xfrm>
            <a:prstGeom prst="roundRect">
              <a:avLst>
                <a:gd name="adj" fmla="val 6592"/>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28" name="Rounded Rectangle 42">
              <a:extLst>
                <a:ext uri="{FF2B5EF4-FFF2-40B4-BE49-F238E27FC236}">
                  <a16:creationId xmlns:a16="http://schemas.microsoft.com/office/drawing/2014/main" id="{F8F84601-13EB-D683-516E-178520558616}"/>
                </a:ext>
              </a:extLst>
            </p:cNvPr>
            <p:cNvSpPr/>
            <p:nvPr/>
          </p:nvSpPr>
          <p:spPr>
            <a:xfrm>
              <a:off x="1280563" y="4784342"/>
              <a:ext cx="1496557" cy="143838"/>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4C1A3"/>
                </a:solidFill>
                <a:effectLst/>
                <a:uLnTx/>
                <a:uFillTx/>
                <a:latin typeface="Segoe UI Semilight"/>
                <a:ea typeface="+mn-ea"/>
                <a:cs typeface="+mn-cs"/>
              </a:endParaRPr>
            </a:p>
          </p:txBody>
        </p:sp>
        <p:sp>
          <p:nvSpPr>
            <p:cNvPr id="29" name="Rounded Rectangle 45">
              <a:extLst>
                <a:ext uri="{FF2B5EF4-FFF2-40B4-BE49-F238E27FC236}">
                  <a16:creationId xmlns:a16="http://schemas.microsoft.com/office/drawing/2014/main" id="{8F90E2C8-5A48-AE60-6A0D-35982301BB4E}"/>
                </a:ext>
              </a:extLst>
            </p:cNvPr>
            <p:cNvSpPr/>
            <p:nvPr/>
          </p:nvSpPr>
          <p:spPr>
            <a:xfrm>
              <a:off x="4192388" y="5864475"/>
              <a:ext cx="2787422" cy="135807"/>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4C1A3"/>
                </a:solidFill>
                <a:effectLst/>
                <a:uLnTx/>
                <a:uFillTx/>
                <a:latin typeface="Segoe UI Semilight"/>
                <a:ea typeface="+mn-ea"/>
                <a:cs typeface="+mn-cs"/>
              </a:endParaRPr>
            </a:p>
          </p:txBody>
        </p:sp>
        <p:sp>
          <p:nvSpPr>
            <p:cNvPr id="30" name="Rounded Rectangle 39">
              <a:extLst>
                <a:ext uri="{FF2B5EF4-FFF2-40B4-BE49-F238E27FC236}">
                  <a16:creationId xmlns:a16="http://schemas.microsoft.com/office/drawing/2014/main" id="{D2251D14-773A-A2D1-36F3-4919305875B7}"/>
                </a:ext>
              </a:extLst>
            </p:cNvPr>
            <p:cNvSpPr/>
            <p:nvPr/>
          </p:nvSpPr>
          <p:spPr>
            <a:xfrm>
              <a:off x="4192388" y="5998609"/>
              <a:ext cx="1039773" cy="144849"/>
            </a:xfrm>
            <a:prstGeom prst="roundRect">
              <a:avLst>
                <a:gd name="adj" fmla="val 16719"/>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31" name="Rounded Rectangle 49">
              <a:extLst>
                <a:ext uri="{FF2B5EF4-FFF2-40B4-BE49-F238E27FC236}">
                  <a16:creationId xmlns:a16="http://schemas.microsoft.com/office/drawing/2014/main" id="{3F78EFCB-C5CB-8C6B-ECF0-5DD4B9BAE0DB}"/>
                </a:ext>
              </a:extLst>
            </p:cNvPr>
            <p:cNvSpPr/>
            <p:nvPr/>
          </p:nvSpPr>
          <p:spPr>
            <a:xfrm>
              <a:off x="6478644" y="4266290"/>
              <a:ext cx="1460011" cy="135807"/>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4C1A3"/>
                </a:solidFill>
                <a:effectLst/>
                <a:uLnTx/>
                <a:uFillTx/>
                <a:latin typeface="Segoe UI Semilight"/>
                <a:ea typeface="+mn-ea"/>
                <a:cs typeface="+mn-cs"/>
              </a:endParaRPr>
            </a:p>
          </p:txBody>
        </p:sp>
        <p:sp>
          <p:nvSpPr>
            <p:cNvPr id="32" name="Rounded Rectangle 50">
              <a:extLst>
                <a:ext uri="{FF2B5EF4-FFF2-40B4-BE49-F238E27FC236}">
                  <a16:creationId xmlns:a16="http://schemas.microsoft.com/office/drawing/2014/main" id="{86C69F05-1A04-369A-546E-C11924603C3E}"/>
                </a:ext>
              </a:extLst>
            </p:cNvPr>
            <p:cNvSpPr/>
            <p:nvPr/>
          </p:nvSpPr>
          <p:spPr>
            <a:xfrm>
              <a:off x="8751784" y="4552578"/>
              <a:ext cx="2533219" cy="451738"/>
            </a:xfrm>
            <a:prstGeom prst="roundRect">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4C1A3"/>
                </a:solidFill>
                <a:effectLst/>
                <a:uLnTx/>
                <a:uFillTx/>
                <a:latin typeface="Segoe UI Semilight"/>
                <a:ea typeface="+mn-ea"/>
                <a:cs typeface="+mn-cs"/>
              </a:endParaRPr>
            </a:p>
          </p:txBody>
        </p:sp>
        <p:sp>
          <p:nvSpPr>
            <p:cNvPr id="33" name="Rounded Rectangle 52">
              <a:extLst>
                <a:ext uri="{FF2B5EF4-FFF2-40B4-BE49-F238E27FC236}">
                  <a16:creationId xmlns:a16="http://schemas.microsoft.com/office/drawing/2014/main" id="{2F3E3642-8EE6-04F0-5C60-9ABE810E9E3E}"/>
                </a:ext>
              </a:extLst>
            </p:cNvPr>
            <p:cNvSpPr/>
            <p:nvPr/>
          </p:nvSpPr>
          <p:spPr>
            <a:xfrm>
              <a:off x="2276711" y="3525715"/>
              <a:ext cx="542110" cy="138715"/>
            </a:xfrm>
            <a:prstGeom prst="roundRect">
              <a:avLst>
                <a:gd name="adj" fmla="val 33251"/>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34" name="Rounded Rectangle 53">
              <a:extLst>
                <a:ext uri="{FF2B5EF4-FFF2-40B4-BE49-F238E27FC236}">
                  <a16:creationId xmlns:a16="http://schemas.microsoft.com/office/drawing/2014/main" id="{C46CD0D5-61E5-DDC5-1DCF-18772A417FBC}"/>
                </a:ext>
              </a:extLst>
            </p:cNvPr>
            <p:cNvSpPr/>
            <p:nvPr/>
          </p:nvSpPr>
          <p:spPr>
            <a:xfrm>
              <a:off x="4192388" y="5666443"/>
              <a:ext cx="715628" cy="138715"/>
            </a:xfrm>
            <a:prstGeom prst="roundRect">
              <a:avLst>
                <a:gd name="adj" fmla="val 16492"/>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35" name="Rounded Rectangle 54">
              <a:extLst>
                <a:ext uri="{FF2B5EF4-FFF2-40B4-BE49-F238E27FC236}">
                  <a16:creationId xmlns:a16="http://schemas.microsoft.com/office/drawing/2014/main" id="{47BD5810-96D9-C730-94F6-6342BBA7DA36}"/>
                </a:ext>
              </a:extLst>
            </p:cNvPr>
            <p:cNvSpPr/>
            <p:nvPr/>
          </p:nvSpPr>
          <p:spPr>
            <a:xfrm>
              <a:off x="6443743" y="3810040"/>
              <a:ext cx="1711349" cy="229753"/>
            </a:xfrm>
            <a:prstGeom prst="roundRect">
              <a:avLst>
                <a:gd name="adj" fmla="val 16492"/>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36" name="TextBox 35">
              <a:extLst>
                <a:ext uri="{FF2B5EF4-FFF2-40B4-BE49-F238E27FC236}">
                  <a16:creationId xmlns:a16="http://schemas.microsoft.com/office/drawing/2014/main" id="{DF572C11-DD44-19B2-BDBE-C61F3191B755}"/>
                </a:ext>
              </a:extLst>
            </p:cNvPr>
            <p:cNvSpPr txBox="1"/>
            <p:nvPr/>
          </p:nvSpPr>
          <p:spPr>
            <a:xfrm>
              <a:off x="8844198" y="6096615"/>
              <a:ext cx="2361438"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UI Semilight"/>
                  <a:ea typeface="+mn-ea"/>
                  <a:cs typeface="+mn-cs"/>
                </a:rPr>
                <a:t>Copilot Studio manages the model for you</a:t>
              </a:r>
            </a:p>
          </p:txBody>
        </p:sp>
      </p:grpSp>
      <p:pic>
        <p:nvPicPr>
          <p:cNvPr id="37" name="Picture 36">
            <a:extLst>
              <a:ext uri="{FF2B5EF4-FFF2-40B4-BE49-F238E27FC236}">
                <a16:creationId xmlns:a16="http://schemas.microsoft.com/office/drawing/2014/main" id="{544A4571-B94E-6C60-6BA6-E2DD710FB229}"/>
              </a:ext>
            </a:extLst>
          </p:cNvPr>
          <p:cNvPicPr>
            <a:picLocks noChangeAspect="1"/>
          </p:cNvPicPr>
          <p:nvPr/>
        </p:nvPicPr>
        <p:blipFill>
          <a:blip r:embed="rId7"/>
          <a:stretch>
            <a:fillRect/>
          </a:stretch>
        </p:blipFill>
        <p:spPr>
          <a:xfrm>
            <a:off x="836169" y="1864721"/>
            <a:ext cx="703874" cy="703872"/>
          </a:xfrm>
          <a:prstGeom prst="rect">
            <a:avLst/>
          </a:prstGeom>
        </p:spPr>
      </p:pic>
      <p:sp>
        <p:nvSpPr>
          <p:cNvPr id="38" name="TextBox 37">
            <a:extLst>
              <a:ext uri="{FF2B5EF4-FFF2-40B4-BE49-F238E27FC236}">
                <a16:creationId xmlns:a16="http://schemas.microsoft.com/office/drawing/2014/main" id="{96F328FD-7D1C-8BBA-CC1E-F2DAC9843096}"/>
              </a:ext>
            </a:extLst>
          </p:cNvPr>
          <p:cNvSpPr txBox="1"/>
          <p:nvPr/>
        </p:nvSpPr>
        <p:spPr>
          <a:xfrm>
            <a:off x="1638813" y="1954085"/>
            <a:ext cx="2208258" cy="276999"/>
          </a:xfrm>
          <a:prstGeom prst="rect">
            <a:avLst/>
          </a:prstGeom>
          <a:noFill/>
          <a:ln>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GPUs &amp; Containers</a:t>
            </a:r>
          </a:p>
        </p:txBody>
      </p:sp>
      <p:sp>
        <p:nvSpPr>
          <p:cNvPr id="39" name="TextBox 38">
            <a:extLst>
              <a:ext uri="{FF2B5EF4-FFF2-40B4-BE49-F238E27FC236}">
                <a16:creationId xmlns:a16="http://schemas.microsoft.com/office/drawing/2014/main" id="{A70341B5-EED8-5BC8-DF31-B25862EE70DA}"/>
              </a:ext>
            </a:extLst>
          </p:cNvPr>
          <p:cNvSpPr txBox="1"/>
          <p:nvPr/>
        </p:nvSpPr>
        <p:spPr>
          <a:xfrm>
            <a:off x="1630822" y="2289416"/>
            <a:ext cx="2052934"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light" panose="020B0402040204020203" pitchFamily="34" charset="0"/>
                <a:ea typeface="+mn-ea"/>
                <a:cs typeface="Segoe UI Semilight" panose="020B0402040204020203" pitchFamily="34" charset="0"/>
              </a:rPr>
              <a:t>OSS LLMs and frameworks</a:t>
            </a:r>
          </a:p>
        </p:txBody>
      </p:sp>
      <p:sp>
        <p:nvSpPr>
          <p:cNvPr id="40" name="TextBox 39">
            <a:extLst>
              <a:ext uri="{FF2B5EF4-FFF2-40B4-BE49-F238E27FC236}">
                <a16:creationId xmlns:a16="http://schemas.microsoft.com/office/drawing/2014/main" id="{77E8BBF5-50B3-9DD4-87ED-7AA2C5A3043E}"/>
              </a:ext>
            </a:extLst>
          </p:cNvPr>
          <p:cNvSpPr txBox="1"/>
          <p:nvPr/>
        </p:nvSpPr>
        <p:spPr>
          <a:xfrm>
            <a:off x="5555933" y="1985067"/>
            <a:ext cx="2077021" cy="2769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Microsoft Foundry</a:t>
            </a:r>
          </a:p>
        </p:txBody>
      </p:sp>
      <p:sp>
        <p:nvSpPr>
          <p:cNvPr id="41" name="TextBox 40">
            <a:extLst>
              <a:ext uri="{FF2B5EF4-FFF2-40B4-BE49-F238E27FC236}">
                <a16:creationId xmlns:a16="http://schemas.microsoft.com/office/drawing/2014/main" id="{FE88E3BF-0D06-DF4E-0D54-302263513180}"/>
              </a:ext>
            </a:extLst>
          </p:cNvPr>
          <p:cNvSpPr txBox="1"/>
          <p:nvPr/>
        </p:nvSpPr>
        <p:spPr>
          <a:xfrm>
            <a:off x="5760444" y="2314647"/>
            <a:ext cx="1068369" cy="215444"/>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Agent Service</a:t>
            </a:r>
          </a:p>
        </p:txBody>
      </p:sp>
      <p:sp>
        <p:nvSpPr>
          <p:cNvPr id="42" name="TextBox 41">
            <a:extLst>
              <a:ext uri="{FF2B5EF4-FFF2-40B4-BE49-F238E27FC236}">
                <a16:creationId xmlns:a16="http://schemas.microsoft.com/office/drawing/2014/main" id="{762E7DCC-A677-6D16-DABE-57F8883F38FE}"/>
              </a:ext>
            </a:extLst>
          </p:cNvPr>
          <p:cNvSpPr txBox="1"/>
          <p:nvPr/>
        </p:nvSpPr>
        <p:spPr>
          <a:xfrm>
            <a:off x="9124631" y="1972694"/>
            <a:ext cx="1785067" cy="2769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Copilot Studio</a:t>
            </a:r>
          </a:p>
        </p:txBody>
      </p:sp>
      <p:sp>
        <p:nvSpPr>
          <p:cNvPr id="43" name="TextBox 42">
            <a:extLst>
              <a:ext uri="{FF2B5EF4-FFF2-40B4-BE49-F238E27FC236}">
                <a16:creationId xmlns:a16="http://schemas.microsoft.com/office/drawing/2014/main" id="{9020F7E1-338A-8D4D-CBC3-DCEB8D032308}"/>
              </a:ext>
            </a:extLst>
          </p:cNvPr>
          <p:cNvSpPr txBox="1"/>
          <p:nvPr/>
        </p:nvSpPr>
        <p:spPr>
          <a:xfrm>
            <a:off x="9110776" y="2302274"/>
            <a:ext cx="166552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Instant agent runtime</a:t>
            </a:r>
          </a:p>
        </p:txBody>
      </p:sp>
      <p:pic>
        <p:nvPicPr>
          <p:cNvPr id="46" name="Picture 45" descr="A blue ribbon on a black background&#10;&#10;AI-generated content may be incorrect.">
            <a:extLst>
              <a:ext uri="{FF2B5EF4-FFF2-40B4-BE49-F238E27FC236}">
                <a16:creationId xmlns:a16="http://schemas.microsoft.com/office/drawing/2014/main" id="{0938563E-67B2-8BF6-6262-5532C43CD5D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99171" y="1735012"/>
            <a:ext cx="1701979" cy="957364"/>
          </a:xfrm>
          <a:prstGeom prst="rect">
            <a:avLst/>
          </a:prstGeom>
        </p:spPr>
      </p:pic>
      <p:pic>
        <p:nvPicPr>
          <p:cNvPr id="47" name="Picture 46" descr="A blue logo with a black background&#10;&#10;AI-generated content may be incorrect.">
            <a:extLst>
              <a:ext uri="{FF2B5EF4-FFF2-40B4-BE49-F238E27FC236}">
                <a16:creationId xmlns:a16="http://schemas.microsoft.com/office/drawing/2014/main" id="{A2678DB1-8430-CDCB-2C95-530C048B09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55319" y="2314647"/>
            <a:ext cx="262244" cy="262244"/>
          </a:xfrm>
          <a:prstGeom prst="rect">
            <a:avLst/>
          </a:prstGeom>
        </p:spPr>
      </p:pic>
      <p:pic>
        <p:nvPicPr>
          <p:cNvPr id="48" name="Picture 47">
            <a:extLst>
              <a:ext uri="{FF2B5EF4-FFF2-40B4-BE49-F238E27FC236}">
                <a16:creationId xmlns:a16="http://schemas.microsoft.com/office/drawing/2014/main" id="{BCB44283-3AEA-5489-90B8-32219240E8C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528663" y="1897220"/>
            <a:ext cx="508949" cy="512776"/>
          </a:xfrm>
          <a:prstGeom prst="rect">
            <a:avLst/>
          </a:prstGeom>
          <a:effectLst/>
        </p:spPr>
      </p:pic>
    </p:spTree>
    <p:extLst>
      <p:ext uri="{BB962C8B-B14F-4D97-AF65-F5344CB8AC3E}">
        <p14:creationId xmlns:p14="http://schemas.microsoft.com/office/powerpoint/2010/main" val="168084815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2C353-4692-5032-A7EC-2249BF2E685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3EB47B4-CBAE-0DCD-28E8-45A23A63B1AE}"/>
              </a:ext>
            </a:extLst>
          </p:cNvPr>
          <p:cNvGraphicFramePr>
            <a:graphicFrameLocks noGrp="1"/>
          </p:cNvGraphicFramePr>
          <p:nvPr/>
        </p:nvGraphicFramePr>
        <p:xfrm>
          <a:off x="836169" y="2397138"/>
          <a:ext cx="10381112" cy="3390251"/>
        </p:xfrm>
        <a:graphic>
          <a:graphicData uri="http://schemas.openxmlformats.org/drawingml/2006/table">
            <a:tbl>
              <a:tblPr/>
              <a:tblGrid>
                <a:gridCol w="3152540">
                  <a:extLst>
                    <a:ext uri="{9D8B030D-6E8A-4147-A177-3AD203B41FA5}">
                      <a16:colId xmlns:a16="http://schemas.microsoft.com/office/drawing/2014/main" val="1600751799"/>
                    </a:ext>
                  </a:extLst>
                </a:gridCol>
                <a:gridCol w="4177364">
                  <a:extLst>
                    <a:ext uri="{9D8B030D-6E8A-4147-A177-3AD203B41FA5}">
                      <a16:colId xmlns:a16="http://schemas.microsoft.com/office/drawing/2014/main" val="1138032608"/>
                    </a:ext>
                  </a:extLst>
                </a:gridCol>
                <a:gridCol w="3051208">
                  <a:extLst>
                    <a:ext uri="{9D8B030D-6E8A-4147-A177-3AD203B41FA5}">
                      <a16:colId xmlns:a16="http://schemas.microsoft.com/office/drawing/2014/main" val="382424486"/>
                    </a:ext>
                  </a:extLst>
                </a:gridCol>
              </a:tblGrid>
              <a:tr h="684881">
                <a:tc gridSpan="3">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spcBef>
                          <a:spcPts val="1800"/>
                        </a:spcBef>
                      </a:pPr>
                      <a:endParaRPr lang="en-US" sz="1050">
                        <a:solidFill>
                          <a:schemeClr val="tx1"/>
                        </a:solidFill>
                        <a:latin typeface="+mj-lt"/>
                      </a:endParaRPr>
                    </a:p>
                    <a:p>
                      <a:pPr algn="ctr">
                        <a:spcBef>
                          <a:spcPts val="1800"/>
                        </a:spcBef>
                      </a:pPr>
                      <a:r>
                        <a:rPr lang="en-US" sz="1400" b="0" i="0">
                          <a:solidFill>
                            <a:schemeClr val="tx1"/>
                          </a:solidFill>
                          <a:latin typeface="Segoe UI" panose="020B0502040204020203" pitchFamily="34" charset="0"/>
                          <a:cs typeface="Segoe UI" panose="020B0502040204020203" pitchFamily="34" charset="0"/>
                        </a:rPr>
                        <a:t>Tool calling orchestration</a:t>
                      </a: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gradFill>
                      <a:gsLst>
                        <a:gs pos="100000">
                          <a:srgbClr val="8B95DD"/>
                        </a:gs>
                        <a:gs pos="0">
                          <a:srgbClr val="BB96E5"/>
                        </a:gs>
                      </a:gsLst>
                      <a:lin ang="4740000" scaled="0"/>
                    </a:gra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45929149"/>
                  </a:ext>
                </a:extLst>
              </a:tr>
              <a:tr h="400457">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b="1" i="0">
                          <a:latin typeface="Segoe UI Semibold" panose="020B0502040204020203" pitchFamily="34" charset="0"/>
                          <a:cs typeface="Segoe UI Semibold" panose="020B0502040204020203" pitchFamily="34" charset="0"/>
                        </a:rPr>
                        <a:t>Full control</a:t>
                      </a:r>
                    </a:p>
                  </a:txBody>
                  <a:tcPr anchor="ctr">
                    <a:lnL w="381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b="1" i="0">
                          <a:latin typeface="Segoe UI Semibold" panose="020B0502040204020203" pitchFamily="34" charset="0"/>
                          <a:cs typeface="Segoe UI Semibold" panose="020B0502040204020203" pitchFamily="34" charset="0"/>
                        </a:rPr>
                        <a:t>Choose your AI model</a:t>
                      </a:r>
                    </a:p>
                  </a:txBody>
                  <a:tcPr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b="1" i="0">
                          <a:latin typeface="Segoe UI Semibold" panose="020B0502040204020203" pitchFamily="34" charset="0"/>
                          <a:cs typeface="Segoe UI Semibold" panose="020B0502040204020203" pitchFamily="34" charset="0"/>
                        </a:rPr>
                        <a:t>Fully-managed</a:t>
                      </a:r>
                    </a:p>
                  </a:txBody>
                  <a:tcPr anchor="ctr">
                    <a:lnL>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65007854"/>
                  </a:ext>
                </a:extLst>
              </a:tr>
              <a:tr h="313904">
                <a:tc gridSpan="3">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400" b="0" i="0">
                          <a:solidFill>
                            <a:schemeClr val="tx1"/>
                          </a:solidFill>
                          <a:latin typeface="Segoe UI Semilight" panose="020B0402040204020203" pitchFamily="34" charset="0"/>
                          <a:cs typeface="Segoe UI Semilight" panose="020B0402040204020203" pitchFamily="34" charset="0"/>
                        </a:rPr>
                        <a:t>Conversation thread storage</a:t>
                      </a: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gradFill>
                      <a:gsLst>
                        <a:gs pos="0">
                          <a:srgbClr val="8E95DE"/>
                        </a:gs>
                        <a:gs pos="100000">
                          <a:srgbClr val="3A93CF"/>
                        </a:gs>
                      </a:gsLst>
                      <a:lin ang="4200000" scaled="0"/>
                    </a:gradFill>
                  </a:tcPr>
                </a:tc>
                <a:tc hMerge="1">
                  <a:txBody>
                    <a:bodyPr/>
                    <a:lstStyle/>
                    <a:p>
                      <a:pPr algn="ctr"/>
                      <a:endParaRPr lang="en-US"/>
                    </a:p>
                  </a:txBody>
                  <a:tcPr anchor="ctr"/>
                </a:tc>
                <a:tc hMerge="1">
                  <a:txBody>
                    <a:bodyPr/>
                    <a:lstStyle/>
                    <a:p>
                      <a:pPr algn="ctr"/>
                      <a:endParaRPr lang="en-US"/>
                    </a:p>
                  </a:txBody>
                  <a:tcPr anchor="ctr"/>
                </a:tc>
                <a:extLst>
                  <a:ext uri="{0D108BD9-81ED-4DB2-BD59-A6C34878D82A}">
                    <a16:rowId xmlns:a16="http://schemas.microsoft.com/office/drawing/2014/main" val="3149434608"/>
                  </a:ext>
                </a:extLst>
              </a:tr>
              <a:tr h="549332">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a:latin typeface="+mj-lt"/>
                        </a:rPr>
                        <a:t>Custom storage</a:t>
                      </a:r>
                    </a:p>
                  </a:txBody>
                  <a:tcPr anchor="ctr">
                    <a:lnL w="381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spcAft>
                          <a:spcPts val="300"/>
                        </a:spcAft>
                      </a:pPr>
                      <a:r>
                        <a:rPr lang="en-US" sz="1600">
                          <a:latin typeface="+mj-lt"/>
                        </a:rPr>
                        <a:t>BYO-storage</a:t>
                      </a:r>
                    </a:p>
                    <a:p>
                      <a:pPr algn="ctr">
                        <a:spcAft>
                          <a:spcPts val="300"/>
                        </a:spcAft>
                      </a:pPr>
                      <a:r>
                        <a:rPr lang="en-US" sz="1100" b="0" i="0">
                          <a:latin typeface="Segoe UI" panose="020B0502040204020203" pitchFamily="34" charset="0"/>
                          <a:cs typeface="Segoe UI" panose="020B0502040204020203" pitchFamily="34" charset="0"/>
                        </a:rPr>
                        <a:t>Cosmos DB</a:t>
                      </a:r>
                      <a:endParaRPr lang="en-US" sz="1600" b="0" i="0">
                        <a:latin typeface="Segoe UI" panose="020B0502040204020203" pitchFamily="34" charset="0"/>
                        <a:cs typeface="Segoe UI" panose="020B0502040204020203" pitchFamily="34" charset="0"/>
                      </a:endParaRPr>
                    </a:p>
                  </a:txBody>
                  <a:tcPr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a:latin typeface="+mj-lt"/>
                        </a:rPr>
                        <a:t>Fully-managed</a:t>
                      </a:r>
                    </a:p>
                  </a:txBody>
                  <a:tcPr anchor="ctr">
                    <a:lnL>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4587349"/>
                  </a:ext>
                </a:extLst>
              </a:tr>
              <a:tr h="313904">
                <a:tc gridSpan="3">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400" b="0" i="0">
                          <a:solidFill>
                            <a:schemeClr val="tx1"/>
                          </a:solidFill>
                          <a:latin typeface="Segoe UI Semilight" panose="020B0402040204020203" pitchFamily="34" charset="0"/>
                          <a:cs typeface="Segoe UI Semilight" panose="020B0402040204020203" pitchFamily="34" charset="0"/>
                        </a:rPr>
                        <a:t>Pricing</a:t>
                      </a:r>
                      <a:endParaRPr lang="en-US" sz="1600" b="0" i="0">
                        <a:solidFill>
                          <a:schemeClr val="tx1"/>
                        </a:solidFill>
                        <a:latin typeface="Segoe UI Semilight" panose="020B0402040204020203" pitchFamily="34" charset="0"/>
                        <a:cs typeface="Segoe UI Semilight" panose="020B0402040204020203" pitchFamily="34"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gradFill>
                      <a:gsLst>
                        <a:gs pos="100000">
                          <a:srgbClr val="3A93CF"/>
                        </a:gs>
                        <a:gs pos="0">
                          <a:srgbClr val="6694D6"/>
                        </a:gs>
                      </a:gsLst>
                      <a:lin ang="4740000" scaled="0"/>
                    </a:gradFill>
                  </a:tcPr>
                </a:tc>
                <a:tc hMerge="1">
                  <a:txBody>
                    <a:bodyPr/>
                    <a:lstStyle/>
                    <a:p>
                      <a:pPr algn="ctr">
                        <a:spcAft>
                          <a:spcPts val="300"/>
                        </a:spcAft>
                      </a:pPr>
                      <a:endParaRPr lang="en-US"/>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3587841"/>
                  </a:ext>
                </a:extLst>
              </a:tr>
              <a:tr h="373078">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a:latin typeface="+mj-lt"/>
                        </a:rPr>
                        <a:t>Per token + compute</a:t>
                      </a:r>
                    </a:p>
                  </a:txBody>
                  <a:tcPr anchor="ctr">
                    <a:lnL w="381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spcAft>
                          <a:spcPts val="300"/>
                        </a:spcAft>
                      </a:pPr>
                      <a:r>
                        <a:rPr lang="en-US" sz="1600">
                          <a:latin typeface="+mj-lt"/>
                        </a:rPr>
                        <a:t>Per token</a:t>
                      </a:r>
                    </a:p>
                  </a:txBody>
                  <a:tcPr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a:latin typeface="+mj-lt"/>
                        </a:rPr>
                        <a:t>Per message</a:t>
                      </a:r>
                    </a:p>
                  </a:txBody>
                  <a:tcPr anchor="ctr">
                    <a:lnL>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26231972"/>
                  </a:ext>
                </a:extLst>
              </a:tr>
              <a:tr h="373078">
                <a:tc gridSpan="3">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400">
                          <a:solidFill>
                            <a:schemeClr val="tx1"/>
                          </a:solidFill>
                          <a:latin typeface="+mn-lt"/>
                        </a:rPr>
                        <a:t>Development environment</a:t>
                      </a: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94D4"/>
                    </a:solidFill>
                  </a:tcPr>
                </a:tc>
                <a:tc hMerge="1">
                  <a:txBody>
                    <a:bodyPr/>
                    <a:lstStyle/>
                    <a:p>
                      <a:pPr algn="ctr">
                        <a:spcAft>
                          <a:spcPts val="300"/>
                        </a:spcAft>
                      </a:pPr>
                      <a:endParaRPr lang="en-US">
                        <a:latin typeface="+mj-lt"/>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a:latin typeface="+mj-lt"/>
                      </a:endParaRPr>
                    </a:p>
                  </a:txBody>
                  <a:tcPr anchor="ctr">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1144526"/>
                  </a:ext>
                </a:extLst>
              </a:tr>
              <a:tr h="373078">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a:latin typeface="+mj-lt"/>
                        </a:rPr>
                        <a:t>VS Code + GitHub</a:t>
                      </a:r>
                    </a:p>
                  </a:txBody>
                  <a:tcPr anchor="ctr">
                    <a:lnL w="381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spcAft>
                          <a:spcPts val="300"/>
                        </a:spcAft>
                      </a:pPr>
                      <a:r>
                        <a:rPr lang="en-US" sz="1600">
                          <a:latin typeface="+mj-lt"/>
                        </a:rPr>
                        <a:t>VS Code +GitHub + Foundry portal</a:t>
                      </a:r>
                    </a:p>
                  </a:txBody>
                  <a:tcPr anchor="ctr">
                    <a:lnL>
                      <a:noFill/>
                    </a:lnL>
                    <a:lnR>
                      <a:noFill/>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sz="1800" kern="1200">
                          <a:solidFill>
                            <a:schemeClr val="dk1"/>
                          </a:solidFill>
                          <a:latin typeface="Segoe UI Semilight"/>
                        </a:defRPr>
                      </a:lvl1pPr>
                      <a:lvl2pPr marL="466371" algn="l" defTabSz="932742" rtl="0" eaLnBrk="1" latinLnBrk="0" hangingPunct="1">
                        <a:defRPr sz="1800" kern="1200">
                          <a:solidFill>
                            <a:schemeClr val="dk1"/>
                          </a:solidFill>
                          <a:latin typeface="Segoe UI Semilight"/>
                        </a:defRPr>
                      </a:lvl2pPr>
                      <a:lvl3pPr marL="932742" algn="l" defTabSz="932742" rtl="0" eaLnBrk="1" latinLnBrk="0" hangingPunct="1">
                        <a:defRPr sz="1800" kern="1200">
                          <a:solidFill>
                            <a:schemeClr val="dk1"/>
                          </a:solidFill>
                          <a:latin typeface="Segoe UI Semilight"/>
                        </a:defRPr>
                      </a:lvl3pPr>
                      <a:lvl4pPr marL="1399113" algn="l" defTabSz="932742" rtl="0" eaLnBrk="1" latinLnBrk="0" hangingPunct="1">
                        <a:defRPr sz="1800" kern="1200">
                          <a:solidFill>
                            <a:schemeClr val="dk1"/>
                          </a:solidFill>
                          <a:latin typeface="Segoe UI Semilight"/>
                        </a:defRPr>
                      </a:lvl4pPr>
                      <a:lvl5pPr marL="1865484" algn="l" defTabSz="932742" rtl="0" eaLnBrk="1" latinLnBrk="0" hangingPunct="1">
                        <a:defRPr sz="1800" kern="1200">
                          <a:solidFill>
                            <a:schemeClr val="dk1"/>
                          </a:solidFill>
                          <a:latin typeface="Segoe UI Semilight"/>
                        </a:defRPr>
                      </a:lvl5pPr>
                      <a:lvl6pPr marL="2331856" algn="l" defTabSz="932742" rtl="0" eaLnBrk="1" latinLnBrk="0" hangingPunct="1">
                        <a:defRPr sz="1800" kern="1200">
                          <a:solidFill>
                            <a:schemeClr val="dk1"/>
                          </a:solidFill>
                          <a:latin typeface="Segoe UI Semilight"/>
                        </a:defRPr>
                      </a:lvl6pPr>
                      <a:lvl7pPr marL="2798226" algn="l" defTabSz="932742" rtl="0" eaLnBrk="1" latinLnBrk="0" hangingPunct="1">
                        <a:defRPr sz="1800" kern="1200">
                          <a:solidFill>
                            <a:schemeClr val="dk1"/>
                          </a:solidFill>
                          <a:latin typeface="Segoe UI Semilight"/>
                        </a:defRPr>
                      </a:lvl7pPr>
                      <a:lvl8pPr marL="3264597" algn="l" defTabSz="932742" rtl="0" eaLnBrk="1" latinLnBrk="0" hangingPunct="1">
                        <a:defRPr sz="1800" kern="1200">
                          <a:solidFill>
                            <a:schemeClr val="dk1"/>
                          </a:solidFill>
                          <a:latin typeface="Segoe UI Semilight"/>
                        </a:defRPr>
                      </a:lvl8pPr>
                      <a:lvl9pPr marL="3730969" algn="l" defTabSz="932742" rtl="0" eaLnBrk="1" latinLnBrk="0" hangingPunct="1">
                        <a:defRPr sz="1800" kern="1200">
                          <a:solidFill>
                            <a:schemeClr val="dk1"/>
                          </a:solidFill>
                          <a:latin typeface="Segoe UI Semilight"/>
                        </a:defRPr>
                      </a:lvl9pPr>
                    </a:lstStyle>
                    <a:p>
                      <a:pPr algn="ctr"/>
                      <a:r>
                        <a:rPr lang="en-US" sz="1600">
                          <a:latin typeface="+mj-lt"/>
                        </a:rPr>
                        <a:t>Copilot Studio</a:t>
                      </a:r>
                    </a:p>
                  </a:txBody>
                  <a:tcPr anchor="ctr">
                    <a:lnL>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91116141"/>
                  </a:ext>
                </a:extLst>
              </a:tr>
            </a:tbl>
          </a:graphicData>
        </a:graphic>
      </p:graphicFrame>
      <p:sp>
        <p:nvSpPr>
          <p:cNvPr id="8" name="Rounded Rectangle 11">
            <a:extLst>
              <a:ext uri="{FF2B5EF4-FFF2-40B4-BE49-F238E27FC236}">
                <a16:creationId xmlns:a16="http://schemas.microsoft.com/office/drawing/2014/main" id="{1C5D345A-71B4-6C94-F27F-1B8B45587FD2}"/>
              </a:ext>
              <a:ext uri="{C183D7F6-B498-43B3-948B-1728B52AA6E4}">
                <adec:decorative xmlns:adec="http://schemas.microsoft.com/office/drawing/2017/decorative" val="1"/>
              </a:ext>
            </a:extLst>
          </p:cNvPr>
          <p:cNvSpPr>
            <a:spLocks/>
          </p:cNvSpPr>
          <p:nvPr/>
        </p:nvSpPr>
        <p:spPr bwMode="auto">
          <a:xfrm>
            <a:off x="634092" y="1787191"/>
            <a:ext cx="10923815" cy="885247"/>
          </a:xfrm>
          <a:prstGeom prst="roundRect">
            <a:avLst>
              <a:gd name="adj" fmla="val 50000"/>
            </a:avLst>
          </a:prstGeom>
          <a:solidFill>
            <a:schemeClr val="bg1"/>
          </a:solidFill>
          <a:ln w="47625" cap="rnd">
            <a:gradFill>
              <a:gsLst>
                <a:gs pos="100000">
                  <a:srgbClr val="339F6F">
                    <a:lumMod val="76000"/>
                    <a:lumOff val="24000"/>
                  </a:srgbClr>
                </a:gs>
                <a:gs pos="56000">
                  <a:schemeClr val="accent2">
                    <a:lumMod val="97000"/>
                    <a:lumOff val="3000"/>
                  </a:schemeClr>
                </a:gs>
                <a:gs pos="0">
                  <a:schemeClr val="accent1">
                    <a:lumMod val="99000"/>
                  </a:schemeClr>
                </a:gs>
              </a:gsLst>
              <a:lin ang="48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UI" panose="020B0502040204020203" pitchFamily="34" charset="0"/>
              <a:ea typeface="+mn-ea"/>
              <a:cs typeface="Segoe UI" panose="020B0502040204020203" pitchFamily="34" charset="0"/>
            </a:endParaRPr>
          </a:p>
        </p:txBody>
      </p:sp>
      <p:pic>
        <p:nvPicPr>
          <p:cNvPr id="37" name="Picture 36">
            <a:extLst>
              <a:ext uri="{FF2B5EF4-FFF2-40B4-BE49-F238E27FC236}">
                <a16:creationId xmlns:a16="http://schemas.microsoft.com/office/drawing/2014/main" id="{8F55D5CB-23D9-5AF3-F7EB-6EF9C86E0FE4}"/>
              </a:ext>
            </a:extLst>
          </p:cNvPr>
          <p:cNvPicPr>
            <a:picLocks noChangeAspect="1"/>
          </p:cNvPicPr>
          <p:nvPr/>
        </p:nvPicPr>
        <p:blipFill>
          <a:blip r:embed="rId3"/>
          <a:stretch>
            <a:fillRect/>
          </a:stretch>
        </p:blipFill>
        <p:spPr>
          <a:xfrm>
            <a:off x="836169" y="1864721"/>
            <a:ext cx="703874" cy="703872"/>
          </a:xfrm>
          <a:prstGeom prst="rect">
            <a:avLst/>
          </a:prstGeom>
        </p:spPr>
      </p:pic>
      <p:sp>
        <p:nvSpPr>
          <p:cNvPr id="38" name="TextBox 37">
            <a:extLst>
              <a:ext uri="{FF2B5EF4-FFF2-40B4-BE49-F238E27FC236}">
                <a16:creationId xmlns:a16="http://schemas.microsoft.com/office/drawing/2014/main" id="{29B5B5B3-3832-C145-58C6-03CA1DF05CB6}"/>
              </a:ext>
            </a:extLst>
          </p:cNvPr>
          <p:cNvSpPr txBox="1"/>
          <p:nvPr/>
        </p:nvSpPr>
        <p:spPr>
          <a:xfrm>
            <a:off x="1638813" y="1954085"/>
            <a:ext cx="2208258" cy="276999"/>
          </a:xfrm>
          <a:prstGeom prst="rect">
            <a:avLst/>
          </a:prstGeom>
          <a:noFill/>
          <a:ln>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GPUs &amp; Containers</a:t>
            </a:r>
          </a:p>
        </p:txBody>
      </p:sp>
      <p:sp>
        <p:nvSpPr>
          <p:cNvPr id="39" name="TextBox 38">
            <a:extLst>
              <a:ext uri="{FF2B5EF4-FFF2-40B4-BE49-F238E27FC236}">
                <a16:creationId xmlns:a16="http://schemas.microsoft.com/office/drawing/2014/main" id="{D9621AF7-4226-E946-121F-C3108E4E24FC}"/>
              </a:ext>
            </a:extLst>
          </p:cNvPr>
          <p:cNvSpPr txBox="1"/>
          <p:nvPr/>
        </p:nvSpPr>
        <p:spPr>
          <a:xfrm>
            <a:off x="1630822" y="2289416"/>
            <a:ext cx="2052934"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light" panose="020B0402040204020203" pitchFamily="34" charset="0"/>
                <a:ea typeface="+mn-ea"/>
                <a:cs typeface="Segoe UI Semilight" panose="020B0402040204020203" pitchFamily="34" charset="0"/>
              </a:rPr>
              <a:t>OSS LLMs and frameworks</a:t>
            </a:r>
          </a:p>
        </p:txBody>
      </p:sp>
      <p:sp>
        <p:nvSpPr>
          <p:cNvPr id="40" name="TextBox 39">
            <a:extLst>
              <a:ext uri="{FF2B5EF4-FFF2-40B4-BE49-F238E27FC236}">
                <a16:creationId xmlns:a16="http://schemas.microsoft.com/office/drawing/2014/main" id="{29B65318-8C3C-BABE-955C-F9827A3D39B0}"/>
              </a:ext>
            </a:extLst>
          </p:cNvPr>
          <p:cNvSpPr txBox="1"/>
          <p:nvPr/>
        </p:nvSpPr>
        <p:spPr>
          <a:xfrm>
            <a:off x="5555933" y="1985067"/>
            <a:ext cx="2077021" cy="2769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Microsoft Foundry</a:t>
            </a:r>
          </a:p>
        </p:txBody>
      </p:sp>
      <p:sp>
        <p:nvSpPr>
          <p:cNvPr id="41" name="TextBox 40">
            <a:extLst>
              <a:ext uri="{FF2B5EF4-FFF2-40B4-BE49-F238E27FC236}">
                <a16:creationId xmlns:a16="http://schemas.microsoft.com/office/drawing/2014/main" id="{EBB7FFBE-0F1F-D536-601F-C4538AD1D2DC}"/>
              </a:ext>
            </a:extLst>
          </p:cNvPr>
          <p:cNvSpPr txBox="1"/>
          <p:nvPr/>
        </p:nvSpPr>
        <p:spPr>
          <a:xfrm>
            <a:off x="5760444" y="2314647"/>
            <a:ext cx="1068369" cy="215444"/>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Agent Service</a:t>
            </a:r>
          </a:p>
        </p:txBody>
      </p:sp>
      <p:sp>
        <p:nvSpPr>
          <p:cNvPr id="42" name="TextBox 41">
            <a:extLst>
              <a:ext uri="{FF2B5EF4-FFF2-40B4-BE49-F238E27FC236}">
                <a16:creationId xmlns:a16="http://schemas.microsoft.com/office/drawing/2014/main" id="{28861255-02B0-79B4-4E11-E31C15A58CD1}"/>
              </a:ext>
            </a:extLst>
          </p:cNvPr>
          <p:cNvSpPr txBox="1"/>
          <p:nvPr/>
        </p:nvSpPr>
        <p:spPr>
          <a:xfrm>
            <a:off x="9124631" y="1972694"/>
            <a:ext cx="1785067" cy="276999"/>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81933"/>
                </a:solidFill>
                <a:effectLst/>
                <a:uLnTx/>
                <a:uFillTx/>
                <a:latin typeface="Segoe UI"/>
                <a:ea typeface="+mn-ea"/>
                <a:cs typeface="Segoe UI" panose="020B0502040204020203" pitchFamily="34" charset="0"/>
              </a:rPr>
              <a:t>Copilot Studio</a:t>
            </a:r>
          </a:p>
        </p:txBody>
      </p:sp>
      <p:sp>
        <p:nvSpPr>
          <p:cNvPr id="43" name="TextBox 42">
            <a:extLst>
              <a:ext uri="{FF2B5EF4-FFF2-40B4-BE49-F238E27FC236}">
                <a16:creationId xmlns:a16="http://schemas.microsoft.com/office/drawing/2014/main" id="{B2082CFA-BCAD-F027-9081-9949544EB0AE}"/>
              </a:ext>
            </a:extLst>
          </p:cNvPr>
          <p:cNvSpPr txBox="1"/>
          <p:nvPr/>
        </p:nvSpPr>
        <p:spPr>
          <a:xfrm>
            <a:off x="9110776" y="2302274"/>
            <a:ext cx="166552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1933"/>
                </a:solidFill>
                <a:effectLst/>
                <a:uLnTx/>
                <a:uFillTx/>
                <a:latin typeface="Segoe UI Semilight" panose="020B0402040204020203" pitchFamily="34" charset="0"/>
                <a:ea typeface="+mn-ea"/>
                <a:cs typeface="Segoe UI Semilight" panose="020B0402040204020203" pitchFamily="34" charset="0"/>
              </a:rPr>
              <a:t>Instant agent runtime</a:t>
            </a:r>
          </a:p>
        </p:txBody>
      </p:sp>
      <p:pic>
        <p:nvPicPr>
          <p:cNvPr id="46" name="Picture 45" descr="A blue ribbon on a black background&#10;&#10;AI-generated content may be incorrect.">
            <a:extLst>
              <a:ext uri="{FF2B5EF4-FFF2-40B4-BE49-F238E27FC236}">
                <a16:creationId xmlns:a16="http://schemas.microsoft.com/office/drawing/2014/main" id="{768E0353-83DE-8709-1D8F-363A2F1A1C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9171" y="1735012"/>
            <a:ext cx="1701979" cy="957364"/>
          </a:xfrm>
          <a:prstGeom prst="rect">
            <a:avLst/>
          </a:prstGeom>
        </p:spPr>
      </p:pic>
      <p:pic>
        <p:nvPicPr>
          <p:cNvPr id="47" name="Picture 46" descr="A blue logo with a black background&#10;&#10;AI-generated content may be incorrect.">
            <a:extLst>
              <a:ext uri="{FF2B5EF4-FFF2-40B4-BE49-F238E27FC236}">
                <a16:creationId xmlns:a16="http://schemas.microsoft.com/office/drawing/2014/main" id="{45AABD1B-E25E-4B53-8922-D577633B5C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55319" y="2314647"/>
            <a:ext cx="262244" cy="262244"/>
          </a:xfrm>
          <a:prstGeom prst="rect">
            <a:avLst/>
          </a:prstGeom>
        </p:spPr>
      </p:pic>
      <p:pic>
        <p:nvPicPr>
          <p:cNvPr id="48" name="Picture 47">
            <a:extLst>
              <a:ext uri="{FF2B5EF4-FFF2-40B4-BE49-F238E27FC236}">
                <a16:creationId xmlns:a16="http://schemas.microsoft.com/office/drawing/2014/main" id="{D373AEB5-02A0-D2DF-AD21-47DD8A1A1E7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28663" y="1897220"/>
            <a:ext cx="508949" cy="512776"/>
          </a:xfrm>
          <a:prstGeom prst="rect">
            <a:avLst/>
          </a:prstGeom>
          <a:effectLst/>
        </p:spPr>
      </p:pic>
      <p:sp>
        <p:nvSpPr>
          <p:cNvPr id="2" name="Title 1">
            <a:extLst>
              <a:ext uri="{FF2B5EF4-FFF2-40B4-BE49-F238E27FC236}">
                <a16:creationId xmlns:a16="http://schemas.microsoft.com/office/drawing/2014/main" id="{9B95570D-276A-D0F8-2D8E-48E4550B9298}"/>
              </a:ext>
            </a:extLst>
          </p:cNvPr>
          <p:cNvSpPr txBox="1">
            <a:spLocks/>
          </p:cNvSpPr>
          <p:nvPr/>
        </p:nvSpPr>
        <p:spPr>
          <a:xfrm>
            <a:off x="2351314" y="457200"/>
            <a:ext cx="7492418"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Semibold"/>
                <a:ea typeface="+mj-ea"/>
                <a:cs typeface="+mj-cs"/>
              </a:rPr>
              <a:t>Each provides different level of flexibility and control</a:t>
            </a:r>
          </a:p>
        </p:txBody>
      </p:sp>
    </p:spTree>
    <p:extLst>
      <p:ext uri="{BB962C8B-B14F-4D97-AF65-F5344CB8AC3E}">
        <p14:creationId xmlns:p14="http://schemas.microsoft.com/office/powerpoint/2010/main" val="242257049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D1AC0-A4F8-654B-010D-FFCD7FA529B5}"/>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1569B876-39B8-B24C-554E-7E2D72801314}"/>
              </a:ext>
            </a:extLst>
          </p:cNvPr>
          <p:cNvSpPr>
            <a:spLocks noGrp="1"/>
          </p:cNvSpPr>
          <p:nvPr>
            <p:ph type="title"/>
          </p:nvPr>
        </p:nvSpPr>
        <p:spPr/>
        <p:txBody>
          <a:bodyPr/>
          <a:lstStyle/>
          <a:p>
            <a:pPr algn="ctr"/>
            <a:r>
              <a:rPr lang="en-GB">
                <a:gradFill flip="none" rotWithShape="1">
                  <a:gsLst>
                    <a:gs pos="0">
                      <a:srgbClr val="0078D4"/>
                    </a:gs>
                    <a:gs pos="46000">
                      <a:srgbClr val="49C5B1"/>
                    </a:gs>
                  </a:gsLst>
                  <a:lin ang="0" scaled="0"/>
                  <a:tileRect/>
                </a:gradFill>
              </a:rPr>
              <a:t>Build AI apps </a:t>
            </a:r>
            <a:br>
              <a:rPr lang="en-GB">
                <a:gradFill flip="none" rotWithShape="1">
                  <a:gsLst>
                    <a:gs pos="0">
                      <a:srgbClr val="0078D4"/>
                    </a:gs>
                    <a:gs pos="46000">
                      <a:srgbClr val="49C5B1"/>
                    </a:gs>
                  </a:gsLst>
                  <a:lin ang="0" scaled="0"/>
                  <a:tileRect/>
                </a:gradFill>
              </a:rPr>
            </a:br>
            <a:r>
              <a:rPr lang="en-GB"/>
              <a:t>and agents your way</a:t>
            </a:r>
            <a:endParaRPr lang="en-US"/>
          </a:p>
        </p:txBody>
      </p:sp>
      <p:cxnSp>
        <p:nvCxnSpPr>
          <p:cNvPr id="86" name="Straight Arrow Connector 85">
            <a:extLst>
              <a:ext uri="{FF2B5EF4-FFF2-40B4-BE49-F238E27FC236}">
                <a16:creationId xmlns:a16="http://schemas.microsoft.com/office/drawing/2014/main" id="{5DEA5BB6-5570-599E-7417-D0FB52042A0C}"/>
              </a:ext>
              <a:ext uri="{C183D7F6-B498-43B3-948B-1728B52AA6E4}">
                <adec:decorative xmlns:adec="http://schemas.microsoft.com/office/drawing/2017/decorative" val="1"/>
              </a:ext>
            </a:extLst>
          </p:cNvPr>
          <p:cNvCxnSpPr>
            <a:cxnSpLocks/>
          </p:cNvCxnSpPr>
          <p:nvPr/>
        </p:nvCxnSpPr>
        <p:spPr>
          <a:xfrm>
            <a:off x="600556" y="5397313"/>
            <a:ext cx="10990888" cy="0"/>
          </a:xfrm>
          <a:prstGeom prst="straightConnector1">
            <a:avLst/>
          </a:prstGeom>
          <a:ln w="19050" cap="rnd">
            <a:gradFill>
              <a:gsLst>
                <a:gs pos="0">
                  <a:schemeClr val="accent3"/>
                </a:gs>
                <a:gs pos="100000">
                  <a:schemeClr val="accent1"/>
                </a:gs>
              </a:gsLst>
              <a:lin ang="10800000" scaled="0"/>
            </a:gra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B800FBC9-1859-46DB-3579-E620F9312BCB}"/>
              </a:ext>
              <a:ext uri="{C183D7F6-B498-43B3-948B-1728B52AA6E4}">
                <adec:decorative xmlns:adec="http://schemas.microsoft.com/office/drawing/2017/decorative" val="1"/>
              </a:ext>
            </a:extLst>
          </p:cNvPr>
          <p:cNvGrpSpPr/>
          <p:nvPr/>
        </p:nvGrpSpPr>
        <p:grpSpPr>
          <a:xfrm>
            <a:off x="9245452" y="3458907"/>
            <a:ext cx="347099" cy="217223"/>
            <a:chOff x="9144000" y="3754409"/>
            <a:chExt cx="461989" cy="217223"/>
          </a:xfrm>
        </p:grpSpPr>
        <p:cxnSp>
          <p:nvCxnSpPr>
            <p:cNvPr id="88" name="!!Straight Arrow Connector 53">
              <a:extLst>
                <a:ext uri="{FF2B5EF4-FFF2-40B4-BE49-F238E27FC236}">
                  <a16:creationId xmlns:a16="http://schemas.microsoft.com/office/drawing/2014/main" id="{F77E6273-1711-A96B-18E1-2209C0E195B3}"/>
                </a:ext>
              </a:extLst>
            </p:cNvPr>
            <p:cNvCxnSpPr>
              <a:cxnSpLocks/>
            </p:cNvCxnSpPr>
            <p:nvPr/>
          </p:nvCxnSpPr>
          <p:spPr>
            <a:xfrm flipH="1">
              <a:off x="9263145" y="3971632"/>
              <a:ext cx="342844" cy="0"/>
            </a:xfrm>
            <a:prstGeom prst="straightConnector1">
              <a:avLst/>
            </a:prstGeom>
            <a:ln w="12700" cap="rnd">
              <a:solidFill>
                <a:schemeClr val="tx1"/>
              </a:solidFill>
              <a:headEnd type="arrow" w="med" len="sm"/>
              <a:tailEnd type="none" w="lg" len="sm"/>
            </a:ln>
          </p:spPr>
          <p:style>
            <a:lnRef idx="1">
              <a:schemeClr val="accent1"/>
            </a:lnRef>
            <a:fillRef idx="0">
              <a:schemeClr val="accent1"/>
            </a:fillRef>
            <a:effectRef idx="0">
              <a:schemeClr val="accent1"/>
            </a:effectRef>
            <a:fontRef idx="minor">
              <a:schemeClr val="tx1"/>
            </a:fontRef>
          </p:style>
        </p:cxnSp>
        <p:cxnSp>
          <p:nvCxnSpPr>
            <p:cNvPr id="89" name="!!Straight Arrow Connector 54">
              <a:extLst>
                <a:ext uri="{FF2B5EF4-FFF2-40B4-BE49-F238E27FC236}">
                  <a16:creationId xmlns:a16="http://schemas.microsoft.com/office/drawing/2014/main" id="{3E175747-8820-F1B8-8C59-5D9DFD5C0A12}"/>
                </a:ext>
              </a:extLst>
            </p:cNvPr>
            <p:cNvCxnSpPr>
              <a:cxnSpLocks/>
            </p:cNvCxnSpPr>
            <p:nvPr/>
          </p:nvCxnSpPr>
          <p:spPr>
            <a:xfrm>
              <a:off x="9144000" y="3754409"/>
              <a:ext cx="342844" cy="0"/>
            </a:xfrm>
            <a:prstGeom prst="straightConnector1">
              <a:avLst/>
            </a:prstGeom>
            <a:ln w="12700" cap="rnd">
              <a:solidFill>
                <a:schemeClr val="tx1"/>
              </a:solidFill>
              <a:headEnd type="arrow" w="med" len="sm"/>
              <a:tailEnd type="none" w="lg" len="sm"/>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51E742F6-2332-3432-C1A2-B9282E739167}"/>
              </a:ext>
              <a:ext uri="{C183D7F6-B498-43B3-948B-1728B52AA6E4}">
                <adec:decorative xmlns:adec="http://schemas.microsoft.com/office/drawing/2017/decorative" val="1"/>
              </a:ext>
            </a:extLst>
          </p:cNvPr>
          <p:cNvGrpSpPr/>
          <p:nvPr/>
        </p:nvGrpSpPr>
        <p:grpSpPr>
          <a:xfrm>
            <a:off x="2596274" y="3458907"/>
            <a:ext cx="347099" cy="217223"/>
            <a:chOff x="9144000" y="3754409"/>
            <a:chExt cx="461989" cy="217223"/>
          </a:xfrm>
        </p:grpSpPr>
        <p:cxnSp>
          <p:nvCxnSpPr>
            <p:cNvPr id="120" name="!!Straight Arrow Connector 53">
              <a:extLst>
                <a:ext uri="{FF2B5EF4-FFF2-40B4-BE49-F238E27FC236}">
                  <a16:creationId xmlns:a16="http://schemas.microsoft.com/office/drawing/2014/main" id="{C5B3A884-CAFB-7339-87B7-3FF57E4FC20D}"/>
                </a:ext>
              </a:extLst>
            </p:cNvPr>
            <p:cNvCxnSpPr>
              <a:cxnSpLocks/>
            </p:cNvCxnSpPr>
            <p:nvPr/>
          </p:nvCxnSpPr>
          <p:spPr>
            <a:xfrm flipH="1">
              <a:off x="9263145" y="3971632"/>
              <a:ext cx="342844" cy="0"/>
            </a:xfrm>
            <a:prstGeom prst="straightConnector1">
              <a:avLst/>
            </a:prstGeom>
            <a:ln w="12700" cap="rnd">
              <a:solidFill>
                <a:schemeClr val="tx1"/>
              </a:solidFill>
              <a:headEnd type="arrow" w="med" len="sm"/>
              <a:tailEnd type="none" w="lg" len="sm"/>
            </a:ln>
          </p:spPr>
          <p:style>
            <a:lnRef idx="1">
              <a:schemeClr val="accent1"/>
            </a:lnRef>
            <a:fillRef idx="0">
              <a:schemeClr val="accent1"/>
            </a:fillRef>
            <a:effectRef idx="0">
              <a:schemeClr val="accent1"/>
            </a:effectRef>
            <a:fontRef idx="minor">
              <a:schemeClr val="tx1"/>
            </a:fontRef>
          </p:style>
        </p:cxnSp>
        <p:cxnSp>
          <p:nvCxnSpPr>
            <p:cNvPr id="121" name="!!Straight Arrow Connector 54">
              <a:extLst>
                <a:ext uri="{FF2B5EF4-FFF2-40B4-BE49-F238E27FC236}">
                  <a16:creationId xmlns:a16="http://schemas.microsoft.com/office/drawing/2014/main" id="{298F48F5-6377-FB01-6CC9-7B3DD99EC66C}"/>
                </a:ext>
              </a:extLst>
            </p:cNvPr>
            <p:cNvCxnSpPr>
              <a:cxnSpLocks/>
            </p:cNvCxnSpPr>
            <p:nvPr/>
          </p:nvCxnSpPr>
          <p:spPr>
            <a:xfrm>
              <a:off x="9144000" y="3754409"/>
              <a:ext cx="342844" cy="0"/>
            </a:xfrm>
            <a:prstGeom prst="straightConnector1">
              <a:avLst/>
            </a:prstGeom>
            <a:ln w="12700" cap="rnd">
              <a:solidFill>
                <a:schemeClr val="tx1"/>
              </a:solidFill>
              <a:headEnd type="arrow" w="med" len="sm"/>
              <a:tailEnd type="none" w="lg" len="sm"/>
            </a:ln>
          </p:spPr>
          <p:style>
            <a:lnRef idx="1">
              <a:schemeClr val="accent1"/>
            </a:lnRef>
            <a:fillRef idx="0">
              <a:schemeClr val="accent1"/>
            </a:fillRef>
            <a:effectRef idx="0">
              <a:schemeClr val="accent1"/>
            </a:effectRef>
            <a:fontRef idx="minor">
              <a:schemeClr val="tx1"/>
            </a:fontRef>
          </p:style>
        </p:cxnSp>
      </p:grpSp>
      <p:sp>
        <p:nvSpPr>
          <p:cNvPr id="127" name="TextBox 126">
            <a:extLst>
              <a:ext uri="{FF2B5EF4-FFF2-40B4-BE49-F238E27FC236}">
                <a16:creationId xmlns:a16="http://schemas.microsoft.com/office/drawing/2014/main" id="{9C1D47C3-78B2-EB64-E71F-907D308CFBEF}"/>
              </a:ext>
              <a:ext uri="{C183D7F6-B498-43B3-948B-1728B52AA6E4}">
                <adec:decorative xmlns:adec="http://schemas.microsoft.com/office/drawing/2017/decorative" val="1"/>
              </a:ext>
            </a:extLst>
          </p:cNvPr>
          <p:cNvSpPr txBox="1"/>
          <p:nvPr/>
        </p:nvSpPr>
        <p:spPr>
          <a:xfrm>
            <a:off x="3119048" y="5141408"/>
            <a:ext cx="5949890" cy="521208"/>
          </a:xfrm>
          <a:prstGeom prst="roundRect">
            <a:avLst>
              <a:gd name="adj" fmla="val 50000"/>
            </a:avLst>
          </a:prstGeom>
          <a:gradFill flip="none" rotWithShape="1">
            <a:gsLst>
              <a:gs pos="0">
                <a:srgbClr val="49C5B1"/>
              </a:gs>
              <a:gs pos="100000">
                <a:srgbClr val="0078D4"/>
              </a:gs>
            </a:gsLst>
            <a:lin ang="13500000" scaled="0"/>
            <a:tileRect/>
          </a:gradFill>
          <a:ln w="10795" cap="flat" cmpd="sng" algn="ctr">
            <a:noFill/>
            <a:prstDash val="solid"/>
          </a:ln>
          <a:effectLst/>
        </p:spPr>
        <p:txBody>
          <a:bodyPr wrap="square" lIns="0" tIns="0" rIns="0" bIns="0" rtlCol="0" anchor="ctr"/>
          <a:lstStyle>
            <a:defPPr>
              <a:defRPr lang="en-US"/>
            </a:defPPr>
            <a:lvl1pPr marR="0" lvl="0" indent="0" algn="ctr" fontAlgn="auto">
              <a:lnSpc>
                <a:spcPct val="100000"/>
              </a:lnSpc>
              <a:spcBef>
                <a:spcPts val="0"/>
              </a:spcBef>
              <a:spcAft>
                <a:spcPts val="0"/>
              </a:spcAft>
              <a:buClrTx/>
              <a:buSzTx/>
              <a:buFontTx/>
              <a:buNone/>
              <a:tabLst/>
              <a:defRPr kumimoji="0" sz="1200" b="0" i="0" u="none" strike="noStrike" kern="0" cap="none" spc="0" normalizeH="0" baseline="0">
                <a:ln>
                  <a:noFill/>
                </a:ln>
                <a:solidFill>
                  <a:srgbClr val="FFFFFF"/>
                </a:solidFill>
                <a:effectLst/>
                <a:uLnTx/>
                <a:uFillTx/>
                <a:latin typeface="+mj-lt"/>
                <a:cs typeface="Segoe UI"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91F2C"/>
                </a:solidFill>
                <a:effectLst/>
                <a:uLnTx/>
                <a:uFillTx/>
                <a:latin typeface="Segoe Sans Text Semibold" pitchFamily="2" charset="0"/>
                <a:ea typeface="+mn-ea"/>
                <a:cs typeface="Segoe Sans Text" pitchFamily="2" charset="0"/>
              </a:rPr>
              <a:t>Resiliency, Security and Governance</a:t>
            </a:r>
          </a:p>
        </p:txBody>
      </p:sp>
      <p:cxnSp>
        <p:nvCxnSpPr>
          <p:cNvPr id="129" name="Straight Connector 128">
            <a:extLst>
              <a:ext uri="{FF2B5EF4-FFF2-40B4-BE49-F238E27FC236}">
                <a16:creationId xmlns:a16="http://schemas.microsoft.com/office/drawing/2014/main" id="{A965BB5A-4DF3-2E2D-D0FC-40F20CE1FA65}"/>
              </a:ext>
              <a:ext uri="{C183D7F6-B498-43B3-948B-1728B52AA6E4}">
                <adec:decorative xmlns:adec="http://schemas.microsoft.com/office/drawing/2017/decorative" val="1"/>
              </a:ext>
            </a:extLst>
          </p:cNvPr>
          <p:cNvCxnSpPr>
            <a:cxnSpLocks/>
          </p:cNvCxnSpPr>
          <p:nvPr/>
        </p:nvCxnSpPr>
        <p:spPr>
          <a:xfrm>
            <a:off x="19741692" y="1802186"/>
            <a:ext cx="2676924" cy="0"/>
          </a:xfrm>
          <a:prstGeom prst="line">
            <a:avLst/>
          </a:prstGeom>
          <a:noFill/>
          <a:ln w="12700" cap="flat" cmpd="sng" algn="ctr">
            <a:solidFill>
              <a:schemeClr val="tx1">
                <a:alpha val="25000"/>
              </a:schemeClr>
            </a:solidFill>
            <a:prstDash val="solid"/>
            <a:headEnd type="none" w="med" len="med"/>
            <a:tailEnd type="none" w="med" len="med"/>
          </a:ln>
          <a:effectLst/>
        </p:spPr>
      </p:cxnSp>
      <p:sp>
        <p:nvSpPr>
          <p:cNvPr id="130" name="Rectangle: Rounded Corners 84">
            <a:extLst>
              <a:ext uri="{FF2B5EF4-FFF2-40B4-BE49-F238E27FC236}">
                <a16:creationId xmlns:a16="http://schemas.microsoft.com/office/drawing/2014/main" id="{18F1BDD3-A8C9-6181-5B68-598EEE2AE781}"/>
              </a:ext>
              <a:ext uri="{C183D7F6-B498-43B3-948B-1728B52AA6E4}">
                <adec:decorative xmlns:adec="http://schemas.microsoft.com/office/drawing/2017/decorative" val="1"/>
              </a:ext>
            </a:extLst>
          </p:cNvPr>
          <p:cNvSpPr/>
          <p:nvPr/>
        </p:nvSpPr>
        <p:spPr bwMode="auto">
          <a:xfrm>
            <a:off x="19731768" y="375"/>
            <a:ext cx="2676924" cy="4832350"/>
          </a:xfrm>
          <a:prstGeom prst="roundRect">
            <a:avLst>
              <a:gd name="adj" fmla="val 6135"/>
            </a:avLst>
          </a:prstGeom>
          <a:solidFill>
            <a:schemeClr val="tx1">
              <a:alpha val="5000"/>
            </a:schemeClr>
          </a:solid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Text" pitchFamily="2" charset="0"/>
              <a:ea typeface="+mn-ea"/>
              <a:cs typeface="Segoe Sans Text" pitchFamily="2" charset="0"/>
            </a:endParaRPr>
          </a:p>
        </p:txBody>
      </p:sp>
      <p:grpSp>
        <p:nvGrpSpPr>
          <p:cNvPr id="5" name="Group 4">
            <a:extLst>
              <a:ext uri="{FF2B5EF4-FFF2-40B4-BE49-F238E27FC236}">
                <a16:creationId xmlns:a16="http://schemas.microsoft.com/office/drawing/2014/main" id="{1632AFD1-810A-E964-3603-BF4F950FB993}"/>
              </a:ext>
              <a:ext uri="{C183D7F6-B498-43B3-948B-1728B52AA6E4}">
                <adec:decorative xmlns:adec="http://schemas.microsoft.com/office/drawing/2017/decorative" val="1"/>
              </a:ext>
            </a:extLst>
          </p:cNvPr>
          <p:cNvGrpSpPr/>
          <p:nvPr/>
        </p:nvGrpSpPr>
        <p:grpSpPr>
          <a:xfrm>
            <a:off x="9775890" y="2034428"/>
            <a:ext cx="1828800" cy="2907205"/>
            <a:chOff x="9775890" y="2034428"/>
            <a:chExt cx="1828800" cy="2907205"/>
          </a:xfrm>
        </p:grpSpPr>
        <p:sp>
          <p:nvSpPr>
            <p:cNvPr id="106" name="Rounded Rectangle 6">
              <a:extLst>
                <a:ext uri="{FF2B5EF4-FFF2-40B4-BE49-F238E27FC236}">
                  <a16:creationId xmlns:a16="http://schemas.microsoft.com/office/drawing/2014/main" id="{EFFCF723-411A-F34C-E866-E0A4024E5669}"/>
                </a:ext>
                <a:ext uri="{C183D7F6-B498-43B3-948B-1728B52AA6E4}">
                  <adec:decorative xmlns:adec="http://schemas.microsoft.com/office/drawing/2017/decorative" val="1"/>
                </a:ext>
              </a:extLst>
            </p:cNvPr>
            <p:cNvSpPr/>
            <p:nvPr/>
          </p:nvSpPr>
          <p:spPr bwMode="auto">
            <a:xfrm>
              <a:off x="9775890" y="2034428"/>
              <a:ext cx="1828800" cy="2907205"/>
            </a:xfrm>
            <a:prstGeom prst="roundRect">
              <a:avLst>
                <a:gd name="adj" fmla="val 9110"/>
              </a:avLst>
            </a:prstGeom>
            <a:solidFill>
              <a:srgbClr val="162A37"/>
            </a:solid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cxnSp>
          <p:nvCxnSpPr>
            <p:cNvPr id="109" name="!!Straight Arrow Connector 46">
              <a:extLst>
                <a:ext uri="{FF2B5EF4-FFF2-40B4-BE49-F238E27FC236}">
                  <a16:creationId xmlns:a16="http://schemas.microsoft.com/office/drawing/2014/main" id="{6F5BCEEF-3613-3407-815E-68D9861FB264}"/>
                </a:ext>
                <a:ext uri="{C183D7F6-B498-43B3-948B-1728B52AA6E4}">
                  <adec:decorative xmlns:adec="http://schemas.microsoft.com/office/drawing/2017/decorative" val="1"/>
                </a:ext>
              </a:extLst>
            </p:cNvPr>
            <p:cNvCxnSpPr>
              <a:cxnSpLocks/>
            </p:cNvCxnSpPr>
            <p:nvPr/>
          </p:nvCxnSpPr>
          <p:spPr>
            <a:xfrm>
              <a:off x="10161029" y="3098084"/>
              <a:ext cx="0" cy="137160"/>
            </a:xfrm>
            <a:prstGeom prst="straightConnector1">
              <a:avLst/>
            </a:prstGeom>
            <a:ln w="12700" cap="rnd">
              <a:solidFill>
                <a:schemeClr val="tx1"/>
              </a:solidFill>
              <a:headEnd type="none" w="sm" len="sm"/>
              <a:tailEnd type="none" w="lg" len="sm"/>
            </a:ln>
          </p:spPr>
          <p:style>
            <a:lnRef idx="1">
              <a:schemeClr val="accent1"/>
            </a:lnRef>
            <a:fillRef idx="0">
              <a:schemeClr val="accent1"/>
            </a:fillRef>
            <a:effectRef idx="0">
              <a:schemeClr val="accent1"/>
            </a:effectRef>
            <a:fontRef idx="minor">
              <a:schemeClr val="tx1"/>
            </a:fontRef>
          </p:style>
        </p:cxnSp>
        <p:pic>
          <p:nvPicPr>
            <p:cNvPr id="110" name="Graphic 109">
              <a:extLst>
                <a:ext uri="{FF2B5EF4-FFF2-40B4-BE49-F238E27FC236}">
                  <a16:creationId xmlns:a16="http://schemas.microsoft.com/office/drawing/2014/main" id="{E5F859A5-B1B5-6F39-0499-73E6F2EBFB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13980" y="3318631"/>
              <a:ext cx="294098" cy="220783"/>
            </a:xfrm>
            <a:prstGeom prst="rect">
              <a:avLst/>
            </a:prstGeom>
          </p:spPr>
        </p:pic>
        <p:pic>
          <p:nvPicPr>
            <p:cNvPr id="111" name="Picture 110">
              <a:extLst>
                <a:ext uri="{FF2B5EF4-FFF2-40B4-BE49-F238E27FC236}">
                  <a16:creationId xmlns:a16="http://schemas.microsoft.com/office/drawing/2014/main" id="{81F9B447-18C4-DB6A-923E-D4D30D126AC9}"/>
                </a:ext>
                <a:ext uri="{C183D7F6-B498-43B3-948B-1728B52AA6E4}">
                  <adec:decorative xmlns:adec="http://schemas.microsoft.com/office/drawing/2017/decorative" val="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28516" y="2737620"/>
              <a:ext cx="265026" cy="277077"/>
            </a:xfrm>
            <a:prstGeom prst="rect">
              <a:avLst/>
            </a:prstGeom>
          </p:spPr>
        </p:pic>
        <p:pic>
          <p:nvPicPr>
            <p:cNvPr id="112" name="Graphic 111">
              <a:extLst>
                <a:ext uri="{FF2B5EF4-FFF2-40B4-BE49-F238E27FC236}">
                  <a16:creationId xmlns:a16="http://schemas.microsoft.com/office/drawing/2014/main" id="{E4628D24-F19B-B041-49C9-F045A900A1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1601" y="3843348"/>
              <a:ext cx="324016" cy="336801"/>
            </a:xfrm>
            <a:prstGeom prst="rect">
              <a:avLst/>
            </a:prstGeom>
          </p:spPr>
        </p:pic>
        <p:cxnSp>
          <p:nvCxnSpPr>
            <p:cNvPr id="113" name="!!Straight Arrow Connector 54">
              <a:extLst>
                <a:ext uri="{FF2B5EF4-FFF2-40B4-BE49-F238E27FC236}">
                  <a16:creationId xmlns:a16="http://schemas.microsoft.com/office/drawing/2014/main" id="{9FFAD33B-B9A1-6FA0-FBAF-FD53D5CD3AB1}"/>
                </a:ext>
                <a:ext uri="{C183D7F6-B498-43B3-948B-1728B52AA6E4}">
                  <adec:decorative xmlns:adec="http://schemas.microsoft.com/office/drawing/2017/decorative" val="1"/>
                </a:ext>
              </a:extLst>
            </p:cNvPr>
            <p:cNvCxnSpPr>
              <a:cxnSpLocks/>
            </p:cNvCxnSpPr>
            <p:nvPr/>
          </p:nvCxnSpPr>
          <p:spPr>
            <a:xfrm>
              <a:off x="10160793" y="2517073"/>
              <a:ext cx="0" cy="137160"/>
            </a:xfrm>
            <a:prstGeom prst="straightConnector1">
              <a:avLst/>
            </a:prstGeom>
            <a:ln w="12700" cap="rnd">
              <a:solidFill>
                <a:schemeClr val="tx1"/>
              </a:solidFill>
              <a:headEnd type="arrow" w="med" len="sm"/>
              <a:tailEnd type="none" w="lg" len="sm"/>
            </a:ln>
          </p:spPr>
          <p:style>
            <a:lnRef idx="1">
              <a:schemeClr val="accent1"/>
            </a:lnRef>
            <a:fillRef idx="0">
              <a:schemeClr val="accent1"/>
            </a:fillRef>
            <a:effectRef idx="0">
              <a:schemeClr val="accent1"/>
            </a:effectRef>
            <a:fontRef idx="minor">
              <a:schemeClr val="tx1"/>
            </a:fontRef>
          </p:style>
        </p:cxnSp>
        <p:cxnSp>
          <p:nvCxnSpPr>
            <p:cNvPr id="114" name="!!Straight Arrow Connector 54">
              <a:extLst>
                <a:ext uri="{FF2B5EF4-FFF2-40B4-BE49-F238E27FC236}">
                  <a16:creationId xmlns:a16="http://schemas.microsoft.com/office/drawing/2014/main" id="{FFFEFC68-9CD3-6631-86CE-1F912E6C8220}"/>
                </a:ext>
                <a:ext uri="{C183D7F6-B498-43B3-948B-1728B52AA6E4}">
                  <adec:decorative xmlns:adec="http://schemas.microsoft.com/office/drawing/2017/decorative" val="1"/>
                </a:ext>
              </a:extLst>
            </p:cNvPr>
            <p:cNvCxnSpPr>
              <a:cxnSpLocks/>
            </p:cNvCxnSpPr>
            <p:nvPr/>
          </p:nvCxnSpPr>
          <p:spPr>
            <a:xfrm flipV="1">
              <a:off x="10160793" y="4263536"/>
              <a:ext cx="0" cy="137160"/>
            </a:xfrm>
            <a:prstGeom prst="straightConnector1">
              <a:avLst/>
            </a:prstGeom>
            <a:ln w="12700" cap="rnd">
              <a:solidFill>
                <a:schemeClr val="tx1"/>
              </a:solidFill>
              <a:headEnd type="arrow" w="med" len="sm"/>
              <a:tailEnd type="none" w="lg" len="sm"/>
            </a:ln>
          </p:spPr>
          <p:style>
            <a:lnRef idx="1">
              <a:schemeClr val="accent1"/>
            </a:lnRef>
            <a:fillRef idx="0">
              <a:schemeClr val="accent1"/>
            </a:fillRef>
            <a:effectRef idx="0">
              <a:schemeClr val="accent1"/>
            </a:effectRef>
            <a:fontRef idx="minor">
              <a:schemeClr val="tx1"/>
            </a:fontRef>
          </p:style>
        </p:cxnSp>
        <p:cxnSp>
          <p:nvCxnSpPr>
            <p:cNvPr id="115" name="!!Straight Arrow Connector 46">
              <a:extLst>
                <a:ext uri="{FF2B5EF4-FFF2-40B4-BE49-F238E27FC236}">
                  <a16:creationId xmlns:a16="http://schemas.microsoft.com/office/drawing/2014/main" id="{35CF4663-82BA-612A-34B7-0444BD04B0FB}"/>
                </a:ext>
                <a:ext uri="{C183D7F6-B498-43B3-948B-1728B52AA6E4}">
                  <adec:decorative xmlns:adec="http://schemas.microsoft.com/office/drawing/2017/decorative" val="1"/>
                </a:ext>
              </a:extLst>
            </p:cNvPr>
            <p:cNvCxnSpPr>
              <a:cxnSpLocks/>
            </p:cNvCxnSpPr>
            <p:nvPr/>
          </p:nvCxnSpPr>
          <p:spPr>
            <a:xfrm>
              <a:off x="10161029" y="3622801"/>
              <a:ext cx="0" cy="137160"/>
            </a:xfrm>
            <a:prstGeom prst="straightConnector1">
              <a:avLst/>
            </a:prstGeom>
            <a:ln w="12700" cap="rnd">
              <a:solidFill>
                <a:schemeClr val="tx1"/>
              </a:solidFill>
              <a:headEnd type="none" w="sm" len="sm"/>
              <a:tailEnd type="none" w="lg" len="sm"/>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65C55E70-69EA-1BD6-1364-9C56DF0D79E7}"/>
                </a:ext>
                <a:ext uri="{C183D7F6-B498-43B3-948B-1728B52AA6E4}">
                  <adec:decorative xmlns:adec="http://schemas.microsoft.com/office/drawing/2017/decorative" val="1"/>
                </a:ext>
              </a:extLst>
            </p:cNvPr>
            <p:cNvSpPr txBox="1"/>
            <p:nvPr/>
          </p:nvSpPr>
          <p:spPr>
            <a:xfrm>
              <a:off x="10441763" y="2799215"/>
              <a:ext cx="1006613"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a:t>
              </a:r>
            </a:p>
          </p:txBody>
        </p:sp>
        <p:sp>
          <p:nvSpPr>
            <p:cNvPr id="117" name="TextBox 116">
              <a:extLst>
                <a:ext uri="{FF2B5EF4-FFF2-40B4-BE49-F238E27FC236}">
                  <a16:creationId xmlns:a16="http://schemas.microsoft.com/office/drawing/2014/main" id="{C5CB7CF8-8D3D-8B4B-77BA-285F93DE2344}"/>
                </a:ext>
                <a:ext uri="{C183D7F6-B498-43B3-948B-1728B52AA6E4}">
                  <adec:decorative xmlns:adec="http://schemas.microsoft.com/office/drawing/2017/decorative" val="1"/>
                </a:ext>
              </a:extLst>
            </p:cNvPr>
            <p:cNvSpPr txBox="1"/>
            <p:nvPr/>
          </p:nvSpPr>
          <p:spPr>
            <a:xfrm>
              <a:off x="10441763" y="3352079"/>
              <a:ext cx="668976"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Arc</a:t>
              </a:r>
            </a:p>
          </p:txBody>
        </p:sp>
        <p:sp>
          <p:nvSpPr>
            <p:cNvPr id="118" name="TextBox 117">
              <a:extLst>
                <a:ext uri="{FF2B5EF4-FFF2-40B4-BE49-F238E27FC236}">
                  <a16:creationId xmlns:a16="http://schemas.microsoft.com/office/drawing/2014/main" id="{D9BAAF61-F55C-7CEC-4239-85EAEBE5178E}"/>
                </a:ext>
                <a:ext uri="{C183D7F6-B498-43B3-948B-1728B52AA6E4}">
                  <adec:decorative xmlns:adec="http://schemas.microsoft.com/office/drawing/2017/decorative" val="1"/>
                </a:ext>
              </a:extLst>
            </p:cNvPr>
            <p:cNvSpPr txBox="1"/>
            <p:nvPr/>
          </p:nvSpPr>
          <p:spPr>
            <a:xfrm>
              <a:off x="10441763" y="3934805"/>
              <a:ext cx="873905"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Foundry Local</a:t>
              </a:r>
            </a:p>
          </p:txBody>
        </p:sp>
        <p:sp>
          <p:nvSpPr>
            <p:cNvPr id="168" name="Rounded Rectangle 6">
              <a:extLst>
                <a:ext uri="{FF2B5EF4-FFF2-40B4-BE49-F238E27FC236}">
                  <a16:creationId xmlns:a16="http://schemas.microsoft.com/office/drawing/2014/main" id="{DEE6D8AB-2489-DA28-B9E1-5FC7C316D4C5}"/>
                </a:ext>
                <a:ext uri="{C183D7F6-B498-43B3-948B-1728B52AA6E4}">
                  <adec:decorative xmlns:adec="http://schemas.microsoft.com/office/drawing/2017/decorative" val="1"/>
                </a:ext>
              </a:extLst>
            </p:cNvPr>
            <p:cNvSpPr/>
            <p:nvPr/>
          </p:nvSpPr>
          <p:spPr bwMode="auto">
            <a:xfrm>
              <a:off x="9858899" y="2167286"/>
              <a:ext cx="784441" cy="266400"/>
            </a:xfrm>
            <a:prstGeom prst="roundRect">
              <a:avLst>
                <a:gd name="adj" fmla="val 50000"/>
              </a:avLst>
            </a:prstGeom>
            <a:gradFill flip="none" rotWithShape="1">
              <a:gsLst>
                <a:gs pos="0">
                  <a:srgbClr val="8DC8E8"/>
                </a:gs>
                <a:gs pos="50000">
                  <a:srgbClr val="0078D4"/>
                </a:gs>
              </a:gsLst>
              <a:lin ang="13500000" scaled="0"/>
              <a:tileRect/>
            </a:gradFill>
            <a:ln w="10795" cap="flat" cmpd="sng" algn="ctr">
              <a:noFill/>
              <a:prstDash val="soli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pitchFamily="2" charset="0"/>
                </a:rPr>
                <a:t>Cloud</a:t>
              </a:r>
            </a:p>
          </p:txBody>
        </p:sp>
        <p:sp>
          <p:nvSpPr>
            <p:cNvPr id="171" name="Rounded Rectangle 6">
              <a:extLst>
                <a:ext uri="{FF2B5EF4-FFF2-40B4-BE49-F238E27FC236}">
                  <a16:creationId xmlns:a16="http://schemas.microsoft.com/office/drawing/2014/main" id="{55D8CCBD-996D-A707-2185-AF5E62A05278}"/>
                </a:ext>
                <a:ext uri="{C183D7F6-B498-43B3-948B-1728B52AA6E4}">
                  <adec:decorative xmlns:adec="http://schemas.microsoft.com/office/drawing/2017/decorative" val="1"/>
                </a:ext>
              </a:extLst>
            </p:cNvPr>
            <p:cNvSpPr/>
            <p:nvPr/>
          </p:nvSpPr>
          <p:spPr bwMode="auto">
            <a:xfrm>
              <a:off x="9858899" y="4484080"/>
              <a:ext cx="784441" cy="266400"/>
            </a:xfrm>
            <a:prstGeom prst="roundRect">
              <a:avLst>
                <a:gd name="adj" fmla="val 50000"/>
              </a:avLst>
            </a:prstGeom>
            <a:gradFill flip="none" rotWithShape="1">
              <a:gsLst>
                <a:gs pos="0">
                  <a:srgbClr val="D4EC8E"/>
                </a:gs>
                <a:gs pos="50000">
                  <a:srgbClr val="8DE971"/>
                </a:gs>
              </a:gsLst>
              <a:lin ang="13500000" scaled="0"/>
              <a:tileRect/>
            </a:gradFill>
            <a:ln w="10795" cap="flat" cmpd="sng" algn="ctr">
              <a:noFill/>
              <a:prstDash val="soli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Text Semibold" pitchFamily="2" charset="0"/>
                  <a:ea typeface="+mn-ea"/>
                  <a:cs typeface="Segoe Sans Text" pitchFamily="2" charset="0"/>
                </a:rPr>
                <a:t>Edge</a:t>
              </a:r>
            </a:p>
          </p:txBody>
        </p:sp>
      </p:grpSp>
      <p:grpSp>
        <p:nvGrpSpPr>
          <p:cNvPr id="2" name="Group 1">
            <a:extLst>
              <a:ext uri="{FF2B5EF4-FFF2-40B4-BE49-F238E27FC236}">
                <a16:creationId xmlns:a16="http://schemas.microsoft.com/office/drawing/2014/main" id="{087012C4-8513-1A34-AAF4-05A46E2380F4}"/>
              </a:ext>
              <a:ext uri="{C183D7F6-B498-43B3-948B-1728B52AA6E4}">
                <adec:decorative xmlns:adec="http://schemas.microsoft.com/office/drawing/2017/decorative" val="1"/>
              </a:ext>
            </a:extLst>
          </p:cNvPr>
          <p:cNvGrpSpPr/>
          <p:nvPr/>
        </p:nvGrpSpPr>
        <p:grpSpPr>
          <a:xfrm>
            <a:off x="3129887" y="2028130"/>
            <a:ext cx="5932226" cy="847458"/>
            <a:chOff x="3129887" y="2028130"/>
            <a:chExt cx="5932226" cy="847458"/>
          </a:xfrm>
        </p:grpSpPr>
        <p:sp>
          <p:nvSpPr>
            <p:cNvPr id="56" name="CS box - replacement">
              <a:extLst>
                <a:ext uri="{FF2B5EF4-FFF2-40B4-BE49-F238E27FC236}">
                  <a16:creationId xmlns:a16="http://schemas.microsoft.com/office/drawing/2014/main" id="{8872A77B-3AA4-D759-4320-0D4F62041305}"/>
                </a:ext>
                <a:ext uri="{C183D7F6-B498-43B3-948B-1728B52AA6E4}">
                  <adec:decorative xmlns:adec="http://schemas.microsoft.com/office/drawing/2017/decorative" val="1"/>
                </a:ext>
              </a:extLst>
            </p:cNvPr>
            <p:cNvSpPr>
              <a:spLocks/>
            </p:cNvSpPr>
            <p:nvPr/>
          </p:nvSpPr>
          <p:spPr bwMode="auto">
            <a:xfrm>
              <a:off x="3129887" y="2028130"/>
              <a:ext cx="5932226" cy="847458"/>
            </a:xfrm>
            <a:prstGeom prst="roundRect">
              <a:avLst>
                <a:gd name="adj" fmla="val 22571"/>
              </a:avLst>
            </a:prstGeom>
            <a:solidFill>
              <a:srgbClr val="162A37"/>
            </a:solid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64" name="Rounded Rectangle 6">
              <a:extLst>
                <a:ext uri="{FF2B5EF4-FFF2-40B4-BE49-F238E27FC236}">
                  <a16:creationId xmlns:a16="http://schemas.microsoft.com/office/drawing/2014/main" id="{A2BC4CE3-ABB8-308D-E7BA-D6DEB4FA27D1}"/>
                </a:ext>
                <a:ext uri="{C183D7F6-B498-43B3-948B-1728B52AA6E4}">
                  <adec:decorative xmlns:adec="http://schemas.microsoft.com/office/drawing/2017/decorative" val="1"/>
                </a:ext>
              </a:extLst>
            </p:cNvPr>
            <p:cNvSpPr/>
            <p:nvPr/>
          </p:nvSpPr>
          <p:spPr bwMode="auto">
            <a:xfrm>
              <a:off x="3344123" y="2318659"/>
              <a:ext cx="952716" cy="266400"/>
            </a:xfrm>
            <a:prstGeom prst="roundRect">
              <a:avLst>
                <a:gd name="adj" fmla="val 50000"/>
              </a:avLst>
            </a:prstGeom>
            <a:gradFill flip="none" rotWithShape="1">
              <a:gsLst>
                <a:gs pos="0">
                  <a:srgbClr val="8DC8E8"/>
                </a:gs>
                <a:gs pos="50000">
                  <a:srgbClr val="0078D4"/>
                </a:gs>
              </a:gsLst>
              <a:lin ang="13500000" scaled="0"/>
              <a:tileRect/>
            </a:gradFill>
            <a:ln w="10795" cap="flat" cmpd="sng" algn="ctr">
              <a:noFill/>
              <a:prstDash val="soli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pitchFamily="2" charset="0"/>
                </a:rPr>
                <a:t>AI Factory</a:t>
              </a:r>
            </a:p>
          </p:txBody>
        </p:sp>
        <p:grpSp>
          <p:nvGrpSpPr>
            <p:cNvPr id="173" name="Group 172">
              <a:extLst>
                <a:ext uri="{FF2B5EF4-FFF2-40B4-BE49-F238E27FC236}">
                  <a16:creationId xmlns:a16="http://schemas.microsoft.com/office/drawing/2014/main" id="{57AE44D9-8940-297C-8A3C-630FF5C4BDD0}"/>
                </a:ext>
              </a:extLst>
            </p:cNvPr>
            <p:cNvGrpSpPr/>
            <p:nvPr/>
          </p:nvGrpSpPr>
          <p:grpSpPr>
            <a:xfrm>
              <a:off x="4801168" y="2150570"/>
              <a:ext cx="3118188" cy="592827"/>
              <a:chOff x="4494904" y="2518841"/>
              <a:chExt cx="3118188" cy="592827"/>
            </a:xfrm>
          </p:grpSpPr>
          <p:pic>
            <p:nvPicPr>
              <p:cNvPr id="174" name="Picture 173">
                <a:extLst>
                  <a:ext uri="{FF2B5EF4-FFF2-40B4-BE49-F238E27FC236}">
                    <a16:creationId xmlns:a16="http://schemas.microsoft.com/office/drawing/2014/main" id="{64B65CA1-BE85-5B67-A783-852FEAA518B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494904" y="2518841"/>
                <a:ext cx="1053917" cy="592827"/>
              </a:xfrm>
              <a:prstGeom prst="rect">
                <a:avLst/>
              </a:prstGeom>
            </p:spPr>
          </p:pic>
          <p:sp>
            <p:nvSpPr>
              <p:cNvPr id="175" name="Title 1">
                <a:extLst>
                  <a:ext uri="{FF2B5EF4-FFF2-40B4-BE49-F238E27FC236}">
                    <a16:creationId xmlns:a16="http://schemas.microsoft.com/office/drawing/2014/main" id="{90BCB59D-604D-CBFD-B829-53684A6B54C7}"/>
                  </a:ext>
                </a:extLst>
              </p:cNvPr>
              <p:cNvSpPr txBox="1">
                <a:spLocks/>
              </p:cNvSpPr>
              <p:nvPr/>
            </p:nvSpPr>
            <p:spPr>
              <a:xfrm>
                <a:off x="5083065" y="2676585"/>
                <a:ext cx="2530027" cy="331715"/>
              </a:xfrm>
              <a:prstGeom prst="rect">
                <a:avLst/>
              </a:prstGeom>
              <a:noFill/>
              <a:ln>
                <a:noFill/>
                <a:prstDash/>
              </a:ln>
              <a:effectLst/>
            </p:spPr>
            <p:txBody>
              <a:bodyPr rot="0" spcFirstLastPara="0" vertOverflow="overflow" horzOverflow="overflow" vert="horz" wrap="square" lIns="54187" tIns="0" rIns="54187" bIns="54187" numCol="1" spcCol="0" rtlCol="0" fromWordArt="0" anchor="ctr" anchorCtr="0" forceAA="0" compatLnSpc="1">
                <a:prstTxWarp prst="textNoShape">
                  <a:avLst/>
                </a:prstTxWarp>
                <a:spAutoFit/>
              </a:bodyPr>
              <a:lstStyle>
                <a:defPPr>
                  <a:defRPr lang="en-US"/>
                </a:defPPr>
                <a:lvl1pPr algn="ctr" defTabSz="2413689" fontAlgn="base">
                  <a:lnSpc>
                    <a:spcPct val="100000"/>
                  </a:lnSpc>
                  <a:spcBef>
                    <a:spcPct val="0"/>
                  </a:spcBef>
                  <a:spcAft>
                    <a:spcPct val="0"/>
                  </a:spcAft>
                  <a:buNone/>
                  <a:tabLst>
                    <a:tab pos="2455604" algn="l"/>
                  </a:tabLst>
                  <a:defRPr lang="en-US" sz="11500" b="0" cap="none" spc="-50" baseline="0" dirty="0" smtClean="0">
                    <a:ln w="3175">
                      <a:noFill/>
                    </a:ln>
                    <a:gradFill>
                      <a:gsLst>
                        <a:gs pos="94406">
                          <a:srgbClr val="FFFFFF">
                            <a:lumMod val="75000"/>
                            <a:lumOff val="25000"/>
                          </a:srgbClr>
                        </a:gs>
                        <a:gs pos="80000">
                          <a:srgbClr val="FFFFFF">
                            <a:lumMod val="75000"/>
                            <a:lumOff val="25000"/>
                          </a:srgbClr>
                        </a:gs>
                      </a:gsLst>
                      <a:path path="circle">
                        <a:fillToRect l="100000" t="100000"/>
                      </a:path>
                    </a:gradFill>
                    <a:effectLst/>
                    <a:latin typeface="Segoe UI Variable Display Semib" pitchFamily="2" charset="0"/>
                  </a:defRPr>
                </a:lvl1pPr>
              </a:lstStyle>
              <a:p>
                <a:pPr marL="0" marR="0" lvl="0" indent="0" algn="ctr" defTabSz="536254" rtl="0" eaLnBrk="1" fontAlgn="base" latinLnBrk="0" hangingPunct="1">
                  <a:lnSpc>
                    <a:spcPct val="100000"/>
                  </a:lnSpc>
                  <a:spcBef>
                    <a:spcPct val="0"/>
                  </a:spcBef>
                  <a:spcAft>
                    <a:spcPct val="0"/>
                  </a:spcAft>
                  <a:buClrTx/>
                  <a:buSzTx/>
                  <a:buFontTx/>
                  <a:buNone/>
                  <a:tabLst>
                    <a:tab pos="545566" algn="l"/>
                  </a:tabLst>
                  <a:defRPr/>
                </a:pPr>
                <a:r>
                  <a:rPr kumimoji="0" lang="en-US" sz="1800" b="0" i="0" u="none" strike="noStrike" kern="1200" cap="none" spc="0" normalizeH="0" baseline="0" noProof="0">
                    <a:ln w="3175">
                      <a:noFill/>
                    </a:ln>
                    <a:solidFill>
                      <a:srgbClr val="FFFFFF"/>
                    </a:solidFill>
                    <a:effectLst/>
                    <a:uLnTx/>
                    <a:uFillTx/>
                    <a:latin typeface="Segoe Sans Text Semibold" pitchFamily="2" charset="0"/>
                    <a:ea typeface="+mn-ea"/>
                    <a:cs typeface="Segoe Sans Text Semibold" pitchFamily="2" charset="0"/>
                  </a:rPr>
                  <a:t>Microsoft AI Foundry </a:t>
                </a:r>
                <a:endParaRPr kumimoji="0" lang="en-CA" sz="1800" b="0" i="0" u="none" strike="noStrike" kern="1200" cap="none" spc="0" normalizeH="0" baseline="0" noProof="0">
                  <a:ln w="3175">
                    <a:noFill/>
                  </a:ln>
                  <a:solidFill>
                    <a:srgbClr val="FFFFFF"/>
                  </a:solidFill>
                  <a:effectLst/>
                  <a:uLnTx/>
                  <a:uFillTx/>
                  <a:latin typeface="Segoe Sans Text Semibold" pitchFamily="2" charset="0"/>
                  <a:ea typeface="+mn-ea"/>
                  <a:cs typeface="Segoe Sans Text Semibold" pitchFamily="2" charset="0"/>
                </a:endParaRPr>
              </a:p>
            </p:txBody>
          </p:sp>
        </p:grpSp>
      </p:grpSp>
      <p:grpSp>
        <p:nvGrpSpPr>
          <p:cNvPr id="3" name="Group 2">
            <a:extLst>
              <a:ext uri="{FF2B5EF4-FFF2-40B4-BE49-F238E27FC236}">
                <a16:creationId xmlns:a16="http://schemas.microsoft.com/office/drawing/2014/main" id="{A1DC1401-B0E2-4D49-91B7-EC9A94273DF5}"/>
              </a:ext>
              <a:ext uri="{C183D7F6-B498-43B3-948B-1728B52AA6E4}">
                <adec:decorative xmlns:adec="http://schemas.microsoft.com/office/drawing/2017/decorative" val="1"/>
              </a:ext>
            </a:extLst>
          </p:cNvPr>
          <p:cNvGrpSpPr/>
          <p:nvPr/>
        </p:nvGrpSpPr>
        <p:grpSpPr>
          <a:xfrm>
            <a:off x="3129887" y="3025295"/>
            <a:ext cx="5932226" cy="903563"/>
            <a:chOff x="3129887" y="3025295"/>
            <a:chExt cx="5932226" cy="903563"/>
          </a:xfrm>
        </p:grpSpPr>
        <p:sp>
          <p:nvSpPr>
            <p:cNvPr id="62" name="CS box - replacement">
              <a:extLst>
                <a:ext uri="{FF2B5EF4-FFF2-40B4-BE49-F238E27FC236}">
                  <a16:creationId xmlns:a16="http://schemas.microsoft.com/office/drawing/2014/main" id="{DDDFBE03-43DF-5ABB-99BC-8DFC87BD94FD}"/>
                </a:ext>
                <a:ext uri="{C183D7F6-B498-43B3-948B-1728B52AA6E4}">
                  <adec:decorative xmlns:adec="http://schemas.microsoft.com/office/drawing/2017/decorative" val="1"/>
                </a:ext>
              </a:extLst>
            </p:cNvPr>
            <p:cNvSpPr>
              <a:spLocks/>
            </p:cNvSpPr>
            <p:nvPr/>
          </p:nvSpPr>
          <p:spPr bwMode="auto">
            <a:xfrm>
              <a:off x="3129887" y="3025295"/>
              <a:ext cx="5932226" cy="903563"/>
            </a:xfrm>
            <a:prstGeom prst="roundRect">
              <a:avLst>
                <a:gd name="adj" fmla="val 24275"/>
              </a:avLst>
            </a:prstGeom>
            <a:solidFill>
              <a:srgbClr val="162A37"/>
            </a:solid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66" name="Rounded Rectangle 6">
              <a:extLst>
                <a:ext uri="{FF2B5EF4-FFF2-40B4-BE49-F238E27FC236}">
                  <a16:creationId xmlns:a16="http://schemas.microsoft.com/office/drawing/2014/main" id="{E40FF2D0-41EA-3E0E-1DD4-4BB90E19A798}"/>
                </a:ext>
                <a:ext uri="{C183D7F6-B498-43B3-948B-1728B52AA6E4}">
                  <adec:decorative xmlns:adec="http://schemas.microsoft.com/office/drawing/2017/decorative" val="1"/>
                </a:ext>
              </a:extLst>
            </p:cNvPr>
            <p:cNvSpPr/>
            <p:nvPr/>
          </p:nvSpPr>
          <p:spPr bwMode="auto">
            <a:xfrm>
              <a:off x="3344123" y="3343876"/>
              <a:ext cx="784441" cy="266400"/>
            </a:xfrm>
            <a:prstGeom prst="roundRect">
              <a:avLst>
                <a:gd name="adj" fmla="val 50000"/>
              </a:avLst>
            </a:prstGeom>
            <a:gradFill flip="none" rotWithShape="1">
              <a:gsLst>
                <a:gs pos="0">
                  <a:srgbClr val="B9DCD2"/>
                </a:gs>
                <a:gs pos="50000">
                  <a:srgbClr val="49C5B1"/>
                </a:gs>
              </a:gsLst>
              <a:lin ang="13500000" scaled="0"/>
              <a:tileRect/>
            </a:gradFill>
            <a:ln w="10795" cap="flat" cmpd="sng" algn="ctr">
              <a:noFill/>
              <a:prstDash val="soli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Text Semibold" pitchFamily="2" charset="0"/>
                  <a:ea typeface="+mn-ea"/>
                  <a:cs typeface="Segoe Sans Text" pitchFamily="2" charset="0"/>
                </a:rPr>
                <a:t>Apps</a:t>
              </a:r>
            </a:p>
          </p:txBody>
        </p:sp>
        <p:grpSp>
          <p:nvGrpSpPr>
            <p:cNvPr id="195" name="Group 194">
              <a:extLst>
                <a:ext uri="{FF2B5EF4-FFF2-40B4-BE49-F238E27FC236}">
                  <a16:creationId xmlns:a16="http://schemas.microsoft.com/office/drawing/2014/main" id="{DD700346-B131-98D3-B2D7-145C32EBB050}"/>
                </a:ext>
              </a:extLst>
            </p:cNvPr>
            <p:cNvGrpSpPr/>
            <p:nvPr/>
          </p:nvGrpSpPr>
          <p:grpSpPr>
            <a:xfrm>
              <a:off x="4678356" y="3170974"/>
              <a:ext cx="3891964" cy="612204"/>
              <a:chOff x="4678356" y="3145042"/>
              <a:chExt cx="3891964" cy="612204"/>
            </a:xfrm>
          </p:grpSpPr>
          <p:pic>
            <p:nvPicPr>
              <p:cNvPr id="177" name="Graphic 176">
                <a:extLst>
                  <a:ext uri="{FF2B5EF4-FFF2-40B4-BE49-F238E27FC236}">
                    <a16:creationId xmlns:a16="http://schemas.microsoft.com/office/drawing/2014/main" id="{C537EFC1-5537-CFF1-7892-1F4230ADB6B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684160" y="3172019"/>
                <a:ext cx="234017" cy="203030"/>
              </a:xfrm>
              <a:prstGeom prst="rect">
                <a:avLst/>
              </a:prstGeom>
              <a:effectLst/>
            </p:spPr>
          </p:pic>
          <p:pic>
            <p:nvPicPr>
              <p:cNvPr id="178" name="Graphic 177">
                <a:extLst>
                  <a:ext uri="{FF2B5EF4-FFF2-40B4-BE49-F238E27FC236}">
                    <a16:creationId xmlns:a16="http://schemas.microsoft.com/office/drawing/2014/main" id="{9F6B73A1-2924-DF32-7596-D332D47E2E02}"/>
                  </a:ext>
                  <a:ext uri="{C183D7F6-B498-43B3-948B-1728B52AA6E4}">
                    <adec:decorative xmlns:adec="http://schemas.microsoft.com/office/drawing/2017/decorative" val="1"/>
                  </a:ext>
                </a:extLst>
              </p:cNvPr>
              <p:cNvPicPr>
                <a:picLocks noChangeAspect="1"/>
              </p:cNvPicPr>
              <p:nvPr/>
            </p:nvPicPr>
            <p:blipFill>
              <a:blip>
                <a:lum bright="-8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6837719" y="3145042"/>
                <a:ext cx="224271" cy="252112"/>
              </a:xfrm>
              <a:prstGeom prst="rect">
                <a:avLst/>
              </a:prstGeom>
              <a:effectLst/>
            </p:spPr>
          </p:pic>
          <p:pic>
            <p:nvPicPr>
              <p:cNvPr id="179" name="Graphic 178">
                <a:extLst>
                  <a:ext uri="{FF2B5EF4-FFF2-40B4-BE49-F238E27FC236}">
                    <a16:creationId xmlns:a16="http://schemas.microsoft.com/office/drawing/2014/main" id="{D24E426C-7672-C011-013C-0BD900C9856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78356" y="3552710"/>
                <a:ext cx="220101" cy="203026"/>
              </a:xfrm>
              <a:prstGeom prst="rect">
                <a:avLst/>
              </a:prstGeom>
            </p:spPr>
          </p:pic>
          <p:pic>
            <p:nvPicPr>
              <p:cNvPr id="180" name="Picture Placeholder 6">
                <a:extLst>
                  <a:ext uri="{FF2B5EF4-FFF2-40B4-BE49-F238E27FC236}">
                    <a16:creationId xmlns:a16="http://schemas.microsoft.com/office/drawing/2014/main" id="{C349CD1A-A139-32E4-74D3-E238A3C298CF}"/>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10"/>
                  </a:ext>
                </a:extLst>
              </a:blip>
              <a:srcRect l="6" r="6"/>
              <a:stretch/>
            </p:blipFill>
            <p:spPr>
              <a:xfrm>
                <a:off x="6843522" y="3554754"/>
                <a:ext cx="220099" cy="202492"/>
              </a:xfrm>
              <a:prstGeom prst="rect">
                <a:avLst/>
              </a:prstGeom>
              <a:effectLst/>
            </p:spPr>
          </p:pic>
          <p:sp>
            <p:nvSpPr>
              <p:cNvPr id="181" name="TextBox 180">
                <a:extLst>
                  <a:ext uri="{FF2B5EF4-FFF2-40B4-BE49-F238E27FC236}">
                    <a16:creationId xmlns:a16="http://schemas.microsoft.com/office/drawing/2014/main" id="{4E1154FC-93FA-BC00-CBC2-A94825E0173F}"/>
                  </a:ext>
                  <a:ext uri="{C183D7F6-B498-43B3-948B-1728B52AA6E4}">
                    <adec:decorative xmlns:adec="http://schemas.microsoft.com/office/drawing/2017/decorative" val="1"/>
                  </a:ext>
                </a:extLst>
              </p:cNvPr>
              <p:cNvSpPr txBox="1"/>
              <p:nvPr/>
            </p:nvSpPr>
            <p:spPr>
              <a:xfrm>
                <a:off x="4988394" y="3199555"/>
                <a:ext cx="1555281"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Kubernetes Service</a:t>
                </a:r>
              </a:p>
            </p:txBody>
          </p:sp>
          <p:sp>
            <p:nvSpPr>
              <p:cNvPr id="182" name="TextBox 181">
                <a:extLst>
                  <a:ext uri="{FF2B5EF4-FFF2-40B4-BE49-F238E27FC236}">
                    <a16:creationId xmlns:a16="http://schemas.microsoft.com/office/drawing/2014/main" id="{4F1A9184-960F-6E62-2F76-372219B6BA45}"/>
                  </a:ext>
                  <a:ext uri="{C183D7F6-B498-43B3-948B-1728B52AA6E4}">
                    <adec:decorative xmlns:adec="http://schemas.microsoft.com/office/drawing/2017/decorative" val="1"/>
                  </a:ext>
                </a:extLst>
              </p:cNvPr>
              <p:cNvSpPr txBox="1"/>
              <p:nvPr/>
            </p:nvSpPr>
            <p:spPr>
              <a:xfrm>
                <a:off x="4988394" y="3560221"/>
                <a:ext cx="1165393"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App Service</a:t>
                </a:r>
              </a:p>
            </p:txBody>
          </p:sp>
          <p:sp>
            <p:nvSpPr>
              <p:cNvPr id="183" name="TextBox 182">
                <a:extLst>
                  <a:ext uri="{FF2B5EF4-FFF2-40B4-BE49-F238E27FC236}">
                    <a16:creationId xmlns:a16="http://schemas.microsoft.com/office/drawing/2014/main" id="{01053961-0AB5-FFAF-6C3F-382DF026F3C0}"/>
                  </a:ext>
                  <a:ext uri="{C183D7F6-B498-43B3-948B-1728B52AA6E4}">
                    <adec:decorative xmlns:adec="http://schemas.microsoft.com/office/drawing/2017/decorative" val="1"/>
                  </a:ext>
                </a:extLst>
              </p:cNvPr>
              <p:cNvSpPr txBox="1"/>
              <p:nvPr/>
            </p:nvSpPr>
            <p:spPr>
              <a:xfrm>
                <a:off x="7190946" y="3190403"/>
                <a:ext cx="1379374"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Container Apps</a:t>
                </a:r>
              </a:p>
            </p:txBody>
          </p:sp>
          <p:sp>
            <p:nvSpPr>
              <p:cNvPr id="184" name="TextBox 183">
                <a:extLst>
                  <a:ext uri="{FF2B5EF4-FFF2-40B4-BE49-F238E27FC236}">
                    <a16:creationId xmlns:a16="http://schemas.microsoft.com/office/drawing/2014/main" id="{C7E435B6-FAC5-F73F-24FF-9C4D2F3888EA}"/>
                  </a:ext>
                  <a:ext uri="{C183D7F6-B498-43B3-948B-1728B52AA6E4}">
                    <adec:decorative xmlns:adec="http://schemas.microsoft.com/office/drawing/2017/decorative" val="1"/>
                  </a:ext>
                </a:extLst>
              </p:cNvPr>
              <p:cNvSpPr txBox="1"/>
              <p:nvPr/>
            </p:nvSpPr>
            <p:spPr>
              <a:xfrm>
                <a:off x="7190947" y="3564790"/>
                <a:ext cx="973998"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Functions</a:t>
                </a:r>
              </a:p>
            </p:txBody>
          </p:sp>
        </p:grpSp>
      </p:grpSp>
      <p:grpSp>
        <p:nvGrpSpPr>
          <p:cNvPr id="4" name="Group 3">
            <a:extLst>
              <a:ext uri="{FF2B5EF4-FFF2-40B4-BE49-F238E27FC236}">
                <a16:creationId xmlns:a16="http://schemas.microsoft.com/office/drawing/2014/main" id="{061D5FC5-7B41-BAE7-1AE2-DD19C2842076}"/>
              </a:ext>
              <a:ext uri="{C183D7F6-B498-43B3-948B-1728B52AA6E4}">
                <adec:decorative xmlns:adec="http://schemas.microsoft.com/office/drawing/2017/decorative" val="1"/>
              </a:ext>
            </a:extLst>
          </p:cNvPr>
          <p:cNvGrpSpPr/>
          <p:nvPr/>
        </p:nvGrpSpPr>
        <p:grpSpPr>
          <a:xfrm>
            <a:off x="3129887" y="4095813"/>
            <a:ext cx="5932226" cy="847458"/>
            <a:chOff x="3129887" y="4095813"/>
            <a:chExt cx="5932226" cy="847458"/>
          </a:xfrm>
        </p:grpSpPr>
        <p:sp>
          <p:nvSpPr>
            <p:cNvPr id="74" name="CS box - replacement">
              <a:extLst>
                <a:ext uri="{FF2B5EF4-FFF2-40B4-BE49-F238E27FC236}">
                  <a16:creationId xmlns:a16="http://schemas.microsoft.com/office/drawing/2014/main" id="{0A4A6C32-24BD-CDAC-8A68-C4594B912694}"/>
                </a:ext>
                <a:ext uri="{C183D7F6-B498-43B3-948B-1728B52AA6E4}">
                  <adec:decorative xmlns:adec="http://schemas.microsoft.com/office/drawing/2017/decorative" val="1"/>
                </a:ext>
              </a:extLst>
            </p:cNvPr>
            <p:cNvSpPr>
              <a:spLocks/>
            </p:cNvSpPr>
            <p:nvPr/>
          </p:nvSpPr>
          <p:spPr bwMode="auto">
            <a:xfrm>
              <a:off x="3129887" y="4095813"/>
              <a:ext cx="5932226" cy="847458"/>
            </a:xfrm>
            <a:prstGeom prst="roundRect">
              <a:avLst>
                <a:gd name="adj" fmla="val 20699"/>
              </a:avLst>
            </a:prstGeom>
            <a:solidFill>
              <a:srgbClr val="162A37"/>
            </a:solid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67" name="Rounded Rectangle 6">
              <a:extLst>
                <a:ext uri="{FF2B5EF4-FFF2-40B4-BE49-F238E27FC236}">
                  <a16:creationId xmlns:a16="http://schemas.microsoft.com/office/drawing/2014/main" id="{181FAD0E-D1DF-35F6-1B86-93F77C7FFF63}"/>
                </a:ext>
                <a:ext uri="{C183D7F6-B498-43B3-948B-1728B52AA6E4}">
                  <adec:decorative xmlns:adec="http://schemas.microsoft.com/office/drawing/2017/decorative" val="1"/>
                </a:ext>
              </a:extLst>
            </p:cNvPr>
            <p:cNvSpPr/>
            <p:nvPr/>
          </p:nvSpPr>
          <p:spPr bwMode="auto">
            <a:xfrm>
              <a:off x="3344123" y="4386342"/>
              <a:ext cx="784441" cy="266400"/>
            </a:xfrm>
            <a:prstGeom prst="roundRect">
              <a:avLst>
                <a:gd name="adj" fmla="val 50000"/>
              </a:avLst>
            </a:prstGeom>
            <a:gradFill flip="none" rotWithShape="1">
              <a:gsLst>
                <a:gs pos="0">
                  <a:srgbClr val="B9DCD2"/>
                </a:gs>
                <a:gs pos="50000">
                  <a:srgbClr val="49C5B1"/>
                </a:gs>
              </a:gsLst>
              <a:lin ang="13500000" scaled="0"/>
              <a:tileRect/>
            </a:gradFill>
            <a:ln w="10795" cap="flat" cmpd="sng" algn="ctr">
              <a:noFill/>
              <a:prstDash val="soli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latin typeface="Segoe Sans Text Semibold" pitchFamily="2" charset="0"/>
                  <a:ea typeface="+mn-ea"/>
                  <a:cs typeface="Segoe Sans Text" pitchFamily="2" charset="0"/>
                </a:rPr>
                <a:t>Data</a:t>
              </a:r>
            </a:p>
          </p:txBody>
        </p:sp>
        <p:grpSp>
          <p:nvGrpSpPr>
            <p:cNvPr id="186" name="Group 185">
              <a:extLst>
                <a:ext uri="{FF2B5EF4-FFF2-40B4-BE49-F238E27FC236}">
                  <a16:creationId xmlns:a16="http://schemas.microsoft.com/office/drawing/2014/main" id="{C5C4DC63-5590-D24B-EC65-B539583B9400}"/>
                </a:ext>
              </a:extLst>
            </p:cNvPr>
            <p:cNvGrpSpPr/>
            <p:nvPr/>
          </p:nvGrpSpPr>
          <p:grpSpPr>
            <a:xfrm>
              <a:off x="4346787" y="4365656"/>
              <a:ext cx="1190302" cy="307777"/>
              <a:chOff x="3777111" y="4461785"/>
              <a:chExt cx="1190302" cy="307777"/>
            </a:xfrm>
          </p:grpSpPr>
          <p:sp>
            <p:nvSpPr>
              <p:cNvPr id="193" name="TextBox 192">
                <a:extLst>
                  <a:ext uri="{FF2B5EF4-FFF2-40B4-BE49-F238E27FC236}">
                    <a16:creationId xmlns:a16="http://schemas.microsoft.com/office/drawing/2014/main" id="{332D22F4-5C7D-162E-B071-28764855042A}"/>
                  </a:ext>
                  <a:ext uri="{C183D7F6-B498-43B3-948B-1728B52AA6E4}">
                    <adec:decorative xmlns:adec="http://schemas.microsoft.com/office/drawing/2017/decorative" val="1"/>
                  </a:ext>
                </a:extLst>
              </p:cNvPr>
              <p:cNvSpPr txBox="1"/>
              <p:nvPr/>
            </p:nvSpPr>
            <p:spPr>
              <a:xfrm>
                <a:off x="4108680" y="4461785"/>
                <a:ext cx="858733" cy="307777"/>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Databases</a:t>
                </a:r>
              </a:p>
            </p:txBody>
          </p:sp>
          <p:pic>
            <p:nvPicPr>
              <p:cNvPr id="194" name="Picture 4" descr="Azure logo">
                <a:extLst>
                  <a:ext uri="{FF2B5EF4-FFF2-40B4-BE49-F238E27FC236}">
                    <a16:creationId xmlns:a16="http://schemas.microsoft.com/office/drawing/2014/main" id="{5AD07947-1ACA-8509-104C-A11AFB29362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7111" y="4485237"/>
                <a:ext cx="256793" cy="2608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7" name="Group 186">
              <a:extLst>
                <a:ext uri="{FF2B5EF4-FFF2-40B4-BE49-F238E27FC236}">
                  <a16:creationId xmlns:a16="http://schemas.microsoft.com/office/drawing/2014/main" id="{3522EC9E-0AC1-3A00-B116-20F4D8278171}"/>
                </a:ext>
              </a:extLst>
            </p:cNvPr>
            <p:cNvGrpSpPr/>
            <p:nvPr/>
          </p:nvGrpSpPr>
          <p:grpSpPr>
            <a:xfrm>
              <a:off x="6038932" y="4356420"/>
              <a:ext cx="1163387" cy="307777"/>
              <a:chOff x="5516049" y="4450538"/>
              <a:chExt cx="1163387" cy="307777"/>
            </a:xfrm>
          </p:grpSpPr>
          <p:sp>
            <p:nvSpPr>
              <p:cNvPr id="191" name="TextBox 190">
                <a:extLst>
                  <a:ext uri="{FF2B5EF4-FFF2-40B4-BE49-F238E27FC236}">
                    <a16:creationId xmlns:a16="http://schemas.microsoft.com/office/drawing/2014/main" id="{27B6F0BB-C4E9-61B4-300E-EC3A998ED941}"/>
                  </a:ext>
                  <a:ext uri="{C183D7F6-B498-43B3-948B-1728B52AA6E4}">
                    <adec:decorative xmlns:adec="http://schemas.microsoft.com/office/drawing/2017/decorative" val="1"/>
                  </a:ext>
                </a:extLst>
              </p:cNvPr>
              <p:cNvSpPr txBox="1"/>
              <p:nvPr/>
            </p:nvSpPr>
            <p:spPr>
              <a:xfrm>
                <a:off x="5883034" y="4450538"/>
                <a:ext cx="796402" cy="307777"/>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Microsoft Fabric</a:t>
                </a:r>
              </a:p>
            </p:txBody>
          </p:sp>
          <p:pic>
            <p:nvPicPr>
              <p:cNvPr id="192" name="Picture 2" descr="Fabric logo">
                <a:extLst>
                  <a:ext uri="{FF2B5EF4-FFF2-40B4-BE49-F238E27FC236}">
                    <a16:creationId xmlns:a16="http://schemas.microsoft.com/office/drawing/2014/main" id="{199A8A1C-D868-0D35-3D6B-6022666D1B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16049" y="4469965"/>
                <a:ext cx="287390" cy="2873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8" name="Group 187">
              <a:extLst>
                <a:ext uri="{FF2B5EF4-FFF2-40B4-BE49-F238E27FC236}">
                  <a16:creationId xmlns:a16="http://schemas.microsoft.com/office/drawing/2014/main" id="{4842E421-6E5E-B612-5492-B55ECCCAE544}"/>
                </a:ext>
              </a:extLst>
            </p:cNvPr>
            <p:cNvGrpSpPr/>
            <p:nvPr/>
          </p:nvGrpSpPr>
          <p:grpSpPr>
            <a:xfrm>
              <a:off x="7486107" y="4351506"/>
              <a:ext cx="1254362" cy="311731"/>
              <a:chOff x="7214766" y="4450538"/>
              <a:chExt cx="1254362" cy="311731"/>
            </a:xfrm>
          </p:grpSpPr>
          <p:sp>
            <p:nvSpPr>
              <p:cNvPr id="189" name="TextBox 188">
                <a:extLst>
                  <a:ext uri="{FF2B5EF4-FFF2-40B4-BE49-F238E27FC236}">
                    <a16:creationId xmlns:a16="http://schemas.microsoft.com/office/drawing/2014/main" id="{FADC6B1F-8550-A915-9BC1-1BF84868A19B}"/>
                  </a:ext>
                  <a:ext uri="{C183D7F6-B498-43B3-948B-1728B52AA6E4}">
                    <adec:decorative xmlns:adec="http://schemas.microsoft.com/office/drawing/2017/decorative" val="1"/>
                  </a:ext>
                </a:extLst>
              </p:cNvPr>
              <p:cNvSpPr txBox="1"/>
              <p:nvPr/>
            </p:nvSpPr>
            <p:spPr>
              <a:xfrm>
                <a:off x="7578472" y="4450538"/>
                <a:ext cx="890656" cy="307777"/>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Azure Databricks</a:t>
                </a:r>
              </a:p>
            </p:txBody>
          </p:sp>
          <p:pic>
            <p:nvPicPr>
              <p:cNvPr id="190" name="Graphic 31" descr="Databricks logo">
                <a:extLst>
                  <a:ext uri="{FF2B5EF4-FFF2-40B4-BE49-F238E27FC236}">
                    <a16:creationId xmlns:a16="http://schemas.microsoft.com/office/drawing/2014/main" id="{3969DA8E-2AB9-6746-0143-FE8AD4AC820C}"/>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7214766" y="4474879"/>
                <a:ext cx="263443" cy="287390"/>
              </a:xfrm>
              <a:prstGeom prst="rect">
                <a:avLst/>
              </a:prstGeom>
            </p:spPr>
          </p:pic>
        </p:grpSp>
      </p:grpSp>
      <p:grpSp>
        <p:nvGrpSpPr>
          <p:cNvPr id="23" name="Group 22">
            <a:extLst>
              <a:ext uri="{FF2B5EF4-FFF2-40B4-BE49-F238E27FC236}">
                <a16:creationId xmlns:a16="http://schemas.microsoft.com/office/drawing/2014/main" id="{EAEF8ABD-0470-E1D9-FC58-11E5D3C59B36}"/>
              </a:ext>
              <a:ext uri="{C183D7F6-B498-43B3-948B-1728B52AA6E4}">
                <adec:decorative xmlns:adec="http://schemas.microsoft.com/office/drawing/2017/decorative" val="1"/>
              </a:ext>
            </a:extLst>
          </p:cNvPr>
          <p:cNvGrpSpPr/>
          <p:nvPr/>
        </p:nvGrpSpPr>
        <p:grpSpPr>
          <a:xfrm>
            <a:off x="544173" y="2028130"/>
            <a:ext cx="1865587" cy="2915144"/>
            <a:chOff x="544173" y="2028130"/>
            <a:chExt cx="1865587" cy="2915144"/>
          </a:xfrm>
        </p:grpSpPr>
        <p:sp>
          <p:nvSpPr>
            <p:cNvPr id="91" name="Rounded Rectangle 6">
              <a:extLst>
                <a:ext uri="{FF2B5EF4-FFF2-40B4-BE49-F238E27FC236}">
                  <a16:creationId xmlns:a16="http://schemas.microsoft.com/office/drawing/2014/main" id="{8607102D-16B4-D26E-69B8-E876E74E0760}"/>
                </a:ext>
                <a:ext uri="{C183D7F6-B498-43B3-948B-1728B52AA6E4}">
                  <adec:decorative xmlns:adec="http://schemas.microsoft.com/office/drawing/2017/decorative" val="1"/>
                </a:ext>
              </a:extLst>
            </p:cNvPr>
            <p:cNvSpPr/>
            <p:nvPr/>
          </p:nvSpPr>
          <p:spPr bwMode="auto">
            <a:xfrm>
              <a:off x="580960" y="2028130"/>
              <a:ext cx="1828800" cy="2915144"/>
            </a:xfrm>
            <a:prstGeom prst="roundRect">
              <a:avLst>
                <a:gd name="adj" fmla="val 8897"/>
              </a:avLst>
            </a:prstGeom>
            <a:solidFill>
              <a:srgbClr val="162A37"/>
            </a:solidFill>
            <a:ln w="1270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gradFill>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04" name="TextBox 103">
              <a:extLst>
                <a:ext uri="{FF2B5EF4-FFF2-40B4-BE49-F238E27FC236}">
                  <a16:creationId xmlns:a16="http://schemas.microsoft.com/office/drawing/2014/main" id="{9605C64B-6253-1922-4A49-FBF7323FF1DA}"/>
                </a:ext>
                <a:ext uri="{C183D7F6-B498-43B3-948B-1728B52AA6E4}">
                  <adec:decorative xmlns:adec="http://schemas.microsoft.com/office/drawing/2017/decorative" val="1"/>
                </a:ext>
              </a:extLst>
            </p:cNvPr>
            <p:cNvSpPr txBox="1"/>
            <p:nvPr/>
          </p:nvSpPr>
          <p:spPr>
            <a:xfrm>
              <a:off x="1264300" y="2792020"/>
              <a:ext cx="1006587"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Copilot Studio</a:t>
              </a:r>
            </a:p>
          </p:txBody>
        </p:sp>
        <p:sp>
          <p:nvSpPr>
            <p:cNvPr id="102" name="TextBox 101">
              <a:extLst>
                <a:ext uri="{FF2B5EF4-FFF2-40B4-BE49-F238E27FC236}">
                  <a16:creationId xmlns:a16="http://schemas.microsoft.com/office/drawing/2014/main" id="{F4D6DC5F-5E52-E599-71C1-4E890E0F9DE8}"/>
                </a:ext>
                <a:ext uri="{C183D7F6-B498-43B3-948B-1728B52AA6E4}">
                  <adec:decorative xmlns:adec="http://schemas.microsoft.com/office/drawing/2017/decorative" val="1"/>
                </a:ext>
              </a:extLst>
            </p:cNvPr>
            <p:cNvSpPr txBox="1"/>
            <p:nvPr/>
          </p:nvSpPr>
          <p:spPr>
            <a:xfrm>
              <a:off x="1264300" y="3370156"/>
              <a:ext cx="1006587"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Visual Studio</a:t>
              </a:r>
            </a:p>
          </p:txBody>
        </p:sp>
        <p:pic>
          <p:nvPicPr>
            <p:cNvPr id="99" name="Picture 98">
              <a:extLst>
                <a:ext uri="{FF2B5EF4-FFF2-40B4-BE49-F238E27FC236}">
                  <a16:creationId xmlns:a16="http://schemas.microsoft.com/office/drawing/2014/main" id="{758DE8D6-C780-7573-CF0F-76DDCF64EF2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44173" y="4360637"/>
              <a:ext cx="864652" cy="486368"/>
            </a:xfrm>
            <a:prstGeom prst="rect">
              <a:avLst/>
            </a:prstGeom>
          </p:spPr>
        </p:pic>
        <p:sp>
          <p:nvSpPr>
            <p:cNvPr id="100" name="Rounded Rectangle 6">
              <a:extLst>
                <a:ext uri="{FF2B5EF4-FFF2-40B4-BE49-F238E27FC236}">
                  <a16:creationId xmlns:a16="http://schemas.microsoft.com/office/drawing/2014/main" id="{CD3B5187-DFEF-6BF4-4EAA-C39BEC6B75AA}"/>
                </a:ext>
                <a:ext uri="{C183D7F6-B498-43B3-948B-1728B52AA6E4}">
                  <adec:decorative xmlns:adec="http://schemas.microsoft.com/office/drawing/2017/decorative" val="1"/>
                </a:ext>
              </a:extLst>
            </p:cNvPr>
            <p:cNvSpPr/>
            <p:nvPr/>
          </p:nvSpPr>
          <p:spPr bwMode="auto">
            <a:xfrm>
              <a:off x="1264300" y="4523849"/>
              <a:ext cx="1006587"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Foundry SDK</a:t>
              </a:r>
            </a:p>
          </p:txBody>
        </p:sp>
        <p:sp>
          <p:nvSpPr>
            <p:cNvPr id="97" name="TextBox 96">
              <a:extLst>
                <a:ext uri="{FF2B5EF4-FFF2-40B4-BE49-F238E27FC236}">
                  <a16:creationId xmlns:a16="http://schemas.microsoft.com/office/drawing/2014/main" id="{583AB7ED-27A6-353E-F517-9B1657AA69D5}"/>
                </a:ext>
                <a:ext uri="{C183D7F6-B498-43B3-948B-1728B52AA6E4}">
                  <adec:decorative xmlns:adec="http://schemas.microsoft.com/office/drawing/2017/decorative" val="1"/>
                </a:ext>
              </a:extLst>
            </p:cNvPr>
            <p:cNvSpPr txBox="1"/>
            <p:nvPr/>
          </p:nvSpPr>
          <p:spPr>
            <a:xfrm>
              <a:off x="1264300" y="3955840"/>
              <a:ext cx="1006587" cy="153888"/>
            </a:xfrm>
            <a:prstGeom prst="rect">
              <a:avLst/>
            </a:prstGeom>
            <a:noFill/>
          </p:spPr>
          <p:txBody>
            <a:bodyPr wrap="square" lIns="0" tIns="0" rIns="0" bIns="0" rtlCol="0" anchor="ctr">
              <a:spAutoFit/>
            </a:bodyPr>
            <a:lstStyle/>
            <a:p>
              <a:pPr marL="0" marR="0" lvl="0" indent="0" algn="l" defTabSz="552765" rtl="0" eaLnBrk="1" fontAlgn="auto" latinLnBrk="0" hangingPunct="1">
                <a:lnSpc>
                  <a:spcPct val="100000"/>
                </a:lnSpc>
                <a:spcBef>
                  <a:spcPct val="20000"/>
                </a:spcBef>
                <a:spcAft>
                  <a:spcPts val="0"/>
                </a:spcAft>
                <a:buClrTx/>
                <a:buSzPct val="90000"/>
                <a:buFontTx/>
                <a:buNone/>
                <a:tabLst/>
                <a:defRPr/>
              </a:pPr>
              <a:r>
                <a:rPr kumimoji="0" lang="en-US" sz="10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GitHub</a:t>
              </a:r>
            </a:p>
          </p:txBody>
        </p:sp>
        <p:pic>
          <p:nvPicPr>
            <p:cNvPr id="98" name="Picture 97" descr="A black cat in a circle&#10;&#10;AI-generated content may be incorrect.">
              <a:extLst>
                <a:ext uri="{FF2B5EF4-FFF2-40B4-BE49-F238E27FC236}">
                  <a16:creationId xmlns:a16="http://schemas.microsoft.com/office/drawing/2014/main" id="{2E4F1EEB-DBF5-751E-A628-E29AF5B30ED3}"/>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94208" y="3889836"/>
              <a:ext cx="285718" cy="278749"/>
            </a:xfrm>
            <a:prstGeom prst="rect">
              <a:avLst/>
            </a:prstGeom>
          </p:spPr>
        </p:pic>
        <p:sp>
          <p:nvSpPr>
            <p:cNvPr id="165" name="Rounded Rectangle 6">
              <a:extLst>
                <a:ext uri="{FF2B5EF4-FFF2-40B4-BE49-F238E27FC236}">
                  <a16:creationId xmlns:a16="http://schemas.microsoft.com/office/drawing/2014/main" id="{CE997A3A-CBF4-35B6-4981-31DC2D1404C6}"/>
                </a:ext>
                <a:ext uri="{C183D7F6-B498-43B3-948B-1728B52AA6E4}">
                  <adec:decorative xmlns:adec="http://schemas.microsoft.com/office/drawing/2017/decorative" val="1"/>
                </a:ext>
              </a:extLst>
            </p:cNvPr>
            <p:cNvSpPr/>
            <p:nvPr/>
          </p:nvSpPr>
          <p:spPr bwMode="auto">
            <a:xfrm>
              <a:off x="719297" y="2167278"/>
              <a:ext cx="1552127" cy="266428"/>
            </a:xfrm>
            <a:prstGeom prst="roundRect">
              <a:avLst>
                <a:gd name="adj" fmla="val 50000"/>
              </a:avLst>
            </a:prstGeom>
            <a:gradFill flip="none" rotWithShape="1">
              <a:gsLst>
                <a:gs pos="0">
                  <a:srgbClr val="8DC8E8"/>
                </a:gs>
                <a:gs pos="50000">
                  <a:srgbClr val="0078D4"/>
                </a:gs>
              </a:gsLst>
              <a:lin ang="13500000" scaled="0"/>
              <a:tileRect/>
            </a:gradFill>
            <a:ln w="10795" cap="flat" cmpd="sng" algn="ctr">
              <a:noFill/>
              <a:prstDash val="soli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pitchFamily="2" charset="0"/>
                </a:rPr>
                <a:t>Developer Tools</a:t>
              </a:r>
            </a:p>
          </p:txBody>
        </p:sp>
        <p:pic>
          <p:nvPicPr>
            <p:cNvPr id="22" name="Picture 2" descr="Microsoft Visual C++ - Wikipedia">
              <a:extLst>
                <a:ext uri="{FF2B5EF4-FFF2-40B4-BE49-F238E27FC236}">
                  <a16:creationId xmlns:a16="http://schemas.microsoft.com/office/drawing/2014/main" id="{A71BD892-6D66-FBA4-1379-B32FAC6C6DD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1836" y="3284726"/>
              <a:ext cx="321780" cy="321780"/>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5">
            <a:extLst>
              <a:ext uri="{FF2B5EF4-FFF2-40B4-BE49-F238E27FC236}">
                <a16:creationId xmlns:a16="http://schemas.microsoft.com/office/drawing/2014/main" id="{8354F2E2-7FF7-56B4-6D92-5065774C8815}"/>
              </a:ext>
              <a:ext uri="{C183D7F6-B498-43B3-948B-1728B52AA6E4}">
                <adec:decorative xmlns:adec="http://schemas.microsoft.com/office/drawing/2017/decorative" val="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76219" y="2703223"/>
            <a:ext cx="345045" cy="345045"/>
          </a:xfrm>
          <a:prstGeom prst="rect">
            <a:avLst/>
          </a:prstGeom>
        </p:spPr>
      </p:pic>
    </p:spTree>
    <p:extLst>
      <p:ext uri="{BB962C8B-B14F-4D97-AF65-F5344CB8AC3E}">
        <p14:creationId xmlns:p14="http://schemas.microsoft.com/office/powerpoint/2010/main" val="264911574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nodeType="withEffect">
                                  <p:stCondLst>
                                    <p:cond delay="175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6" presetClass="entr" presetSubtype="37" fill="hold" nodeType="withEffect">
                                  <p:stCondLst>
                                    <p:cond delay="1000"/>
                                  </p:stCondLst>
                                  <p:childTnLst>
                                    <p:set>
                                      <p:cBhvr>
                                        <p:cTn id="19" dur="1" fill="hold">
                                          <p:stCondLst>
                                            <p:cond delay="0"/>
                                          </p:stCondLst>
                                        </p:cTn>
                                        <p:tgtEl>
                                          <p:spTgt spid="87"/>
                                        </p:tgtEl>
                                        <p:attrNameLst>
                                          <p:attrName>style.visibility</p:attrName>
                                        </p:attrNameLst>
                                      </p:cBhvr>
                                      <p:to>
                                        <p:strVal val="visible"/>
                                      </p:to>
                                    </p:set>
                                    <p:animEffect transition="in" filter="barn(outVertical)">
                                      <p:cBhvr>
                                        <p:cTn id="20" dur="500"/>
                                        <p:tgtEl>
                                          <p:spTgt spid="87"/>
                                        </p:tgtEl>
                                      </p:cBhvr>
                                    </p:animEffect>
                                  </p:childTnLst>
                                </p:cTn>
                              </p:par>
                              <p:par>
                                <p:cTn id="21" presetID="16" presetClass="entr" presetSubtype="37" fill="hold" nodeType="withEffect">
                                  <p:stCondLst>
                                    <p:cond delay="1000"/>
                                  </p:stCondLst>
                                  <p:childTnLst>
                                    <p:set>
                                      <p:cBhvr>
                                        <p:cTn id="22" dur="1" fill="hold">
                                          <p:stCondLst>
                                            <p:cond delay="0"/>
                                          </p:stCondLst>
                                        </p:cTn>
                                        <p:tgtEl>
                                          <p:spTgt spid="119"/>
                                        </p:tgtEl>
                                        <p:attrNameLst>
                                          <p:attrName>style.visibility</p:attrName>
                                        </p:attrNameLst>
                                      </p:cBhvr>
                                      <p:to>
                                        <p:strVal val="visible"/>
                                      </p:to>
                                    </p:set>
                                    <p:animEffect transition="in" filter="barn(outVertical)">
                                      <p:cBhvr>
                                        <p:cTn id="23" dur="500"/>
                                        <p:tgtEl>
                                          <p:spTgt spid="119"/>
                                        </p:tgtEl>
                                      </p:cBhvr>
                                    </p:animEffect>
                                  </p:childTnLst>
                                </p:cTn>
                              </p:par>
                              <p:par>
                                <p:cTn id="24" presetID="10" presetClass="entr" presetSubtype="0" fill="hold" nodeType="withEffect">
                                  <p:stCondLst>
                                    <p:cond delay="125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grpId="0" nodeType="withEffect">
                                  <p:stCondLst>
                                    <p:cond delay="2250"/>
                                  </p:stCondLst>
                                  <p:childTnLst>
                                    <p:set>
                                      <p:cBhvr>
                                        <p:cTn id="28" dur="1" fill="hold">
                                          <p:stCondLst>
                                            <p:cond delay="0"/>
                                          </p:stCondLst>
                                        </p:cTn>
                                        <p:tgtEl>
                                          <p:spTgt spid="127"/>
                                        </p:tgtEl>
                                        <p:attrNameLst>
                                          <p:attrName>style.visibility</p:attrName>
                                        </p:attrNameLst>
                                      </p:cBhvr>
                                      <p:to>
                                        <p:strVal val="visible"/>
                                      </p:to>
                                    </p:set>
                                    <p:animEffect transition="in" filter="fade">
                                      <p:cBhvr>
                                        <p:cTn id="29" dur="500"/>
                                        <p:tgtEl>
                                          <p:spTgt spid="127"/>
                                        </p:tgtEl>
                                      </p:cBhvr>
                                    </p:animEffect>
                                  </p:childTnLst>
                                </p:cTn>
                              </p:par>
                              <p:par>
                                <p:cTn id="30" presetID="16" presetClass="entr" presetSubtype="37" fill="hold" nodeType="withEffect">
                                  <p:stCondLst>
                                    <p:cond delay="2750"/>
                                  </p:stCondLst>
                                  <p:childTnLst>
                                    <p:set>
                                      <p:cBhvr>
                                        <p:cTn id="31" dur="1" fill="hold">
                                          <p:stCondLst>
                                            <p:cond delay="0"/>
                                          </p:stCondLst>
                                        </p:cTn>
                                        <p:tgtEl>
                                          <p:spTgt spid="86"/>
                                        </p:tgtEl>
                                        <p:attrNameLst>
                                          <p:attrName>style.visibility</p:attrName>
                                        </p:attrNameLst>
                                      </p:cBhvr>
                                      <p:to>
                                        <p:strVal val="visible"/>
                                      </p:to>
                                    </p:set>
                                    <p:animEffect transition="in" filter="barn(outVertical)">
                                      <p:cBhvr>
                                        <p:cTn id="32" dur="500"/>
                                        <p:tgtEl>
                                          <p:spTgt spid="86"/>
                                        </p:tgtEl>
                                      </p:cBhvr>
                                    </p:animEffect>
                                  </p:childTnLst>
                                </p:cTn>
                              </p:par>
                              <p:par>
                                <p:cTn id="33" presetID="10" presetClass="entr" presetSubtype="0" fill="hold" nodeType="withEffect">
                                  <p:stCondLst>
                                    <p:cond delay="125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12CC-770F-C43C-D89C-7B93F94F055E}"/>
            </a:ext>
          </a:extLst>
        </p:cNvPr>
        <p:cNvGrpSpPr/>
        <p:nvPr/>
      </p:nvGrpSpPr>
      <p:grpSpPr>
        <a:xfrm>
          <a:off x="0" y="0"/>
          <a:ext cx="0" cy="0"/>
          <a:chOff x="0" y="0"/>
          <a:chExt cx="0" cy="0"/>
        </a:xfrm>
      </p:grpSpPr>
      <p:sp>
        <p:nvSpPr>
          <p:cNvPr id="6" name="Rounded Rectangle 2">
            <a:extLst>
              <a:ext uri="{FF2B5EF4-FFF2-40B4-BE49-F238E27FC236}">
                <a16:creationId xmlns:a16="http://schemas.microsoft.com/office/drawing/2014/main" id="{2DB2B7FC-F3A4-A50E-A592-68DB5D2D9A3F}"/>
              </a:ext>
            </a:extLst>
          </p:cNvPr>
          <p:cNvSpPr/>
          <p:nvPr/>
        </p:nvSpPr>
        <p:spPr>
          <a:xfrm>
            <a:off x="649794" y="1081825"/>
            <a:ext cx="10892412" cy="818808"/>
          </a:xfrm>
          <a:prstGeom prst="roundRect">
            <a:avLst>
              <a:gd name="adj" fmla="val 27652"/>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59436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           </a:t>
            </a:r>
          </a:p>
        </p:txBody>
      </p:sp>
      <p:sp>
        <p:nvSpPr>
          <p:cNvPr id="2" name="Rounded Rectangle 16">
            <a:extLst>
              <a:ext uri="{FF2B5EF4-FFF2-40B4-BE49-F238E27FC236}">
                <a16:creationId xmlns:a16="http://schemas.microsoft.com/office/drawing/2014/main" id="{AD823F1C-F7EE-8FCA-8278-CD816AD413E2}"/>
              </a:ext>
              <a:ext uri="{C183D7F6-B498-43B3-948B-1728B52AA6E4}">
                <adec:decorative xmlns:adec="http://schemas.microsoft.com/office/drawing/2017/decorative" val="1"/>
              </a:ext>
            </a:extLst>
          </p:cNvPr>
          <p:cNvSpPr>
            <a:spLocks/>
          </p:cNvSpPr>
          <p:nvPr/>
        </p:nvSpPr>
        <p:spPr>
          <a:xfrm>
            <a:off x="649794" y="1996055"/>
            <a:ext cx="10892412" cy="4230177"/>
          </a:xfrm>
          <a:prstGeom prst="roundRect">
            <a:avLst>
              <a:gd name="adj" fmla="val 3468"/>
            </a:avLst>
          </a:prstGeom>
          <a:gradFill>
            <a:gsLst>
              <a:gs pos="1149">
                <a:srgbClr val="302EC9">
                  <a:alpha val="10000"/>
                </a:srgbClr>
              </a:gs>
              <a:gs pos="100000">
                <a:srgbClr val="8988E6">
                  <a:alpha val="10000"/>
                </a:srgbClr>
              </a:gs>
            </a:gsLst>
            <a:lin ang="2700000" scaled="0"/>
          </a:gradFill>
          <a:ln w="25400">
            <a:gradFill>
              <a:gsLst>
                <a:gs pos="95000">
                  <a:srgbClr val="8988E6"/>
                </a:gs>
                <a:gs pos="0">
                  <a:schemeClr val="accent2">
                    <a:lumMod val="50000"/>
                  </a:schemeClr>
                </a:gs>
                <a:gs pos="47000">
                  <a:srgbClr val="302EC9"/>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endParaRPr>
          </a:p>
        </p:txBody>
      </p:sp>
      <p:grpSp>
        <p:nvGrpSpPr>
          <p:cNvPr id="3" name="Group 2">
            <a:extLst>
              <a:ext uri="{FF2B5EF4-FFF2-40B4-BE49-F238E27FC236}">
                <a16:creationId xmlns:a16="http://schemas.microsoft.com/office/drawing/2014/main" id="{0D6E2778-6D1B-83B6-1C43-33AFB74A3399}"/>
              </a:ext>
            </a:extLst>
          </p:cNvPr>
          <p:cNvGrpSpPr/>
          <p:nvPr/>
        </p:nvGrpSpPr>
        <p:grpSpPr>
          <a:xfrm>
            <a:off x="846376" y="4347340"/>
            <a:ext cx="10501088" cy="640080"/>
            <a:chOff x="843267" y="4015099"/>
            <a:chExt cx="10501088" cy="640080"/>
          </a:xfrm>
        </p:grpSpPr>
        <p:sp>
          <p:nvSpPr>
            <p:cNvPr id="24" name="Rounded Rectangle 2">
              <a:extLst>
                <a:ext uri="{FF2B5EF4-FFF2-40B4-BE49-F238E27FC236}">
                  <a16:creationId xmlns:a16="http://schemas.microsoft.com/office/drawing/2014/main" id="{E262992F-C3F0-A1C3-FF22-2AF73D6D9B51}"/>
                </a:ext>
              </a:extLst>
            </p:cNvPr>
            <p:cNvSpPr/>
            <p:nvPr/>
          </p:nvSpPr>
          <p:spPr>
            <a:xfrm>
              <a:off x="843267" y="4015099"/>
              <a:ext cx="10501088" cy="640080"/>
            </a:xfrm>
            <a:prstGeom prst="roundRect">
              <a:avLst>
                <a:gd name="adj" fmla="val 27652"/>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59436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           </a:t>
              </a:r>
            </a:p>
          </p:txBody>
        </p:sp>
        <p:grpSp>
          <p:nvGrpSpPr>
            <p:cNvPr id="26" name="Group 25">
              <a:extLst>
                <a:ext uri="{FF2B5EF4-FFF2-40B4-BE49-F238E27FC236}">
                  <a16:creationId xmlns:a16="http://schemas.microsoft.com/office/drawing/2014/main" id="{F20AFF78-ED3A-9075-58D5-D31303CF7325}"/>
                </a:ext>
              </a:extLst>
            </p:cNvPr>
            <p:cNvGrpSpPr/>
            <p:nvPr/>
          </p:nvGrpSpPr>
          <p:grpSpPr>
            <a:xfrm>
              <a:off x="5235283" y="4133705"/>
              <a:ext cx="2644505" cy="402868"/>
              <a:chOff x="5305297" y="4441675"/>
              <a:chExt cx="2644505" cy="402868"/>
            </a:xfrm>
          </p:grpSpPr>
          <p:pic>
            <p:nvPicPr>
              <p:cNvPr id="27" name="Picture 26">
                <a:extLst>
                  <a:ext uri="{FF2B5EF4-FFF2-40B4-BE49-F238E27FC236}">
                    <a16:creationId xmlns:a16="http://schemas.microsoft.com/office/drawing/2014/main" id="{EA9C9038-5880-002C-AC06-C57230DFB5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05297" y="4441675"/>
                <a:ext cx="402175" cy="402868"/>
              </a:xfrm>
              <a:prstGeom prst="rect">
                <a:avLst/>
              </a:prstGeom>
            </p:spPr>
          </p:pic>
          <p:sp>
            <p:nvSpPr>
              <p:cNvPr id="30" name="TextBox 29">
                <a:extLst>
                  <a:ext uri="{FF2B5EF4-FFF2-40B4-BE49-F238E27FC236}">
                    <a16:creationId xmlns:a16="http://schemas.microsoft.com/office/drawing/2014/main" id="{03BDB55B-8D2D-E8A6-5EEA-25848828177D}"/>
                  </a:ext>
                </a:extLst>
              </p:cNvPr>
              <p:cNvSpPr txBox="1"/>
              <p:nvPr/>
            </p:nvSpPr>
            <p:spPr>
              <a:xfrm>
                <a:off x="5848557" y="4507233"/>
                <a:ext cx="210124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Control Plane</a:t>
                </a:r>
              </a:p>
            </p:txBody>
          </p:sp>
        </p:grpSp>
      </p:grpSp>
      <p:sp>
        <p:nvSpPr>
          <p:cNvPr id="15" name="Rounded Rectangle 25">
            <a:extLst>
              <a:ext uri="{FF2B5EF4-FFF2-40B4-BE49-F238E27FC236}">
                <a16:creationId xmlns:a16="http://schemas.microsoft.com/office/drawing/2014/main" id="{FF7E1753-0569-E2B1-8846-641804ED1035}"/>
              </a:ext>
            </a:extLst>
          </p:cNvPr>
          <p:cNvSpPr/>
          <p:nvPr/>
        </p:nvSpPr>
        <p:spPr>
          <a:xfrm>
            <a:off x="4170356" y="6003558"/>
            <a:ext cx="3837986" cy="373523"/>
          </a:xfrm>
          <a:prstGeom prst="roundRect">
            <a:avLst>
              <a:gd name="adj" fmla="val 36011"/>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874">
                      <a:srgbClr val="2A446F">
                        <a:lumMod val="50000"/>
                      </a:srgbClr>
                    </a:gs>
                    <a:gs pos="76000">
                      <a:srgbClr val="302EC9"/>
                    </a:gs>
                    <a:gs pos="100000">
                      <a:srgbClr val="8988E6"/>
                    </a:gs>
                  </a:gsLst>
                  <a:lin ang="2700000" scaled="0"/>
                </a:gradFill>
                <a:effectLst/>
                <a:uLnTx/>
                <a:uFillTx/>
                <a:latin typeface="Segoe Sans Text Semibold"/>
                <a:ea typeface="+mn-ea"/>
                <a:cs typeface="+mn-cs"/>
              </a:rPr>
              <a:t>Security, compliance, and governance</a:t>
            </a:r>
          </a:p>
        </p:txBody>
      </p:sp>
      <p:grpSp>
        <p:nvGrpSpPr>
          <p:cNvPr id="8" name="Group 7">
            <a:extLst>
              <a:ext uri="{FF2B5EF4-FFF2-40B4-BE49-F238E27FC236}">
                <a16:creationId xmlns:a16="http://schemas.microsoft.com/office/drawing/2014/main" id="{FB2090BF-1474-B74F-D599-8A68C058BC90}"/>
              </a:ext>
            </a:extLst>
          </p:cNvPr>
          <p:cNvGrpSpPr/>
          <p:nvPr/>
        </p:nvGrpSpPr>
        <p:grpSpPr>
          <a:xfrm>
            <a:off x="3289680" y="1491229"/>
            <a:ext cx="5611548" cy="316309"/>
            <a:chOff x="3482489" y="2050550"/>
            <a:chExt cx="5611548" cy="316309"/>
          </a:xfrm>
        </p:grpSpPr>
        <p:grpSp>
          <p:nvGrpSpPr>
            <p:cNvPr id="9" name="Group 8">
              <a:extLst>
                <a:ext uri="{FF2B5EF4-FFF2-40B4-BE49-F238E27FC236}">
                  <a16:creationId xmlns:a16="http://schemas.microsoft.com/office/drawing/2014/main" id="{DC32370F-BA6D-2884-B3C0-AF207E732EE5}"/>
                </a:ext>
              </a:extLst>
            </p:cNvPr>
            <p:cNvGrpSpPr/>
            <p:nvPr/>
          </p:nvGrpSpPr>
          <p:grpSpPr>
            <a:xfrm>
              <a:off x="3482489" y="2055609"/>
              <a:ext cx="878237" cy="306939"/>
              <a:chOff x="3930940" y="4952181"/>
              <a:chExt cx="878237" cy="306939"/>
            </a:xfrm>
          </p:grpSpPr>
          <p:pic>
            <p:nvPicPr>
              <p:cNvPr id="25" name="Graphic 24">
                <a:extLst>
                  <a:ext uri="{FF2B5EF4-FFF2-40B4-BE49-F238E27FC236}">
                    <a16:creationId xmlns:a16="http://schemas.microsoft.com/office/drawing/2014/main" id="{93DA6032-8811-ED6C-C6E4-61469D0BDB64}"/>
                  </a:ext>
                </a:extLst>
              </p:cNvPr>
              <p:cNvPicPr>
                <a:picLocks noChangeAspect="1"/>
              </p:cNvPicPr>
              <p:nvPr/>
            </p:nvPicPr>
            <p:blipFill>
              <a:blip>
                <a:lum bright="-100000"/>
                <a:extLst>
                  <a:ext uri="{96DAC541-7B7A-43D3-8B79-37D633B846F1}">
                    <asvg:svgBlip xmlns:asvg="http://schemas.microsoft.com/office/drawing/2016/SVG/main" r:embed="rId4"/>
                  </a:ext>
                </a:extLst>
              </a:blip>
              <a:stretch>
                <a:fillRect/>
              </a:stretch>
            </p:blipFill>
            <p:spPr>
              <a:xfrm>
                <a:off x="3930940" y="4952181"/>
                <a:ext cx="311204" cy="306939"/>
              </a:xfrm>
              <a:prstGeom prst="rect">
                <a:avLst/>
              </a:prstGeom>
            </p:spPr>
          </p:pic>
          <p:sp>
            <p:nvSpPr>
              <p:cNvPr id="28" name="TextBox 27">
                <a:extLst>
                  <a:ext uri="{FF2B5EF4-FFF2-40B4-BE49-F238E27FC236}">
                    <a16:creationId xmlns:a16="http://schemas.microsoft.com/office/drawing/2014/main" id="{067BB4A2-57EE-86A8-1101-4741EC483544}"/>
                  </a:ext>
                </a:extLst>
              </p:cNvPr>
              <p:cNvSpPr txBox="1"/>
              <p:nvPr/>
            </p:nvSpPr>
            <p:spPr>
              <a:xfrm>
                <a:off x="4373117" y="5043596"/>
                <a:ext cx="4360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GitHub</a:t>
                </a:r>
              </a:p>
            </p:txBody>
          </p:sp>
        </p:grpSp>
        <p:grpSp>
          <p:nvGrpSpPr>
            <p:cNvPr id="10" name="Group 9">
              <a:extLst>
                <a:ext uri="{FF2B5EF4-FFF2-40B4-BE49-F238E27FC236}">
                  <a16:creationId xmlns:a16="http://schemas.microsoft.com/office/drawing/2014/main" id="{98DC1317-6D92-0338-D1C1-691BD620EDD7}"/>
                </a:ext>
              </a:extLst>
            </p:cNvPr>
            <p:cNvGrpSpPr/>
            <p:nvPr/>
          </p:nvGrpSpPr>
          <p:grpSpPr>
            <a:xfrm>
              <a:off x="5001482" y="2057975"/>
              <a:ext cx="1360506" cy="302124"/>
              <a:chOff x="5540566" y="4957903"/>
              <a:chExt cx="1360506" cy="302124"/>
            </a:xfrm>
          </p:grpSpPr>
          <p:pic>
            <p:nvPicPr>
              <p:cNvPr id="22" name="Picture 93">
                <a:extLst>
                  <a:ext uri="{FF2B5EF4-FFF2-40B4-BE49-F238E27FC236}">
                    <a16:creationId xmlns:a16="http://schemas.microsoft.com/office/drawing/2014/main" id="{800BBEDC-0297-D5DF-273F-23A15EC701F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l="2769" r="2769"/>
              <a:stretch/>
            </p:blipFill>
            <p:spPr>
              <a:xfrm>
                <a:off x="6615679" y="4957903"/>
                <a:ext cx="285393" cy="302124"/>
              </a:xfrm>
              <a:prstGeom prst="rect">
                <a:avLst/>
              </a:prstGeom>
              <a:ln w="6657" cap="flat">
                <a:noFill/>
                <a:prstDash val="solid"/>
                <a:miter/>
              </a:ln>
              <a:effectLst/>
            </p:spPr>
          </p:pic>
          <p:sp>
            <p:nvSpPr>
              <p:cNvPr id="23" name="TextBox 22">
                <a:extLst>
                  <a:ext uri="{FF2B5EF4-FFF2-40B4-BE49-F238E27FC236}">
                    <a16:creationId xmlns:a16="http://schemas.microsoft.com/office/drawing/2014/main" id="{E2322918-7FCA-4C7D-C238-D288E35986D5}"/>
                  </a:ext>
                </a:extLst>
              </p:cNvPr>
              <p:cNvSpPr txBox="1"/>
              <p:nvPr/>
            </p:nvSpPr>
            <p:spPr>
              <a:xfrm>
                <a:off x="5540566" y="5043596"/>
                <a:ext cx="77831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Visual Studio</a:t>
                </a:r>
              </a:p>
            </p:txBody>
          </p:sp>
        </p:grpSp>
        <p:grpSp>
          <p:nvGrpSpPr>
            <p:cNvPr id="11" name="Group 10">
              <a:extLst>
                <a:ext uri="{FF2B5EF4-FFF2-40B4-BE49-F238E27FC236}">
                  <a16:creationId xmlns:a16="http://schemas.microsoft.com/office/drawing/2014/main" id="{BABC5BDD-A7BF-9160-376F-E23714C1A08B}"/>
                </a:ext>
              </a:extLst>
            </p:cNvPr>
            <p:cNvGrpSpPr/>
            <p:nvPr/>
          </p:nvGrpSpPr>
          <p:grpSpPr>
            <a:xfrm>
              <a:off x="4570407" y="2055199"/>
              <a:ext cx="2993918" cy="311660"/>
              <a:chOff x="3684629" y="5382972"/>
              <a:chExt cx="2993918" cy="311660"/>
            </a:xfrm>
          </p:grpSpPr>
          <p:pic>
            <p:nvPicPr>
              <p:cNvPr id="18" name="Picture 17">
                <a:extLst>
                  <a:ext uri="{FF2B5EF4-FFF2-40B4-BE49-F238E27FC236}">
                    <a16:creationId xmlns:a16="http://schemas.microsoft.com/office/drawing/2014/main" id="{D9E6A1A6-CCF8-B447-B820-5E539FF4C3D0}"/>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rcRect l="20481" r="20481"/>
              <a:stretch/>
            </p:blipFill>
            <p:spPr>
              <a:xfrm>
                <a:off x="3684629" y="5382972"/>
                <a:ext cx="319622" cy="311660"/>
              </a:xfrm>
              <a:prstGeom prst="rect">
                <a:avLst/>
              </a:prstGeom>
              <a:ln w="6657" cap="flat">
                <a:noFill/>
                <a:prstDash val="solid"/>
                <a:miter/>
              </a:ln>
              <a:effectLst/>
            </p:spPr>
          </p:pic>
          <p:sp>
            <p:nvSpPr>
              <p:cNvPr id="19" name="TextBox 18">
                <a:extLst>
                  <a:ext uri="{FF2B5EF4-FFF2-40B4-BE49-F238E27FC236}">
                    <a16:creationId xmlns:a16="http://schemas.microsoft.com/office/drawing/2014/main" id="{A16CCA1D-151B-7DDF-9F8E-9D977873461E}"/>
                  </a:ext>
                </a:extLst>
              </p:cNvPr>
              <p:cNvSpPr txBox="1"/>
              <p:nvPr/>
            </p:nvSpPr>
            <p:spPr>
              <a:xfrm>
                <a:off x="5547828" y="5450399"/>
                <a:ext cx="113071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Visual Studio Code</a:t>
                </a:r>
              </a:p>
            </p:txBody>
          </p:sp>
        </p:grpSp>
        <p:grpSp>
          <p:nvGrpSpPr>
            <p:cNvPr id="14" name="Group 13">
              <a:extLst>
                <a:ext uri="{FF2B5EF4-FFF2-40B4-BE49-F238E27FC236}">
                  <a16:creationId xmlns:a16="http://schemas.microsoft.com/office/drawing/2014/main" id="{537269B5-ED38-BCD6-DB62-528FA56AB6BE}"/>
                </a:ext>
              </a:extLst>
            </p:cNvPr>
            <p:cNvGrpSpPr/>
            <p:nvPr/>
          </p:nvGrpSpPr>
          <p:grpSpPr>
            <a:xfrm>
              <a:off x="7783295" y="2050550"/>
              <a:ext cx="1310742" cy="316309"/>
              <a:chOff x="4280826" y="5380597"/>
              <a:chExt cx="1310742" cy="316309"/>
            </a:xfrm>
          </p:grpSpPr>
          <p:pic>
            <p:nvPicPr>
              <p:cNvPr id="16" name="Picture 15">
                <a:extLst>
                  <a:ext uri="{FF2B5EF4-FFF2-40B4-BE49-F238E27FC236}">
                    <a16:creationId xmlns:a16="http://schemas.microsoft.com/office/drawing/2014/main" id="{57C0527E-2D4F-2661-2142-D1804C4F77E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280826" y="5380597"/>
                <a:ext cx="313948" cy="316309"/>
              </a:xfrm>
              <a:prstGeom prst="rect">
                <a:avLst/>
              </a:prstGeom>
              <a:effectLst/>
            </p:spPr>
          </p:pic>
          <p:sp>
            <p:nvSpPr>
              <p:cNvPr id="17" name="TextBox 16">
                <a:extLst>
                  <a:ext uri="{FF2B5EF4-FFF2-40B4-BE49-F238E27FC236}">
                    <a16:creationId xmlns:a16="http://schemas.microsoft.com/office/drawing/2014/main" id="{24EA3426-08CF-AF44-528A-201A750BB335}"/>
                  </a:ext>
                </a:extLst>
              </p:cNvPr>
              <p:cNvSpPr txBox="1"/>
              <p:nvPr/>
            </p:nvSpPr>
            <p:spPr>
              <a:xfrm>
                <a:off x="4723608" y="5453708"/>
                <a:ext cx="8679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Copilot Studio</a:t>
                </a:r>
              </a:p>
            </p:txBody>
          </p:sp>
        </p:grpSp>
      </p:grpSp>
      <p:sp>
        <p:nvSpPr>
          <p:cNvPr id="54" name="Rounded Rectangle 25">
            <a:extLst>
              <a:ext uri="{FF2B5EF4-FFF2-40B4-BE49-F238E27FC236}">
                <a16:creationId xmlns:a16="http://schemas.microsoft.com/office/drawing/2014/main" id="{13851528-0BC6-116A-6968-DA740D0E2A2A}"/>
              </a:ext>
            </a:extLst>
          </p:cNvPr>
          <p:cNvSpPr/>
          <p:nvPr/>
        </p:nvSpPr>
        <p:spPr>
          <a:xfrm>
            <a:off x="1913049" y="3435570"/>
            <a:ext cx="8364811"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Build context-aware and action-oriented agents with 1,400+ pre-built connections and MCP tools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5" name="Rounded Rectangle 25">
            <a:extLst>
              <a:ext uri="{FF2B5EF4-FFF2-40B4-BE49-F238E27FC236}">
                <a16:creationId xmlns:a16="http://schemas.microsoft.com/office/drawing/2014/main" id="{D444C501-EB6E-2F3A-6590-AFBA301F2CCF}"/>
              </a:ext>
            </a:extLst>
          </p:cNvPr>
          <p:cNvSpPr/>
          <p:nvPr/>
        </p:nvSpPr>
        <p:spPr>
          <a:xfrm>
            <a:off x="3432163" y="1082843"/>
            <a:ext cx="5304867"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Streamline development with native IDE experiences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6" name="Rounded Rectangle 25">
            <a:extLst>
              <a:ext uri="{FF2B5EF4-FFF2-40B4-BE49-F238E27FC236}">
                <a16:creationId xmlns:a16="http://schemas.microsoft.com/office/drawing/2014/main" id="{77E17B45-B4F3-9E77-C57C-596582228B2B}"/>
              </a:ext>
            </a:extLst>
          </p:cNvPr>
          <p:cNvSpPr/>
          <p:nvPr/>
        </p:nvSpPr>
        <p:spPr>
          <a:xfrm>
            <a:off x="1152620" y="5050408"/>
            <a:ext cx="9885671"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Leverage a complete signals management layer with Microsoft Security integrations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57" name="Group 56">
            <a:extLst>
              <a:ext uri="{FF2B5EF4-FFF2-40B4-BE49-F238E27FC236}">
                <a16:creationId xmlns:a16="http://schemas.microsoft.com/office/drawing/2014/main" id="{678DC150-FE39-9D7B-0D9F-20421F54F0E0}"/>
              </a:ext>
            </a:extLst>
          </p:cNvPr>
          <p:cNvGrpSpPr/>
          <p:nvPr/>
        </p:nvGrpSpPr>
        <p:grpSpPr>
          <a:xfrm>
            <a:off x="2649184" y="5498799"/>
            <a:ext cx="7020117" cy="353910"/>
            <a:chOff x="3353505" y="4428100"/>
            <a:chExt cx="7020117" cy="353910"/>
          </a:xfrm>
        </p:grpSpPr>
        <p:grpSp>
          <p:nvGrpSpPr>
            <p:cNvPr id="59" name="Group 58">
              <a:extLst>
                <a:ext uri="{FF2B5EF4-FFF2-40B4-BE49-F238E27FC236}">
                  <a16:creationId xmlns:a16="http://schemas.microsoft.com/office/drawing/2014/main" id="{55613A78-9546-DF97-92A2-1D2139D8EA7E}"/>
                </a:ext>
              </a:extLst>
            </p:cNvPr>
            <p:cNvGrpSpPr/>
            <p:nvPr/>
          </p:nvGrpSpPr>
          <p:grpSpPr>
            <a:xfrm>
              <a:off x="3353505" y="4464712"/>
              <a:ext cx="1694835" cy="280686"/>
              <a:chOff x="3740424" y="4657232"/>
              <a:chExt cx="1694835" cy="280686"/>
            </a:xfrm>
          </p:grpSpPr>
          <p:pic>
            <p:nvPicPr>
              <p:cNvPr id="70" name="Picture 69" descr="A blue and pink logo&#10;&#10;AI-generated content may be incorrect.">
                <a:extLst>
                  <a:ext uri="{FF2B5EF4-FFF2-40B4-BE49-F238E27FC236}">
                    <a16:creationId xmlns:a16="http://schemas.microsoft.com/office/drawing/2014/main" id="{6106C16B-B67A-94CF-232E-EBD833FFA2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0424" y="4657232"/>
                <a:ext cx="280688" cy="280686"/>
              </a:xfrm>
              <a:prstGeom prst="rect">
                <a:avLst/>
              </a:prstGeom>
            </p:spPr>
          </p:pic>
          <p:sp>
            <p:nvSpPr>
              <p:cNvPr id="71" name="TextBox 70">
                <a:extLst>
                  <a:ext uri="{FF2B5EF4-FFF2-40B4-BE49-F238E27FC236}">
                    <a16:creationId xmlns:a16="http://schemas.microsoft.com/office/drawing/2014/main" id="{6549BA2E-ECD0-8805-15DF-C8FE9B45D5E0}"/>
                  </a:ext>
                </a:extLst>
              </p:cNvPr>
              <p:cNvSpPr txBox="1"/>
              <p:nvPr/>
            </p:nvSpPr>
            <p:spPr>
              <a:xfrm>
                <a:off x="4123870" y="4712121"/>
                <a:ext cx="13113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Agent 365</a:t>
                </a:r>
              </a:p>
            </p:txBody>
          </p:sp>
        </p:grpSp>
        <p:grpSp>
          <p:nvGrpSpPr>
            <p:cNvPr id="60" name="Group 59">
              <a:extLst>
                <a:ext uri="{FF2B5EF4-FFF2-40B4-BE49-F238E27FC236}">
                  <a16:creationId xmlns:a16="http://schemas.microsoft.com/office/drawing/2014/main" id="{BCD13BD2-BE4D-2275-0C00-AE2EEA100121}"/>
                </a:ext>
              </a:extLst>
            </p:cNvPr>
            <p:cNvGrpSpPr/>
            <p:nvPr/>
          </p:nvGrpSpPr>
          <p:grpSpPr>
            <a:xfrm>
              <a:off x="5080688" y="4428100"/>
              <a:ext cx="1672938" cy="353910"/>
              <a:chOff x="4182969" y="5115348"/>
              <a:chExt cx="1672938" cy="353910"/>
            </a:xfrm>
          </p:grpSpPr>
          <p:pic>
            <p:nvPicPr>
              <p:cNvPr id="68" name="Picture 67" descr="A blue shield with black background&#10;&#10;AI-generated content may be incorrect.">
                <a:extLst>
                  <a:ext uri="{FF2B5EF4-FFF2-40B4-BE49-F238E27FC236}">
                    <a16:creationId xmlns:a16="http://schemas.microsoft.com/office/drawing/2014/main" id="{95FDFDD0-FFAC-0357-5A1B-7D02A3C0F00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82969" y="5115348"/>
                <a:ext cx="353912" cy="353910"/>
              </a:xfrm>
              <a:prstGeom prst="rect">
                <a:avLst/>
              </a:prstGeom>
            </p:spPr>
          </p:pic>
          <p:sp>
            <p:nvSpPr>
              <p:cNvPr id="69" name="TextBox 68">
                <a:extLst>
                  <a:ext uri="{FF2B5EF4-FFF2-40B4-BE49-F238E27FC236}">
                    <a16:creationId xmlns:a16="http://schemas.microsoft.com/office/drawing/2014/main" id="{804A10CB-F6EA-318F-E801-12D223A35C6D}"/>
                  </a:ext>
                </a:extLst>
              </p:cNvPr>
              <p:cNvSpPr txBox="1"/>
              <p:nvPr/>
            </p:nvSpPr>
            <p:spPr>
              <a:xfrm>
                <a:off x="4651792" y="5206849"/>
                <a:ext cx="120411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Defender</a:t>
                </a:r>
              </a:p>
            </p:txBody>
          </p:sp>
        </p:grpSp>
        <p:grpSp>
          <p:nvGrpSpPr>
            <p:cNvPr id="62" name="Group 61">
              <a:extLst>
                <a:ext uri="{FF2B5EF4-FFF2-40B4-BE49-F238E27FC236}">
                  <a16:creationId xmlns:a16="http://schemas.microsoft.com/office/drawing/2014/main" id="{64FD4E9D-6A9E-B504-6638-4B956C2A22BD}"/>
                </a:ext>
              </a:extLst>
            </p:cNvPr>
            <p:cNvGrpSpPr/>
            <p:nvPr/>
          </p:nvGrpSpPr>
          <p:grpSpPr>
            <a:xfrm>
              <a:off x="7077354" y="4447007"/>
              <a:ext cx="1532634" cy="287634"/>
              <a:chOff x="7199783" y="4460770"/>
              <a:chExt cx="1532634" cy="287634"/>
            </a:xfrm>
          </p:grpSpPr>
          <p:pic>
            <p:nvPicPr>
              <p:cNvPr id="66" name="Picture 65">
                <a:extLst>
                  <a:ext uri="{FF2B5EF4-FFF2-40B4-BE49-F238E27FC236}">
                    <a16:creationId xmlns:a16="http://schemas.microsoft.com/office/drawing/2014/main" id="{06807B88-A3D3-A50F-4766-B7C0DECDE77F}"/>
                  </a:ext>
                </a:extLst>
              </p:cNvPr>
              <p:cNvPicPr>
                <a:picLocks noChangeAspect="1"/>
              </p:cNvPicPr>
              <p:nvPr/>
            </p:nvPicPr>
            <p:blipFill>
              <a:blip r:embed="rId10"/>
              <a:stretch>
                <a:fillRect/>
              </a:stretch>
            </p:blipFill>
            <p:spPr>
              <a:xfrm>
                <a:off x="7199783" y="4460770"/>
                <a:ext cx="315786" cy="287634"/>
              </a:xfrm>
              <a:prstGeom prst="rect">
                <a:avLst/>
              </a:prstGeom>
            </p:spPr>
          </p:pic>
          <p:sp>
            <p:nvSpPr>
              <p:cNvPr id="67" name="TextBox 66">
                <a:extLst>
                  <a:ext uri="{FF2B5EF4-FFF2-40B4-BE49-F238E27FC236}">
                    <a16:creationId xmlns:a16="http://schemas.microsoft.com/office/drawing/2014/main" id="{E7161B2D-3D22-3EC0-1BEA-40CBCF9D17EE}"/>
                  </a:ext>
                </a:extLst>
              </p:cNvPr>
              <p:cNvSpPr txBox="1"/>
              <p:nvPr/>
            </p:nvSpPr>
            <p:spPr>
              <a:xfrm>
                <a:off x="7630480" y="4541874"/>
                <a:ext cx="110193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Purview</a:t>
                </a:r>
              </a:p>
            </p:txBody>
          </p:sp>
        </p:grpSp>
        <p:grpSp>
          <p:nvGrpSpPr>
            <p:cNvPr id="63" name="Group 62">
              <a:extLst>
                <a:ext uri="{FF2B5EF4-FFF2-40B4-BE49-F238E27FC236}">
                  <a16:creationId xmlns:a16="http://schemas.microsoft.com/office/drawing/2014/main" id="{2255A791-1D67-ADC6-8C71-34E3972C462F}"/>
                </a:ext>
              </a:extLst>
            </p:cNvPr>
            <p:cNvGrpSpPr/>
            <p:nvPr/>
          </p:nvGrpSpPr>
          <p:grpSpPr>
            <a:xfrm>
              <a:off x="9013478" y="4446360"/>
              <a:ext cx="1360144" cy="295540"/>
              <a:chOff x="7871086" y="4992448"/>
              <a:chExt cx="1360144" cy="295540"/>
            </a:xfrm>
          </p:grpSpPr>
          <p:pic>
            <p:nvPicPr>
              <p:cNvPr id="64" name="Picture 63" descr="A blue and black logo&#10;&#10;AI-generated content may be incorrect.">
                <a:extLst>
                  <a:ext uri="{FF2B5EF4-FFF2-40B4-BE49-F238E27FC236}">
                    <a16:creationId xmlns:a16="http://schemas.microsoft.com/office/drawing/2014/main" id="{F8A8C06E-D1CD-10EC-A422-F86BAC09D45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71086" y="4992448"/>
                <a:ext cx="237377" cy="295540"/>
              </a:xfrm>
              <a:prstGeom prst="rect">
                <a:avLst/>
              </a:prstGeom>
            </p:spPr>
          </p:pic>
          <p:sp>
            <p:nvSpPr>
              <p:cNvPr id="65" name="TextBox 64">
                <a:extLst>
                  <a:ext uri="{FF2B5EF4-FFF2-40B4-BE49-F238E27FC236}">
                    <a16:creationId xmlns:a16="http://schemas.microsoft.com/office/drawing/2014/main" id="{C8A05793-6C69-B067-C6F4-F49963D013BD}"/>
                  </a:ext>
                </a:extLst>
              </p:cNvPr>
              <p:cNvSpPr txBox="1"/>
              <p:nvPr/>
            </p:nvSpPr>
            <p:spPr>
              <a:xfrm>
                <a:off x="8229447" y="5060967"/>
                <a:ext cx="100178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Entra</a:t>
                </a:r>
              </a:p>
            </p:txBody>
          </p:sp>
        </p:grpSp>
      </p:grpSp>
      <p:grpSp>
        <p:nvGrpSpPr>
          <p:cNvPr id="42" name="Group 41">
            <a:extLst>
              <a:ext uri="{FF2B5EF4-FFF2-40B4-BE49-F238E27FC236}">
                <a16:creationId xmlns:a16="http://schemas.microsoft.com/office/drawing/2014/main" id="{7FF0D732-1801-BC48-18CD-3D9FAB7562E7}"/>
              </a:ext>
            </a:extLst>
          </p:cNvPr>
          <p:cNvGrpSpPr/>
          <p:nvPr/>
        </p:nvGrpSpPr>
        <p:grpSpPr>
          <a:xfrm>
            <a:off x="1110669" y="3876433"/>
            <a:ext cx="9969569" cy="379818"/>
            <a:chOff x="1199443" y="3892654"/>
            <a:chExt cx="9969569" cy="379818"/>
          </a:xfrm>
        </p:grpSpPr>
        <p:grpSp>
          <p:nvGrpSpPr>
            <p:cNvPr id="100" name="Group 99">
              <a:extLst>
                <a:ext uri="{FF2B5EF4-FFF2-40B4-BE49-F238E27FC236}">
                  <a16:creationId xmlns:a16="http://schemas.microsoft.com/office/drawing/2014/main" id="{A2EE2EE9-AC74-7EDA-4E71-D5B302949885}"/>
                </a:ext>
              </a:extLst>
            </p:cNvPr>
            <p:cNvGrpSpPr/>
            <p:nvPr/>
          </p:nvGrpSpPr>
          <p:grpSpPr>
            <a:xfrm>
              <a:off x="1199443" y="3892654"/>
              <a:ext cx="9969569" cy="379818"/>
              <a:chOff x="1412858" y="3881913"/>
              <a:chExt cx="9969569" cy="379818"/>
            </a:xfrm>
          </p:grpSpPr>
          <p:pic>
            <p:nvPicPr>
              <p:cNvPr id="86" name="Picture 20" descr="SAP Enterprise Threat Detection - Microsoft Sentinel - Integration icon">
                <a:extLst>
                  <a:ext uri="{FF2B5EF4-FFF2-40B4-BE49-F238E27FC236}">
                    <a16:creationId xmlns:a16="http://schemas.microsoft.com/office/drawing/2014/main" id="{CDC4EC25-D92F-08E5-2959-6534ECAD90B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62413" y="3882085"/>
                <a:ext cx="379646" cy="379646"/>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185">
                <a:extLst>
                  <a:ext uri="{FF2B5EF4-FFF2-40B4-BE49-F238E27FC236}">
                    <a16:creationId xmlns:a16="http://schemas.microsoft.com/office/drawing/2014/main" id="{11D55754-3E65-7B51-F51A-46B55820503F}"/>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5688608" y="3957350"/>
                <a:ext cx="574112" cy="187209"/>
              </a:xfrm>
              <a:prstGeom prst="rect">
                <a:avLst/>
              </a:prstGeom>
            </p:spPr>
          </p:pic>
          <p:pic>
            <p:nvPicPr>
              <p:cNvPr id="90" name="Picture 89">
                <a:extLst>
                  <a:ext uri="{FF2B5EF4-FFF2-40B4-BE49-F238E27FC236}">
                    <a16:creationId xmlns:a16="http://schemas.microsoft.com/office/drawing/2014/main" id="{17EEF1EE-7329-F0DB-9955-227E8B131FB3}"/>
                  </a:ext>
                </a:extLst>
              </p:cNvPr>
              <p:cNvPicPr>
                <a:picLocks noChangeAspect="1"/>
              </p:cNvPicPr>
              <p:nvPr/>
            </p:nvPicPr>
            <p:blipFill>
              <a:blip r:embed="rId14"/>
              <a:stretch>
                <a:fillRect/>
              </a:stretch>
            </p:blipFill>
            <p:spPr>
              <a:xfrm>
                <a:off x="1412858" y="3969702"/>
                <a:ext cx="635498" cy="165538"/>
              </a:xfrm>
              <a:prstGeom prst="rect">
                <a:avLst/>
              </a:prstGeom>
            </p:spPr>
          </p:pic>
          <p:grpSp>
            <p:nvGrpSpPr>
              <p:cNvPr id="98" name="Group 97">
                <a:extLst>
                  <a:ext uri="{FF2B5EF4-FFF2-40B4-BE49-F238E27FC236}">
                    <a16:creationId xmlns:a16="http://schemas.microsoft.com/office/drawing/2014/main" id="{849E0025-8CCB-4502-23ED-37030C236B70}"/>
                  </a:ext>
                </a:extLst>
              </p:cNvPr>
              <p:cNvGrpSpPr/>
              <p:nvPr/>
            </p:nvGrpSpPr>
            <p:grpSpPr>
              <a:xfrm>
                <a:off x="8188588" y="3881913"/>
                <a:ext cx="1416015" cy="313000"/>
                <a:chOff x="9761400" y="7953785"/>
                <a:chExt cx="1416015" cy="313000"/>
              </a:xfrm>
            </p:grpSpPr>
            <p:pic>
              <p:nvPicPr>
                <p:cNvPr id="52" name="Graphic 51">
                  <a:extLst>
                    <a:ext uri="{FF2B5EF4-FFF2-40B4-BE49-F238E27FC236}">
                      <a16:creationId xmlns:a16="http://schemas.microsoft.com/office/drawing/2014/main" id="{7ECD9957-5D91-76E4-1262-1737B97455C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761400" y="7953785"/>
                  <a:ext cx="313000" cy="313000"/>
                </a:xfrm>
                <a:prstGeom prst="rect">
                  <a:avLst/>
                </a:prstGeom>
              </p:spPr>
            </p:pic>
            <p:sp>
              <p:nvSpPr>
                <p:cNvPr id="91" name="TextBox 90">
                  <a:extLst>
                    <a:ext uri="{FF2B5EF4-FFF2-40B4-BE49-F238E27FC236}">
                      <a16:creationId xmlns:a16="http://schemas.microsoft.com/office/drawing/2014/main" id="{8188A537-12C3-DAEF-065A-D9676395B440}"/>
                    </a:ext>
                  </a:extLst>
                </p:cNvPr>
                <p:cNvSpPr txBox="1"/>
                <p:nvPr/>
              </p:nvSpPr>
              <p:spPr>
                <a:xfrm>
                  <a:off x="10130393" y="8033340"/>
                  <a:ext cx="104702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Fabric</a:t>
                  </a:r>
                </a:p>
              </p:txBody>
            </p:sp>
          </p:grpSp>
          <p:grpSp>
            <p:nvGrpSpPr>
              <p:cNvPr id="99" name="Group 98">
                <a:extLst>
                  <a:ext uri="{FF2B5EF4-FFF2-40B4-BE49-F238E27FC236}">
                    <a16:creationId xmlns:a16="http://schemas.microsoft.com/office/drawing/2014/main" id="{B934644E-E44C-BE1C-1A3F-A15073E695F5}"/>
                  </a:ext>
                </a:extLst>
              </p:cNvPr>
              <p:cNvGrpSpPr/>
              <p:nvPr/>
            </p:nvGrpSpPr>
            <p:grpSpPr>
              <a:xfrm>
                <a:off x="9882716" y="3916267"/>
                <a:ext cx="1499711" cy="275440"/>
                <a:chOff x="11455528" y="7988139"/>
                <a:chExt cx="1499711" cy="275440"/>
              </a:xfrm>
            </p:grpSpPr>
            <p:pic>
              <p:nvPicPr>
                <p:cNvPr id="92" name="Graphic 91">
                  <a:extLst>
                    <a:ext uri="{FF2B5EF4-FFF2-40B4-BE49-F238E27FC236}">
                      <a16:creationId xmlns:a16="http://schemas.microsoft.com/office/drawing/2014/main" id="{9AF86965-5E3F-6E60-3A99-410648FCF58E}"/>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11455528" y="7988139"/>
                  <a:ext cx="313000" cy="275440"/>
                </a:xfrm>
                <a:prstGeom prst="rect">
                  <a:avLst/>
                </a:prstGeom>
              </p:spPr>
            </p:pic>
            <p:sp>
              <p:nvSpPr>
                <p:cNvPr id="93" name="TextBox 92">
                  <a:extLst>
                    <a:ext uri="{FF2B5EF4-FFF2-40B4-BE49-F238E27FC236}">
                      <a16:creationId xmlns:a16="http://schemas.microsoft.com/office/drawing/2014/main" id="{27BC5DCB-6CC9-5BF9-3FE4-0FEEB7018E33}"/>
                    </a:ext>
                  </a:extLst>
                </p:cNvPr>
                <p:cNvSpPr txBox="1"/>
                <p:nvPr/>
              </p:nvSpPr>
              <p:spPr>
                <a:xfrm>
                  <a:off x="11824520" y="8048915"/>
                  <a:ext cx="113071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a:t>
                  </a:r>
                  <a:r>
                    <a:rPr kumimoji="0" lang="en-US" sz="1000" b="0" i="0" u="none" strike="noStrike" kern="1200" cap="none" spc="0" normalizeH="0" baseline="0" noProof="0" err="1">
                      <a:ln>
                        <a:noFill/>
                      </a:ln>
                      <a:solidFill>
                        <a:srgbClr val="000000"/>
                      </a:solidFill>
                      <a:effectLst/>
                      <a:uLnTx/>
                      <a:uFillTx/>
                      <a:latin typeface="Segoe Sans Text Semibold"/>
                      <a:ea typeface="+mn-ea"/>
                      <a:cs typeface="+mn-cs"/>
                    </a:rPr>
                    <a:t>OneLake</a:t>
                  </a:r>
                  <a:endParaRPr kumimoji="0" lang="en-US" sz="1000" b="0" i="0" u="none" strike="noStrike" kern="1200" cap="none" spc="0" normalizeH="0" baseline="0" noProof="0">
                    <a:ln>
                      <a:noFill/>
                    </a:ln>
                    <a:solidFill>
                      <a:srgbClr val="000000"/>
                    </a:solidFill>
                    <a:effectLst/>
                    <a:uLnTx/>
                    <a:uFillTx/>
                    <a:latin typeface="Segoe Sans Text Semibold"/>
                    <a:ea typeface="+mn-ea"/>
                    <a:cs typeface="+mn-cs"/>
                  </a:endParaRPr>
                </a:p>
              </p:txBody>
            </p:sp>
          </p:grpSp>
          <p:grpSp>
            <p:nvGrpSpPr>
              <p:cNvPr id="97" name="Group 96">
                <a:extLst>
                  <a:ext uri="{FF2B5EF4-FFF2-40B4-BE49-F238E27FC236}">
                    <a16:creationId xmlns:a16="http://schemas.microsoft.com/office/drawing/2014/main" id="{E4B676F9-48E5-5945-394E-62748B9A6B7C}"/>
                  </a:ext>
                </a:extLst>
              </p:cNvPr>
              <p:cNvGrpSpPr/>
              <p:nvPr/>
            </p:nvGrpSpPr>
            <p:grpSpPr>
              <a:xfrm>
                <a:off x="6644925" y="3894113"/>
                <a:ext cx="1268066" cy="313000"/>
                <a:chOff x="8181564" y="7976932"/>
                <a:chExt cx="1268066" cy="313000"/>
              </a:xfrm>
            </p:grpSpPr>
            <p:pic>
              <p:nvPicPr>
                <p:cNvPr id="94" name="Graphic 91">
                  <a:extLst>
                    <a:ext uri="{FF2B5EF4-FFF2-40B4-BE49-F238E27FC236}">
                      <a16:creationId xmlns:a16="http://schemas.microsoft.com/office/drawing/2014/main" id="{3574E374-1C00-5A18-52B3-407DE3A31F04}"/>
                    </a:ext>
                  </a:extLst>
                </p:cNvPr>
                <p:cNvPicPr>
                  <a:picLocks noChangeAspect="1"/>
                </p:cNvPicPr>
                <p:nvPr/>
              </p:nvPicPr>
              <p:blipFill>
                <a:blip r:embed="rId17">
                  <a:extLst>
                    <a:ext uri="{28A0092B-C50C-407E-A947-70E740481C1C}">
                      <a14:useLocalDpi xmlns:a14="http://schemas.microsoft.com/office/drawing/2010/main" val="0"/>
                    </a:ext>
                  </a:extLst>
                </a:blip>
                <a:srcRect/>
                <a:stretch/>
              </p:blipFill>
              <p:spPr>
                <a:xfrm>
                  <a:off x="8181564" y="7976932"/>
                  <a:ext cx="236226" cy="313000"/>
                </a:xfrm>
                <a:prstGeom prst="rect">
                  <a:avLst/>
                </a:prstGeom>
              </p:spPr>
            </p:pic>
            <p:sp>
              <p:nvSpPr>
                <p:cNvPr id="95" name="TextBox 94">
                  <a:extLst>
                    <a:ext uri="{FF2B5EF4-FFF2-40B4-BE49-F238E27FC236}">
                      <a16:creationId xmlns:a16="http://schemas.microsoft.com/office/drawing/2014/main" id="{2786DAD5-D930-58B1-66B4-C3DD9B7EC765}"/>
                    </a:ext>
                  </a:extLst>
                </p:cNvPr>
                <p:cNvSpPr txBox="1"/>
                <p:nvPr/>
              </p:nvSpPr>
              <p:spPr>
                <a:xfrm>
                  <a:off x="8543242" y="8063597"/>
                  <a:ext cx="90638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Bing</a:t>
                  </a:r>
                </a:p>
              </p:txBody>
            </p:sp>
          </p:grpSp>
        </p:grpSp>
        <p:pic>
          <p:nvPicPr>
            <p:cNvPr id="40" name="Picture 39">
              <a:extLst>
                <a:ext uri="{FF2B5EF4-FFF2-40B4-BE49-F238E27FC236}">
                  <a16:creationId xmlns:a16="http://schemas.microsoft.com/office/drawing/2014/main" id="{813D7B0E-CBA6-7DAE-7D28-092442180202}"/>
                </a:ext>
              </a:extLst>
            </p:cNvPr>
            <p:cNvPicPr>
              <a:picLocks noChangeAspect="1"/>
            </p:cNvPicPr>
            <p:nvPr/>
          </p:nvPicPr>
          <p:blipFill>
            <a:blip r:embed="rId18"/>
            <a:stretch>
              <a:fillRect/>
            </a:stretch>
          </p:blipFill>
          <p:spPr>
            <a:xfrm>
              <a:off x="2136479" y="4026939"/>
              <a:ext cx="830234" cy="102159"/>
            </a:xfrm>
            <a:prstGeom prst="rect">
              <a:avLst/>
            </a:prstGeom>
          </p:spPr>
        </p:pic>
        <p:pic>
          <p:nvPicPr>
            <p:cNvPr id="41" name="Picture 40">
              <a:extLst>
                <a:ext uri="{FF2B5EF4-FFF2-40B4-BE49-F238E27FC236}">
                  <a16:creationId xmlns:a16="http://schemas.microsoft.com/office/drawing/2014/main" id="{5D17B61A-3A36-8EB6-68B5-E9AD2D1A3C7D}"/>
                </a:ext>
              </a:extLst>
            </p:cNvPr>
            <p:cNvPicPr>
              <a:picLocks noChangeAspect="1"/>
            </p:cNvPicPr>
            <p:nvPr/>
          </p:nvPicPr>
          <p:blipFill>
            <a:blip r:embed="rId19"/>
            <a:stretch>
              <a:fillRect/>
            </a:stretch>
          </p:blipFill>
          <p:spPr>
            <a:xfrm>
              <a:off x="4110929" y="3996063"/>
              <a:ext cx="975497" cy="144800"/>
            </a:xfrm>
            <a:prstGeom prst="rect">
              <a:avLst/>
            </a:prstGeom>
          </p:spPr>
        </p:pic>
      </p:grpSp>
      <p:sp>
        <p:nvSpPr>
          <p:cNvPr id="4" name="Rectangle: Rounded Corners 146">
            <a:extLst>
              <a:ext uri="{FF2B5EF4-FFF2-40B4-BE49-F238E27FC236}">
                <a16:creationId xmlns:a16="http://schemas.microsoft.com/office/drawing/2014/main" id="{EC08C9DF-7A1F-A97B-8A5C-50C96E256059}"/>
              </a:ext>
              <a:ext uri="{C183D7F6-B498-43B3-948B-1728B52AA6E4}">
                <adec:decorative xmlns:adec="http://schemas.microsoft.com/office/drawing/2017/decorative" val="0"/>
              </a:ext>
            </a:extLst>
          </p:cNvPr>
          <p:cNvSpPr/>
          <p:nvPr/>
        </p:nvSpPr>
        <p:spPr bwMode="auto">
          <a:xfrm>
            <a:off x="2966713" y="2095540"/>
            <a:ext cx="2011680" cy="1248937"/>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Agent Service</a:t>
            </a:r>
          </a:p>
        </p:txBody>
      </p:sp>
      <p:sp>
        <p:nvSpPr>
          <p:cNvPr id="5" name="Rectangle: Rounded Corners 146">
            <a:extLst>
              <a:ext uri="{FF2B5EF4-FFF2-40B4-BE49-F238E27FC236}">
                <a16:creationId xmlns:a16="http://schemas.microsoft.com/office/drawing/2014/main" id="{A6C664C6-6F38-17E7-C70D-32BD51F75DEA}"/>
              </a:ext>
              <a:ext uri="{C183D7F6-B498-43B3-948B-1728B52AA6E4}">
                <adec:decorative xmlns:adec="http://schemas.microsoft.com/office/drawing/2017/decorative" val="0"/>
              </a:ext>
            </a:extLst>
          </p:cNvPr>
          <p:cNvSpPr/>
          <p:nvPr/>
        </p:nvSpPr>
        <p:spPr bwMode="auto">
          <a:xfrm>
            <a:off x="5090160" y="2098062"/>
            <a:ext cx="2011680" cy="1248936"/>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IQ</a:t>
            </a:r>
          </a:p>
        </p:txBody>
      </p:sp>
      <p:sp>
        <p:nvSpPr>
          <p:cNvPr id="33" name="Rectangle: Rounded Corners 146">
            <a:extLst>
              <a:ext uri="{FF2B5EF4-FFF2-40B4-BE49-F238E27FC236}">
                <a16:creationId xmlns:a16="http://schemas.microsoft.com/office/drawing/2014/main" id="{F4A3889A-23FC-6999-0389-43A2E29FACBE}"/>
              </a:ext>
              <a:ext uri="{C183D7F6-B498-43B3-948B-1728B52AA6E4}">
                <adec:decorative xmlns:adec="http://schemas.microsoft.com/office/drawing/2017/decorative" val="0"/>
              </a:ext>
            </a:extLst>
          </p:cNvPr>
          <p:cNvSpPr/>
          <p:nvPr/>
        </p:nvSpPr>
        <p:spPr bwMode="auto">
          <a:xfrm>
            <a:off x="7212371" y="2095540"/>
            <a:ext cx="2011680" cy="1241431"/>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Tools</a:t>
            </a:r>
          </a:p>
        </p:txBody>
      </p:sp>
      <p:sp>
        <p:nvSpPr>
          <p:cNvPr id="38" name="Rectangle: Rounded Corners 146">
            <a:extLst>
              <a:ext uri="{FF2B5EF4-FFF2-40B4-BE49-F238E27FC236}">
                <a16:creationId xmlns:a16="http://schemas.microsoft.com/office/drawing/2014/main" id="{CB4A200C-3D05-C031-F76D-3E66F5D3BF1C}"/>
              </a:ext>
              <a:ext uri="{C183D7F6-B498-43B3-948B-1728B52AA6E4}">
                <adec:decorative xmlns:adec="http://schemas.microsoft.com/office/drawing/2017/decorative" val="0"/>
              </a:ext>
            </a:extLst>
          </p:cNvPr>
          <p:cNvSpPr/>
          <p:nvPr/>
        </p:nvSpPr>
        <p:spPr bwMode="auto">
          <a:xfrm>
            <a:off x="9332675" y="2095539"/>
            <a:ext cx="2011680" cy="1241431"/>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Machine Learning</a:t>
            </a:r>
          </a:p>
        </p:txBody>
      </p:sp>
      <p:pic>
        <p:nvPicPr>
          <p:cNvPr id="43" name="Picture 42">
            <a:extLst>
              <a:ext uri="{FF2B5EF4-FFF2-40B4-BE49-F238E27FC236}">
                <a16:creationId xmlns:a16="http://schemas.microsoft.com/office/drawing/2014/main" id="{4D9C2DE4-B8B9-95AB-8FDF-E64772ACB243}"/>
              </a:ext>
              <a:ext uri="{C183D7F6-B498-43B3-948B-1728B52AA6E4}">
                <adec:decorative xmlns:adec="http://schemas.microsoft.com/office/drawing/2017/decorative" val="1"/>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a:off x="5760185" y="2228010"/>
            <a:ext cx="667251" cy="667251"/>
          </a:xfrm>
          <a:prstGeom prst="rect">
            <a:avLst/>
          </a:prstGeom>
          <a:ln>
            <a:noFill/>
          </a:ln>
        </p:spPr>
      </p:pic>
      <p:sp>
        <p:nvSpPr>
          <p:cNvPr id="44" name="Rectangle: Rounded Corners 146">
            <a:extLst>
              <a:ext uri="{FF2B5EF4-FFF2-40B4-BE49-F238E27FC236}">
                <a16:creationId xmlns:a16="http://schemas.microsoft.com/office/drawing/2014/main" id="{E620B6ED-5AD7-8343-71F1-3A4C8C13BEFA}"/>
              </a:ext>
              <a:ext uri="{C183D7F6-B498-43B3-948B-1728B52AA6E4}">
                <adec:decorative xmlns:adec="http://schemas.microsoft.com/office/drawing/2017/decorative" val="0"/>
              </a:ext>
            </a:extLst>
          </p:cNvPr>
          <p:cNvSpPr/>
          <p:nvPr/>
        </p:nvSpPr>
        <p:spPr bwMode="auto">
          <a:xfrm>
            <a:off x="843266" y="2066838"/>
            <a:ext cx="2011680" cy="1280160"/>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Models</a:t>
            </a:r>
          </a:p>
        </p:txBody>
      </p:sp>
      <p:pic>
        <p:nvPicPr>
          <p:cNvPr id="45" name="Picture 44" descr="A blue triangle logo on a black background&#10;&#10;AI-generated content may be incorrect.">
            <a:extLst>
              <a:ext uri="{FF2B5EF4-FFF2-40B4-BE49-F238E27FC236}">
                <a16:creationId xmlns:a16="http://schemas.microsoft.com/office/drawing/2014/main" id="{65DEEAD2-9F96-14CF-25CB-99A112A8676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515504" y="2235916"/>
            <a:ext cx="605206" cy="605206"/>
          </a:xfrm>
          <a:prstGeom prst="rect">
            <a:avLst/>
          </a:prstGeom>
        </p:spPr>
      </p:pic>
      <p:pic>
        <p:nvPicPr>
          <p:cNvPr id="46" name="Picture 45" descr="A blue logo with a black background&#10;&#10;AI-generated content may be incorrect.">
            <a:extLst>
              <a:ext uri="{FF2B5EF4-FFF2-40B4-BE49-F238E27FC236}">
                <a16:creationId xmlns:a16="http://schemas.microsoft.com/office/drawing/2014/main" id="{882788E3-1E71-888F-D22A-BB82D8428509}"/>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0039457" y="2235916"/>
            <a:ext cx="598115" cy="598115"/>
          </a:xfrm>
          <a:prstGeom prst="rect">
            <a:avLst/>
          </a:prstGeom>
        </p:spPr>
      </p:pic>
      <p:pic>
        <p:nvPicPr>
          <p:cNvPr id="47" name="Picture 46" descr="A blue ribbon in a shape of a star&#10;&#10;AI-generated content may be incorrect.">
            <a:extLst>
              <a:ext uri="{FF2B5EF4-FFF2-40B4-BE49-F238E27FC236}">
                <a16:creationId xmlns:a16="http://schemas.microsoft.com/office/drawing/2014/main" id="{2E6F7F93-E138-CE68-677A-1051CCA8BA8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948038" y="2259804"/>
            <a:ext cx="540345" cy="540345"/>
          </a:xfrm>
          <a:prstGeom prst="rect">
            <a:avLst/>
          </a:prstGeom>
        </p:spPr>
      </p:pic>
      <p:pic>
        <p:nvPicPr>
          <p:cNvPr id="48" name="Picture 47" descr="A blue logo with a black background&#10;&#10;AI-generated content may be incorrect.">
            <a:extLst>
              <a:ext uri="{FF2B5EF4-FFF2-40B4-BE49-F238E27FC236}">
                <a16:creationId xmlns:a16="http://schemas.microsoft.com/office/drawing/2014/main" id="{2BA6D257-7CC8-C9F8-B6C3-4B1475ADCF5A}"/>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671306" y="2228010"/>
            <a:ext cx="598115" cy="598115"/>
          </a:xfrm>
          <a:prstGeom prst="rect">
            <a:avLst/>
          </a:prstGeom>
        </p:spPr>
      </p:pic>
      <p:grpSp>
        <p:nvGrpSpPr>
          <p:cNvPr id="21" name="Group 20">
            <a:extLst>
              <a:ext uri="{FF2B5EF4-FFF2-40B4-BE49-F238E27FC236}">
                <a16:creationId xmlns:a16="http://schemas.microsoft.com/office/drawing/2014/main" id="{2D9CE159-B0FA-109F-1909-91D4CCB0D829}"/>
              </a:ext>
            </a:extLst>
          </p:cNvPr>
          <p:cNvGrpSpPr/>
          <p:nvPr/>
        </p:nvGrpSpPr>
        <p:grpSpPr>
          <a:xfrm>
            <a:off x="4104602" y="284155"/>
            <a:ext cx="4284850" cy="547159"/>
            <a:chOff x="4393429" y="1443755"/>
            <a:chExt cx="4284850" cy="547159"/>
          </a:xfrm>
        </p:grpSpPr>
        <p:pic>
          <p:nvPicPr>
            <p:cNvPr id="13" name="Picture 12">
              <a:extLst>
                <a:ext uri="{FF2B5EF4-FFF2-40B4-BE49-F238E27FC236}">
                  <a16:creationId xmlns:a16="http://schemas.microsoft.com/office/drawing/2014/main" id="{9B69888B-5FB3-40DF-4AD7-69B3AD11A51D}"/>
                </a:ext>
              </a:extLst>
            </p:cNvPr>
            <p:cNvPicPr>
              <a:picLocks noChangeAspect="1"/>
            </p:cNvPicPr>
            <p:nvPr/>
          </p:nvPicPr>
          <p:blipFill>
            <a:blip r:embed="rId25">
              <a:extLst>
                <a:ext uri="{28A0092B-C50C-407E-A947-70E740481C1C}">
                  <a14:useLocalDpi xmlns:a14="http://schemas.microsoft.com/office/drawing/2010/main" val="0"/>
                </a:ext>
              </a:extLst>
            </a:blip>
            <a:srcRect/>
            <a:stretch/>
          </p:blipFill>
          <p:spPr>
            <a:xfrm>
              <a:off x="4393429" y="1545626"/>
              <a:ext cx="321212" cy="343418"/>
            </a:xfrm>
            <a:prstGeom prst="rect">
              <a:avLst/>
            </a:prstGeom>
          </p:spPr>
        </p:pic>
        <p:sp>
          <p:nvSpPr>
            <p:cNvPr id="20" name="Title 1">
              <a:extLst>
                <a:ext uri="{FF2B5EF4-FFF2-40B4-BE49-F238E27FC236}">
                  <a16:creationId xmlns:a16="http://schemas.microsoft.com/office/drawing/2014/main" id="{61F25BFD-2DC3-0776-68D5-605AEAF4B032}"/>
                </a:ext>
              </a:extLst>
            </p:cNvPr>
            <p:cNvSpPr txBox="1">
              <a:spLocks/>
            </p:cNvSpPr>
            <p:nvPr/>
          </p:nvSpPr>
          <p:spPr>
            <a:xfrm>
              <a:off x="4558802" y="1443755"/>
              <a:ext cx="4119477" cy="547159"/>
            </a:xfrm>
            <a:prstGeom prst="rect">
              <a:avLst/>
            </a:prstGeom>
            <a:noFill/>
            <a:ln>
              <a:noFill/>
              <a:prstDash/>
            </a:ln>
            <a:effectLst/>
          </p:spPr>
          <p:txBody>
            <a:bodyPr rot="0" spcFirstLastPara="0" vertOverflow="overflow" horzOverflow="overflow" vert="horz" wrap="square" lIns="54187" tIns="0" rIns="54187" bIns="54187" numCol="1" spcCol="0" rtlCol="0" fromWordArt="0" anchor="ctr" anchorCtr="0" forceAA="0" compatLnSpc="1">
              <a:prstTxWarp prst="textNoShape">
                <a:avLst/>
              </a:prstTxWarp>
              <a:spAutoFit/>
            </a:bodyPr>
            <a:lstStyle>
              <a:defPPr>
                <a:defRPr lang="en-US"/>
              </a:defPPr>
              <a:lvl1pPr algn="ctr" defTabSz="2413689" fontAlgn="base">
                <a:lnSpc>
                  <a:spcPct val="100000"/>
                </a:lnSpc>
                <a:spcBef>
                  <a:spcPct val="0"/>
                </a:spcBef>
                <a:spcAft>
                  <a:spcPct val="0"/>
                </a:spcAft>
                <a:buNone/>
                <a:tabLst>
                  <a:tab pos="2455604" algn="l"/>
                </a:tabLst>
                <a:defRPr lang="en-US" sz="11500" b="0" cap="none" spc="-50" baseline="0" dirty="0" smtClean="0">
                  <a:ln w="3175">
                    <a:noFill/>
                  </a:ln>
                  <a:gradFill>
                    <a:gsLst>
                      <a:gs pos="94406">
                        <a:srgbClr val="FFFFFF">
                          <a:lumMod val="75000"/>
                          <a:lumOff val="25000"/>
                        </a:srgbClr>
                      </a:gs>
                      <a:gs pos="80000">
                        <a:srgbClr val="FFFFFF">
                          <a:lumMod val="75000"/>
                          <a:lumOff val="25000"/>
                        </a:srgbClr>
                      </a:gs>
                    </a:gsLst>
                    <a:path path="circle">
                      <a:fillToRect l="100000" t="100000"/>
                    </a:path>
                  </a:gradFill>
                  <a:effectLst/>
                  <a:latin typeface="Segoe UI Variable Display Semib" pitchFamily="2" charset="0"/>
                </a:defRPr>
              </a:lvl1pPr>
            </a:lstStyle>
            <a:p>
              <a:pPr marL="0" marR="0" lvl="0" indent="0" algn="ctr" defTabSz="536254" rtl="0" eaLnBrk="1" fontAlgn="base" latinLnBrk="0" hangingPunct="1">
                <a:lnSpc>
                  <a:spcPct val="100000"/>
                </a:lnSpc>
                <a:spcBef>
                  <a:spcPct val="0"/>
                </a:spcBef>
                <a:spcAft>
                  <a:spcPct val="0"/>
                </a:spcAft>
                <a:buClrTx/>
                <a:buSzTx/>
                <a:buFontTx/>
                <a:buNone/>
                <a:tabLst>
                  <a:tab pos="545566" algn="l"/>
                </a:tabLst>
                <a:defRPr/>
              </a:pPr>
              <a:r>
                <a:rPr kumimoji="0" lang="en-US" sz="3200" b="0" i="0" u="none" strike="noStrike" kern="1200" cap="none" spc="0" normalizeH="0" baseline="0" noProof="0">
                  <a:ln w="3175">
                    <a:noFill/>
                  </a:ln>
                  <a:solidFill>
                    <a:srgbClr val="000000"/>
                  </a:solidFill>
                  <a:effectLst/>
                  <a:uLnTx/>
                  <a:uFillTx/>
                  <a:latin typeface="Segoe Sans Text Semibold"/>
                  <a:ea typeface="+mn-ea"/>
                  <a:cs typeface="Segoe Sans Display Semibold"/>
                </a:rPr>
                <a:t>Microsoft Foundry</a:t>
              </a:r>
              <a:endParaRPr kumimoji="0" lang="en-CA" sz="3200" b="0" i="0" u="none" strike="noStrike" kern="1200" cap="none" spc="0" normalizeH="0" baseline="0" noProof="0">
                <a:ln w="3175">
                  <a:noFill/>
                </a:ln>
                <a:solidFill>
                  <a:srgbClr val="000000"/>
                </a:solidFill>
                <a:effectLst/>
                <a:uLnTx/>
                <a:uFillTx/>
                <a:latin typeface="Segoe Sans Text Semibold"/>
                <a:ea typeface="+mn-ea"/>
                <a:cs typeface="Segoe Sans Display Semibold"/>
              </a:endParaRPr>
            </a:p>
          </p:txBody>
        </p:sp>
      </p:grpSp>
    </p:spTree>
    <p:extLst>
      <p:ext uri="{BB962C8B-B14F-4D97-AF65-F5344CB8AC3E}">
        <p14:creationId xmlns:p14="http://schemas.microsoft.com/office/powerpoint/2010/main" val="166752911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121ED6CA-716B-427B-29FE-81BEDB8EC1ED}"/>
              </a:ext>
              <a:ext uri="{C183D7F6-B498-43B3-948B-1728B52AA6E4}">
                <adec:decorative xmlns:adec="http://schemas.microsoft.com/office/drawing/2017/decorative" val="1"/>
              </a:ext>
            </a:extLst>
          </p:cNvPr>
          <p:cNvGrpSpPr/>
          <p:nvPr/>
        </p:nvGrpSpPr>
        <p:grpSpPr>
          <a:xfrm>
            <a:off x="-2130216" y="-4822636"/>
            <a:ext cx="18565977" cy="16503274"/>
            <a:chOff x="-1641318" y="-299489"/>
            <a:chExt cx="8683276" cy="7718554"/>
          </a:xfrm>
        </p:grpSpPr>
        <p:grpSp>
          <p:nvGrpSpPr>
            <p:cNvPr id="18" name="Group 17">
              <a:extLst>
                <a:ext uri="{FF2B5EF4-FFF2-40B4-BE49-F238E27FC236}">
                  <a16:creationId xmlns:a16="http://schemas.microsoft.com/office/drawing/2014/main" id="{40099E1F-52C7-9DDE-1F64-140BDAD1EE4A}"/>
                </a:ext>
              </a:extLst>
            </p:cNvPr>
            <p:cNvGrpSpPr/>
            <p:nvPr/>
          </p:nvGrpSpPr>
          <p:grpSpPr>
            <a:xfrm rot="13963223">
              <a:off x="-1235110" y="-252874"/>
              <a:ext cx="7671937" cy="7671942"/>
              <a:chOff x="-13073550" y="260470"/>
              <a:chExt cx="10868115" cy="10868116"/>
            </a:xfrm>
            <a:solidFill>
              <a:schemeClr val="bg1">
                <a:lumMod val="85000"/>
              </a:schemeClr>
            </a:solidFill>
          </p:grpSpPr>
          <p:grpSp>
            <p:nvGrpSpPr>
              <p:cNvPr id="72" name="Group 71">
                <a:extLst>
                  <a:ext uri="{FF2B5EF4-FFF2-40B4-BE49-F238E27FC236}">
                    <a16:creationId xmlns:a16="http://schemas.microsoft.com/office/drawing/2014/main" id="{F4A1D653-4D6E-EEF6-A55D-446B7CAEFF4E}"/>
                  </a:ext>
                </a:extLst>
              </p:cNvPr>
              <p:cNvGrpSpPr/>
              <p:nvPr/>
            </p:nvGrpSpPr>
            <p:grpSpPr>
              <a:xfrm>
                <a:off x="-13073550" y="3398292"/>
                <a:ext cx="10868115" cy="4592474"/>
                <a:chOff x="-13073550" y="3398292"/>
                <a:chExt cx="10868115" cy="4592474"/>
              </a:xfrm>
              <a:grpFill/>
            </p:grpSpPr>
            <p:pic>
              <p:nvPicPr>
                <p:cNvPr id="79" name="Graphic 78">
                  <a:extLst>
                    <a:ext uri="{FF2B5EF4-FFF2-40B4-BE49-F238E27FC236}">
                      <a16:creationId xmlns:a16="http://schemas.microsoft.com/office/drawing/2014/main" id="{1B227B1F-331E-9BF6-FEB6-08F9F76D18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7729" y="3398292"/>
                  <a:ext cx="2312294" cy="4592474"/>
                </a:xfrm>
                <a:prstGeom prst="rect">
                  <a:avLst/>
                </a:prstGeom>
              </p:spPr>
            </p:pic>
            <p:pic>
              <p:nvPicPr>
                <p:cNvPr id="80" name="Graphic 79">
                  <a:extLst>
                    <a:ext uri="{FF2B5EF4-FFF2-40B4-BE49-F238E27FC236}">
                      <a16:creationId xmlns:a16="http://schemas.microsoft.com/office/drawing/2014/main" id="{08CC194E-6BC4-270D-5051-E69F026611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3073550" y="3398292"/>
                  <a:ext cx="2312294" cy="4592474"/>
                </a:xfrm>
                <a:prstGeom prst="rect">
                  <a:avLst/>
                </a:prstGeom>
              </p:spPr>
            </p:pic>
          </p:grpSp>
          <p:grpSp>
            <p:nvGrpSpPr>
              <p:cNvPr id="73" name="Group 72">
                <a:extLst>
                  <a:ext uri="{FF2B5EF4-FFF2-40B4-BE49-F238E27FC236}">
                    <a16:creationId xmlns:a16="http://schemas.microsoft.com/office/drawing/2014/main" id="{D7B65DC8-CE38-5DD5-2FCC-97E1F97F9C29}"/>
                  </a:ext>
                </a:extLst>
              </p:cNvPr>
              <p:cNvGrpSpPr/>
              <p:nvPr/>
            </p:nvGrpSpPr>
            <p:grpSpPr>
              <a:xfrm rot="18000000">
                <a:off x="-13073550" y="3398292"/>
                <a:ext cx="10868115" cy="4592474"/>
                <a:chOff x="-13073550" y="3398292"/>
                <a:chExt cx="10868115" cy="4592474"/>
              </a:xfrm>
              <a:grpFill/>
            </p:grpSpPr>
            <p:pic>
              <p:nvPicPr>
                <p:cNvPr id="77" name="Graphic 76">
                  <a:extLst>
                    <a:ext uri="{FF2B5EF4-FFF2-40B4-BE49-F238E27FC236}">
                      <a16:creationId xmlns:a16="http://schemas.microsoft.com/office/drawing/2014/main" id="{870DBE54-2AD0-2300-7667-2AF4F9A1B4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7729" y="3398292"/>
                  <a:ext cx="2312294" cy="4592474"/>
                </a:xfrm>
                <a:prstGeom prst="rect">
                  <a:avLst/>
                </a:prstGeom>
              </p:spPr>
            </p:pic>
            <p:pic>
              <p:nvPicPr>
                <p:cNvPr id="78" name="Graphic 77">
                  <a:extLst>
                    <a:ext uri="{FF2B5EF4-FFF2-40B4-BE49-F238E27FC236}">
                      <a16:creationId xmlns:a16="http://schemas.microsoft.com/office/drawing/2014/main" id="{94F64759-1917-D1A6-8F47-69AA74C3ED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3073550" y="3398292"/>
                  <a:ext cx="2312294" cy="4592474"/>
                </a:xfrm>
                <a:prstGeom prst="rect">
                  <a:avLst/>
                </a:prstGeom>
              </p:spPr>
            </p:pic>
          </p:grpSp>
          <p:grpSp>
            <p:nvGrpSpPr>
              <p:cNvPr id="74" name="Group 73">
                <a:extLst>
                  <a:ext uri="{FF2B5EF4-FFF2-40B4-BE49-F238E27FC236}">
                    <a16:creationId xmlns:a16="http://schemas.microsoft.com/office/drawing/2014/main" id="{F7D44822-C8FC-AAD2-2D5E-0E734BA23F94}"/>
                  </a:ext>
                </a:extLst>
              </p:cNvPr>
              <p:cNvGrpSpPr/>
              <p:nvPr/>
            </p:nvGrpSpPr>
            <p:grpSpPr>
              <a:xfrm rot="3600000">
                <a:off x="-13073550" y="3398291"/>
                <a:ext cx="10868115" cy="4592474"/>
                <a:chOff x="-13073550" y="3398292"/>
                <a:chExt cx="10868115" cy="4592474"/>
              </a:xfrm>
              <a:grpFill/>
            </p:grpSpPr>
            <p:pic>
              <p:nvPicPr>
                <p:cNvPr id="75" name="Graphic 74">
                  <a:extLst>
                    <a:ext uri="{FF2B5EF4-FFF2-40B4-BE49-F238E27FC236}">
                      <a16:creationId xmlns:a16="http://schemas.microsoft.com/office/drawing/2014/main" id="{2E86F9C4-B555-1444-47EB-7A47625E94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7729" y="3398292"/>
                  <a:ext cx="2312294" cy="4592474"/>
                </a:xfrm>
                <a:prstGeom prst="rect">
                  <a:avLst/>
                </a:prstGeom>
              </p:spPr>
            </p:pic>
            <p:pic>
              <p:nvPicPr>
                <p:cNvPr id="76" name="Graphic 75">
                  <a:extLst>
                    <a:ext uri="{FF2B5EF4-FFF2-40B4-BE49-F238E27FC236}">
                      <a16:creationId xmlns:a16="http://schemas.microsoft.com/office/drawing/2014/main" id="{99549C1A-02CA-9E12-3CC5-EFC603DD60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3073550" y="3398292"/>
                  <a:ext cx="2312294" cy="4592474"/>
                </a:xfrm>
                <a:prstGeom prst="rect">
                  <a:avLst/>
                </a:prstGeom>
              </p:spPr>
            </p:pic>
          </p:grpSp>
        </p:grpSp>
        <p:grpSp>
          <p:nvGrpSpPr>
            <p:cNvPr id="19" name="Group 18">
              <a:extLst>
                <a:ext uri="{FF2B5EF4-FFF2-40B4-BE49-F238E27FC236}">
                  <a16:creationId xmlns:a16="http://schemas.microsoft.com/office/drawing/2014/main" id="{31BAE0F0-06A2-5285-602D-082BA35A97BC}"/>
                </a:ext>
              </a:extLst>
            </p:cNvPr>
            <p:cNvGrpSpPr/>
            <p:nvPr/>
          </p:nvGrpSpPr>
          <p:grpSpPr>
            <a:xfrm>
              <a:off x="-1641318" y="-299489"/>
              <a:ext cx="8683276" cy="7484643"/>
              <a:chOff x="-1641318" y="-299489"/>
              <a:chExt cx="8683276" cy="7484643"/>
            </a:xfrm>
          </p:grpSpPr>
          <p:grpSp>
            <p:nvGrpSpPr>
              <p:cNvPr id="20" name="Graphic 5">
                <a:extLst>
                  <a:ext uri="{FF2B5EF4-FFF2-40B4-BE49-F238E27FC236}">
                    <a16:creationId xmlns:a16="http://schemas.microsoft.com/office/drawing/2014/main" id="{BE017CA6-1B29-C4E4-014D-7A6898C052B9}"/>
                  </a:ext>
                </a:extLst>
              </p:cNvPr>
              <p:cNvGrpSpPr/>
              <p:nvPr/>
            </p:nvGrpSpPr>
            <p:grpSpPr>
              <a:xfrm rot="15746055">
                <a:off x="-177888" y="1123433"/>
                <a:ext cx="5330696" cy="5499097"/>
                <a:chOff x="4071312" y="2489702"/>
                <a:chExt cx="3527293" cy="3638722"/>
              </a:xfrm>
              <a:noFill/>
            </p:grpSpPr>
            <p:sp>
              <p:nvSpPr>
                <p:cNvPr id="60" name="Freeform: Shape 59">
                  <a:extLst>
                    <a:ext uri="{FF2B5EF4-FFF2-40B4-BE49-F238E27FC236}">
                      <a16:creationId xmlns:a16="http://schemas.microsoft.com/office/drawing/2014/main" id="{5C924E94-2281-E4AC-F711-22E7EB6F1129}"/>
                    </a:ext>
                  </a:extLst>
                </p:cNvPr>
                <p:cNvSpPr/>
                <p:nvPr/>
              </p:nvSpPr>
              <p:spPr>
                <a:xfrm>
                  <a:off x="4071312" y="2489702"/>
                  <a:ext cx="3259151" cy="3638722"/>
                </a:xfrm>
                <a:custGeom>
                  <a:avLst/>
                  <a:gdLst>
                    <a:gd name="connsiteX0" fmla="*/ 3079707 w 3259151"/>
                    <a:gd name="connsiteY0" fmla="*/ 3021953 h 3638722"/>
                    <a:gd name="connsiteX1" fmla="*/ 3132080 w 3259151"/>
                    <a:gd name="connsiteY1" fmla="*/ 1787369 h 3638722"/>
                    <a:gd name="connsiteX2" fmla="*/ 3107243 w 3259151"/>
                    <a:gd name="connsiteY2" fmla="*/ 829383 h 3638722"/>
                    <a:gd name="connsiteX3" fmla="*/ 1658848 w 3259151"/>
                    <a:gd name="connsiteY3" fmla="*/ 4990 h 3638722"/>
                    <a:gd name="connsiteX4" fmla="*/ 849418 w 3259151"/>
                    <a:gd name="connsiteY4" fmla="*/ 1005939 h 3638722"/>
                    <a:gd name="connsiteX5" fmla="*/ 4585 w 3259151"/>
                    <a:gd name="connsiteY5" fmla="*/ 2043526 h 3638722"/>
                    <a:gd name="connsiteX6" fmla="*/ 820725 w 3259151"/>
                    <a:gd name="connsiteY6" fmla="*/ 2918441 h 3638722"/>
                    <a:gd name="connsiteX7" fmla="*/ 2033249 w 3259151"/>
                    <a:gd name="connsiteY7" fmla="*/ 3633846 h 3638722"/>
                    <a:gd name="connsiteX8" fmla="*/ 3079785 w 3259151"/>
                    <a:gd name="connsiteY8" fmla="*/ 3022030 h 3638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9151" h="3638722">
                      <a:moveTo>
                        <a:pt x="3079707" y="3021953"/>
                      </a:moveTo>
                      <a:cubicBezTo>
                        <a:pt x="3412226" y="2666372"/>
                        <a:pt x="3192167" y="2234970"/>
                        <a:pt x="3132080" y="1787369"/>
                      </a:cubicBezTo>
                      <a:cubicBezTo>
                        <a:pt x="3085955" y="1443358"/>
                        <a:pt x="3380525" y="1084923"/>
                        <a:pt x="3107243" y="829383"/>
                      </a:cubicBezTo>
                      <a:cubicBezTo>
                        <a:pt x="2749194" y="494473"/>
                        <a:pt x="2109225" y="-58259"/>
                        <a:pt x="1658848" y="4990"/>
                      </a:cubicBezTo>
                      <a:cubicBezTo>
                        <a:pt x="1318153" y="52812"/>
                        <a:pt x="1102645" y="735127"/>
                        <a:pt x="849418" y="1005939"/>
                      </a:cubicBezTo>
                      <a:cubicBezTo>
                        <a:pt x="515743" y="1362755"/>
                        <a:pt x="-56967" y="1594538"/>
                        <a:pt x="4585" y="2043526"/>
                      </a:cubicBezTo>
                      <a:cubicBezTo>
                        <a:pt x="51559" y="2385918"/>
                        <a:pt x="548678" y="2663981"/>
                        <a:pt x="820725" y="2918441"/>
                      </a:cubicBezTo>
                      <a:cubicBezTo>
                        <a:pt x="1173298" y="3248183"/>
                        <a:pt x="1589043" y="3690075"/>
                        <a:pt x="2033249" y="3633846"/>
                      </a:cubicBezTo>
                      <a:cubicBezTo>
                        <a:pt x="2381349" y="3589726"/>
                        <a:pt x="2821390" y="3298397"/>
                        <a:pt x="3079785" y="3022030"/>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1" name="Freeform: Shape 60">
                  <a:extLst>
                    <a:ext uri="{FF2B5EF4-FFF2-40B4-BE49-F238E27FC236}">
                      <a16:creationId xmlns:a16="http://schemas.microsoft.com/office/drawing/2014/main" id="{CEF847FB-29E9-3CF5-3C63-C62A4EA4EEDE}"/>
                    </a:ext>
                  </a:extLst>
                </p:cNvPr>
                <p:cNvSpPr/>
                <p:nvPr/>
              </p:nvSpPr>
              <p:spPr>
                <a:xfrm>
                  <a:off x="4109618" y="2534620"/>
                  <a:ext cx="3220782" cy="3579817"/>
                </a:xfrm>
                <a:custGeom>
                  <a:avLst/>
                  <a:gdLst>
                    <a:gd name="connsiteX0" fmla="*/ 791058 w 3220782"/>
                    <a:gd name="connsiteY0" fmla="*/ 2907154 h 3579817"/>
                    <a:gd name="connsiteX1" fmla="*/ 2002194 w 3220782"/>
                    <a:gd name="connsiteY1" fmla="*/ 3574659 h 3579817"/>
                    <a:gd name="connsiteX2" fmla="*/ 3028289 w 3220782"/>
                    <a:gd name="connsiteY2" fmla="*/ 2934613 h 3579817"/>
                    <a:gd name="connsiteX3" fmla="*/ 3129333 w 3220782"/>
                    <a:gd name="connsiteY3" fmla="*/ 1743455 h 3579817"/>
                    <a:gd name="connsiteX4" fmla="*/ 3052277 w 3220782"/>
                    <a:gd name="connsiteY4" fmla="*/ 731167 h 3579817"/>
                    <a:gd name="connsiteX5" fmla="*/ 1620928 w 3220782"/>
                    <a:gd name="connsiteY5" fmla="*/ 5581 h 3579817"/>
                    <a:gd name="connsiteX6" fmla="*/ 765913 w 3220782"/>
                    <a:gd name="connsiteY6" fmla="*/ 939888 h 3579817"/>
                    <a:gd name="connsiteX7" fmla="*/ 5000 w 3220782"/>
                    <a:gd name="connsiteY7" fmla="*/ 1991745 h 3579817"/>
                    <a:gd name="connsiteX8" fmla="*/ 791058 w 3220782"/>
                    <a:gd name="connsiteY8" fmla="*/ 2907231 h 3579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0782" h="3579817">
                      <a:moveTo>
                        <a:pt x="791058" y="2907154"/>
                      </a:moveTo>
                      <a:cubicBezTo>
                        <a:pt x="1139775" y="3222549"/>
                        <a:pt x="1564312" y="3630426"/>
                        <a:pt x="2002194" y="3574659"/>
                      </a:cubicBezTo>
                      <a:cubicBezTo>
                        <a:pt x="2362558" y="3528688"/>
                        <a:pt x="2770743" y="3219772"/>
                        <a:pt x="3028289" y="2934613"/>
                      </a:cubicBezTo>
                      <a:cubicBezTo>
                        <a:pt x="3345767" y="2583197"/>
                        <a:pt x="3188417" y="2184113"/>
                        <a:pt x="3129333" y="1743455"/>
                      </a:cubicBezTo>
                      <a:cubicBezTo>
                        <a:pt x="3081433" y="1386485"/>
                        <a:pt x="3334968" y="986244"/>
                        <a:pt x="3052277" y="731167"/>
                      </a:cubicBezTo>
                      <a:cubicBezTo>
                        <a:pt x="2698624" y="412069"/>
                        <a:pt x="2063823" y="-56434"/>
                        <a:pt x="1620928" y="5581"/>
                      </a:cubicBezTo>
                      <a:cubicBezTo>
                        <a:pt x="1267198" y="54946"/>
                        <a:pt x="1018908" y="659665"/>
                        <a:pt x="765913" y="939888"/>
                      </a:cubicBezTo>
                      <a:cubicBezTo>
                        <a:pt x="447664" y="1292461"/>
                        <a:pt x="-55549" y="1549929"/>
                        <a:pt x="5000" y="1991745"/>
                      </a:cubicBezTo>
                      <a:cubicBezTo>
                        <a:pt x="53516" y="2346477"/>
                        <a:pt x="510218" y="2653234"/>
                        <a:pt x="791058" y="2907231"/>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2" name="Freeform: Shape 61">
                  <a:extLst>
                    <a:ext uri="{FF2B5EF4-FFF2-40B4-BE49-F238E27FC236}">
                      <a16:creationId xmlns:a16="http://schemas.microsoft.com/office/drawing/2014/main" id="{3DD741CF-A6BF-691F-9D04-0B3EAA5846B9}"/>
                    </a:ext>
                  </a:extLst>
                </p:cNvPr>
                <p:cNvSpPr/>
                <p:nvPr/>
              </p:nvSpPr>
              <p:spPr>
                <a:xfrm>
                  <a:off x="4147825" y="2579175"/>
                  <a:ext cx="3187979" cy="3521387"/>
                </a:xfrm>
                <a:custGeom>
                  <a:avLst/>
                  <a:gdLst>
                    <a:gd name="connsiteX0" fmla="*/ 761567 w 3187979"/>
                    <a:gd name="connsiteY0" fmla="*/ 2896229 h 3521387"/>
                    <a:gd name="connsiteX1" fmla="*/ 1971315 w 3187979"/>
                    <a:gd name="connsiteY1" fmla="*/ 3515912 h 3521387"/>
                    <a:gd name="connsiteX2" fmla="*/ 2977047 w 3187979"/>
                    <a:gd name="connsiteY2" fmla="*/ 2847635 h 3521387"/>
                    <a:gd name="connsiteX3" fmla="*/ 3126683 w 3187979"/>
                    <a:gd name="connsiteY3" fmla="*/ 1699825 h 3521387"/>
                    <a:gd name="connsiteX4" fmla="*/ 2997409 w 3187979"/>
                    <a:gd name="connsiteY4" fmla="*/ 633236 h 3521387"/>
                    <a:gd name="connsiteX5" fmla="*/ 1583183 w 3187979"/>
                    <a:gd name="connsiteY5" fmla="*/ 6380 h 3521387"/>
                    <a:gd name="connsiteX6" fmla="*/ 682583 w 3187979"/>
                    <a:gd name="connsiteY6" fmla="*/ 874121 h 3521387"/>
                    <a:gd name="connsiteX7" fmla="*/ 5513 w 3187979"/>
                    <a:gd name="connsiteY7" fmla="*/ 1940171 h 3521387"/>
                    <a:gd name="connsiteX8" fmla="*/ 761567 w 3187979"/>
                    <a:gd name="connsiteY8" fmla="*/ 2896229 h 352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7979" h="3521387">
                      <a:moveTo>
                        <a:pt x="761567" y="2896229"/>
                      </a:moveTo>
                      <a:cubicBezTo>
                        <a:pt x="1106195" y="3197508"/>
                        <a:pt x="1539681" y="3571139"/>
                        <a:pt x="1971315" y="3515912"/>
                      </a:cubicBezTo>
                      <a:cubicBezTo>
                        <a:pt x="2343865" y="3468090"/>
                        <a:pt x="2720426" y="3141742"/>
                        <a:pt x="2977047" y="2847635"/>
                      </a:cubicBezTo>
                      <a:cubicBezTo>
                        <a:pt x="3279715" y="2500770"/>
                        <a:pt x="3184842" y="2133542"/>
                        <a:pt x="3126683" y="1699825"/>
                      </a:cubicBezTo>
                      <a:cubicBezTo>
                        <a:pt x="3077087" y="1329975"/>
                        <a:pt x="3289665" y="887620"/>
                        <a:pt x="2997409" y="633236"/>
                      </a:cubicBezTo>
                      <a:cubicBezTo>
                        <a:pt x="2648539" y="329565"/>
                        <a:pt x="2018520" y="-54246"/>
                        <a:pt x="1583183" y="6380"/>
                      </a:cubicBezTo>
                      <a:cubicBezTo>
                        <a:pt x="1216418" y="57287"/>
                        <a:pt x="935115" y="584257"/>
                        <a:pt x="682583" y="874121"/>
                      </a:cubicBezTo>
                      <a:cubicBezTo>
                        <a:pt x="379529" y="1222066"/>
                        <a:pt x="-53879" y="1505683"/>
                        <a:pt x="5513" y="1940171"/>
                      </a:cubicBezTo>
                      <a:cubicBezTo>
                        <a:pt x="55572" y="2307322"/>
                        <a:pt x="471703" y="2642848"/>
                        <a:pt x="761567" y="289622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3" name="Freeform: Shape 62">
                  <a:extLst>
                    <a:ext uri="{FF2B5EF4-FFF2-40B4-BE49-F238E27FC236}">
                      <a16:creationId xmlns:a16="http://schemas.microsoft.com/office/drawing/2014/main" id="{07E44C46-3744-BCE0-AEA1-2E1403B1DF1C}"/>
                    </a:ext>
                  </a:extLst>
                </p:cNvPr>
                <p:cNvSpPr/>
                <p:nvPr/>
              </p:nvSpPr>
              <p:spPr>
                <a:xfrm>
                  <a:off x="4185926" y="2623531"/>
                  <a:ext cx="3162650" cy="3463280"/>
                </a:xfrm>
                <a:custGeom>
                  <a:avLst/>
                  <a:gdLst>
                    <a:gd name="connsiteX0" fmla="*/ 732182 w 3162650"/>
                    <a:gd name="connsiteY0" fmla="*/ 2885579 h 3463280"/>
                    <a:gd name="connsiteX1" fmla="*/ 1940541 w 3162650"/>
                    <a:gd name="connsiteY1" fmla="*/ 3457440 h 3463280"/>
                    <a:gd name="connsiteX2" fmla="*/ 2925910 w 3162650"/>
                    <a:gd name="connsiteY2" fmla="*/ 2760933 h 3463280"/>
                    <a:gd name="connsiteX3" fmla="*/ 3124217 w 3162650"/>
                    <a:gd name="connsiteY3" fmla="*/ 1656549 h 3463280"/>
                    <a:gd name="connsiteX4" fmla="*/ 2942725 w 3162650"/>
                    <a:gd name="connsiteY4" fmla="*/ 535658 h 3463280"/>
                    <a:gd name="connsiteX5" fmla="*/ 1545622 w 3162650"/>
                    <a:gd name="connsiteY5" fmla="*/ 7609 h 3463280"/>
                    <a:gd name="connsiteX6" fmla="*/ 599436 w 3162650"/>
                    <a:gd name="connsiteY6" fmla="*/ 808708 h 3463280"/>
                    <a:gd name="connsiteX7" fmla="*/ 6210 w 3162650"/>
                    <a:gd name="connsiteY7" fmla="*/ 1888949 h 3463280"/>
                    <a:gd name="connsiteX8" fmla="*/ 732182 w 3162650"/>
                    <a:gd name="connsiteY8" fmla="*/ 2885579 h 346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650" h="3463280">
                      <a:moveTo>
                        <a:pt x="732182" y="2885579"/>
                      </a:moveTo>
                      <a:cubicBezTo>
                        <a:pt x="1072413" y="3173052"/>
                        <a:pt x="1515232" y="3512050"/>
                        <a:pt x="1940541" y="3457440"/>
                      </a:cubicBezTo>
                      <a:cubicBezTo>
                        <a:pt x="2325355" y="3407689"/>
                        <a:pt x="2670370" y="3064218"/>
                        <a:pt x="2925910" y="2760933"/>
                      </a:cubicBezTo>
                      <a:cubicBezTo>
                        <a:pt x="3214077" y="2418850"/>
                        <a:pt x="3181450" y="2083246"/>
                        <a:pt x="3124217" y="1656549"/>
                      </a:cubicBezTo>
                      <a:cubicBezTo>
                        <a:pt x="3072847" y="1273817"/>
                        <a:pt x="3244776" y="789270"/>
                        <a:pt x="2942725" y="535658"/>
                      </a:cubicBezTo>
                      <a:cubicBezTo>
                        <a:pt x="2599022" y="247105"/>
                        <a:pt x="1973399" y="-51783"/>
                        <a:pt x="1545622" y="7609"/>
                      </a:cubicBezTo>
                      <a:cubicBezTo>
                        <a:pt x="1165821" y="60059"/>
                        <a:pt x="851352" y="508970"/>
                        <a:pt x="599436" y="808708"/>
                      </a:cubicBezTo>
                      <a:cubicBezTo>
                        <a:pt x="311192" y="1151639"/>
                        <a:pt x="-52025" y="1461712"/>
                        <a:pt x="6210" y="1888949"/>
                      </a:cubicBezTo>
                      <a:cubicBezTo>
                        <a:pt x="57888" y="2268441"/>
                        <a:pt x="433139" y="2632970"/>
                        <a:pt x="732182" y="288557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4" name="Freeform: Shape 63">
                  <a:extLst>
                    <a:ext uri="{FF2B5EF4-FFF2-40B4-BE49-F238E27FC236}">
                      <a16:creationId xmlns:a16="http://schemas.microsoft.com/office/drawing/2014/main" id="{4F778F12-F43D-9117-DE55-056F17487F0B}"/>
                    </a:ext>
                  </a:extLst>
                </p:cNvPr>
                <p:cNvSpPr/>
                <p:nvPr/>
              </p:nvSpPr>
              <p:spPr>
                <a:xfrm>
                  <a:off x="4223622" y="2666959"/>
                  <a:ext cx="3145783" cy="3406134"/>
                </a:xfrm>
                <a:custGeom>
                  <a:avLst/>
                  <a:gdLst>
                    <a:gd name="connsiteX0" fmla="*/ 703202 w 3145783"/>
                    <a:gd name="connsiteY0" fmla="*/ 2875858 h 3406134"/>
                    <a:gd name="connsiteX1" fmla="*/ 1910173 w 3145783"/>
                    <a:gd name="connsiteY1" fmla="*/ 3399820 h 3406134"/>
                    <a:gd name="connsiteX2" fmla="*/ 2875101 w 3145783"/>
                    <a:gd name="connsiteY2" fmla="*/ 2675082 h 3406134"/>
                    <a:gd name="connsiteX3" fmla="*/ 3122003 w 3145783"/>
                    <a:gd name="connsiteY3" fmla="*/ 1614047 h 3406134"/>
                    <a:gd name="connsiteX4" fmla="*/ 2888291 w 3145783"/>
                    <a:gd name="connsiteY4" fmla="*/ 438855 h 3406134"/>
                    <a:gd name="connsiteX5" fmla="*/ 1508312 w 3145783"/>
                    <a:gd name="connsiteY5" fmla="*/ 9612 h 3406134"/>
                    <a:gd name="connsiteX6" fmla="*/ 516541 w 3145783"/>
                    <a:gd name="connsiteY6" fmla="*/ 744146 h 3406134"/>
                    <a:gd name="connsiteX7" fmla="*/ 7234 w 3145783"/>
                    <a:gd name="connsiteY7" fmla="*/ 1838580 h 3406134"/>
                    <a:gd name="connsiteX8" fmla="*/ 703125 w 3145783"/>
                    <a:gd name="connsiteY8" fmla="*/ 2875858 h 340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5783" h="3406134">
                      <a:moveTo>
                        <a:pt x="703202" y="2875858"/>
                      </a:moveTo>
                      <a:cubicBezTo>
                        <a:pt x="1038729" y="3149756"/>
                        <a:pt x="1491188" y="3453967"/>
                        <a:pt x="1910173" y="3399820"/>
                      </a:cubicBezTo>
                      <a:cubicBezTo>
                        <a:pt x="2307174" y="3348218"/>
                        <a:pt x="2620872" y="2987778"/>
                        <a:pt x="2875101" y="2675082"/>
                      </a:cubicBezTo>
                      <a:cubicBezTo>
                        <a:pt x="3149077" y="2338167"/>
                        <a:pt x="3178310" y="2033802"/>
                        <a:pt x="3122003" y="1614047"/>
                      </a:cubicBezTo>
                      <a:cubicBezTo>
                        <a:pt x="3068936" y="1218434"/>
                        <a:pt x="3200369" y="691464"/>
                        <a:pt x="2888291" y="438855"/>
                      </a:cubicBezTo>
                      <a:cubicBezTo>
                        <a:pt x="2549988" y="165034"/>
                        <a:pt x="1928530" y="-48546"/>
                        <a:pt x="1508312" y="9612"/>
                      </a:cubicBezTo>
                      <a:cubicBezTo>
                        <a:pt x="1115476" y="63605"/>
                        <a:pt x="767685" y="434304"/>
                        <a:pt x="516541" y="744146"/>
                      </a:cubicBezTo>
                      <a:cubicBezTo>
                        <a:pt x="242797" y="1081832"/>
                        <a:pt x="-49998" y="1418593"/>
                        <a:pt x="7234" y="1838580"/>
                      </a:cubicBezTo>
                      <a:cubicBezTo>
                        <a:pt x="60456" y="2230413"/>
                        <a:pt x="394749" y="2624098"/>
                        <a:pt x="703125" y="2875858"/>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5" name="Freeform: Shape 64">
                  <a:extLst>
                    <a:ext uri="{FF2B5EF4-FFF2-40B4-BE49-F238E27FC236}">
                      <a16:creationId xmlns:a16="http://schemas.microsoft.com/office/drawing/2014/main" id="{CBE4CB6E-AE68-E16E-F77C-61D949012568}"/>
                    </a:ext>
                  </a:extLst>
                </p:cNvPr>
                <p:cNvSpPr/>
                <p:nvPr/>
              </p:nvSpPr>
              <p:spPr>
                <a:xfrm>
                  <a:off x="4260986" y="2709255"/>
                  <a:ext cx="3135893" cy="3350272"/>
                </a:xfrm>
                <a:custGeom>
                  <a:avLst/>
                  <a:gdLst>
                    <a:gd name="connsiteX0" fmla="*/ 674554 w 3135893"/>
                    <a:gd name="connsiteY0" fmla="*/ 2867269 h 3350272"/>
                    <a:gd name="connsiteX1" fmla="*/ 1880214 w 3135893"/>
                    <a:gd name="connsiteY1" fmla="*/ 3343408 h 3350272"/>
                    <a:gd name="connsiteX2" fmla="*/ 2824779 w 3135893"/>
                    <a:gd name="connsiteY2" fmla="*/ 2590440 h 3350272"/>
                    <a:gd name="connsiteX3" fmla="*/ 3120352 w 3135893"/>
                    <a:gd name="connsiteY3" fmla="*/ 1572830 h 3350272"/>
                    <a:gd name="connsiteX4" fmla="*/ 2834498 w 3135893"/>
                    <a:gd name="connsiteY4" fmla="*/ 343337 h 3350272"/>
                    <a:gd name="connsiteX5" fmla="*/ 1471565 w 3135893"/>
                    <a:gd name="connsiteY5" fmla="*/ 12824 h 3350272"/>
                    <a:gd name="connsiteX6" fmla="*/ 434209 w 3135893"/>
                    <a:gd name="connsiteY6" fmla="*/ 680715 h 3350272"/>
                    <a:gd name="connsiteX7" fmla="*/ 8746 w 3135893"/>
                    <a:gd name="connsiteY7" fmla="*/ 1789341 h 3350272"/>
                    <a:gd name="connsiteX8" fmla="*/ 674631 w 3135893"/>
                    <a:gd name="connsiteY8" fmla="*/ 2867192 h 335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893" h="3350272">
                      <a:moveTo>
                        <a:pt x="674554" y="2867269"/>
                      </a:moveTo>
                      <a:cubicBezTo>
                        <a:pt x="1005144" y="3127900"/>
                        <a:pt x="1467477" y="3396938"/>
                        <a:pt x="1880214" y="3343408"/>
                      </a:cubicBezTo>
                      <a:cubicBezTo>
                        <a:pt x="2289402" y="3289956"/>
                        <a:pt x="2572016" y="2912777"/>
                        <a:pt x="2824779" y="2590440"/>
                      </a:cubicBezTo>
                      <a:cubicBezTo>
                        <a:pt x="3084794" y="2258847"/>
                        <a:pt x="3175656" y="1985567"/>
                        <a:pt x="3120352" y="1572830"/>
                      </a:cubicBezTo>
                      <a:cubicBezTo>
                        <a:pt x="3065587" y="1164336"/>
                        <a:pt x="3156758" y="594635"/>
                        <a:pt x="2834498" y="343337"/>
                      </a:cubicBezTo>
                      <a:cubicBezTo>
                        <a:pt x="2512238" y="92039"/>
                        <a:pt x="1884302" y="-44023"/>
                        <a:pt x="1471565" y="12824"/>
                      </a:cubicBezTo>
                      <a:cubicBezTo>
                        <a:pt x="1065694" y="68359"/>
                        <a:pt x="684273" y="360692"/>
                        <a:pt x="434209" y="680715"/>
                      </a:cubicBezTo>
                      <a:cubicBezTo>
                        <a:pt x="174658" y="1012848"/>
                        <a:pt x="-47330" y="1376605"/>
                        <a:pt x="8746" y="1789341"/>
                      </a:cubicBezTo>
                      <a:cubicBezTo>
                        <a:pt x="63510" y="2193593"/>
                        <a:pt x="356691" y="2616588"/>
                        <a:pt x="674631" y="2867192"/>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6" name="Freeform: Shape 65">
                  <a:extLst>
                    <a:ext uri="{FF2B5EF4-FFF2-40B4-BE49-F238E27FC236}">
                      <a16:creationId xmlns:a16="http://schemas.microsoft.com/office/drawing/2014/main" id="{E01DC612-931C-9B5A-EC89-5A2B20A9B02D}"/>
                    </a:ext>
                  </a:extLst>
                </p:cNvPr>
                <p:cNvSpPr/>
                <p:nvPr/>
              </p:nvSpPr>
              <p:spPr>
                <a:xfrm>
                  <a:off x="4297185" y="2745782"/>
                  <a:ext cx="3130741" cy="3300265"/>
                </a:xfrm>
                <a:custGeom>
                  <a:avLst/>
                  <a:gdLst>
                    <a:gd name="connsiteX0" fmla="*/ 647071 w 3130741"/>
                    <a:gd name="connsiteY0" fmla="*/ 2864372 h 3300265"/>
                    <a:gd name="connsiteX1" fmla="*/ 1851342 w 3130741"/>
                    <a:gd name="connsiteY1" fmla="*/ 3292689 h 3300265"/>
                    <a:gd name="connsiteX2" fmla="*/ 2775545 w 3130741"/>
                    <a:gd name="connsiteY2" fmla="*/ 2511491 h 3300265"/>
                    <a:gd name="connsiteX3" fmla="*/ 3119711 w 3130741"/>
                    <a:gd name="connsiteY3" fmla="*/ 1537229 h 3300265"/>
                    <a:gd name="connsiteX4" fmla="*/ 2781639 w 3130741"/>
                    <a:gd name="connsiteY4" fmla="*/ 253435 h 3300265"/>
                    <a:gd name="connsiteX5" fmla="*/ 1435829 w 3130741"/>
                    <a:gd name="connsiteY5" fmla="*/ 21729 h 3300265"/>
                    <a:gd name="connsiteX6" fmla="*/ 352887 w 3130741"/>
                    <a:gd name="connsiteY6" fmla="*/ 622977 h 3300265"/>
                    <a:gd name="connsiteX7" fmla="*/ 11267 w 3130741"/>
                    <a:gd name="connsiteY7" fmla="*/ 1745873 h 3300265"/>
                    <a:gd name="connsiteX8" fmla="*/ 647071 w 3130741"/>
                    <a:gd name="connsiteY8" fmla="*/ 2864295 h 3300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0741" h="3300265">
                      <a:moveTo>
                        <a:pt x="647071" y="2864372"/>
                      </a:moveTo>
                      <a:cubicBezTo>
                        <a:pt x="972571" y="3111968"/>
                        <a:pt x="1444853" y="3345679"/>
                        <a:pt x="1851342" y="3292689"/>
                      </a:cubicBezTo>
                      <a:cubicBezTo>
                        <a:pt x="2272795" y="3237385"/>
                        <a:pt x="2524556" y="2843624"/>
                        <a:pt x="2775545" y="2511491"/>
                      </a:cubicBezTo>
                      <a:cubicBezTo>
                        <a:pt x="3021907" y="2185529"/>
                        <a:pt x="3174166" y="1943024"/>
                        <a:pt x="3119711" y="1537229"/>
                      </a:cubicBezTo>
                      <a:cubicBezTo>
                        <a:pt x="3063172" y="1115777"/>
                        <a:pt x="3114388" y="503190"/>
                        <a:pt x="2781639" y="253435"/>
                      </a:cubicBezTo>
                      <a:cubicBezTo>
                        <a:pt x="2455059" y="8308"/>
                        <a:pt x="1841007" y="-33884"/>
                        <a:pt x="1435829" y="21729"/>
                      </a:cubicBezTo>
                      <a:cubicBezTo>
                        <a:pt x="1016845" y="78884"/>
                        <a:pt x="601640" y="292464"/>
                        <a:pt x="352887" y="622977"/>
                      </a:cubicBezTo>
                      <a:cubicBezTo>
                        <a:pt x="107297" y="949325"/>
                        <a:pt x="-43651" y="1340387"/>
                        <a:pt x="11267" y="1745873"/>
                      </a:cubicBezTo>
                      <a:cubicBezTo>
                        <a:pt x="67574" y="2162466"/>
                        <a:pt x="319412" y="2615080"/>
                        <a:pt x="647071" y="2864295"/>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7" name="Freeform: Shape 66">
                  <a:extLst>
                    <a:ext uri="{FF2B5EF4-FFF2-40B4-BE49-F238E27FC236}">
                      <a16:creationId xmlns:a16="http://schemas.microsoft.com/office/drawing/2014/main" id="{5A7E0AAF-30E1-4632-E04F-08850552426A}"/>
                    </a:ext>
                  </a:extLst>
                </p:cNvPr>
                <p:cNvSpPr/>
                <p:nvPr/>
              </p:nvSpPr>
              <p:spPr>
                <a:xfrm>
                  <a:off x="4331073" y="2769810"/>
                  <a:ext cx="3129679" cy="3263042"/>
                </a:xfrm>
                <a:custGeom>
                  <a:avLst/>
                  <a:gdLst>
                    <a:gd name="connsiteX0" fmla="*/ 621899 w 3129679"/>
                    <a:gd name="connsiteY0" fmla="*/ 2874051 h 3263042"/>
                    <a:gd name="connsiteX1" fmla="*/ 1824782 w 3129679"/>
                    <a:gd name="connsiteY1" fmla="*/ 3254546 h 3263042"/>
                    <a:gd name="connsiteX2" fmla="*/ 2728544 w 3129679"/>
                    <a:gd name="connsiteY2" fmla="*/ 2445116 h 3263042"/>
                    <a:gd name="connsiteX3" fmla="*/ 3121380 w 3129679"/>
                    <a:gd name="connsiteY3" fmla="*/ 1514281 h 3263042"/>
                    <a:gd name="connsiteX4" fmla="*/ 2731090 w 3129679"/>
                    <a:gd name="connsiteY4" fmla="*/ 176262 h 3263042"/>
                    <a:gd name="connsiteX5" fmla="*/ 1402404 w 3129679"/>
                    <a:gd name="connsiteY5" fmla="*/ 43363 h 3263042"/>
                    <a:gd name="connsiteX6" fmla="*/ 273877 w 3129679"/>
                    <a:gd name="connsiteY6" fmla="*/ 578045 h 3263042"/>
                    <a:gd name="connsiteX7" fmla="*/ 16177 w 3129679"/>
                    <a:gd name="connsiteY7" fmla="*/ 1715134 h 3263042"/>
                    <a:gd name="connsiteX8" fmla="*/ 621899 w 3129679"/>
                    <a:gd name="connsiteY8" fmla="*/ 2874205 h 326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9679" h="3263042">
                      <a:moveTo>
                        <a:pt x="621899" y="2874051"/>
                      </a:moveTo>
                      <a:cubicBezTo>
                        <a:pt x="941999" y="3108842"/>
                        <a:pt x="1424618" y="3306996"/>
                        <a:pt x="1824782" y="3254546"/>
                      </a:cubicBezTo>
                      <a:cubicBezTo>
                        <a:pt x="2258421" y="3197313"/>
                        <a:pt x="2479637" y="2787277"/>
                        <a:pt x="2728544" y="2445116"/>
                      </a:cubicBezTo>
                      <a:cubicBezTo>
                        <a:pt x="2961485" y="2124939"/>
                        <a:pt x="3174833" y="1913056"/>
                        <a:pt x="3121380" y="1514281"/>
                      </a:cubicBezTo>
                      <a:cubicBezTo>
                        <a:pt x="3063145" y="1079947"/>
                        <a:pt x="3074561" y="424089"/>
                        <a:pt x="2731090" y="176262"/>
                      </a:cubicBezTo>
                      <a:cubicBezTo>
                        <a:pt x="2410681" y="-54982"/>
                        <a:pt x="1800022" y="-10939"/>
                        <a:pt x="1402404" y="43363"/>
                      </a:cubicBezTo>
                      <a:cubicBezTo>
                        <a:pt x="970384" y="102060"/>
                        <a:pt x="521009" y="236734"/>
                        <a:pt x="273877" y="578045"/>
                      </a:cubicBezTo>
                      <a:cubicBezTo>
                        <a:pt x="41862" y="898377"/>
                        <a:pt x="-37739" y="1316898"/>
                        <a:pt x="16177" y="1715134"/>
                      </a:cubicBezTo>
                      <a:cubicBezTo>
                        <a:pt x="74026" y="2144068"/>
                        <a:pt x="284289" y="2626532"/>
                        <a:pt x="621899" y="2874205"/>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8" name="Freeform: Shape 67">
                  <a:extLst>
                    <a:ext uri="{FF2B5EF4-FFF2-40B4-BE49-F238E27FC236}">
                      <a16:creationId xmlns:a16="http://schemas.microsoft.com/office/drawing/2014/main" id="{461C54F3-C4BE-1895-E58E-CD3B1B04396A}"/>
                    </a:ext>
                  </a:extLst>
                </p:cNvPr>
                <p:cNvSpPr/>
                <p:nvPr/>
              </p:nvSpPr>
              <p:spPr>
                <a:xfrm>
                  <a:off x="4358871" y="2771233"/>
                  <a:ext cx="3135688" cy="3248662"/>
                </a:xfrm>
                <a:custGeom>
                  <a:avLst/>
                  <a:gdLst>
                    <a:gd name="connsiteX0" fmla="*/ 602817 w 3135688"/>
                    <a:gd name="connsiteY0" fmla="*/ 2906335 h 3248662"/>
                    <a:gd name="connsiteX1" fmla="*/ 1804311 w 3135688"/>
                    <a:gd name="connsiteY1" fmla="*/ 3238930 h 3248662"/>
                    <a:gd name="connsiteX2" fmla="*/ 2687711 w 3135688"/>
                    <a:gd name="connsiteY2" fmla="*/ 2401271 h 3248662"/>
                    <a:gd name="connsiteX3" fmla="*/ 3129140 w 3135688"/>
                    <a:gd name="connsiteY3" fmla="*/ 1513860 h 3248662"/>
                    <a:gd name="connsiteX4" fmla="*/ 2686631 w 3135688"/>
                    <a:gd name="connsiteY4" fmla="*/ 121540 h 3248662"/>
                    <a:gd name="connsiteX5" fmla="*/ 1375068 w 3135688"/>
                    <a:gd name="connsiteY5" fmla="*/ 87448 h 3248662"/>
                    <a:gd name="connsiteX6" fmla="*/ 200956 w 3135688"/>
                    <a:gd name="connsiteY6" fmla="*/ 555488 h 3248662"/>
                    <a:gd name="connsiteX7" fmla="*/ 27099 w 3135688"/>
                    <a:gd name="connsiteY7" fmla="*/ 1706769 h 3248662"/>
                    <a:gd name="connsiteX8" fmla="*/ 602817 w 3135688"/>
                    <a:gd name="connsiteY8" fmla="*/ 2906412 h 324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688" h="3248662">
                      <a:moveTo>
                        <a:pt x="602817" y="2906335"/>
                      </a:moveTo>
                      <a:cubicBezTo>
                        <a:pt x="917441" y="3128631"/>
                        <a:pt x="1410472" y="3290840"/>
                        <a:pt x="1804311" y="3238930"/>
                      </a:cubicBezTo>
                      <a:cubicBezTo>
                        <a:pt x="2250214" y="3179847"/>
                        <a:pt x="2441195" y="2753612"/>
                        <a:pt x="2687711" y="2401271"/>
                      </a:cubicBezTo>
                      <a:cubicBezTo>
                        <a:pt x="2907538" y="2087032"/>
                        <a:pt x="3181668" y="1905617"/>
                        <a:pt x="3129140" y="1513860"/>
                      </a:cubicBezTo>
                      <a:cubicBezTo>
                        <a:pt x="3069209" y="1066646"/>
                        <a:pt x="3040978" y="367208"/>
                        <a:pt x="2686631" y="121540"/>
                      </a:cubicBezTo>
                      <a:cubicBezTo>
                        <a:pt x="2372624" y="-96128"/>
                        <a:pt x="1765128" y="34381"/>
                        <a:pt x="1375068" y="87448"/>
                      </a:cubicBezTo>
                      <a:cubicBezTo>
                        <a:pt x="930013" y="147688"/>
                        <a:pt x="446083" y="203301"/>
                        <a:pt x="200956" y="555488"/>
                      </a:cubicBezTo>
                      <a:cubicBezTo>
                        <a:pt x="-17715" y="869649"/>
                        <a:pt x="-25660" y="1315784"/>
                        <a:pt x="27099" y="1706769"/>
                      </a:cubicBezTo>
                      <a:cubicBezTo>
                        <a:pt x="86568" y="2148122"/>
                        <a:pt x="255026" y="2660667"/>
                        <a:pt x="602817" y="2906412"/>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69" name="Freeform: Shape 68">
                  <a:extLst>
                    <a:ext uri="{FF2B5EF4-FFF2-40B4-BE49-F238E27FC236}">
                      <a16:creationId xmlns:a16="http://schemas.microsoft.com/office/drawing/2014/main" id="{76E729AF-08C1-E5F5-41ED-DE20AE3D0DC8}"/>
                    </a:ext>
                  </a:extLst>
                </p:cNvPr>
                <p:cNvSpPr/>
                <p:nvPr/>
              </p:nvSpPr>
              <p:spPr>
                <a:xfrm>
                  <a:off x="4372952" y="2753381"/>
                  <a:ext cx="3156027" cy="3254119"/>
                </a:xfrm>
                <a:custGeom>
                  <a:avLst/>
                  <a:gdLst>
                    <a:gd name="connsiteX0" fmla="*/ 597452 w 3156027"/>
                    <a:gd name="connsiteY0" fmla="*/ 2957894 h 3254119"/>
                    <a:gd name="connsiteX1" fmla="*/ 1797558 w 3156027"/>
                    <a:gd name="connsiteY1" fmla="*/ 3242667 h 3254119"/>
                    <a:gd name="connsiteX2" fmla="*/ 2660594 w 3156027"/>
                    <a:gd name="connsiteY2" fmla="*/ 2376700 h 3254119"/>
                    <a:gd name="connsiteX3" fmla="*/ 3150695 w 3156027"/>
                    <a:gd name="connsiteY3" fmla="*/ 1532638 h 3254119"/>
                    <a:gd name="connsiteX4" fmla="*/ 2655966 w 3156027"/>
                    <a:gd name="connsiteY4" fmla="*/ 86017 h 3254119"/>
                    <a:gd name="connsiteX5" fmla="*/ 1361450 w 3156027"/>
                    <a:gd name="connsiteY5" fmla="*/ 150654 h 3254119"/>
                    <a:gd name="connsiteX6" fmla="*/ 141752 w 3156027"/>
                    <a:gd name="connsiteY6" fmla="*/ 552129 h 3254119"/>
                    <a:gd name="connsiteX7" fmla="*/ 51738 w 3156027"/>
                    <a:gd name="connsiteY7" fmla="*/ 1717602 h 3254119"/>
                    <a:gd name="connsiteX8" fmla="*/ 597374 w 3156027"/>
                    <a:gd name="connsiteY8" fmla="*/ 2957816 h 325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6027" h="3254119">
                      <a:moveTo>
                        <a:pt x="597452" y="2957894"/>
                      </a:moveTo>
                      <a:cubicBezTo>
                        <a:pt x="906445" y="3167925"/>
                        <a:pt x="1410044" y="3294037"/>
                        <a:pt x="1797558" y="3242667"/>
                      </a:cubicBezTo>
                      <a:cubicBezTo>
                        <a:pt x="2255648" y="3181732"/>
                        <a:pt x="2416778" y="2739608"/>
                        <a:pt x="2660594" y="2376700"/>
                      </a:cubicBezTo>
                      <a:cubicBezTo>
                        <a:pt x="2867541" y="2068555"/>
                        <a:pt x="3202297" y="1917452"/>
                        <a:pt x="3150695" y="1532638"/>
                      </a:cubicBezTo>
                      <a:cubicBezTo>
                        <a:pt x="3088989" y="1072542"/>
                        <a:pt x="3021574" y="329061"/>
                        <a:pt x="2655966" y="86017"/>
                      </a:cubicBezTo>
                      <a:cubicBezTo>
                        <a:pt x="2348516" y="-118385"/>
                        <a:pt x="1744028" y="98898"/>
                        <a:pt x="1361450" y="150654"/>
                      </a:cubicBezTo>
                      <a:cubicBezTo>
                        <a:pt x="903359" y="212437"/>
                        <a:pt x="384566" y="188680"/>
                        <a:pt x="141752" y="552129"/>
                      </a:cubicBezTo>
                      <a:cubicBezTo>
                        <a:pt x="-63883" y="859965"/>
                        <a:pt x="60" y="1333867"/>
                        <a:pt x="51738" y="1717602"/>
                      </a:cubicBezTo>
                      <a:cubicBezTo>
                        <a:pt x="112750" y="2171296"/>
                        <a:pt x="239248" y="2714386"/>
                        <a:pt x="597374" y="295781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70" name="Freeform: Shape 69">
                  <a:extLst>
                    <a:ext uri="{FF2B5EF4-FFF2-40B4-BE49-F238E27FC236}">
                      <a16:creationId xmlns:a16="http://schemas.microsoft.com/office/drawing/2014/main" id="{E1AA17CC-58D4-A1D9-4FB9-C1A78C91DCCA}"/>
                    </a:ext>
                  </a:extLst>
                </p:cNvPr>
                <p:cNvSpPr/>
                <p:nvPr/>
              </p:nvSpPr>
              <p:spPr>
                <a:xfrm>
                  <a:off x="4369454" y="2723578"/>
                  <a:ext cx="3194199" cy="3272228"/>
                </a:xfrm>
                <a:custGeom>
                  <a:avLst/>
                  <a:gdLst>
                    <a:gd name="connsiteX0" fmla="*/ 609666 w 3194199"/>
                    <a:gd name="connsiteY0" fmla="*/ 3021327 h 3272228"/>
                    <a:gd name="connsiteX1" fmla="*/ 1808461 w 3194199"/>
                    <a:gd name="connsiteY1" fmla="*/ 3258278 h 3272228"/>
                    <a:gd name="connsiteX2" fmla="*/ 2651057 w 3194199"/>
                    <a:gd name="connsiteY2" fmla="*/ 2364080 h 3272228"/>
                    <a:gd name="connsiteX3" fmla="*/ 3189751 w 3194199"/>
                    <a:gd name="connsiteY3" fmla="*/ 1563444 h 3272228"/>
                    <a:gd name="connsiteX4" fmla="*/ 2642804 w 3194199"/>
                    <a:gd name="connsiteY4" fmla="*/ 62522 h 3272228"/>
                    <a:gd name="connsiteX5" fmla="*/ 1365411 w 3194199"/>
                    <a:gd name="connsiteY5" fmla="*/ 225965 h 3272228"/>
                    <a:gd name="connsiteX6" fmla="*/ 100128 w 3194199"/>
                    <a:gd name="connsiteY6" fmla="*/ 560798 h 3272228"/>
                    <a:gd name="connsiteX7" fmla="*/ 94034 w 3194199"/>
                    <a:gd name="connsiteY7" fmla="*/ 1740540 h 3272228"/>
                    <a:gd name="connsiteX8" fmla="*/ 609589 w 3194199"/>
                    <a:gd name="connsiteY8" fmla="*/ 3021327 h 3272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4199" h="3272228">
                      <a:moveTo>
                        <a:pt x="609666" y="3021327"/>
                      </a:moveTo>
                      <a:cubicBezTo>
                        <a:pt x="912874" y="3219326"/>
                        <a:pt x="1427194" y="3309031"/>
                        <a:pt x="1808461" y="3258278"/>
                      </a:cubicBezTo>
                      <a:cubicBezTo>
                        <a:pt x="2278815" y="3195492"/>
                        <a:pt x="2410481" y="2737710"/>
                        <a:pt x="2651057" y="2364080"/>
                      </a:cubicBezTo>
                      <a:cubicBezTo>
                        <a:pt x="2845431" y="2062183"/>
                        <a:pt x="3240427" y="1941240"/>
                        <a:pt x="3189751" y="1563444"/>
                      </a:cubicBezTo>
                      <a:cubicBezTo>
                        <a:pt x="3126348" y="1090390"/>
                        <a:pt x="3019828" y="302481"/>
                        <a:pt x="2642804" y="62522"/>
                      </a:cubicBezTo>
                      <a:cubicBezTo>
                        <a:pt x="2342064" y="-128844"/>
                        <a:pt x="1740430" y="175444"/>
                        <a:pt x="1365411" y="225965"/>
                      </a:cubicBezTo>
                      <a:cubicBezTo>
                        <a:pt x="894285" y="289291"/>
                        <a:pt x="340087" y="185934"/>
                        <a:pt x="100128" y="560798"/>
                      </a:cubicBezTo>
                      <a:cubicBezTo>
                        <a:pt x="-92781" y="862155"/>
                        <a:pt x="43435" y="1364056"/>
                        <a:pt x="94034" y="1740540"/>
                      </a:cubicBezTo>
                      <a:cubicBezTo>
                        <a:pt x="156589" y="2206653"/>
                        <a:pt x="240972" y="2780596"/>
                        <a:pt x="609589" y="3021327"/>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71" name="Freeform: Shape 70">
                  <a:extLst>
                    <a:ext uri="{FF2B5EF4-FFF2-40B4-BE49-F238E27FC236}">
                      <a16:creationId xmlns:a16="http://schemas.microsoft.com/office/drawing/2014/main" id="{90E0CE00-F1B0-BC27-5C34-1C79A9010D22}"/>
                    </a:ext>
                  </a:extLst>
                </p:cNvPr>
                <p:cNvSpPr/>
                <p:nvPr/>
              </p:nvSpPr>
              <p:spPr>
                <a:xfrm>
                  <a:off x="4352455" y="2686397"/>
                  <a:ext cx="3246150" cy="3299210"/>
                </a:xfrm>
                <a:custGeom>
                  <a:avLst/>
                  <a:gdLst>
                    <a:gd name="connsiteX0" fmla="*/ 1832787 w 3246150"/>
                    <a:gd name="connsiteY0" fmla="*/ 3281344 h 3299210"/>
                    <a:gd name="connsiteX1" fmla="*/ 2655021 w 3246150"/>
                    <a:gd name="connsiteY1" fmla="*/ 2358915 h 3299210"/>
                    <a:gd name="connsiteX2" fmla="*/ 3242385 w 3246150"/>
                    <a:gd name="connsiteY2" fmla="*/ 1601628 h 3299210"/>
                    <a:gd name="connsiteX3" fmla="*/ 2643296 w 3246150"/>
                    <a:gd name="connsiteY3" fmla="*/ 46404 h 3299210"/>
                    <a:gd name="connsiteX4" fmla="*/ 1383027 w 3246150"/>
                    <a:gd name="connsiteY4" fmla="*/ 308655 h 3299210"/>
                    <a:gd name="connsiteX5" fmla="*/ 72158 w 3246150"/>
                    <a:gd name="connsiteY5" fmla="*/ 576844 h 3299210"/>
                    <a:gd name="connsiteX6" fmla="*/ 149908 w 3246150"/>
                    <a:gd name="connsiteY6" fmla="*/ 1770779 h 3299210"/>
                    <a:gd name="connsiteX7" fmla="*/ 635458 w 3246150"/>
                    <a:gd name="connsiteY7" fmla="*/ 3092214 h 3299210"/>
                    <a:gd name="connsiteX8" fmla="*/ 1832864 w 3246150"/>
                    <a:gd name="connsiteY8" fmla="*/ 3281266 h 329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6150" h="3299210">
                      <a:moveTo>
                        <a:pt x="1832787" y="3281344"/>
                      </a:moveTo>
                      <a:cubicBezTo>
                        <a:pt x="2315329" y="3216707"/>
                        <a:pt x="2418069" y="2743421"/>
                        <a:pt x="2655021" y="2358915"/>
                      </a:cubicBezTo>
                      <a:cubicBezTo>
                        <a:pt x="2837131" y="2063420"/>
                        <a:pt x="3292059" y="1972558"/>
                        <a:pt x="3242385" y="1601628"/>
                      </a:cubicBezTo>
                      <a:cubicBezTo>
                        <a:pt x="3177285" y="1115693"/>
                        <a:pt x="3031967" y="282661"/>
                        <a:pt x="2643296" y="46404"/>
                      </a:cubicBezTo>
                      <a:cubicBezTo>
                        <a:pt x="2349344" y="-132312"/>
                        <a:pt x="1750487" y="259367"/>
                        <a:pt x="1383027" y="308655"/>
                      </a:cubicBezTo>
                      <a:cubicBezTo>
                        <a:pt x="898866" y="373523"/>
                        <a:pt x="308801" y="190333"/>
                        <a:pt x="72158" y="576844"/>
                      </a:cubicBezTo>
                      <a:cubicBezTo>
                        <a:pt x="-108255" y="871568"/>
                        <a:pt x="100466" y="1401546"/>
                        <a:pt x="149908" y="1770779"/>
                      </a:cubicBezTo>
                      <a:cubicBezTo>
                        <a:pt x="214005" y="2249233"/>
                        <a:pt x="255965" y="2854492"/>
                        <a:pt x="635458" y="3092214"/>
                      </a:cubicBezTo>
                      <a:cubicBezTo>
                        <a:pt x="932804" y="3278490"/>
                        <a:pt x="1457845" y="3331557"/>
                        <a:pt x="1832864" y="328126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50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1" name="Graphic 5">
                <a:extLst>
                  <a:ext uri="{FF2B5EF4-FFF2-40B4-BE49-F238E27FC236}">
                    <a16:creationId xmlns:a16="http://schemas.microsoft.com/office/drawing/2014/main" id="{F5AD0566-3ABC-0E13-6CF9-B376D9C34BF2}"/>
                  </a:ext>
                </a:extLst>
              </p:cNvPr>
              <p:cNvGrpSpPr/>
              <p:nvPr/>
            </p:nvGrpSpPr>
            <p:grpSpPr>
              <a:xfrm rot="180525">
                <a:off x="-597053" y="441139"/>
                <a:ext cx="6472770" cy="6313556"/>
                <a:chOff x="4270587" y="2574268"/>
                <a:chExt cx="3544376" cy="3457192"/>
              </a:xfrm>
              <a:noFill/>
            </p:grpSpPr>
            <p:sp>
              <p:nvSpPr>
                <p:cNvPr id="48" name="Freeform: Shape 47">
                  <a:extLst>
                    <a:ext uri="{FF2B5EF4-FFF2-40B4-BE49-F238E27FC236}">
                      <a16:creationId xmlns:a16="http://schemas.microsoft.com/office/drawing/2014/main" id="{77F3A2A5-F4A9-E1D4-A1E3-9C9D3FED3C7A}"/>
                    </a:ext>
                  </a:extLst>
                </p:cNvPr>
                <p:cNvSpPr/>
                <p:nvPr/>
              </p:nvSpPr>
              <p:spPr>
                <a:xfrm>
                  <a:off x="4270587" y="2606803"/>
                  <a:ext cx="3544376" cy="3424657"/>
                </a:xfrm>
                <a:custGeom>
                  <a:avLst/>
                  <a:gdLst>
                    <a:gd name="connsiteX0" fmla="*/ 3338832 w 3544376"/>
                    <a:gd name="connsiteY0" fmla="*/ 932573 h 3424657"/>
                    <a:gd name="connsiteX1" fmla="*/ 2419102 w 3544376"/>
                    <a:gd name="connsiteY1" fmla="*/ 117205 h 3424657"/>
                    <a:gd name="connsiteX2" fmla="*/ 1318575 w 3544376"/>
                    <a:gd name="connsiteY2" fmla="*/ 80027 h 3424657"/>
                    <a:gd name="connsiteX3" fmla="*/ 8709 w 3544376"/>
                    <a:gd name="connsiteY3" fmla="*/ 1110518 h 3424657"/>
                    <a:gd name="connsiteX4" fmla="*/ 630398 w 3544376"/>
                    <a:gd name="connsiteY4" fmla="*/ 2237733 h 3424657"/>
                    <a:gd name="connsiteX5" fmla="*/ 1272758 w 3544376"/>
                    <a:gd name="connsiteY5" fmla="*/ 3411536 h 3424657"/>
                    <a:gd name="connsiteX6" fmla="*/ 2390872 w 3544376"/>
                    <a:gd name="connsiteY6" fmla="*/ 2985687 h 3424657"/>
                    <a:gd name="connsiteX7" fmla="*/ 3510760 w 3544376"/>
                    <a:gd name="connsiteY7" fmla="*/ 2132601 h 3424657"/>
                    <a:gd name="connsiteX8" fmla="*/ 3338908 w 3544376"/>
                    <a:gd name="connsiteY8" fmla="*/ 932650 h 342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4376" h="3424657">
                      <a:moveTo>
                        <a:pt x="3338832" y="932573"/>
                      </a:moveTo>
                      <a:cubicBezTo>
                        <a:pt x="3134970" y="490449"/>
                        <a:pt x="2856290" y="230435"/>
                        <a:pt x="2419102" y="117205"/>
                      </a:cubicBezTo>
                      <a:cubicBezTo>
                        <a:pt x="2083036" y="30199"/>
                        <a:pt x="1658344" y="-76630"/>
                        <a:pt x="1318575" y="80027"/>
                      </a:cubicBezTo>
                      <a:cubicBezTo>
                        <a:pt x="873365" y="285354"/>
                        <a:pt x="120088" y="669551"/>
                        <a:pt x="8709" y="1110518"/>
                      </a:cubicBezTo>
                      <a:cubicBezTo>
                        <a:pt x="-75520" y="1444039"/>
                        <a:pt x="475130" y="1900972"/>
                        <a:pt x="630398" y="2237733"/>
                      </a:cubicBezTo>
                      <a:cubicBezTo>
                        <a:pt x="834953" y="2681323"/>
                        <a:pt x="833642" y="3299231"/>
                        <a:pt x="1272758" y="3411536"/>
                      </a:cubicBezTo>
                      <a:cubicBezTo>
                        <a:pt x="1607591" y="3497153"/>
                        <a:pt x="2052568" y="3141650"/>
                        <a:pt x="2390872" y="2985687"/>
                      </a:cubicBezTo>
                      <a:cubicBezTo>
                        <a:pt x="2829217" y="2783523"/>
                        <a:pt x="3395293" y="2565161"/>
                        <a:pt x="3510760" y="2132601"/>
                      </a:cubicBezTo>
                      <a:cubicBezTo>
                        <a:pt x="3601236" y="1793527"/>
                        <a:pt x="3497339" y="1276198"/>
                        <a:pt x="3338908" y="932650"/>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9" name="Freeform: Shape 48">
                  <a:extLst>
                    <a:ext uri="{FF2B5EF4-FFF2-40B4-BE49-F238E27FC236}">
                      <a16:creationId xmlns:a16="http://schemas.microsoft.com/office/drawing/2014/main" id="{78A314C0-144E-490B-BD6D-11CD4AEC3E8E}"/>
                    </a:ext>
                  </a:extLst>
                </p:cNvPr>
                <p:cNvSpPr/>
                <p:nvPr/>
              </p:nvSpPr>
              <p:spPr>
                <a:xfrm>
                  <a:off x="4311149" y="2610445"/>
                  <a:ext cx="3481515" cy="3380560"/>
                </a:xfrm>
                <a:custGeom>
                  <a:avLst/>
                  <a:gdLst>
                    <a:gd name="connsiteX0" fmla="*/ 2384788 w 3481515"/>
                    <a:gd name="connsiteY0" fmla="*/ 2986674 h 3380560"/>
                    <a:gd name="connsiteX1" fmla="*/ 3435796 w 3481515"/>
                    <a:gd name="connsiteY1" fmla="*/ 2123946 h 3380560"/>
                    <a:gd name="connsiteX2" fmla="*/ 3309068 w 3481515"/>
                    <a:gd name="connsiteY2" fmla="*/ 911268 h 3380560"/>
                    <a:gd name="connsiteX3" fmla="*/ 2359797 w 3481515"/>
                    <a:gd name="connsiteY3" fmla="*/ 156988 h 3380560"/>
                    <a:gd name="connsiteX4" fmla="*/ 1222399 w 3481515"/>
                    <a:gd name="connsiteY4" fmla="*/ 71757 h 3380560"/>
                    <a:gd name="connsiteX5" fmla="*/ 10492 w 3481515"/>
                    <a:gd name="connsiteY5" fmla="*/ 1123691 h 3380560"/>
                    <a:gd name="connsiteX6" fmla="*/ 573097 w 3481515"/>
                    <a:gd name="connsiteY6" fmla="*/ 2302662 h 3380560"/>
                    <a:gd name="connsiteX7" fmla="*/ 1256646 w 3481515"/>
                    <a:gd name="connsiteY7" fmla="*/ 3364546 h 3380560"/>
                    <a:gd name="connsiteX8" fmla="*/ 2384788 w 3481515"/>
                    <a:gd name="connsiteY8" fmla="*/ 2986674 h 338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1515" h="3380560">
                      <a:moveTo>
                        <a:pt x="2384788" y="2986674"/>
                      </a:moveTo>
                      <a:cubicBezTo>
                        <a:pt x="2808400" y="2782658"/>
                        <a:pt x="3322257" y="2550489"/>
                        <a:pt x="3435796" y="2123946"/>
                      </a:cubicBezTo>
                      <a:cubicBezTo>
                        <a:pt x="3529127" y="1772916"/>
                        <a:pt x="3475983" y="1257439"/>
                        <a:pt x="3309068" y="911268"/>
                      </a:cubicBezTo>
                      <a:cubicBezTo>
                        <a:pt x="3103355" y="484725"/>
                        <a:pt x="2790197" y="268368"/>
                        <a:pt x="2359797" y="156988"/>
                      </a:cubicBezTo>
                      <a:cubicBezTo>
                        <a:pt x="2011157" y="66743"/>
                        <a:pt x="1565254" y="-93770"/>
                        <a:pt x="1222399" y="71757"/>
                      </a:cubicBezTo>
                      <a:cubicBezTo>
                        <a:pt x="793465" y="278935"/>
                        <a:pt x="120175" y="690129"/>
                        <a:pt x="10492" y="1123691"/>
                      </a:cubicBezTo>
                      <a:cubicBezTo>
                        <a:pt x="-77208" y="1469862"/>
                        <a:pt x="408959" y="1962662"/>
                        <a:pt x="573097" y="2302662"/>
                      </a:cubicBezTo>
                      <a:cubicBezTo>
                        <a:pt x="779581" y="2730362"/>
                        <a:pt x="824704" y="3254015"/>
                        <a:pt x="1256646" y="3364546"/>
                      </a:cubicBezTo>
                      <a:cubicBezTo>
                        <a:pt x="1603512" y="3453403"/>
                        <a:pt x="2043630" y="3150966"/>
                        <a:pt x="2384788" y="298667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0" name="Freeform: Shape 49">
                  <a:extLst>
                    <a:ext uri="{FF2B5EF4-FFF2-40B4-BE49-F238E27FC236}">
                      <a16:creationId xmlns:a16="http://schemas.microsoft.com/office/drawing/2014/main" id="{5A62EE27-0745-6DB9-5D67-2DF8ED40F6D0}"/>
                    </a:ext>
                  </a:extLst>
                </p:cNvPr>
                <p:cNvSpPr/>
                <p:nvPr/>
              </p:nvSpPr>
              <p:spPr>
                <a:xfrm>
                  <a:off x="4351228" y="2611075"/>
                  <a:ext cx="3424905" cy="3340311"/>
                </a:xfrm>
                <a:custGeom>
                  <a:avLst/>
                  <a:gdLst>
                    <a:gd name="connsiteX0" fmla="*/ 2379187 w 3424905"/>
                    <a:gd name="connsiteY0" fmla="*/ 2990672 h 3340311"/>
                    <a:gd name="connsiteX1" fmla="*/ 3361317 w 3424905"/>
                    <a:gd name="connsiteY1" fmla="*/ 2118303 h 3340311"/>
                    <a:gd name="connsiteX2" fmla="*/ 3279788 w 3424905"/>
                    <a:gd name="connsiteY2" fmla="*/ 892974 h 3340311"/>
                    <a:gd name="connsiteX3" fmla="*/ 2300975 w 3424905"/>
                    <a:gd name="connsiteY3" fmla="*/ 199707 h 3340311"/>
                    <a:gd name="connsiteX4" fmla="*/ 1126708 w 3424905"/>
                    <a:gd name="connsiteY4" fmla="*/ 66422 h 3340311"/>
                    <a:gd name="connsiteX5" fmla="*/ 12759 w 3424905"/>
                    <a:gd name="connsiteY5" fmla="*/ 1139722 h 3340311"/>
                    <a:gd name="connsiteX6" fmla="*/ 516204 w 3424905"/>
                    <a:gd name="connsiteY6" fmla="*/ 2370449 h 3340311"/>
                    <a:gd name="connsiteX7" fmla="*/ 1241019 w 3424905"/>
                    <a:gd name="connsiteY7" fmla="*/ 3320491 h 3340311"/>
                    <a:gd name="connsiteX8" fmla="*/ 2379265 w 3424905"/>
                    <a:gd name="connsiteY8" fmla="*/ 2990594 h 334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905" h="3340311">
                      <a:moveTo>
                        <a:pt x="2379187" y="2990672"/>
                      </a:moveTo>
                      <a:cubicBezTo>
                        <a:pt x="2788222" y="2785113"/>
                        <a:pt x="3249628" y="2538829"/>
                        <a:pt x="3361317" y="2118303"/>
                      </a:cubicBezTo>
                      <a:cubicBezTo>
                        <a:pt x="3457501" y="1755239"/>
                        <a:pt x="3455341" y="1241614"/>
                        <a:pt x="3279788" y="892974"/>
                      </a:cubicBezTo>
                      <a:cubicBezTo>
                        <a:pt x="3072686" y="481781"/>
                        <a:pt x="2724587" y="309389"/>
                        <a:pt x="2300975" y="199707"/>
                      </a:cubicBezTo>
                      <a:cubicBezTo>
                        <a:pt x="1939763" y="106145"/>
                        <a:pt x="1472571" y="-108206"/>
                        <a:pt x="1126708" y="66422"/>
                      </a:cubicBezTo>
                      <a:cubicBezTo>
                        <a:pt x="713895" y="274988"/>
                        <a:pt x="120745" y="713641"/>
                        <a:pt x="12759" y="1139722"/>
                      </a:cubicBezTo>
                      <a:cubicBezTo>
                        <a:pt x="-78411" y="1498619"/>
                        <a:pt x="342964" y="2027286"/>
                        <a:pt x="516204" y="2370449"/>
                      </a:cubicBezTo>
                      <a:cubicBezTo>
                        <a:pt x="724076" y="2782414"/>
                        <a:pt x="816250" y="3211657"/>
                        <a:pt x="1241019" y="3320491"/>
                      </a:cubicBezTo>
                      <a:cubicBezTo>
                        <a:pt x="1599917" y="3412587"/>
                        <a:pt x="2035176" y="3163449"/>
                        <a:pt x="2379265" y="299059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1" name="Freeform: Shape 50">
                  <a:extLst>
                    <a:ext uri="{FF2B5EF4-FFF2-40B4-BE49-F238E27FC236}">
                      <a16:creationId xmlns:a16="http://schemas.microsoft.com/office/drawing/2014/main" id="{11923E42-E290-CCA8-6DA3-3E1BDC5B6050}"/>
                    </a:ext>
                  </a:extLst>
                </p:cNvPr>
                <p:cNvSpPr/>
                <p:nvPr/>
              </p:nvSpPr>
              <p:spPr>
                <a:xfrm>
                  <a:off x="4390546" y="2609845"/>
                  <a:ext cx="3375801" cy="3303429"/>
                </a:xfrm>
                <a:custGeom>
                  <a:avLst/>
                  <a:gdLst>
                    <a:gd name="connsiteX0" fmla="*/ 2374347 w 3375801"/>
                    <a:gd name="connsiteY0" fmla="*/ 2996529 h 3303429"/>
                    <a:gd name="connsiteX1" fmla="*/ 3287597 w 3375801"/>
                    <a:gd name="connsiteY1" fmla="*/ 2114518 h 3303429"/>
                    <a:gd name="connsiteX2" fmla="*/ 3251191 w 3375801"/>
                    <a:gd name="connsiteY2" fmla="*/ 876541 h 3303429"/>
                    <a:gd name="connsiteX3" fmla="*/ 2242836 w 3375801"/>
                    <a:gd name="connsiteY3" fmla="*/ 244285 h 3303429"/>
                    <a:gd name="connsiteX4" fmla="*/ 1031700 w 3375801"/>
                    <a:gd name="connsiteY4" fmla="*/ 62946 h 3303429"/>
                    <a:gd name="connsiteX5" fmla="*/ 15710 w 3375801"/>
                    <a:gd name="connsiteY5" fmla="*/ 1157689 h 3303429"/>
                    <a:gd name="connsiteX6" fmla="*/ 459993 w 3375801"/>
                    <a:gd name="connsiteY6" fmla="*/ 2440249 h 3303429"/>
                    <a:gd name="connsiteX7" fmla="*/ 1226074 w 3375801"/>
                    <a:gd name="connsiteY7" fmla="*/ 3278449 h 3303429"/>
                    <a:gd name="connsiteX8" fmla="*/ 2374347 w 3375801"/>
                    <a:gd name="connsiteY8" fmla="*/ 2996529 h 330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5801" h="3303429">
                      <a:moveTo>
                        <a:pt x="2374347" y="2996529"/>
                      </a:moveTo>
                      <a:cubicBezTo>
                        <a:pt x="2768881" y="2789891"/>
                        <a:pt x="3177760" y="2529029"/>
                        <a:pt x="3287597" y="2114518"/>
                      </a:cubicBezTo>
                      <a:cubicBezTo>
                        <a:pt x="3386712" y="1739423"/>
                        <a:pt x="3435692" y="1227571"/>
                        <a:pt x="3251191" y="876541"/>
                      </a:cubicBezTo>
                      <a:cubicBezTo>
                        <a:pt x="3043087" y="480619"/>
                        <a:pt x="2659584" y="352193"/>
                        <a:pt x="2242836" y="244285"/>
                      </a:cubicBezTo>
                      <a:cubicBezTo>
                        <a:pt x="1869052" y="147483"/>
                        <a:pt x="1380494" y="-121092"/>
                        <a:pt x="1031700" y="62946"/>
                      </a:cubicBezTo>
                      <a:cubicBezTo>
                        <a:pt x="634776" y="272438"/>
                        <a:pt x="121999" y="739090"/>
                        <a:pt x="15710" y="1157689"/>
                      </a:cubicBezTo>
                      <a:cubicBezTo>
                        <a:pt x="-78932" y="1529236"/>
                        <a:pt x="277421" y="2093847"/>
                        <a:pt x="459993" y="2440249"/>
                      </a:cubicBezTo>
                      <a:cubicBezTo>
                        <a:pt x="668869" y="2836556"/>
                        <a:pt x="808402" y="3171312"/>
                        <a:pt x="1226074" y="3278449"/>
                      </a:cubicBezTo>
                      <a:cubicBezTo>
                        <a:pt x="1597005" y="3373785"/>
                        <a:pt x="2027559" y="3178176"/>
                        <a:pt x="2374347" y="2996529"/>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2" name="Freeform: Shape 51">
                  <a:extLst>
                    <a:ext uri="{FF2B5EF4-FFF2-40B4-BE49-F238E27FC236}">
                      <a16:creationId xmlns:a16="http://schemas.microsoft.com/office/drawing/2014/main" id="{3FE3CD39-F35B-6117-3309-229F8AC4814C}"/>
                    </a:ext>
                  </a:extLst>
                </p:cNvPr>
                <p:cNvSpPr/>
                <p:nvPr/>
              </p:nvSpPr>
              <p:spPr>
                <a:xfrm>
                  <a:off x="4428860" y="2607348"/>
                  <a:ext cx="3333638" cy="3269772"/>
                </a:xfrm>
                <a:custGeom>
                  <a:avLst/>
                  <a:gdLst>
                    <a:gd name="connsiteX0" fmla="*/ 2370512 w 3333638"/>
                    <a:gd name="connsiteY0" fmla="*/ 3003654 h 3269772"/>
                    <a:gd name="connsiteX1" fmla="*/ 3214806 w 3333638"/>
                    <a:gd name="connsiteY1" fmla="*/ 2112002 h 3269772"/>
                    <a:gd name="connsiteX2" fmla="*/ 3223522 w 3333638"/>
                    <a:gd name="connsiteY2" fmla="*/ 861297 h 3269772"/>
                    <a:gd name="connsiteX3" fmla="*/ 2185625 w 3333638"/>
                    <a:gd name="connsiteY3" fmla="*/ 290053 h 3269772"/>
                    <a:gd name="connsiteX4" fmla="*/ 937697 w 3333638"/>
                    <a:gd name="connsiteY4" fmla="*/ 60738 h 3269772"/>
                    <a:gd name="connsiteX5" fmla="*/ 19665 w 3333638"/>
                    <a:gd name="connsiteY5" fmla="*/ 1176924 h 3269772"/>
                    <a:gd name="connsiteX6" fmla="*/ 404865 w 3333638"/>
                    <a:gd name="connsiteY6" fmla="*/ 2511240 h 3269772"/>
                    <a:gd name="connsiteX7" fmla="*/ 1212212 w 3333638"/>
                    <a:gd name="connsiteY7" fmla="*/ 3237597 h 3269772"/>
                    <a:gd name="connsiteX8" fmla="*/ 2370512 w 3333638"/>
                    <a:gd name="connsiteY8" fmla="*/ 3003654 h 326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3638" h="3269772">
                      <a:moveTo>
                        <a:pt x="2370512" y="3003654"/>
                      </a:moveTo>
                      <a:cubicBezTo>
                        <a:pt x="2750699" y="2796245"/>
                        <a:pt x="3106897" y="2520419"/>
                        <a:pt x="3214806" y="2112002"/>
                      </a:cubicBezTo>
                      <a:cubicBezTo>
                        <a:pt x="3316775" y="1724873"/>
                        <a:pt x="3417279" y="1214719"/>
                        <a:pt x="3223522" y="861297"/>
                      </a:cubicBezTo>
                      <a:cubicBezTo>
                        <a:pt x="3014800" y="480494"/>
                        <a:pt x="2595585" y="396265"/>
                        <a:pt x="2185625" y="290053"/>
                      </a:cubicBezTo>
                      <a:cubicBezTo>
                        <a:pt x="1799191" y="189935"/>
                        <a:pt x="1289268" y="-133019"/>
                        <a:pt x="937697" y="60738"/>
                      </a:cubicBezTo>
                      <a:cubicBezTo>
                        <a:pt x="556508" y="270770"/>
                        <a:pt x="124334" y="765730"/>
                        <a:pt x="19665" y="1176924"/>
                      </a:cubicBezTo>
                      <a:cubicBezTo>
                        <a:pt x="-78448" y="1561121"/>
                        <a:pt x="212651" y="2161829"/>
                        <a:pt x="404865" y="2511240"/>
                      </a:cubicBezTo>
                      <a:cubicBezTo>
                        <a:pt x="614357" y="2892120"/>
                        <a:pt x="801635" y="3132157"/>
                        <a:pt x="1212212" y="3237597"/>
                      </a:cubicBezTo>
                      <a:cubicBezTo>
                        <a:pt x="1595175" y="3336095"/>
                        <a:pt x="2021102" y="3194326"/>
                        <a:pt x="2370512" y="300365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3" name="Freeform: Shape 52">
                  <a:extLst>
                    <a:ext uri="{FF2B5EF4-FFF2-40B4-BE49-F238E27FC236}">
                      <a16:creationId xmlns:a16="http://schemas.microsoft.com/office/drawing/2014/main" id="{1536946C-8787-C4BB-CCA1-C46337FF502D}"/>
                    </a:ext>
                  </a:extLst>
                </p:cNvPr>
                <p:cNvSpPr/>
                <p:nvPr/>
              </p:nvSpPr>
              <p:spPr>
                <a:xfrm>
                  <a:off x="4465597" y="2604029"/>
                  <a:ext cx="3297610" cy="3240257"/>
                </a:xfrm>
                <a:custGeom>
                  <a:avLst/>
                  <a:gdLst>
                    <a:gd name="connsiteX0" fmla="*/ 2368253 w 3297610"/>
                    <a:gd name="connsiteY0" fmla="*/ 3011601 h 3240257"/>
                    <a:gd name="connsiteX1" fmla="*/ 3143667 w 3297610"/>
                    <a:gd name="connsiteY1" fmla="*/ 2110307 h 3240257"/>
                    <a:gd name="connsiteX2" fmla="*/ 3197583 w 3297610"/>
                    <a:gd name="connsiteY2" fmla="*/ 846953 h 3240257"/>
                    <a:gd name="connsiteX3" fmla="*/ 2130145 w 3297610"/>
                    <a:gd name="connsiteY3" fmla="*/ 336721 h 3240257"/>
                    <a:gd name="connsiteX4" fmla="*/ 845347 w 3297610"/>
                    <a:gd name="connsiteY4" fmla="*/ 59352 h 3240257"/>
                    <a:gd name="connsiteX5" fmla="*/ 25197 w 3297610"/>
                    <a:gd name="connsiteY5" fmla="*/ 1196981 h 3240257"/>
                    <a:gd name="connsiteX6" fmla="*/ 351236 w 3297610"/>
                    <a:gd name="connsiteY6" fmla="*/ 2583130 h 3240257"/>
                    <a:gd name="connsiteX7" fmla="*/ 1199772 w 3297610"/>
                    <a:gd name="connsiteY7" fmla="*/ 3197645 h 3240257"/>
                    <a:gd name="connsiteX8" fmla="*/ 2368176 w 3297610"/>
                    <a:gd name="connsiteY8" fmla="*/ 3011756 h 324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7610" h="3240257">
                      <a:moveTo>
                        <a:pt x="2368253" y="3011601"/>
                      </a:moveTo>
                      <a:cubicBezTo>
                        <a:pt x="2734325" y="2803729"/>
                        <a:pt x="3037610" y="2512708"/>
                        <a:pt x="3143667" y="2110307"/>
                      </a:cubicBezTo>
                      <a:cubicBezTo>
                        <a:pt x="3248491" y="1711146"/>
                        <a:pt x="3400750" y="1202611"/>
                        <a:pt x="3197583" y="846953"/>
                      </a:cubicBezTo>
                      <a:cubicBezTo>
                        <a:pt x="2988554" y="481113"/>
                        <a:pt x="2533317" y="441159"/>
                        <a:pt x="2130145" y="336721"/>
                      </a:cubicBezTo>
                      <a:cubicBezTo>
                        <a:pt x="1731138" y="233364"/>
                        <a:pt x="1199617" y="-144355"/>
                        <a:pt x="845347" y="59352"/>
                      </a:cubicBezTo>
                      <a:cubicBezTo>
                        <a:pt x="479739" y="269539"/>
                        <a:pt x="128246" y="793269"/>
                        <a:pt x="25197" y="1196981"/>
                      </a:cubicBezTo>
                      <a:cubicBezTo>
                        <a:pt x="-76464" y="1593828"/>
                        <a:pt x="149149" y="2230788"/>
                        <a:pt x="351236" y="2583130"/>
                      </a:cubicBezTo>
                      <a:cubicBezTo>
                        <a:pt x="560960" y="2948739"/>
                        <a:pt x="796368" y="3093902"/>
                        <a:pt x="1199772" y="3197645"/>
                      </a:cubicBezTo>
                      <a:cubicBezTo>
                        <a:pt x="1594768" y="3299383"/>
                        <a:pt x="2016143" y="3211683"/>
                        <a:pt x="2368176" y="3011756"/>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4" name="Freeform: Shape 53">
                  <a:extLst>
                    <a:ext uri="{FF2B5EF4-FFF2-40B4-BE49-F238E27FC236}">
                      <a16:creationId xmlns:a16="http://schemas.microsoft.com/office/drawing/2014/main" id="{E8AC86EF-3BAD-DBD4-5443-6C73FBBD19F4}"/>
                    </a:ext>
                  </a:extLst>
                </p:cNvPr>
                <p:cNvSpPr/>
                <p:nvPr/>
              </p:nvSpPr>
              <p:spPr>
                <a:xfrm>
                  <a:off x="4499869" y="2600116"/>
                  <a:ext cx="3267148" cy="3216006"/>
                </a:xfrm>
                <a:custGeom>
                  <a:avLst/>
                  <a:gdLst>
                    <a:gd name="connsiteX0" fmla="*/ 2368459 w 3267148"/>
                    <a:gd name="connsiteY0" fmla="*/ 3020220 h 3216006"/>
                    <a:gd name="connsiteX1" fmla="*/ 3074994 w 3267148"/>
                    <a:gd name="connsiteY1" fmla="*/ 2109207 h 3216006"/>
                    <a:gd name="connsiteX2" fmla="*/ 3174032 w 3267148"/>
                    <a:gd name="connsiteY2" fmla="*/ 833203 h 3216006"/>
                    <a:gd name="connsiteX3" fmla="*/ 2077052 w 3267148"/>
                    <a:gd name="connsiteY3" fmla="*/ 384060 h 3216006"/>
                    <a:gd name="connsiteX4" fmla="*/ 755385 w 3267148"/>
                    <a:gd name="connsiteY4" fmla="*/ 58637 h 3216006"/>
                    <a:gd name="connsiteX5" fmla="*/ 33193 w 3267148"/>
                    <a:gd name="connsiteY5" fmla="*/ 1217631 h 3216006"/>
                    <a:gd name="connsiteX6" fmla="*/ 300072 w 3267148"/>
                    <a:gd name="connsiteY6" fmla="*/ 2655537 h 3216006"/>
                    <a:gd name="connsiteX7" fmla="*/ 1189873 w 3267148"/>
                    <a:gd name="connsiteY7" fmla="*/ 3158209 h 3216006"/>
                    <a:gd name="connsiteX8" fmla="*/ 2368305 w 3267148"/>
                    <a:gd name="connsiteY8" fmla="*/ 3020297 h 321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7148" h="3216006">
                      <a:moveTo>
                        <a:pt x="2368459" y="3020220"/>
                      </a:moveTo>
                      <a:cubicBezTo>
                        <a:pt x="2720493" y="2812193"/>
                        <a:pt x="2970787" y="2505668"/>
                        <a:pt x="3074994" y="2109207"/>
                      </a:cubicBezTo>
                      <a:cubicBezTo>
                        <a:pt x="3182748" y="1698013"/>
                        <a:pt x="3386995" y="1190866"/>
                        <a:pt x="3174032" y="833203"/>
                      </a:cubicBezTo>
                      <a:cubicBezTo>
                        <a:pt x="2965002" y="482095"/>
                        <a:pt x="2473360" y="486646"/>
                        <a:pt x="2077052" y="384060"/>
                      </a:cubicBezTo>
                      <a:cubicBezTo>
                        <a:pt x="1665473" y="277462"/>
                        <a:pt x="1112201" y="-155406"/>
                        <a:pt x="755385" y="58637"/>
                      </a:cubicBezTo>
                      <a:cubicBezTo>
                        <a:pt x="405203" y="268669"/>
                        <a:pt x="134545" y="821401"/>
                        <a:pt x="33193" y="1217631"/>
                      </a:cubicBezTo>
                      <a:cubicBezTo>
                        <a:pt x="-71939" y="1627205"/>
                        <a:pt x="87803" y="2300495"/>
                        <a:pt x="300072" y="2655537"/>
                      </a:cubicBezTo>
                      <a:cubicBezTo>
                        <a:pt x="509718" y="3006104"/>
                        <a:pt x="793566" y="3056163"/>
                        <a:pt x="1189873" y="3158209"/>
                      </a:cubicBezTo>
                      <a:cubicBezTo>
                        <a:pt x="1596979" y="3263187"/>
                        <a:pt x="2013881" y="3229711"/>
                        <a:pt x="2368305" y="3020297"/>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5" name="Freeform: Shape 54">
                  <a:extLst>
                    <a:ext uri="{FF2B5EF4-FFF2-40B4-BE49-F238E27FC236}">
                      <a16:creationId xmlns:a16="http://schemas.microsoft.com/office/drawing/2014/main" id="{8EE0BF15-0435-A7CA-678B-988B42B423D9}"/>
                    </a:ext>
                  </a:extLst>
                </p:cNvPr>
                <p:cNvSpPr/>
                <p:nvPr/>
              </p:nvSpPr>
              <p:spPr>
                <a:xfrm>
                  <a:off x="4530202" y="2595585"/>
                  <a:ext cx="3242767" cy="3198539"/>
                </a:xfrm>
                <a:custGeom>
                  <a:avLst/>
                  <a:gdLst>
                    <a:gd name="connsiteX0" fmla="*/ 2372604 w 3242767"/>
                    <a:gd name="connsiteY0" fmla="*/ 3029379 h 3198539"/>
                    <a:gd name="connsiteX1" fmla="*/ 3010259 w 3242767"/>
                    <a:gd name="connsiteY1" fmla="*/ 2108724 h 3198539"/>
                    <a:gd name="connsiteX2" fmla="*/ 3154497 w 3242767"/>
                    <a:gd name="connsiteY2" fmla="*/ 819993 h 3198539"/>
                    <a:gd name="connsiteX3" fmla="*/ 2027976 w 3242767"/>
                    <a:gd name="connsiteY3" fmla="*/ 431862 h 3198539"/>
                    <a:gd name="connsiteX4" fmla="*/ 669516 w 3242767"/>
                    <a:gd name="connsiteY4" fmla="*/ 58386 h 3198539"/>
                    <a:gd name="connsiteX5" fmla="*/ 45282 w 3242767"/>
                    <a:gd name="connsiteY5" fmla="*/ 1238823 h 3198539"/>
                    <a:gd name="connsiteX6" fmla="*/ 253078 w 3242767"/>
                    <a:gd name="connsiteY6" fmla="*/ 2728484 h 3198539"/>
                    <a:gd name="connsiteX7" fmla="*/ 1184145 w 3242767"/>
                    <a:gd name="connsiteY7" fmla="*/ 3119315 h 3198539"/>
                    <a:gd name="connsiteX8" fmla="*/ 2372681 w 3242767"/>
                    <a:gd name="connsiteY8" fmla="*/ 3029379 h 319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42767" h="3198539">
                      <a:moveTo>
                        <a:pt x="2372604" y="3029379"/>
                      </a:moveTo>
                      <a:cubicBezTo>
                        <a:pt x="2710831" y="2821429"/>
                        <a:pt x="2907904" y="2499092"/>
                        <a:pt x="3010259" y="2108724"/>
                      </a:cubicBezTo>
                      <a:cubicBezTo>
                        <a:pt x="3120867" y="1685498"/>
                        <a:pt x="3377488" y="1179585"/>
                        <a:pt x="3154497" y="819993"/>
                      </a:cubicBezTo>
                      <a:cubicBezTo>
                        <a:pt x="2945776" y="483464"/>
                        <a:pt x="2417495" y="532752"/>
                        <a:pt x="2027976" y="431862"/>
                      </a:cubicBezTo>
                      <a:cubicBezTo>
                        <a:pt x="1603746" y="321948"/>
                        <a:pt x="1028569" y="-166224"/>
                        <a:pt x="669516" y="58386"/>
                      </a:cubicBezTo>
                      <a:cubicBezTo>
                        <a:pt x="334530" y="267878"/>
                        <a:pt x="144938" y="850075"/>
                        <a:pt x="45282" y="1238823"/>
                      </a:cubicBezTo>
                      <a:cubicBezTo>
                        <a:pt x="-63320" y="1661047"/>
                        <a:pt x="30241" y="2370898"/>
                        <a:pt x="253078" y="2728484"/>
                      </a:cubicBezTo>
                      <a:cubicBezTo>
                        <a:pt x="462261" y="3064165"/>
                        <a:pt x="795011" y="3018966"/>
                        <a:pt x="1184145" y="3119315"/>
                      </a:cubicBezTo>
                      <a:cubicBezTo>
                        <a:pt x="1603283" y="3227532"/>
                        <a:pt x="2015943" y="3248666"/>
                        <a:pt x="2372681" y="3029379"/>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6" name="Freeform: Shape 55">
                  <a:extLst>
                    <a:ext uri="{FF2B5EF4-FFF2-40B4-BE49-F238E27FC236}">
                      <a16:creationId xmlns:a16="http://schemas.microsoft.com/office/drawing/2014/main" id="{6E4FBF3D-9D6E-1638-2EEB-6F2496FA1D23}"/>
                    </a:ext>
                  </a:extLst>
                </p:cNvPr>
                <p:cNvSpPr/>
                <p:nvPr/>
              </p:nvSpPr>
              <p:spPr>
                <a:xfrm>
                  <a:off x="4553971" y="2590726"/>
                  <a:ext cx="3226504" cy="3187950"/>
                </a:xfrm>
                <a:custGeom>
                  <a:avLst/>
                  <a:gdLst>
                    <a:gd name="connsiteX0" fmla="*/ 2383391 w 3226504"/>
                    <a:gd name="connsiteY0" fmla="*/ 3038865 h 3187950"/>
                    <a:gd name="connsiteX1" fmla="*/ 2952166 w 3226504"/>
                    <a:gd name="connsiteY1" fmla="*/ 2108570 h 3187950"/>
                    <a:gd name="connsiteX2" fmla="*/ 3141527 w 3226504"/>
                    <a:gd name="connsiteY2" fmla="*/ 807189 h 3187950"/>
                    <a:gd name="connsiteX3" fmla="*/ 1985463 w 3226504"/>
                    <a:gd name="connsiteY3" fmla="*/ 480070 h 3187950"/>
                    <a:gd name="connsiteX4" fmla="*/ 590135 w 3226504"/>
                    <a:gd name="connsiteY4" fmla="*/ 58540 h 3187950"/>
                    <a:gd name="connsiteX5" fmla="*/ 63859 w 3226504"/>
                    <a:gd name="connsiteY5" fmla="*/ 1260420 h 3187950"/>
                    <a:gd name="connsiteX6" fmla="*/ 212494 w 3226504"/>
                    <a:gd name="connsiteY6" fmla="*/ 2801914 h 3187950"/>
                    <a:gd name="connsiteX7" fmla="*/ 1184827 w 3226504"/>
                    <a:gd name="connsiteY7" fmla="*/ 3080825 h 3187950"/>
                    <a:gd name="connsiteX8" fmla="*/ 2383391 w 3226504"/>
                    <a:gd name="connsiteY8" fmla="*/ 3038865 h 318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6504" h="3187950">
                      <a:moveTo>
                        <a:pt x="2383391" y="3038865"/>
                      </a:moveTo>
                      <a:cubicBezTo>
                        <a:pt x="2707964" y="2831302"/>
                        <a:pt x="2851740" y="2492921"/>
                        <a:pt x="2952166" y="2108570"/>
                      </a:cubicBezTo>
                      <a:cubicBezTo>
                        <a:pt x="3065629" y="1673310"/>
                        <a:pt x="3374930" y="1168401"/>
                        <a:pt x="3141527" y="807189"/>
                      </a:cubicBezTo>
                      <a:cubicBezTo>
                        <a:pt x="2933423" y="485083"/>
                        <a:pt x="2368118" y="579185"/>
                        <a:pt x="1985463" y="480070"/>
                      </a:cubicBezTo>
                      <a:cubicBezTo>
                        <a:pt x="1548662" y="366916"/>
                        <a:pt x="951347" y="-177023"/>
                        <a:pt x="590135" y="58540"/>
                      </a:cubicBezTo>
                      <a:cubicBezTo>
                        <a:pt x="270112" y="267261"/>
                        <a:pt x="161818" y="879077"/>
                        <a:pt x="63859" y="1260420"/>
                      </a:cubicBezTo>
                      <a:cubicBezTo>
                        <a:pt x="-48214" y="1695293"/>
                        <a:pt x="-21218" y="2442014"/>
                        <a:pt x="212494" y="2801914"/>
                      </a:cubicBezTo>
                      <a:cubicBezTo>
                        <a:pt x="420983" y="3122940"/>
                        <a:pt x="802790" y="2982250"/>
                        <a:pt x="1184827" y="3080825"/>
                      </a:cubicBezTo>
                      <a:cubicBezTo>
                        <a:pt x="1615998" y="3192205"/>
                        <a:pt x="2024647" y="3268258"/>
                        <a:pt x="2383391" y="3038865"/>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7" name="Freeform: Shape 56">
                  <a:extLst>
                    <a:ext uri="{FF2B5EF4-FFF2-40B4-BE49-F238E27FC236}">
                      <a16:creationId xmlns:a16="http://schemas.microsoft.com/office/drawing/2014/main" id="{21160414-3843-0ACA-0054-E7E01865DCBC}"/>
                    </a:ext>
                  </a:extLst>
                </p:cNvPr>
                <p:cNvSpPr/>
                <p:nvPr/>
              </p:nvSpPr>
              <p:spPr>
                <a:xfrm>
                  <a:off x="4568996" y="2585529"/>
                  <a:ext cx="3220062" cy="3183237"/>
                </a:xfrm>
                <a:custGeom>
                  <a:avLst/>
                  <a:gdLst>
                    <a:gd name="connsiteX0" fmla="*/ 2402845 w 3220062"/>
                    <a:gd name="connsiteY0" fmla="*/ 3048690 h 3183237"/>
                    <a:gd name="connsiteX1" fmla="*/ 2902741 w 3220062"/>
                    <a:gd name="connsiteY1" fmla="*/ 2108752 h 3183237"/>
                    <a:gd name="connsiteX2" fmla="*/ 3137301 w 3220062"/>
                    <a:gd name="connsiteY2" fmla="*/ 794722 h 3183237"/>
                    <a:gd name="connsiteX3" fmla="*/ 1951696 w 3220062"/>
                    <a:gd name="connsiteY3" fmla="*/ 528615 h 3183237"/>
                    <a:gd name="connsiteX4" fmla="*/ 519498 w 3220062"/>
                    <a:gd name="connsiteY4" fmla="*/ 59031 h 3183237"/>
                    <a:gd name="connsiteX5" fmla="*/ 91104 w 3220062"/>
                    <a:gd name="connsiteY5" fmla="*/ 1282277 h 3183237"/>
                    <a:gd name="connsiteX6" fmla="*/ 180577 w 3220062"/>
                    <a:gd name="connsiteY6" fmla="*/ 2875527 h 3183237"/>
                    <a:gd name="connsiteX7" fmla="*/ 1194100 w 3220062"/>
                    <a:gd name="connsiteY7" fmla="*/ 3042597 h 3183237"/>
                    <a:gd name="connsiteX8" fmla="*/ 2402690 w 3220062"/>
                    <a:gd name="connsiteY8" fmla="*/ 3048690 h 3183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0062" h="3183237">
                      <a:moveTo>
                        <a:pt x="2402845" y="3048690"/>
                      </a:moveTo>
                      <a:cubicBezTo>
                        <a:pt x="2713920" y="2841743"/>
                        <a:pt x="2804166" y="2487088"/>
                        <a:pt x="2902741" y="2108752"/>
                      </a:cubicBezTo>
                      <a:cubicBezTo>
                        <a:pt x="3019057" y="1661538"/>
                        <a:pt x="3381426" y="1157322"/>
                        <a:pt x="3137301" y="794722"/>
                      </a:cubicBezTo>
                      <a:cubicBezTo>
                        <a:pt x="2930046" y="486809"/>
                        <a:pt x="2327563" y="626033"/>
                        <a:pt x="1951696" y="528615"/>
                      </a:cubicBezTo>
                      <a:cubicBezTo>
                        <a:pt x="1502322" y="412221"/>
                        <a:pt x="882484" y="-187870"/>
                        <a:pt x="519498" y="59031"/>
                      </a:cubicBezTo>
                      <a:cubicBezTo>
                        <a:pt x="214284" y="266672"/>
                        <a:pt x="187442" y="908415"/>
                        <a:pt x="91104" y="1282277"/>
                      </a:cubicBezTo>
                      <a:cubicBezTo>
                        <a:pt x="-24441" y="1729877"/>
                        <a:pt x="-64396" y="2513621"/>
                        <a:pt x="180577" y="2875527"/>
                      </a:cubicBezTo>
                      <a:cubicBezTo>
                        <a:pt x="388064" y="3182052"/>
                        <a:pt x="819235" y="2945718"/>
                        <a:pt x="1194100" y="3042597"/>
                      </a:cubicBezTo>
                      <a:cubicBezTo>
                        <a:pt x="1637304" y="3157215"/>
                        <a:pt x="2042173" y="3288495"/>
                        <a:pt x="2402690" y="3048690"/>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8" name="Freeform: Shape 57">
                  <a:extLst>
                    <a:ext uri="{FF2B5EF4-FFF2-40B4-BE49-F238E27FC236}">
                      <a16:creationId xmlns:a16="http://schemas.microsoft.com/office/drawing/2014/main" id="{521D97B3-7297-B511-01A5-AA00E254E3E8}"/>
                    </a:ext>
                  </a:extLst>
                </p:cNvPr>
                <p:cNvSpPr/>
                <p:nvPr/>
              </p:nvSpPr>
              <p:spPr>
                <a:xfrm>
                  <a:off x="4575239" y="2579941"/>
                  <a:ext cx="3223194" cy="3183120"/>
                </a:xfrm>
                <a:custGeom>
                  <a:avLst/>
                  <a:gdLst>
                    <a:gd name="connsiteX0" fmla="*/ 2431079 w 3223194"/>
                    <a:gd name="connsiteY0" fmla="*/ 3058906 h 3183120"/>
                    <a:gd name="connsiteX1" fmla="*/ 2862096 w 3223194"/>
                    <a:gd name="connsiteY1" fmla="*/ 2109327 h 3183120"/>
                    <a:gd name="connsiteX2" fmla="*/ 3141779 w 3223194"/>
                    <a:gd name="connsiteY2" fmla="*/ 782570 h 3183120"/>
                    <a:gd name="connsiteX3" fmla="*/ 1926632 w 3223194"/>
                    <a:gd name="connsiteY3" fmla="*/ 577475 h 3183120"/>
                    <a:gd name="connsiteX4" fmla="*/ 457565 w 3223194"/>
                    <a:gd name="connsiteY4" fmla="*/ 59838 h 3183120"/>
                    <a:gd name="connsiteX5" fmla="*/ 127129 w 3223194"/>
                    <a:gd name="connsiteY5" fmla="*/ 1304526 h 3183120"/>
                    <a:gd name="connsiteX6" fmla="*/ 157519 w 3223194"/>
                    <a:gd name="connsiteY6" fmla="*/ 2949610 h 3183120"/>
                    <a:gd name="connsiteX7" fmla="*/ 1212307 w 3223194"/>
                    <a:gd name="connsiteY7" fmla="*/ 3004836 h 3183120"/>
                    <a:gd name="connsiteX8" fmla="*/ 2431002 w 3223194"/>
                    <a:gd name="connsiteY8" fmla="*/ 3058906 h 318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4" h="3183120">
                      <a:moveTo>
                        <a:pt x="2431079" y="3058906"/>
                      </a:moveTo>
                      <a:cubicBezTo>
                        <a:pt x="2728888" y="2852731"/>
                        <a:pt x="2765372" y="2481646"/>
                        <a:pt x="2862096" y="2109327"/>
                      </a:cubicBezTo>
                      <a:cubicBezTo>
                        <a:pt x="2981343" y="1650080"/>
                        <a:pt x="3397011" y="1146327"/>
                        <a:pt x="3141779" y="782570"/>
                      </a:cubicBezTo>
                      <a:cubicBezTo>
                        <a:pt x="2935526" y="488695"/>
                        <a:pt x="2295712" y="673119"/>
                        <a:pt x="1926632" y="577475"/>
                      </a:cubicBezTo>
                      <a:cubicBezTo>
                        <a:pt x="1464608" y="457765"/>
                        <a:pt x="822016" y="-198865"/>
                        <a:pt x="457565" y="59838"/>
                      </a:cubicBezTo>
                      <a:cubicBezTo>
                        <a:pt x="166852" y="266168"/>
                        <a:pt x="221848" y="938146"/>
                        <a:pt x="127129" y="1304526"/>
                      </a:cubicBezTo>
                      <a:cubicBezTo>
                        <a:pt x="8113" y="1764776"/>
                        <a:pt x="-99178" y="2585930"/>
                        <a:pt x="157519" y="2949610"/>
                      </a:cubicBezTo>
                      <a:cubicBezTo>
                        <a:pt x="363849" y="3241942"/>
                        <a:pt x="844539" y="2909655"/>
                        <a:pt x="1212307" y="3004836"/>
                      </a:cubicBezTo>
                      <a:cubicBezTo>
                        <a:pt x="1667544" y="3122695"/>
                        <a:pt x="2068942" y="3309510"/>
                        <a:pt x="2431002" y="3058906"/>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9" name="Freeform: Shape 58">
                  <a:extLst>
                    <a:ext uri="{FF2B5EF4-FFF2-40B4-BE49-F238E27FC236}">
                      <a16:creationId xmlns:a16="http://schemas.microsoft.com/office/drawing/2014/main" id="{6A428D63-E9CE-F0BE-0617-097A88BFC715}"/>
                    </a:ext>
                  </a:extLst>
                </p:cNvPr>
                <p:cNvSpPr/>
                <p:nvPr/>
              </p:nvSpPr>
              <p:spPr>
                <a:xfrm>
                  <a:off x="4574616" y="2574268"/>
                  <a:ext cx="3233910" cy="3186151"/>
                </a:xfrm>
                <a:custGeom>
                  <a:avLst/>
                  <a:gdLst>
                    <a:gd name="connsiteX0" fmla="*/ 2828318 w 3233910"/>
                    <a:gd name="connsiteY0" fmla="*/ 2109987 h 3186151"/>
                    <a:gd name="connsiteX1" fmla="*/ 3153201 w 3233910"/>
                    <a:gd name="connsiteY1" fmla="*/ 770580 h 3186151"/>
                    <a:gd name="connsiteX2" fmla="*/ 1908512 w 3233910"/>
                    <a:gd name="connsiteY2" fmla="*/ 626573 h 3186151"/>
                    <a:gd name="connsiteX3" fmla="*/ 402652 w 3233910"/>
                    <a:gd name="connsiteY3" fmla="*/ 60883 h 3186151"/>
                    <a:gd name="connsiteX4" fmla="*/ 170175 w 3233910"/>
                    <a:gd name="connsiteY4" fmla="*/ 1327014 h 3186151"/>
                    <a:gd name="connsiteX5" fmla="*/ 141404 w 3233910"/>
                    <a:gd name="connsiteY5" fmla="*/ 3023854 h 3186151"/>
                    <a:gd name="connsiteX6" fmla="*/ 1237458 w 3233910"/>
                    <a:gd name="connsiteY6" fmla="*/ 2967238 h 3186151"/>
                    <a:gd name="connsiteX7" fmla="*/ 2466180 w 3233910"/>
                    <a:gd name="connsiteY7" fmla="*/ 3069285 h 3186151"/>
                    <a:gd name="connsiteX8" fmla="*/ 2828318 w 3233910"/>
                    <a:gd name="connsiteY8" fmla="*/ 2110064 h 318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3910" h="3186151">
                      <a:moveTo>
                        <a:pt x="2828318" y="2109987"/>
                      </a:moveTo>
                      <a:cubicBezTo>
                        <a:pt x="2950419" y="1638707"/>
                        <a:pt x="3419925" y="1135031"/>
                        <a:pt x="3153201" y="770580"/>
                      </a:cubicBezTo>
                      <a:cubicBezTo>
                        <a:pt x="2948182" y="490434"/>
                        <a:pt x="2270727" y="720366"/>
                        <a:pt x="1908512" y="626573"/>
                      </a:cubicBezTo>
                      <a:cubicBezTo>
                        <a:pt x="1433915" y="503624"/>
                        <a:pt x="768029" y="-210007"/>
                        <a:pt x="402652" y="60883"/>
                      </a:cubicBezTo>
                      <a:cubicBezTo>
                        <a:pt x="126286" y="265747"/>
                        <a:pt x="263197" y="968039"/>
                        <a:pt x="170175" y="1327014"/>
                      </a:cubicBezTo>
                      <a:cubicBezTo>
                        <a:pt x="47611" y="1799914"/>
                        <a:pt x="-127326" y="2658939"/>
                        <a:pt x="141404" y="3023854"/>
                      </a:cubicBezTo>
                      <a:cubicBezTo>
                        <a:pt x="346345" y="3302147"/>
                        <a:pt x="876786" y="2873831"/>
                        <a:pt x="1237458" y="2967238"/>
                      </a:cubicBezTo>
                      <a:cubicBezTo>
                        <a:pt x="1704727" y="3088336"/>
                        <a:pt x="2102963" y="3331072"/>
                        <a:pt x="2466180" y="3069285"/>
                      </a:cubicBezTo>
                      <a:cubicBezTo>
                        <a:pt x="2750877" y="2864112"/>
                        <a:pt x="2733445" y="2476289"/>
                        <a:pt x="2828318" y="2110064"/>
                      </a:cubicBezTo>
                      <a:close/>
                    </a:path>
                  </a:pathLst>
                </a:custGeom>
                <a:ln w="3175" cap="flat">
                  <a:gradFill>
                    <a:gsLst>
                      <a:gs pos="75000">
                        <a:srgbClr val="42BBB6">
                          <a:alpha val="0"/>
                        </a:srgbClr>
                      </a:gs>
                      <a:gs pos="25000">
                        <a:srgbClr val="42BBB6">
                          <a:alpha val="0"/>
                        </a:srgbClr>
                      </a:gs>
                      <a:gs pos="50000">
                        <a:srgbClr val="42BBB6">
                          <a:alpha val="0"/>
                        </a:srgbClr>
                      </a:gs>
                      <a:gs pos="0">
                        <a:srgbClr val="B0E297">
                          <a:lumMod val="60000"/>
                          <a:lumOff val="40000"/>
                        </a:srgbClr>
                      </a:gs>
                      <a:gs pos="100000">
                        <a:srgbClr val="42BBB6">
                          <a:alpha val="2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2" name="Graphic 5">
                <a:extLst>
                  <a:ext uri="{FF2B5EF4-FFF2-40B4-BE49-F238E27FC236}">
                    <a16:creationId xmlns:a16="http://schemas.microsoft.com/office/drawing/2014/main" id="{5742A599-5D8D-4DD6-559B-4F824F496E92}"/>
                  </a:ext>
                </a:extLst>
              </p:cNvPr>
              <p:cNvGrpSpPr/>
              <p:nvPr/>
            </p:nvGrpSpPr>
            <p:grpSpPr>
              <a:xfrm rot="20743245">
                <a:off x="-1641318" y="712755"/>
                <a:ext cx="8683276" cy="5650143"/>
                <a:chOff x="3224705" y="2448010"/>
                <a:chExt cx="5745675" cy="3738674"/>
              </a:xfrm>
              <a:noFill/>
            </p:grpSpPr>
            <p:sp>
              <p:nvSpPr>
                <p:cNvPr id="36" name="Freeform: Shape 35">
                  <a:extLst>
                    <a:ext uri="{FF2B5EF4-FFF2-40B4-BE49-F238E27FC236}">
                      <a16:creationId xmlns:a16="http://schemas.microsoft.com/office/drawing/2014/main" id="{EC1174EC-21CA-F491-D01F-8F760DD41D35}"/>
                    </a:ext>
                  </a:extLst>
                </p:cNvPr>
                <p:cNvSpPr/>
                <p:nvPr/>
              </p:nvSpPr>
              <p:spPr>
                <a:xfrm>
                  <a:off x="3224705" y="2973429"/>
                  <a:ext cx="4086746" cy="2988613"/>
                </a:xfrm>
                <a:custGeom>
                  <a:avLst/>
                  <a:gdLst>
                    <a:gd name="connsiteX0" fmla="*/ 3021857 w 4086746"/>
                    <a:gd name="connsiteY0" fmla="*/ 21082 h 2988613"/>
                    <a:gd name="connsiteX1" fmla="*/ 1949714 w 4086746"/>
                    <a:gd name="connsiteY1" fmla="*/ 140561 h 2988613"/>
                    <a:gd name="connsiteX2" fmla="*/ 17620 w 4086746"/>
                    <a:gd name="connsiteY2" fmla="*/ 326759 h 2988613"/>
                    <a:gd name="connsiteX3" fmla="*/ 1162808 w 4086746"/>
                    <a:gd name="connsiteY3" fmla="*/ 2051134 h 2988613"/>
                    <a:gd name="connsiteX4" fmla="*/ 2164991 w 4086746"/>
                    <a:gd name="connsiteY4" fmla="*/ 2546943 h 2988613"/>
                    <a:gd name="connsiteX5" fmla="*/ 3449172 w 4086746"/>
                    <a:gd name="connsiteY5" fmla="*/ 2922733 h 2988613"/>
                    <a:gd name="connsiteX6" fmla="*/ 3803596 w 4086746"/>
                    <a:gd name="connsiteY6" fmla="*/ 1748620 h 2988613"/>
                    <a:gd name="connsiteX7" fmla="*/ 3997970 w 4086746"/>
                    <a:gd name="connsiteY7" fmla="*/ 855117 h 2988613"/>
                    <a:gd name="connsiteX8" fmla="*/ 3021857 w 4086746"/>
                    <a:gd name="connsiteY8" fmla="*/ 21160 h 298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6746" h="2988613">
                      <a:moveTo>
                        <a:pt x="3021857" y="21082"/>
                      </a:moveTo>
                      <a:cubicBezTo>
                        <a:pt x="2524275" y="34658"/>
                        <a:pt x="2338926" y="-88523"/>
                        <a:pt x="1949714" y="140561"/>
                      </a:cubicBezTo>
                      <a:cubicBezTo>
                        <a:pt x="1650594" y="316654"/>
                        <a:pt x="147126" y="-24349"/>
                        <a:pt x="17620" y="326759"/>
                      </a:cubicBezTo>
                      <a:cubicBezTo>
                        <a:pt x="-151995" y="786777"/>
                        <a:pt x="953624" y="1647191"/>
                        <a:pt x="1162808" y="2051134"/>
                      </a:cubicBezTo>
                      <a:cubicBezTo>
                        <a:pt x="1489850" y="2682542"/>
                        <a:pt x="1817123" y="2418671"/>
                        <a:pt x="2164991" y="2546943"/>
                      </a:cubicBezTo>
                      <a:cubicBezTo>
                        <a:pt x="2623313" y="2715940"/>
                        <a:pt x="3059267" y="3153822"/>
                        <a:pt x="3449172" y="2922733"/>
                      </a:cubicBezTo>
                      <a:cubicBezTo>
                        <a:pt x="3746441" y="2746562"/>
                        <a:pt x="3674708" y="2098108"/>
                        <a:pt x="3803596" y="1748620"/>
                      </a:cubicBezTo>
                      <a:cubicBezTo>
                        <a:pt x="3970588" y="1295698"/>
                        <a:pt x="4222272" y="1242631"/>
                        <a:pt x="3997970" y="855117"/>
                      </a:cubicBezTo>
                      <a:cubicBezTo>
                        <a:pt x="3822185" y="551446"/>
                        <a:pt x="3400038" y="10824"/>
                        <a:pt x="3021857" y="21160"/>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7" name="Freeform: Shape 36">
                  <a:extLst>
                    <a:ext uri="{FF2B5EF4-FFF2-40B4-BE49-F238E27FC236}">
                      <a16:creationId xmlns:a16="http://schemas.microsoft.com/office/drawing/2014/main" id="{2DD5B15B-4201-E9A0-31FA-9A9035732239}"/>
                    </a:ext>
                  </a:extLst>
                </p:cNvPr>
                <p:cNvSpPr/>
                <p:nvPr/>
              </p:nvSpPr>
              <p:spPr>
                <a:xfrm>
                  <a:off x="3285345" y="2945042"/>
                  <a:ext cx="4163768" cy="2979360"/>
                </a:xfrm>
                <a:custGeom>
                  <a:avLst/>
                  <a:gdLst>
                    <a:gd name="connsiteX0" fmla="*/ 3793170 w 4163768"/>
                    <a:gd name="connsiteY0" fmla="*/ 1782639 h 2979360"/>
                    <a:gd name="connsiteX1" fmla="*/ 4094681 w 4163768"/>
                    <a:gd name="connsiteY1" fmla="*/ 868155 h 2979360"/>
                    <a:gd name="connsiteX2" fmla="*/ 2987366 w 4163768"/>
                    <a:gd name="connsiteY2" fmla="*/ 28 h 2979360"/>
                    <a:gd name="connsiteX3" fmla="*/ 1885912 w 4163768"/>
                    <a:gd name="connsiteY3" fmla="*/ 197641 h 2979360"/>
                    <a:gd name="connsiteX4" fmla="*/ 15678 w 4163768"/>
                    <a:gd name="connsiteY4" fmla="*/ 437446 h 2979360"/>
                    <a:gd name="connsiteX5" fmla="*/ 1132404 w 4163768"/>
                    <a:gd name="connsiteY5" fmla="*/ 2066409 h 2979360"/>
                    <a:gd name="connsiteX6" fmla="*/ 2140990 w 4163768"/>
                    <a:gd name="connsiteY6" fmla="*/ 2635648 h 2979360"/>
                    <a:gd name="connsiteX7" fmla="*/ 3375266 w 4163768"/>
                    <a:gd name="connsiteY7" fmla="*/ 2903143 h 2979360"/>
                    <a:gd name="connsiteX8" fmla="*/ 3793247 w 4163768"/>
                    <a:gd name="connsiteY8" fmla="*/ 1782639 h 2979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3768" h="2979360">
                      <a:moveTo>
                        <a:pt x="3793170" y="1782639"/>
                      </a:moveTo>
                      <a:cubicBezTo>
                        <a:pt x="3948438" y="1338818"/>
                        <a:pt x="4315975" y="1250115"/>
                        <a:pt x="4094681" y="868155"/>
                      </a:cubicBezTo>
                      <a:cubicBezTo>
                        <a:pt x="3912417" y="553917"/>
                        <a:pt x="3371717" y="-4523"/>
                        <a:pt x="2987366" y="28"/>
                      </a:cubicBezTo>
                      <a:cubicBezTo>
                        <a:pt x="2503822" y="5735"/>
                        <a:pt x="2269030" y="-27894"/>
                        <a:pt x="1885912" y="197641"/>
                      </a:cubicBezTo>
                      <a:cubicBezTo>
                        <a:pt x="1575531" y="380291"/>
                        <a:pt x="141019" y="77932"/>
                        <a:pt x="15678" y="437446"/>
                      </a:cubicBezTo>
                      <a:cubicBezTo>
                        <a:pt x="-141132" y="887207"/>
                        <a:pt x="925072" y="1670179"/>
                        <a:pt x="1132404" y="2066409"/>
                      </a:cubicBezTo>
                      <a:cubicBezTo>
                        <a:pt x="1452196" y="2678688"/>
                        <a:pt x="1784560" y="2511310"/>
                        <a:pt x="2140990" y="2635648"/>
                      </a:cubicBezTo>
                      <a:cubicBezTo>
                        <a:pt x="2589439" y="2792072"/>
                        <a:pt x="2991608" y="3130376"/>
                        <a:pt x="3375266" y="2903143"/>
                      </a:cubicBezTo>
                      <a:cubicBezTo>
                        <a:pt x="3683333" y="2720725"/>
                        <a:pt x="3668215" y="2140071"/>
                        <a:pt x="3793247" y="1782639"/>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8" name="Freeform: Shape 37">
                  <a:extLst>
                    <a:ext uri="{FF2B5EF4-FFF2-40B4-BE49-F238E27FC236}">
                      <a16:creationId xmlns:a16="http://schemas.microsoft.com/office/drawing/2014/main" id="{0CFC623B-A178-5999-13CE-4B2CF7822380}"/>
                    </a:ext>
                  </a:extLst>
                </p:cNvPr>
                <p:cNvSpPr/>
                <p:nvPr/>
              </p:nvSpPr>
              <p:spPr>
                <a:xfrm>
                  <a:off x="3345777" y="2895587"/>
                  <a:ext cx="4247432" cy="2996098"/>
                </a:xfrm>
                <a:custGeom>
                  <a:avLst/>
                  <a:gdLst>
                    <a:gd name="connsiteX0" fmla="*/ 3783028 w 4247432"/>
                    <a:gd name="connsiteY0" fmla="*/ 1837724 h 2996098"/>
                    <a:gd name="connsiteX1" fmla="*/ 4191599 w 4247432"/>
                    <a:gd name="connsiteY1" fmla="*/ 902338 h 2996098"/>
                    <a:gd name="connsiteX2" fmla="*/ 2953081 w 4247432"/>
                    <a:gd name="connsiteY2" fmla="*/ 41 h 2996098"/>
                    <a:gd name="connsiteX3" fmla="*/ 1822318 w 4247432"/>
                    <a:gd name="connsiteY3" fmla="*/ 275790 h 2996098"/>
                    <a:gd name="connsiteX4" fmla="*/ 13867 w 4247432"/>
                    <a:gd name="connsiteY4" fmla="*/ 569202 h 2996098"/>
                    <a:gd name="connsiteX5" fmla="*/ 1102053 w 4247432"/>
                    <a:gd name="connsiteY5" fmla="*/ 2102675 h 2996098"/>
                    <a:gd name="connsiteX6" fmla="*/ 2117041 w 4247432"/>
                    <a:gd name="connsiteY6" fmla="*/ 2745420 h 2996098"/>
                    <a:gd name="connsiteX7" fmla="*/ 3301335 w 4247432"/>
                    <a:gd name="connsiteY7" fmla="*/ 2904699 h 2996098"/>
                    <a:gd name="connsiteX8" fmla="*/ 3782951 w 4247432"/>
                    <a:gd name="connsiteY8" fmla="*/ 1837724 h 29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47432" h="2996098">
                      <a:moveTo>
                        <a:pt x="3783028" y="1837724"/>
                      </a:moveTo>
                      <a:cubicBezTo>
                        <a:pt x="3926880" y="1403159"/>
                        <a:pt x="4410039" y="1278667"/>
                        <a:pt x="4191599" y="902338"/>
                      </a:cubicBezTo>
                      <a:cubicBezTo>
                        <a:pt x="4002856" y="577532"/>
                        <a:pt x="3343681" y="1506"/>
                        <a:pt x="2953081" y="41"/>
                      </a:cubicBezTo>
                      <a:cubicBezTo>
                        <a:pt x="2483575" y="-1733"/>
                        <a:pt x="2199342" y="53802"/>
                        <a:pt x="1822318" y="275790"/>
                      </a:cubicBezTo>
                      <a:cubicBezTo>
                        <a:pt x="1500752" y="465073"/>
                        <a:pt x="134888" y="201125"/>
                        <a:pt x="13867" y="569202"/>
                      </a:cubicBezTo>
                      <a:cubicBezTo>
                        <a:pt x="-130603" y="1008626"/>
                        <a:pt x="896726" y="1714158"/>
                        <a:pt x="1102053" y="2102675"/>
                      </a:cubicBezTo>
                      <a:cubicBezTo>
                        <a:pt x="1414672" y="2695824"/>
                        <a:pt x="1751896" y="2625171"/>
                        <a:pt x="2117041" y="2745420"/>
                      </a:cubicBezTo>
                      <a:cubicBezTo>
                        <a:pt x="2555309" y="2889658"/>
                        <a:pt x="2924002" y="3128075"/>
                        <a:pt x="3301335" y="2904699"/>
                      </a:cubicBezTo>
                      <a:cubicBezTo>
                        <a:pt x="3620201" y="2716033"/>
                        <a:pt x="3661930" y="2203256"/>
                        <a:pt x="3782951" y="183772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9" name="Freeform: Shape 38">
                  <a:extLst>
                    <a:ext uri="{FF2B5EF4-FFF2-40B4-BE49-F238E27FC236}">
                      <a16:creationId xmlns:a16="http://schemas.microsoft.com/office/drawing/2014/main" id="{8AA4B136-0DA2-7DE3-4061-A8B905E24449}"/>
                    </a:ext>
                  </a:extLst>
                </p:cNvPr>
                <p:cNvSpPr/>
                <p:nvPr/>
              </p:nvSpPr>
              <p:spPr>
                <a:xfrm>
                  <a:off x="3406170" y="2845727"/>
                  <a:ext cx="4334890" cy="3021757"/>
                </a:xfrm>
                <a:custGeom>
                  <a:avLst/>
                  <a:gdLst>
                    <a:gd name="connsiteX0" fmla="*/ 3772848 w 4334890"/>
                    <a:gd name="connsiteY0" fmla="*/ 1893214 h 3021757"/>
                    <a:gd name="connsiteX1" fmla="*/ 4288557 w 4334890"/>
                    <a:gd name="connsiteY1" fmla="*/ 936924 h 3021757"/>
                    <a:gd name="connsiteX2" fmla="*/ 2918837 w 4334890"/>
                    <a:gd name="connsiteY2" fmla="*/ 381 h 3021757"/>
                    <a:gd name="connsiteX3" fmla="*/ 1758762 w 4334890"/>
                    <a:gd name="connsiteY3" fmla="*/ 354188 h 3021757"/>
                    <a:gd name="connsiteX4" fmla="*/ 12172 w 4334890"/>
                    <a:gd name="connsiteY4" fmla="*/ 701207 h 3021757"/>
                    <a:gd name="connsiteX5" fmla="*/ 1071897 w 4334890"/>
                    <a:gd name="connsiteY5" fmla="*/ 2139267 h 3021757"/>
                    <a:gd name="connsiteX6" fmla="*/ 2093286 w 4334890"/>
                    <a:gd name="connsiteY6" fmla="*/ 2855443 h 3021757"/>
                    <a:gd name="connsiteX7" fmla="*/ 3227676 w 4334890"/>
                    <a:gd name="connsiteY7" fmla="*/ 2906427 h 3021757"/>
                    <a:gd name="connsiteX8" fmla="*/ 3772926 w 4334890"/>
                    <a:gd name="connsiteY8" fmla="*/ 1893060 h 302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4890" h="3021757">
                      <a:moveTo>
                        <a:pt x="3772848" y="1893214"/>
                      </a:moveTo>
                      <a:cubicBezTo>
                        <a:pt x="3905671" y="1468137"/>
                        <a:pt x="4503989" y="1307701"/>
                        <a:pt x="4288557" y="936924"/>
                      </a:cubicBezTo>
                      <a:cubicBezTo>
                        <a:pt x="4093411" y="601629"/>
                        <a:pt x="3315684" y="8094"/>
                        <a:pt x="2918837" y="381"/>
                      </a:cubicBezTo>
                      <a:cubicBezTo>
                        <a:pt x="2463446" y="-8412"/>
                        <a:pt x="2129770" y="135826"/>
                        <a:pt x="1758762" y="354188"/>
                      </a:cubicBezTo>
                      <a:cubicBezTo>
                        <a:pt x="1425935" y="550027"/>
                        <a:pt x="128642" y="324415"/>
                        <a:pt x="12172" y="701207"/>
                      </a:cubicBezTo>
                      <a:cubicBezTo>
                        <a:pt x="-120342" y="1129987"/>
                        <a:pt x="868421" y="1758386"/>
                        <a:pt x="1071897" y="2139267"/>
                      </a:cubicBezTo>
                      <a:cubicBezTo>
                        <a:pt x="1377265" y="2713288"/>
                        <a:pt x="1719270" y="2739667"/>
                        <a:pt x="2093286" y="2855443"/>
                      </a:cubicBezTo>
                      <a:cubicBezTo>
                        <a:pt x="2521218" y="2987957"/>
                        <a:pt x="2856591" y="3126024"/>
                        <a:pt x="3227676" y="2906427"/>
                      </a:cubicBezTo>
                      <a:cubicBezTo>
                        <a:pt x="3557340" y="2711514"/>
                        <a:pt x="3656147" y="2266690"/>
                        <a:pt x="3772926" y="1893060"/>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0" name="Freeform: Shape 39">
                  <a:extLst>
                    <a:ext uri="{FF2B5EF4-FFF2-40B4-BE49-F238E27FC236}">
                      <a16:creationId xmlns:a16="http://schemas.microsoft.com/office/drawing/2014/main" id="{CB228149-D097-E083-B87A-F0B52142A3EA}"/>
                    </a:ext>
                  </a:extLst>
                </p:cNvPr>
                <p:cNvSpPr/>
                <p:nvPr/>
              </p:nvSpPr>
              <p:spPr>
                <a:xfrm>
                  <a:off x="3466359" y="2795931"/>
                  <a:ext cx="4425026" cy="3063471"/>
                </a:xfrm>
                <a:custGeom>
                  <a:avLst/>
                  <a:gdLst>
                    <a:gd name="connsiteX0" fmla="*/ 3762949 w 4425026"/>
                    <a:gd name="connsiteY0" fmla="*/ 1948641 h 3063471"/>
                    <a:gd name="connsiteX1" fmla="*/ 4385718 w 4425026"/>
                    <a:gd name="connsiteY1" fmla="*/ 971448 h 3063471"/>
                    <a:gd name="connsiteX2" fmla="*/ 2884795 w 4425026"/>
                    <a:gd name="connsiteY2" fmla="*/ 735 h 3063471"/>
                    <a:gd name="connsiteX3" fmla="*/ 1695410 w 4425026"/>
                    <a:gd name="connsiteY3" fmla="*/ 432677 h 3063471"/>
                    <a:gd name="connsiteX4" fmla="*/ 10603 w 4425026"/>
                    <a:gd name="connsiteY4" fmla="*/ 833304 h 3063471"/>
                    <a:gd name="connsiteX5" fmla="*/ 1041789 w 4425026"/>
                    <a:gd name="connsiteY5" fmla="*/ 2175951 h 3063471"/>
                    <a:gd name="connsiteX6" fmla="*/ 2069581 w 4425026"/>
                    <a:gd name="connsiteY6" fmla="*/ 2965634 h 3063471"/>
                    <a:gd name="connsiteX7" fmla="*/ 3154065 w 4425026"/>
                    <a:gd name="connsiteY7" fmla="*/ 2908401 h 3063471"/>
                    <a:gd name="connsiteX8" fmla="*/ 3762949 w 4425026"/>
                    <a:gd name="connsiteY8" fmla="*/ 1948564 h 3063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5026" h="3063471">
                      <a:moveTo>
                        <a:pt x="3762949" y="1948641"/>
                      </a:moveTo>
                      <a:cubicBezTo>
                        <a:pt x="3885128" y="1533127"/>
                        <a:pt x="4598295" y="1336594"/>
                        <a:pt x="4385718" y="971448"/>
                      </a:cubicBezTo>
                      <a:cubicBezTo>
                        <a:pt x="4184094" y="625586"/>
                        <a:pt x="3287967" y="14927"/>
                        <a:pt x="2884795" y="735"/>
                      </a:cubicBezTo>
                      <a:cubicBezTo>
                        <a:pt x="2443596" y="-14769"/>
                        <a:pt x="2060325" y="217863"/>
                        <a:pt x="1695410" y="432677"/>
                      </a:cubicBezTo>
                      <a:cubicBezTo>
                        <a:pt x="1351399" y="635150"/>
                        <a:pt x="122214" y="447718"/>
                        <a:pt x="10603" y="833304"/>
                      </a:cubicBezTo>
                      <a:cubicBezTo>
                        <a:pt x="-110418" y="1251362"/>
                        <a:pt x="840318" y="1802706"/>
                        <a:pt x="1041789" y="2175951"/>
                      </a:cubicBezTo>
                      <a:cubicBezTo>
                        <a:pt x="1339983" y="2730842"/>
                        <a:pt x="1686617" y="2854485"/>
                        <a:pt x="2069581" y="2965634"/>
                      </a:cubicBezTo>
                      <a:cubicBezTo>
                        <a:pt x="2487022" y="3086809"/>
                        <a:pt x="2789228" y="3124141"/>
                        <a:pt x="3154065" y="2908401"/>
                      </a:cubicBezTo>
                      <a:cubicBezTo>
                        <a:pt x="3494528" y="2707240"/>
                        <a:pt x="3650644" y="2330524"/>
                        <a:pt x="3762949" y="194856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1" name="Freeform: Shape 40">
                  <a:extLst>
                    <a:ext uri="{FF2B5EF4-FFF2-40B4-BE49-F238E27FC236}">
                      <a16:creationId xmlns:a16="http://schemas.microsoft.com/office/drawing/2014/main" id="{6E28D2BC-A480-C6A5-37EF-8F155832D1A0}"/>
                    </a:ext>
                  </a:extLst>
                </p:cNvPr>
                <p:cNvSpPr/>
                <p:nvPr/>
              </p:nvSpPr>
              <p:spPr>
                <a:xfrm>
                  <a:off x="3526436" y="2746166"/>
                  <a:ext cx="4516838" cy="3129085"/>
                </a:xfrm>
                <a:custGeom>
                  <a:avLst/>
                  <a:gdLst>
                    <a:gd name="connsiteX0" fmla="*/ 3753086 w 4516838"/>
                    <a:gd name="connsiteY0" fmla="*/ 2004037 h 3129085"/>
                    <a:gd name="connsiteX1" fmla="*/ 4482992 w 4516838"/>
                    <a:gd name="connsiteY1" fmla="*/ 1005942 h 3129085"/>
                    <a:gd name="connsiteX2" fmla="*/ 2850866 w 4516838"/>
                    <a:gd name="connsiteY2" fmla="*/ 1059 h 3129085"/>
                    <a:gd name="connsiteX3" fmla="*/ 1632171 w 4516838"/>
                    <a:gd name="connsiteY3" fmla="*/ 511136 h 3129085"/>
                    <a:gd name="connsiteX4" fmla="*/ 9147 w 4516838"/>
                    <a:gd name="connsiteY4" fmla="*/ 965447 h 3129085"/>
                    <a:gd name="connsiteX5" fmla="*/ 1011871 w 4516838"/>
                    <a:gd name="connsiteY5" fmla="*/ 2212681 h 3129085"/>
                    <a:gd name="connsiteX6" fmla="*/ 2046065 w 4516838"/>
                    <a:gd name="connsiteY6" fmla="*/ 3075871 h 3129085"/>
                    <a:gd name="connsiteX7" fmla="*/ 3080644 w 4516838"/>
                    <a:gd name="connsiteY7" fmla="*/ 2910345 h 3129085"/>
                    <a:gd name="connsiteX8" fmla="*/ 3753163 w 4516838"/>
                    <a:gd name="connsiteY8" fmla="*/ 2004114 h 312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6838" h="3129085">
                      <a:moveTo>
                        <a:pt x="3753086" y="2004037"/>
                      </a:moveTo>
                      <a:cubicBezTo>
                        <a:pt x="3864928" y="1598166"/>
                        <a:pt x="4692561" y="1365534"/>
                        <a:pt x="4482992" y="1005942"/>
                      </a:cubicBezTo>
                      <a:cubicBezTo>
                        <a:pt x="4274888" y="649589"/>
                        <a:pt x="3260286" y="21962"/>
                        <a:pt x="2850866" y="1059"/>
                      </a:cubicBezTo>
                      <a:cubicBezTo>
                        <a:pt x="2423783" y="-20770"/>
                        <a:pt x="1990992" y="299870"/>
                        <a:pt x="1632171" y="511136"/>
                      </a:cubicBezTo>
                      <a:cubicBezTo>
                        <a:pt x="1276976" y="720166"/>
                        <a:pt x="115667" y="570837"/>
                        <a:pt x="9147" y="965447"/>
                      </a:cubicBezTo>
                      <a:cubicBezTo>
                        <a:pt x="-100767" y="1372553"/>
                        <a:pt x="812252" y="1847149"/>
                        <a:pt x="1011871" y="2212681"/>
                      </a:cubicBezTo>
                      <a:cubicBezTo>
                        <a:pt x="1302892" y="2748444"/>
                        <a:pt x="1654000" y="2969583"/>
                        <a:pt x="2046065" y="3075871"/>
                      </a:cubicBezTo>
                      <a:cubicBezTo>
                        <a:pt x="2452939" y="3186094"/>
                        <a:pt x="2721978" y="3122305"/>
                        <a:pt x="3080644" y="2910345"/>
                      </a:cubicBezTo>
                      <a:cubicBezTo>
                        <a:pt x="3431906" y="2702935"/>
                        <a:pt x="3645563" y="2394405"/>
                        <a:pt x="3753163" y="200411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2" name="Freeform: Shape 41">
                  <a:extLst>
                    <a:ext uri="{FF2B5EF4-FFF2-40B4-BE49-F238E27FC236}">
                      <a16:creationId xmlns:a16="http://schemas.microsoft.com/office/drawing/2014/main" id="{6CFE671F-C2B3-3195-66B1-975BB2F0B23E}"/>
                    </a:ext>
                  </a:extLst>
                </p:cNvPr>
                <p:cNvSpPr/>
                <p:nvPr/>
              </p:nvSpPr>
              <p:spPr>
                <a:xfrm>
                  <a:off x="3586413" y="2696421"/>
                  <a:ext cx="4609879" cy="3215724"/>
                </a:xfrm>
                <a:custGeom>
                  <a:avLst/>
                  <a:gdLst>
                    <a:gd name="connsiteX0" fmla="*/ 3743322 w 4609879"/>
                    <a:gd name="connsiteY0" fmla="*/ 2059413 h 3215724"/>
                    <a:gd name="connsiteX1" fmla="*/ 4580365 w 4609879"/>
                    <a:gd name="connsiteY1" fmla="*/ 1040414 h 3215724"/>
                    <a:gd name="connsiteX2" fmla="*/ 2817037 w 4609879"/>
                    <a:gd name="connsiteY2" fmla="*/ 1361 h 3215724"/>
                    <a:gd name="connsiteX3" fmla="*/ 1568955 w 4609879"/>
                    <a:gd name="connsiteY3" fmla="*/ 589575 h 3215724"/>
                    <a:gd name="connsiteX4" fmla="*/ 7791 w 4609879"/>
                    <a:gd name="connsiteY4" fmla="*/ 1097493 h 3215724"/>
                    <a:gd name="connsiteX5" fmla="*/ 981976 w 4609879"/>
                    <a:gd name="connsiteY5" fmla="*/ 2249313 h 3215724"/>
                    <a:gd name="connsiteX6" fmla="*/ 2022571 w 4609879"/>
                    <a:gd name="connsiteY6" fmla="*/ 3185934 h 3215724"/>
                    <a:gd name="connsiteX7" fmla="*/ 3007169 w 4609879"/>
                    <a:gd name="connsiteY7" fmla="*/ 2912190 h 3215724"/>
                    <a:gd name="connsiteX8" fmla="*/ 3743322 w 4609879"/>
                    <a:gd name="connsiteY8" fmla="*/ 2059567 h 321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9879" h="3215724">
                      <a:moveTo>
                        <a:pt x="3743322" y="2059413"/>
                      </a:moveTo>
                      <a:cubicBezTo>
                        <a:pt x="3845138" y="1663337"/>
                        <a:pt x="4786926" y="1394376"/>
                        <a:pt x="4580365" y="1040414"/>
                      </a:cubicBezTo>
                      <a:cubicBezTo>
                        <a:pt x="4365783" y="673495"/>
                        <a:pt x="3232782" y="29284"/>
                        <a:pt x="2817037" y="1361"/>
                      </a:cubicBezTo>
                      <a:cubicBezTo>
                        <a:pt x="2401292" y="-26560"/>
                        <a:pt x="1921836" y="381934"/>
                        <a:pt x="1568955" y="589575"/>
                      </a:cubicBezTo>
                      <a:cubicBezTo>
                        <a:pt x="1202498" y="805237"/>
                        <a:pt x="108757" y="693858"/>
                        <a:pt x="7791" y="1097493"/>
                      </a:cubicBezTo>
                      <a:cubicBezTo>
                        <a:pt x="-91324" y="1493568"/>
                        <a:pt x="784362" y="1891418"/>
                        <a:pt x="981976" y="2249313"/>
                      </a:cubicBezTo>
                      <a:cubicBezTo>
                        <a:pt x="1265746" y="2765947"/>
                        <a:pt x="1621328" y="3084968"/>
                        <a:pt x="2022571" y="3185934"/>
                      </a:cubicBezTo>
                      <a:cubicBezTo>
                        <a:pt x="2418724" y="3285589"/>
                        <a:pt x="2654827" y="3120217"/>
                        <a:pt x="3007169" y="2912190"/>
                      </a:cubicBezTo>
                      <a:cubicBezTo>
                        <a:pt x="3369229" y="2698533"/>
                        <a:pt x="3640813" y="2458265"/>
                        <a:pt x="3743322" y="2059567"/>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3" name="Freeform: Shape 42">
                  <a:extLst>
                    <a:ext uri="{FF2B5EF4-FFF2-40B4-BE49-F238E27FC236}">
                      <a16:creationId xmlns:a16="http://schemas.microsoft.com/office/drawing/2014/main" id="{F908C96E-ADA2-3C4E-E4B6-DBAB8E2EA2BF}"/>
                    </a:ext>
                  </a:extLst>
                </p:cNvPr>
                <p:cNvSpPr/>
                <p:nvPr/>
              </p:nvSpPr>
              <p:spPr>
                <a:xfrm>
                  <a:off x="3646345" y="2646648"/>
                  <a:ext cx="4703818" cy="3313713"/>
                </a:xfrm>
                <a:custGeom>
                  <a:avLst/>
                  <a:gdLst>
                    <a:gd name="connsiteX0" fmla="*/ 3733681 w 4703818"/>
                    <a:gd name="connsiteY0" fmla="*/ 2114893 h 3313713"/>
                    <a:gd name="connsiteX1" fmla="*/ 4677784 w 4703818"/>
                    <a:gd name="connsiteY1" fmla="*/ 1074915 h 3313713"/>
                    <a:gd name="connsiteX2" fmla="*/ 2783330 w 4703818"/>
                    <a:gd name="connsiteY2" fmla="*/ 1615 h 3313713"/>
                    <a:gd name="connsiteX3" fmla="*/ 1505937 w 4703818"/>
                    <a:gd name="connsiteY3" fmla="*/ 667886 h 3313713"/>
                    <a:gd name="connsiteX4" fmla="*/ 6557 w 4703818"/>
                    <a:gd name="connsiteY4" fmla="*/ 1229411 h 3313713"/>
                    <a:gd name="connsiteX5" fmla="*/ 952280 w 4703818"/>
                    <a:gd name="connsiteY5" fmla="*/ 2285819 h 3313713"/>
                    <a:gd name="connsiteX6" fmla="*/ 1999200 w 4703818"/>
                    <a:gd name="connsiteY6" fmla="*/ 3295947 h 3313713"/>
                    <a:gd name="connsiteX7" fmla="*/ 2933893 w 4703818"/>
                    <a:gd name="connsiteY7" fmla="*/ 2913910 h 3313713"/>
                    <a:gd name="connsiteX8" fmla="*/ 3733681 w 4703818"/>
                    <a:gd name="connsiteY8" fmla="*/ 2114816 h 331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3818" h="3313713">
                      <a:moveTo>
                        <a:pt x="3733681" y="2114893"/>
                      </a:moveTo>
                      <a:cubicBezTo>
                        <a:pt x="3825777" y="1728690"/>
                        <a:pt x="4881491" y="1423323"/>
                        <a:pt x="4677784" y="1074915"/>
                      </a:cubicBezTo>
                      <a:cubicBezTo>
                        <a:pt x="4456722" y="697428"/>
                        <a:pt x="3205245" y="37019"/>
                        <a:pt x="2783330" y="1615"/>
                      </a:cubicBezTo>
                      <a:cubicBezTo>
                        <a:pt x="2384478" y="-31860"/>
                        <a:pt x="1852725" y="463871"/>
                        <a:pt x="1505937" y="667886"/>
                      </a:cubicBezTo>
                      <a:cubicBezTo>
                        <a:pt x="1128296" y="890105"/>
                        <a:pt x="101738" y="816675"/>
                        <a:pt x="6557" y="1229411"/>
                      </a:cubicBezTo>
                      <a:cubicBezTo>
                        <a:pt x="-82223" y="1614457"/>
                        <a:pt x="756517" y="1935560"/>
                        <a:pt x="952280" y="2285819"/>
                      </a:cubicBezTo>
                      <a:cubicBezTo>
                        <a:pt x="1228877" y="2783324"/>
                        <a:pt x="1588778" y="3200611"/>
                        <a:pt x="1999200" y="3295947"/>
                      </a:cubicBezTo>
                      <a:cubicBezTo>
                        <a:pt x="2384478" y="3385421"/>
                        <a:pt x="2587799" y="3118157"/>
                        <a:pt x="2933893" y="2913910"/>
                      </a:cubicBezTo>
                      <a:cubicBezTo>
                        <a:pt x="3306752" y="2694082"/>
                        <a:pt x="3636494" y="2522076"/>
                        <a:pt x="3733681" y="2114816"/>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4" name="Freeform: Shape 43">
                  <a:extLst>
                    <a:ext uri="{FF2B5EF4-FFF2-40B4-BE49-F238E27FC236}">
                      <a16:creationId xmlns:a16="http://schemas.microsoft.com/office/drawing/2014/main" id="{4E996B0F-C155-0901-9C2A-2D5F50048C29}"/>
                    </a:ext>
                  </a:extLst>
                </p:cNvPr>
                <p:cNvSpPr/>
                <p:nvPr/>
              </p:nvSpPr>
              <p:spPr>
                <a:xfrm>
                  <a:off x="3706188" y="2596973"/>
                  <a:ext cx="4798420" cy="3416920"/>
                </a:xfrm>
                <a:custGeom>
                  <a:avLst/>
                  <a:gdLst>
                    <a:gd name="connsiteX0" fmla="*/ 3724051 w 4798420"/>
                    <a:gd name="connsiteY0" fmla="*/ 2170199 h 3416920"/>
                    <a:gd name="connsiteX1" fmla="*/ 4775292 w 4798420"/>
                    <a:gd name="connsiteY1" fmla="*/ 1109318 h 3416920"/>
                    <a:gd name="connsiteX2" fmla="*/ 2749635 w 4798420"/>
                    <a:gd name="connsiteY2" fmla="*/ 1848 h 3416920"/>
                    <a:gd name="connsiteX3" fmla="*/ 1442932 w 4798420"/>
                    <a:gd name="connsiteY3" fmla="*/ 746255 h 3416920"/>
                    <a:gd name="connsiteX4" fmla="*/ 5412 w 4798420"/>
                    <a:gd name="connsiteY4" fmla="*/ 1361387 h 3416920"/>
                    <a:gd name="connsiteX5" fmla="*/ 922596 w 4798420"/>
                    <a:gd name="connsiteY5" fmla="*/ 2322304 h 3416920"/>
                    <a:gd name="connsiteX6" fmla="*/ 1975918 w 4798420"/>
                    <a:gd name="connsiteY6" fmla="*/ 3405863 h 3416920"/>
                    <a:gd name="connsiteX7" fmla="*/ 2860706 w 4798420"/>
                    <a:gd name="connsiteY7" fmla="*/ 2915608 h 3416920"/>
                    <a:gd name="connsiteX8" fmla="*/ 3724129 w 4798420"/>
                    <a:gd name="connsiteY8" fmla="*/ 2170122 h 341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420" h="3416920">
                      <a:moveTo>
                        <a:pt x="3724051" y="2170199"/>
                      </a:moveTo>
                      <a:cubicBezTo>
                        <a:pt x="3806815" y="1793946"/>
                        <a:pt x="4975991" y="1452172"/>
                        <a:pt x="4775292" y="1109318"/>
                      </a:cubicBezTo>
                      <a:cubicBezTo>
                        <a:pt x="4547751" y="721341"/>
                        <a:pt x="3177798" y="45042"/>
                        <a:pt x="2749635" y="1848"/>
                      </a:cubicBezTo>
                      <a:cubicBezTo>
                        <a:pt x="2364821" y="-36950"/>
                        <a:pt x="1783627" y="545787"/>
                        <a:pt x="1442932" y="746255"/>
                      </a:cubicBezTo>
                      <a:cubicBezTo>
                        <a:pt x="1054030" y="975107"/>
                        <a:pt x="94192" y="939472"/>
                        <a:pt x="5412" y="1361387"/>
                      </a:cubicBezTo>
                      <a:cubicBezTo>
                        <a:pt x="-73263" y="1735248"/>
                        <a:pt x="728761" y="1979759"/>
                        <a:pt x="922596" y="2322304"/>
                      </a:cubicBezTo>
                      <a:cubicBezTo>
                        <a:pt x="1191943" y="2800681"/>
                        <a:pt x="1556163" y="3316697"/>
                        <a:pt x="1975918" y="3405863"/>
                      </a:cubicBezTo>
                      <a:cubicBezTo>
                        <a:pt x="2350320" y="3485463"/>
                        <a:pt x="2520860" y="3115999"/>
                        <a:pt x="2860706" y="2915608"/>
                      </a:cubicBezTo>
                      <a:cubicBezTo>
                        <a:pt x="3244364" y="2689532"/>
                        <a:pt x="3632649" y="2585944"/>
                        <a:pt x="3724129" y="2170122"/>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5" name="Freeform: Shape 44">
                  <a:extLst>
                    <a:ext uri="{FF2B5EF4-FFF2-40B4-BE49-F238E27FC236}">
                      <a16:creationId xmlns:a16="http://schemas.microsoft.com/office/drawing/2014/main" id="{5A24FF35-5478-8C92-23BA-D9B4A885FEA2}"/>
                    </a:ext>
                  </a:extLst>
                </p:cNvPr>
                <p:cNvSpPr/>
                <p:nvPr/>
              </p:nvSpPr>
              <p:spPr>
                <a:xfrm>
                  <a:off x="3765757" y="2547325"/>
                  <a:ext cx="4893698" cy="3522930"/>
                </a:xfrm>
                <a:custGeom>
                  <a:avLst/>
                  <a:gdLst>
                    <a:gd name="connsiteX0" fmla="*/ 3714695 w 4893698"/>
                    <a:gd name="connsiteY0" fmla="*/ 2225478 h 3522930"/>
                    <a:gd name="connsiteX1" fmla="*/ 4872995 w 4893698"/>
                    <a:gd name="connsiteY1" fmla="*/ 1143693 h 3522930"/>
                    <a:gd name="connsiteX2" fmla="*/ 2716137 w 4893698"/>
                    <a:gd name="connsiteY2" fmla="*/ 2054 h 3522930"/>
                    <a:gd name="connsiteX3" fmla="*/ 1380123 w 4893698"/>
                    <a:gd name="connsiteY3" fmla="*/ 824596 h 3522930"/>
                    <a:gd name="connsiteX4" fmla="*/ 4386 w 4893698"/>
                    <a:gd name="connsiteY4" fmla="*/ 1493335 h 3522930"/>
                    <a:gd name="connsiteX5" fmla="*/ 893031 w 4893698"/>
                    <a:gd name="connsiteY5" fmla="*/ 2358840 h 3522930"/>
                    <a:gd name="connsiteX6" fmla="*/ 1952756 w 4893698"/>
                    <a:gd name="connsiteY6" fmla="*/ 3515905 h 3522930"/>
                    <a:gd name="connsiteX7" fmla="*/ 2787562 w 4893698"/>
                    <a:gd name="connsiteY7" fmla="*/ 2917357 h 3522930"/>
                    <a:gd name="connsiteX8" fmla="*/ 3714541 w 4893698"/>
                    <a:gd name="connsiteY8" fmla="*/ 2225478 h 352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698" h="3522930">
                      <a:moveTo>
                        <a:pt x="3714695" y="2225478"/>
                      </a:moveTo>
                      <a:cubicBezTo>
                        <a:pt x="3788357" y="1859175"/>
                        <a:pt x="5070764" y="1480917"/>
                        <a:pt x="4872995" y="1143693"/>
                      </a:cubicBezTo>
                      <a:cubicBezTo>
                        <a:pt x="4639053" y="745149"/>
                        <a:pt x="3150470" y="53347"/>
                        <a:pt x="2716137" y="2054"/>
                      </a:cubicBezTo>
                      <a:cubicBezTo>
                        <a:pt x="2345360" y="-41757"/>
                        <a:pt x="1714801" y="627676"/>
                        <a:pt x="1380123" y="824596"/>
                      </a:cubicBezTo>
                      <a:cubicBezTo>
                        <a:pt x="980036" y="1060081"/>
                        <a:pt x="86455" y="1062164"/>
                        <a:pt x="4386" y="1493335"/>
                      </a:cubicBezTo>
                      <a:cubicBezTo>
                        <a:pt x="-64647" y="1856012"/>
                        <a:pt x="701202" y="2023930"/>
                        <a:pt x="893031" y="2358840"/>
                      </a:cubicBezTo>
                      <a:cubicBezTo>
                        <a:pt x="1155205" y="2818087"/>
                        <a:pt x="1523590" y="3433219"/>
                        <a:pt x="1952756" y="3515905"/>
                      </a:cubicBezTo>
                      <a:cubicBezTo>
                        <a:pt x="2316282" y="3585942"/>
                        <a:pt x="2454040" y="3113968"/>
                        <a:pt x="2787562" y="2917357"/>
                      </a:cubicBezTo>
                      <a:cubicBezTo>
                        <a:pt x="3182018" y="2685033"/>
                        <a:pt x="3629232" y="2649938"/>
                        <a:pt x="3714541" y="2225478"/>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6" name="Freeform: Shape 45">
                  <a:extLst>
                    <a:ext uri="{FF2B5EF4-FFF2-40B4-BE49-F238E27FC236}">
                      <a16:creationId xmlns:a16="http://schemas.microsoft.com/office/drawing/2014/main" id="{0347D98B-000A-B3AE-6F20-7C22BD25C631}"/>
                    </a:ext>
                  </a:extLst>
                </p:cNvPr>
                <p:cNvSpPr/>
                <p:nvPr/>
              </p:nvSpPr>
              <p:spPr>
                <a:xfrm>
                  <a:off x="3825389" y="2497697"/>
                  <a:ext cx="4989429" cy="3630406"/>
                </a:xfrm>
                <a:custGeom>
                  <a:avLst/>
                  <a:gdLst>
                    <a:gd name="connsiteX0" fmla="*/ 3705354 w 4989429"/>
                    <a:gd name="connsiteY0" fmla="*/ 2280737 h 3630406"/>
                    <a:gd name="connsiteX1" fmla="*/ 4970792 w 4989429"/>
                    <a:gd name="connsiteY1" fmla="*/ 1178049 h 3630406"/>
                    <a:gd name="connsiteX2" fmla="*/ 2682730 w 4989429"/>
                    <a:gd name="connsiteY2" fmla="*/ 2241 h 3630406"/>
                    <a:gd name="connsiteX3" fmla="*/ 1317406 w 4989429"/>
                    <a:gd name="connsiteY3" fmla="*/ 902918 h 3630406"/>
                    <a:gd name="connsiteX4" fmla="*/ 3453 w 4989429"/>
                    <a:gd name="connsiteY4" fmla="*/ 1625341 h 3630406"/>
                    <a:gd name="connsiteX5" fmla="*/ 863635 w 4989429"/>
                    <a:gd name="connsiteY5" fmla="*/ 2395433 h 3630406"/>
                    <a:gd name="connsiteX6" fmla="*/ 1929762 w 4989429"/>
                    <a:gd name="connsiteY6" fmla="*/ 3625929 h 3630406"/>
                    <a:gd name="connsiteX7" fmla="*/ 2714663 w 4989429"/>
                    <a:gd name="connsiteY7" fmla="*/ 2919163 h 3630406"/>
                    <a:gd name="connsiteX8" fmla="*/ 3705277 w 4989429"/>
                    <a:gd name="connsiteY8" fmla="*/ 2280814 h 363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9429" h="3630406">
                      <a:moveTo>
                        <a:pt x="3705354" y="2280737"/>
                      </a:moveTo>
                      <a:cubicBezTo>
                        <a:pt x="3770145" y="1924384"/>
                        <a:pt x="5165629" y="1509720"/>
                        <a:pt x="4970792" y="1178049"/>
                      </a:cubicBezTo>
                      <a:cubicBezTo>
                        <a:pt x="4730370" y="769015"/>
                        <a:pt x="3123080" y="62173"/>
                        <a:pt x="2682730" y="2241"/>
                      </a:cubicBezTo>
                      <a:cubicBezTo>
                        <a:pt x="2325838" y="-46353"/>
                        <a:pt x="1645991" y="709546"/>
                        <a:pt x="1317406" y="902918"/>
                      </a:cubicBezTo>
                      <a:cubicBezTo>
                        <a:pt x="906058" y="1144960"/>
                        <a:pt x="78271" y="1184760"/>
                        <a:pt x="3453" y="1625341"/>
                      </a:cubicBezTo>
                      <a:cubicBezTo>
                        <a:pt x="-56171" y="1976757"/>
                        <a:pt x="673658" y="2068236"/>
                        <a:pt x="863635" y="2395433"/>
                      </a:cubicBezTo>
                      <a:cubicBezTo>
                        <a:pt x="1118636" y="2835628"/>
                        <a:pt x="1491186" y="3550339"/>
                        <a:pt x="1929762" y="3625929"/>
                      </a:cubicBezTo>
                      <a:cubicBezTo>
                        <a:pt x="2282335" y="3686709"/>
                        <a:pt x="2387313" y="3111917"/>
                        <a:pt x="2714663" y="2919163"/>
                      </a:cubicBezTo>
                      <a:cubicBezTo>
                        <a:pt x="3119918" y="2680592"/>
                        <a:pt x="3626525" y="2714067"/>
                        <a:pt x="3705277" y="228081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7" name="Freeform: Shape 46">
                  <a:extLst>
                    <a:ext uri="{FF2B5EF4-FFF2-40B4-BE49-F238E27FC236}">
                      <a16:creationId xmlns:a16="http://schemas.microsoft.com/office/drawing/2014/main" id="{C9DBD2BA-96D4-4644-E7F2-9C635A02F1C2}"/>
                    </a:ext>
                  </a:extLst>
                </p:cNvPr>
                <p:cNvSpPr/>
                <p:nvPr/>
              </p:nvSpPr>
              <p:spPr>
                <a:xfrm>
                  <a:off x="3884910" y="2448010"/>
                  <a:ext cx="5085470" cy="3738674"/>
                </a:xfrm>
                <a:custGeom>
                  <a:avLst/>
                  <a:gdLst>
                    <a:gd name="connsiteX0" fmla="*/ 5068621 w 5085470"/>
                    <a:gd name="connsiteY0" fmla="*/ 1212464 h 3738674"/>
                    <a:gd name="connsiteX1" fmla="*/ 2649357 w 5085470"/>
                    <a:gd name="connsiteY1" fmla="*/ 2408 h 3738674"/>
                    <a:gd name="connsiteX2" fmla="*/ 1254723 w 5085470"/>
                    <a:gd name="connsiteY2" fmla="*/ 981143 h 3738674"/>
                    <a:gd name="connsiteX3" fmla="*/ 2629 w 5085470"/>
                    <a:gd name="connsiteY3" fmla="*/ 1757174 h 3738674"/>
                    <a:gd name="connsiteX4" fmla="*/ 834273 w 5085470"/>
                    <a:gd name="connsiteY4" fmla="*/ 2431853 h 3738674"/>
                    <a:gd name="connsiteX5" fmla="*/ 1906801 w 5085470"/>
                    <a:gd name="connsiteY5" fmla="*/ 3735856 h 3738674"/>
                    <a:gd name="connsiteX6" fmla="*/ 2641798 w 5085470"/>
                    <a:gd name="connsiteY6" fmla="*/ 2920796 h 3738674"/>
                    <a:gd name="connsiteX7" fmla="*/ 3696046 w 5085470"/>
                    <a:gd name="connsiteY7" fmla="*/ 2336054 h 3738674"/>
                    <a:gd name="connsiteX8" fmla="*/ 5068621 w 5085470"/>
                    <a:gd name="connsiteY8" fmla="*/ 1212464 h 3738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5470" h="3738674">
                      <a:moveTo>
                        <a:pt x="5068621" y="1212464"/>
                      </a:moveTo>
                      <a:cubicBezTo>
                        <a:pt x="4821720" y="792863"/>
                        <a:pt x="3095646" y="71519"/>
                        <a:pt x="2649357" y="2408"/>
                      </a:cubicBezTo>
                      <a:cubicBezTo>
                        <a:pt x="2306348" y="-50736"/>
                        <a:pt x="1577214" y="791397"/>
                        <a:pt x="1254723" y="981143"/>
                      </a:cubicBezTo>
                      <a:cubicBezTo>
                        <a:pt x="832190" y="1229819"/>
                        <a:pt x="69503" y="1307260"/>
                        <a:pt x="2629" y="1757174"/>
                      </a:cubicBezTo>
                      <a:cubicBezTo>
                        <a:pt x="-47970" y="2097406"/>
                        <a:pt x="646301" y="2112292"/>
                        <a:pt x="834273" y="2431853"/>
                      </a:cubicBezTo>
                      <a:cubicBezTo>
                        <a:pt x="1082023" y="2852919"/>
                        <a:pt x="1458738" y="3667825"/>
                        <a:pt x="1906801" y="3735856"/>
                      </a:cubicBezTo>
                      <a:cubicBezTo>
                        <a:pt x="2248499" y="3787689"/>
                        <a:pt x="2320695" y="3109771"/>
                        <a:pt x="2641798" y="2920796"/>
                      </a:cubicBezTo>
                      <a:cubicBezTo>
                        <a:pt x="3057851" y="2675977"/>
                        <a:pt x="3624313" y="2778024"/>
                        <a:pt x="3696046" y="2336054"/>
                      </a:cubicBezTo>
                      <a:cubicBezTo>
                        <a:pt x="3752276" y="1989652"/>
                        <a:pt x="5260450" y="1538503"/>
                        <a:pt x="5068621" y="1212464"/>
                      </a:cubicBezTo>
                      <a:close/>
                    </a:path>
                  </a:pathLst>
                </a:custGeom>
                <a:ln w="3175" cap="flat">
                  <a:gradFill>
                    <a:gsLst>
                      <a:gs pos="24600">
                        <a:srgbClr val="42BBB6">
                          <a:alpha val="0"/>
                        </a:srgbClr>
                      </a:gs>
                      <a:gs pos="75000">
                        <a:srgbClr val="42BBB6">
                          <a:alpha val="0"/>
                        </a:srgbClr>
                      </a:gs>
                      <a:gs pos="50000">
                        <a:srgbClr val="42BBB6">
                          <a:alpha val="50000"/>
                        </a:srgbClr>
                      </a:gs>
                      <a:gs pos="0">
                        <a:srgbClr val="B0E297">
                          <a:lumMod val="60000"/>
                          <a:lumOff val="40000"/>
                        </a:srgbClr>
                      </a:gs>
                      <a:gs pos="100000">
                        <a:srgbClr val="42BBB6">
                          <a:alpha val="67000"/>
                        </a:srgb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3" name="Graphic 5">
                <a:extLst>
                  <a:ext uri="{FF2B5EF4-FFF2-40B4-BE49-F238E27FC236}">
                    <a16:creationId xmlns:a16="http://schemas.microsoft.com/office/drawing/2014/main" id="{54ABF9A0-5BBB-3CED-41A4-AC7FAC81E43E}"/>
                  </a:ext>
                </a:extLst>
              </p:cNvPr>
              <p:cNvGrpSpPr/>
              <p:nvPr/>
            </p:nvGrpSpPr>
            <p:grpSpPr>
              <a:xfrm rot="753948">
                <a:off x="-682780" y="-299489"/>
                <a:ext cx="5854605" cy="7484643"/>
                <a:chOff x="4061078" y="1549502"/>
                <a:chExt cx="3873961" cy="4952549"/>
              </a:xfrm>
              <a:noFill/>
            </p:grpSpPr>
            <p:sp>
              <p:nvSpPr>
                <p:cNvPr id="24" name="Freeform: Shape 23">
                  <a:extLst>
                    <a:ext uri="{FF2B5EF4-FFF2-40B4-BE49-F238E27FC236}">
                      <a16:creationId xmlns:a16="http://schemas.microsoft.com/office/drawing/2014/main" id="{191FD8CE-A862-5844-75D1-7C948C0F27E4}"/>
                    </a:ext>
                  </a:extLst>
                </p:cNvPr>
                <p:cNvSpPr/>
                <p:nvPr/>
              </p:nvSpPr>
              <p:spPr>
                <a:xfrm>
                  <a:off x="4475868" y="1549502"/>
                  <a:ext cx="3007008" cy="4952549"/>
                </a:xfrm>
                <a:custGeom>
                  <a:avLst/>
                  <a:gdLst>
                    <a:gd name="connsiteX0" fmla="*/ 2976817 w 3007008"/>
                    <a:gd name="connsiteY0" fmla="*/ 2669180 h 4952549"/>
                    <a:gd name="connsiteX1" fmla="*/ 2432801 w 3007008"/>
                    <a:gd name="connsiteY1" fmla="*/ 1308330 h 4952549"/>
                    <a:gd name="connsiteX2" fmla="*/ 1795840 w 3007008"/>
                    <a:gd name="connsiteY2" fmla="*/ 7 h 4952549"/>
                    <a:gd name="connsiteX3" fmla="*/ 437072 w 3007008"/>
                    <a:gd name="connsiteY3" fmla="*/ 1607682 h 4952549"/>
                    <a:gd name="connsiteX4" fmla="*/ 310112 w 3007008"/>
                    <a:gd name="connsiteY4" fmla="*/ 2718545 h 4952549"/>
                    <a:gd name="connsiteX5" fmla="*/ 413007 w 3007008"/>
                    <a:gd name="connsiteY5" fmla="*/ 3875302 h 4952549"/>
                    <a:gd name="connsiteX6" fmla="*/ 1776248 w 3007008"/>
                    <a:gd name="connsiteY6" fmla="*/ 4952536 h 4952549"/>
                    <a:gd name="connsiteX7" fmla="*/ 2522815 w 3007008"/>
                    <a:gd name="connsiteY7" fmla="*/ 3870057 h 4952549"/>
                    <a:gd name="connsiteX8" fmla="*/ 2976817 w 3007008"/>
                    <a:gd name="connsiteY8" fmla="*/ 2669180 h 4952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07008" h="4952549">
                      <a:moveTo>
                        <a:pt x="2976817" y="2669180"/>
                      </a:moveTo>
                      <a:cubicBezTo>
                        <a:pt x="2795478" y="2205613"/>
                        <a:pt x="2780206" y="1596883"/>
                        <a:pt x="2432801" y="1308330"/>
                      </a:cubicBezTo>
                      <a:cubicBezTo>
                        <a:pt x="2165768" y="1086497"/>
                        <a:pt x="2170087" y="2861"/>
                        <a:pt x="1795840" y="7"/>
                      </a:cubicBezTo>
                      <a:cubicBezTo>
                        <a:pt x="1305585" y="-3772"/>
                        <a:pt x="857599" y="1434442"/>
                        <a:pt x="437072" y="1607682"/>
                      </a:cubicBezTo>
                      <a:cubicBezTo>
                        <a:pt x="-439463" y="1968739"/>
                        <a:pt x="265838" y="2328563"/>
                        <a:pt x="310112" y="2718545"/>
                      </a:cubicBezTo>
                      <a:cubicBezTo>
                        <a:pt x="365185" y="3203940"/>
                        <a:pt x="63519" y="3586749"/>
                        <a:pt x="413007" y="3875302"/>
                      </a:cubicBezTo>
                      <a:cubicBezTo>
                        <a:pt x="679500" y="4095361"/>
                        <a:pt x="1403775" y="4949682"/>
                        <a:pt x="1776248" y="4952536"/>
                      </a:cubicBezTo>
                      <a:cubicBezTo>
                        <a:pt x="2258944" y="4956238"/>
                        <a:pt x="2234184" y="4212294"/>
                        <a:pt x="2522815" y="3870057"/>
                      </a:cubicBezTo>
                      <a:cubicBezTo>
                        <a:pt x="2749045" y="3601790"/>
                        <a:pt x="3114576" y="3021444"/>
                        <a:pt x="2976817" y="2669180"/>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5" name="Freeform: Shape 24">
                  <a:extLst>
                    <a:ext uri="{FF2B5EF4-FFF2-40B4-BE49-F238E27FC236}">
                      <a16:creationId xmlns:a16="http://schemas.microsoft.com/office/drawing/2014/main" id="{D5D478CA-14E2-0B97-73F9-36D9B8823D4F}"/>
                    </a:ext>
                  </a:extLst>
                </p:cNvPr>
                <p:cNvSpPr/>
                <p:nvPr/>
              </p:nvSpPr>
              <p:spPr>
                <a:xfrm>
                  <a:off x="4482456" y="1627788"/>
                  <a:ext cx="3018571" cy="4778052"/>
                </a:xfrm>
                <a:custGeom>
                  <a:avLst/>
                  <a:gdLst>
                    <a:gd name="connsiteX0" fmla="*/ 1752691 w 3018571"/>
                    <a:gd name="connsiteY0" fmla="*/ 4776677 h 4778052"/>
                    <a:gd name="connsiteX1" fmla="*/ 2591277 w 3018571"/>
                    <a:gd name="connsiteY1" fmla="*/ 3811826 h 4778052"/>
                    <a:gd name="connsiteX2" fmla="*/ 2984730 w 3018571"/>
                    <a:gd name="connsiteY2" fmla="*/ 2584107 h 4778052"/>
                    <a:gd name="connsiteX3" fmla="*/ 2466168 w 3018571"/>
                    <a:gd name="connsiteY3" fmla="*/ 1202817 h 4778052"/>
                    <a:gd name="connsiteX4" fmla="*/ 1720373 w 3018571"/>
                    <a:gd name="connsiteY4" fmla="*/ 11 h 4778052"/>
                    <a:gd name="connsiteX5" fmla="*/ 440974 w 3018571"/>
                    <a:gd name="connsiteY5" fmla="*/ 1547522 h 4778052"/>
                    <a:gd name="connsiteX6" fmla="*/ 238116 w 3018571"/>
                    <a:gd name="connsiteY6" fmla="*/ 2690858 h 4778052"/>
                    <a:gd name="connsiteX7" fmla="*/ 359985 w 3018571"/>
                    <a:gd name="connsiteY7" fmla="*/ 3853863 h 4778052"/>
                    <a:gd name="connsiteX8" fmla="*/ 1752691 w 3018571"/>
                    <a:gd name="connsiteY8" fmla="*/ 4776754 h 477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8571" h="4778052">
                      <a:moveTo>
                        <a:pt x="1752691" y="4776677"/>
                      </a:moveTo>
                      <a:cubicBezTo>
                        <a:pt x="2216181" y="4812235"/>
                        <a:pt x="2306966" y="4149435"/>
                        <a:pt x="2591277" y="3811826"/>
                      </a:cubicBezTo>
                      <a:cubicBezTo>
                        <a:pt x="2825220" y="3533917"/>
                        <a:pt x="3119172" y="2944162"/>
                        <a:pt x="2984730" y="2584107"/>
                      </a:cubicBezTo>
                      <a:cubicBezTo>
                        <a:pt x="2815579" y="2131107"/>
                        <a:pt x="2808174" y="1486896"/>
                        <a:pt x="2466168" y="1202817"/>
                      </a:cubicBezTo>
                      <a:cubicBezTo>
                        <a:pt x="2189185" y="972730"/>
                        <a:pt x="2101099" y="-3845"/>
                        <a:pt x="1720373" y="11"/>
                      </a:cubicBezTo>
                      <a:cubicBezTo>
                        <a:pt x="1244079" y="4794"/>
                        <a:pt x="830648" y="1354614"/>
                        <a:pt x="440974" y="1547522"/>
                      </a:cubicBezTo>
                      <a:cubicBezTo>
                        <a:pt x="-382030" y="1955091"/>
                        <a:pt x="190216" y="2298408"/>
                        <a:pt x="238116" y="2690858"/>
                      </a:cubicBezTo>
                      <a:cubicBezTo>
                        <a:pt x="294422" y="3162909"/>
                        <a:pt x="16205" y="3569861"/>
                        <a:pt x="359985" y="3853863"/>
                      </a:cubicBezTo>
                      <a:cubicBezTo>
                        <a:pt x="635965" y="4081944"/>
                        <a:pt x="1362169" y="4746827"/>
                        <a:pt x="1752691" y="4776754"/>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6" name="Freeform: Shape 25">
                  <a:extLst>
                    <a:ext uri="{FF2B5EF4-FFF2-40B4-BE49-F238E27FC236}">
                      <a16:creationId xmlns:a16="http://schemas.microsoft.com/office/drawing/2014/main" id="{9C23E410-0766-D422-7F5C-40D87A384A01}"/>
                    </a:ext>
                  </a:extLst>
                </p:cNvPr>
                <p:cNvSpPr/>
                <p:nvPr/>
              </p:nvSpPr>
              <p:spPr>
                <a:xfrm>
                  <a:off x="4484173" y="1705758"/>
                  <a:ext cx="3036493" cy="4605873"/>
                </a:xfrm>
                <a:custGeom>
                  <a:avLst/>
                  <a:gdLst>
                    <a:gd name="connsiteX0" fmla="*/ 1734082 w 3036493"/>
                    <a:gd name="connsiteY0" fmla="*/ 4601058 h 4605873"/>
                    <a:gd name="connsiteX1" fmla="*/ 2664764 w 3036493"/>
                    <a:gd name="connsiteY1" fmla="*/ 3753833 h 4605873"/>
                    <a:gd name="connsiteX2" fmla="*/ 2997591 w 3036493"/>
                    <a:gd name="connsiteY2" fmla="*/ 2499272 h 4605873"/>
                    <a:gd name="connsiteX3" fmla="*/ 2504559 w 3036493"/>
                    <a:gd name="connsiteY3" fmla="*/ 1097465 h 4605873"/>
                    <a:gd name="connsiteX4" fmla="*/ 1649930 w 3036493"/>
                    <a:gd name="connsiteY4" fmla="*/ 100 h 4605873"/>
                    <a:gd name="connsiteX5" fmla="*/ 449901 w 3036493"/>
                    <a:gd name="connsiteY5" fmla="*/ 1487524 h 4605873"/>
                    <a:gd name="connsiteX6" fmla="*/ 171221 w 3036493"/>
                    <a:gd name="connsiteY6" fmla="*/ 2663410 h 4605873"/>
                    <a:gd name="connsiteX7" fmla="*/ 311988 w 3036493"/>
                    <a:gd name="connsiteY7" fmla="*/ 3832586 h 4605873"/>
                    <a:gd name="connsiteX8" fmla="*/ 1734159 w 3036493"/>
                    <a:gd name="connsiteY8" fmla="*/ 4601135 h 460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493" h="4605873">
                      <a:moveTo>
                        <a:pt x="1734082" y="4601058"/>
                      </a:moveTo>
                      <a:cubicBezTo>
                        <a:pt x="2177440" y="4664460"/>
                        <a:pt x="2384618" y="4086814"/>
                        <a:pt x="2664764" y="3753833"/>
                      </a:cubicBezTo>
                      <a:cubicBezTo>
                        <a:pt x="2906420" y="3466283"/>
                        <a:pt x="3128562" y="2867271"/>
                        <a:pt x="2997591" y="2499272"/>
                      </a:cubicBezTo>
                      <a:cubicBezTo>
                        <a:pt x="2840240" y="2056917"/>
                        <a:pt x="2841089" y="1377070"/>
                        <a:pt x="2504559" y="1097465"/>
                      </a:cubicBezTo>
                      <a:cubicBezTo>
                        <a:pt x="2217549" y="859048"/>
                        <a:pt x="2037290" y="-10699"/>
                        <a:pt x="1649930" y="100"/>
                      </a:cubicBezTo>
                      <a:cubicBezTo>
                        <a:pt x="1187597" y="12981"/>
                        <a:pt x="808491" y="1275410"/>
                        <a:pt x="449901" y="1487524"/>
                      </a:cubicBezTo>
                      <a:cubicBezTo>
                        <a:pt x="-320113" y="1942838"/>
                        <a:pt x="120622" y="2268337"/>
                        <a:pt x="171221" y="2663410"/>
                      </a:cubicBezTo>
                      <a:cubicBezTo>
                        <a:pt x="229996" y="3121963"/>
                        <a:pt x="-26007" y="3553212"/>
                        <a:pt x="311988" y="3832586"/>
                      </a:cubicBezTo>
                      <a:cubicBezTo>
                        <a:pt x="597533" y="4068688"/>
                        <a:pt x="1324122" y="4542514"/>
                        <a:pt x="1734159" y="4601135"/>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7" name="Freeform: Shape 26">
                  <a:extLst>
                    <a:ext uri="{FF2B5EF4-FFF2-40B4-BE49-F238E27FC236}">
                      <a16:creationId xmlns:a16="http://schemas.microsoft.com/office/drawing/2014/main" id="{880BD5BF-0A9E-53E4-5116-43F8AD445602}"/>
                    </a:ext>
                  </a:extLst>
                </p:cNvPr>
                <p:cNvSpPr/>
                <p:nvPr/>
              </p:nvSpPr>
              <p:spPr>
                <a:xfrm>
                  <a:off x="4477865" y="1783678"/>
                  <a:ext cx="3064583" cy="4435839"/>
                </a:xfrm>
                <a:custGeom>
                  <a:avLst/>
                  <a:gdLst>
                    <a:gd name="connsiteX0" fmla="*/ 1723421 w 3064583"/>
                    <a:gd name="connsiteY0" fmla="*/ 4425487 h 4435839"/>
                    <a:gd name="connsiteX1" fmla="*/ 2746122 w 3064583"/>
                    <a:gd name="connsiteY1" fmla="*/ 3695890 h 4435839"/>
                    <a:gd name="connsiteX2" fmla="*/ 3018400 w 3064583"/>
                    <a:gd name="connsiteY2" fmla="*/ 2414487 h 4435839"/>
                    <a:gd name="connsiteX3" fmla="*/ 2550822 w 3064583"/>
                    <a:gd name="connsiteY3" fmla="*/ 992240 h 4435839"/>
                    <a:gd name="connsiteX4" fmla="*/ 1587359 w 3064583"/>
                    <a:gd name="connsiteY4" fmla="*/ 315 h 4435839"/>
                    <a:gd name="connsiteX5" fmla="*/ 466700 w 3064583"/>
                    <a:gd name="connsiteY5" fmla="*/ 1427576 h 4435839"/>
                    <a:gd name="connsiteX6" fmla="*/ 112198 w 3064583"/>
                    <a:gd name="connsiteY6" fmla="*/ 2635935 h 4435839"/>
                    <a:gd name="connsiteX7" fmla="*/ 271940 w 3064583"/>
                    <a:gd name="connsiteY7" fmla="*/ 3811281 h 4435839"/>
                    <a:gd name="connsiteX8" fmla="*/ 1723498 w 3064583"/>
                    <a:gd name="connsiteY8" fmla="*/ 4425487 h 44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4583" h="4435839">
                      <a:moveTo>
                        <a:pt x="1723421" y="4425487"/>
                      </a:moveTo>
                      <a:cubicBezTo>
                        <a:pt x="2146185" y="4513187"/>
                        <a:pt x="2470296" y="4024167"/>
                        <a:pt x="2746122" y="3695890"/>
                      </a:cubicBezTo>
                      <a:cubicBezTo>
                        <a:pt x="2995492" y="3398699"/>
                        <a:pt x="3145592" y="2790508"/>
                        <a:pt x="3018400" y="2414487"/>
                      </a:cubicBezTo>
                      <a:cubicBezTo>
                        <a:pt x="2872465" y="1983084"/>
                        <a:pt x="2881952" y="1267371"/>
                        <a:pt x="2550822" y="992240"/>
                      </a:cubicBezTo>
                      <a:cubicBezTo>
                        <a:pt x="2253785" y="745493"/>
                        <a:pt x="1981275" y="-17734"/>
                        <a:pt x="1587359" y="315"/>
                      </a:cubicBezTo>
                      <a:cubicBezTo>
                        <a:pt x="1138987" y="20832"/>
                        <a:pt x="794205" y="1197181"/>
                        <a:pt x="466700" y="1427576"/>
                      </a:cubicBezTo>
                      <a:cubicBezTo>
                        <a:pt x="-250479" y="1932100"/>
                        <a:pt x="58205" y="2238316"/>
                        <a:pt x="112198" y="2635935"/>
                      </a:cubicBezTo>
                      <a:cubicBezTo>
                        <a:pt x="172593" y="3081144"/>
                        <a:pt x="-60347" y="3536534"/>
                        <a:pt x="271940" y="3811281"/>
                      </a:cubicBezTo>
                      <a:cubicBezTo>
                        <a:pt x="566972" y="4055483"/>
                        <a:pt x="1293253" y="4336245"/>
                        <a:pt x="1723498" y="4425487"/>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8" name="Freeform: Shape 27">
                  <a:extLst>
                    <a:ext uri="{FF2B5EF4-FFF2-40B4-BE49-F238E27FC236}">
                      <a16:creationId xmlns:a16="http://schemas.microsoft.com/office/drawing/2014/main" id="{521105A7-877F-6ED6-4ACA-83FF073C6B63}"/>
                    </a:ext>
                  </a:extLst>
                </p:cNvPr>
                <p:cNvSpPr/>
                <p:nvPr/>
              </p:nvSpPr>
              <p:spPr>
                <a:xfrm>
                  <a:off x="4460130" y="1861400"/>
                  <a:ext cx="3107969" cy="4268490"/>
                </a:xfrm>
                <a:custGeom>
                  <a:avLst/>
                  <a:gdLst>
                    <a:gd name="connsiteX0" fmla="*/ 1724263 w 3107969"/>
                    <a:gd name="connsiteY0" fmla="*/ 4250116 h 4268490"/>
                    <a:gd name="connsiteX1" fmla="*/ 2838983 w 3107969"/>
                    <a:gd name="connsiteY1" fmla="*/ 3638145 h 4268490"/>
                    <a:gd name="connsiteX2" fmla="*/ 3050712 w 3107969"/>
                    <a:gd name="connsiteY2" fmla="*/ 2329900 h 4268490"/>
                    <a:gd name="connsiteX3" fmla="*/ 2608666 w 3107969"/>
                    <a:gd name="connsiteY3" fmla="*/ 887212 h 4268490"/>
                    <a:gd name="connsiteX4" fmla="*/ 1536291 w 3107969"/>
                    <a:gd name="connsiteY4" fmla="*/ 728 h 4268490"/>
                    <a:gd name="connsiteX5" fmla="*/ 495001 w 3107969"/>
                    <a:gd name="connsiteY5" fmla="*/ 1367826 h 4268490"/>
                    <a:gd name="connsiteX6" fmla="*/ 64601 w 3107969"/>
                    <a:gd name="connsiteY6" fmla="*/ 2608657 h 4268490"/>
                    <a:gd name="connsiteX7" fmla="*/ 243317 w 3107969"/>
                    <a:gd name="connsiteY7" fmla="*/ 3790251 h 4268490"/>
                    <a:gd name="connsiteX8" fmla="*/ 1724340 w 3107969"/>
                    <a:gd name="connsiteY8" fmla="*/ 4250116 h 426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7969" h="4268490">
                      <a:moveTo>
                        <a:pt x="1724263" y="4250116"/>
                      </a:moveTo>
                      <a:cubicBezTo>
                        <a:pt x="2126510" y="4359027"/>
                        <a:pt x="2567400" y="3961794"/>
                        <a:pt x="2838983" y="3638145"/>
                      </a:cubicBezTo>
                      <a:cubicBezTo>
                        <a:pt x="3096066" y="3331235"/>
                        <a:pt x="3173893" y="2714020"/>
                        <a:pt x="3050712" y="2329900"/>
                      </a:cubicBezTo>
                      <a:cubicBezTo>
                        <a:pt x="2915808" y="1909528"/>
                        <a:pt x="2934396" y="1157793"/>
                        <a:pt x="2608666" y="887212"/>
                      </a:cubicBezTo>
                      <a:cubicBezTo>
                        <a:pt x="2301601" y="632135"/>
                        <a:pt x="1936918" y="-24880"/>
                        <a:pt x="1536291" y="728"/>
                      </a:cubicBezTo>
                      <a:cubicBezTo>
                        <a:pt x="1101957" y="28496"/>
                        <a:pt x="791576" y="1119844"/>
                        <a:pt x="495001" y="1367826"/>
                      </a:cubicBezTo>
                      <a:cubicBezTo>
                        <a:pt x="-169265" y="1923180"/>
                        <a:pt x="7215" y="2208570"/>
                        <a:pt x="64601" y="2608657"/>
                      </a:cubicBezTo>
                      <a:cubicBezTo>
                        <a:pt x="126539" y="3040445"/>
                        <a:pt x="-83262" y="3520055"/>
                        <a:pt x="243317" y="3790251"/>
                      </a:cubicBezTo>
                      <a:cubicBezTo>
                        <a:pt x="547914" y="4042475"/>
                        <a:pt x="1273500" y="4128092"/>
                        <a:pt x="1724340" y="425011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9" name="Freeform: Shape 28">
                  <a:extLst>
                    <a:ext uri="{FF2B5EF4-FFF2-40B4-BE49-F238E27FC236}">
                      <a16:creationId xmlns:a16="http://schemas.microsoft.com/office/drawing/2014/main" id="{F8E74DF0-806A-36A5-6D6E-A45288E22BFE}"/>
                    </a:ext>
                  </a:extLst>
                </p:cNvPr>
                <p:cNvSpPr/>
                <p:nvPr/>
              </p:nvSpPr>
              <p:spPr>
                <a:xfrm>
                  <a:off x="4426209" y="1938811"/>
                  <a:ext cx="3173562" cy="4104897"/>
                </a:xfrm>
                <a:custGeom>
                  <a:avLst/>
                  <a:gdLst>
                    <a:gd name="connsiteX0" fmla="*/ 1741215 w 3173562"/>
                    <a:gd name="connsiteY0" fmla="*/ 4075055 h 4104897"/>
                    <a:gd name="connsiteX1" fmla="*/ 2947955 w 3173562"/>
                    <a:gd name="connsiteY1" fmla="*/ 3580712 h 4104897"/>
                    <a:gd name="connsiteX2" fmla="*/ 3099057 w 3173562"/>
                    <a:gd name="connsiteY2" fmla="*/ 2245625 h 4104897"/>
                    <a:gd name="connsiteX3" fmla="*/ 2682464 w 3173562"/>
                    <a:gd name="connsiteY3" fmla="*/ 782497 h 4104897"/>
                    <a:gd name="connsiteX4" fmla="*/ 1501255 w 3173562"/>
                    <a:gd name="connsiteY4" fmla="*/ 1452 h 4104897"/>
                    <a:gd name="connsiteX5" fmla="*/ 539335 w 3173562"/>
                    <a:gd name="connsiteY5" fmla="*/ 1308387 h 4104897"/>
                    <a:gd name="connsiteX6" fmla="*/ 33114 w 3173562"/>
                    <a:gd name="connsiteY6" fmla="*/ 2581691 h 4104897"/>
                    <a:gd name="connsiteX7" fmla="*/ 230727 w 3173562"/>
                    <a:gd name="connsiteY7" fmla="*/ 3769455 h 4104897"/>
                    <a:gd name="connsiteX8" fmla="*/ 1741215 w 3173562"/>
                    <a:gd name="connsiteY8" fmla="*/ 4074978 h 410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3562" h="4104897">
                      <a:moveTo>
                        <a:pt x="1741215" y="4075055"/>
                      </a:moveTo>
                      <a:cubicBezTo>
                        <a:pt x="2123407" y="4202555"/>
                        <a:pt x="2680613" y="3899655"/>
                        <a:pt x="2947955" y="3580712"/>
                      </a:cubicBezTo>
                      <a:cubicBezTo>
                        <a:pt x="3212750" y="3264160"/>
                        <a:pt x="3218073" y="2637921"/>
                        <a:pt x="3099057" y="2245625"/>
                      </a:cubicBezTo>
                      <a:cubicBezTo>
                        <a:pt x="2974874" y="1836359"/>
                        <a:pt x="3002796" y="1048604"/>
                        <a:pt x="2682464" y="782497"/>
                      </a:cubicBezTo>
                      <a:cubicBezTo>
                        <a:pt x="2365449" y="519089"/>
                        <a:pt x="1908516" y="-31946"/>
                        <a:pt x="1501255" y="1452"/>
                      </a:cubicBezTo>
                      <a:cubicBezTo>
                        <a:pt x="1080960" y="36008"/>
                        <a:pt x="805288" y="1043668"/>
                        <a:pt x="539335" y="1308387"/>
                      </a:cubicBezTo>
                      <a:cubicBezTo>
                        <a:pt x="-71324" y="1916191"/>
                        <a:pt x="-27821" y="2179059"/>
                        <a:pt x="33114" y="2581691"/>
                      </a:cubicBezTo>
                      <a:cubicBezTo>
                        <a:pt x="96440" y="3000135"/>
                        <a:pt x="-90144" y="3503888"/>
                        <a:pt x="230727" y="3769455"/>
                      </a:cubicBezTo>
                      <a:cubicBezTo>
                        <a:pt x="544811" y="4029701"/>
                        <a:pt x="1270089" y="3917782"/>
                        <a:pt x="1741215" y="4074978"/>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0" name="Freeform: Shape 29">
                  <a:extLst>
                    <a:ext uri="{FF2B5EF4-FFF2-40B4-BE49-F238E27FC236}">
                      <a16:creationId xmlns:a16="http://schemas.microsoft.com/office/drawing/2014/main" id="{09AA603A-6245-EC20-F553-E7DC9BD0E66A}"/>
                    </a:ext>
                  </a:extLst>
                </p:cNvPr>
                <p:cNvSpPr/>
                <p:nvPr/>
              </p:nvSpPr>
              <p:spPr>
                <a:xfrm>
                  <a:off x="4376099" y="2015664"/>
                  <a:ext cx="3263713" cy="3947335"/>
                </a:xfrm>
                <a:custGeom>
                  <a:avLst/>
                  <a:gdLst>
                    <a:gd name="connsiteX0" fmla="*/ 1774433 w 3263713"/>
                    <a:gd name="connsiteY0" fmla="*/ 3900552 h 3947335"/>
                    <a:gd name="connsiteX1" fmla="*/ 3073192 w 3263713"/>
                    <a:gd name="connsiteY1" fmla="*/ 3523836 h 3947335"/>
                    <a:gd name="connsiteX2" fmla="*/ 3163745 w 3263713"/>
                    <a:gd name="connsiteY2" fmla="*/ 2161907 h 3947335"/>
                    <a:gd name="connsiteX3" fmla="*/ 2772683 w 3263713"/>
                    <a:gd name="connsiteY3" fmla="*/ 678262 h 3947335"/>
                    <a:gd name="connsiteX4" fmla="*/ 1482563 w 3263713"/>
                    <a:gd name="connsiteY4" fmla="*/ 2735 h 3947335"/>
                    <a:gd name="connsiteX5" fmla="*/ 600012 w 3263713"/>
                    <a:gd name="connsiteY5" fmla="*/ 1249583 h 3947335"/>
                    <a:gd name="connsiteX6" fmla="*/ 17970 w 3263713"/>
                    <a:gd name="connsiteY6" fmla="*/ 2555437 h 3947335"/>
                    <a:gd name="connsiteX7" fmla="*/ 234558 w 3263713"/>
                    <a:gd name="connsiteY7" fmla="*/ 3749449 h 3947335"/>
                    <a:gd name="connsiteX8" fmla="*/ 1774433 w 3263713"/>
                    <a:gd name="connsiteY8" fmla="*/ 3900629 h 394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3713" h="3947335">
                      <a:moveTo>
                        <a:pt x="1774433" y="3900552"/>
                      </a:moveTo>
                      <a:cubicBezTo>
                        <a:pt x="2137188" y="4044635"/>
                        <a:pt x="2810169" y="3838151"/>
                        <a:pt x="3073192" y="3523836"/>
                      </a:cubicBezTo>
                      <a:cubicBezTo>
                        <a:pt x="3345701" y="3197643"/>
                        <a:pt x="3278210" y="2562533"/>
                        <a:pt x="3163745" y="2161907"/>
                      </a:cubicBezTo>
                      <a:cubicBezTo>
                        <a:pt x="3049975" y="1763902"/>
                        <a:pt x="3087538" y="939895"/>
                        <a:pt x="2772683" y="678262"/>
                      </a:cubicBezTo>
                      <a:cubicBezTo>
                        <a:pt x="2445641" y="406524"/>
                        <a:pt x="1896534" y="-38994"/>
                        <a:pt x="1482563" y="2735"/>
                      </a:cubicBezTo>
                      <a:cubicBezTo>
                        <a:pt x="1068593" y="44463"/>
                        <a:pt x="835884" y="968666"/>
                        <a:pt x="600012" y="1249583"/>
                      </a:cubicBezTo>
                      <a:cubicBezTo>
                        <a:pt x="44118" y="1911380"/>
                        <a:pt x="-46590" y="2150260"/>
                        <a:pt x="17970" y="2555437"/>
                      </a:cubicBezTo>
                      <a:cubicBezTo>
                        <a:pt x="82530" y="2960460"/>
                        <a:pt x="-80606" y="3488355"/>
                        <a:pt x="234558" y="3749449"/>
                      </a:cubicBezTo>
                      <a:cubicBezTo>
                        <a:pt x="558206" y="4017716"/>
                        <a:pt x="1283870" y="3705792"/>
                        <a:pt x="1774433" y="390062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1" name="Freeform: Shape 30">
                  <a:extLst>
                    <a:ext uri="{FF2B5EF4-FFF2-40B4-BE49-F238E27FC236}">
                      <a16:creationId xmlns:a16="http://schemas.microsoft.com/office/drawing/2014/main" id="{2F40DB47-6CB0-F1BD-8E37-45F2CBF33A32}"/>
                    </a:ext>
                  </a:extLst>
                </p:cNvPr>
                <p:cNvSpPr/>
                <p:nvPr/>
              </p:nvSpPr>
              <p:spPr>
                <a:xfrm>
                  <a:off x="4316854" y="2091550"/>
                  <a:ext cx="3371549" cy="3814147"/>
                </a:xfrm>
                <a:custGeom>
                  <a:avLst/>
                  <a:gdLst>
                    <a:gd name="connsiteX0" fmla="*/ 1816709 w 3371549"/>
                    <a:gd name="connsiteY0" fmla="*/ 3727016 h 3814147"/>
                    <a:gd name="connsiteX1" fmla="*/ 3207564 w 3371549"/>
                    <a:gd name="connsiteY1" fmla="*/ 3467928 h 3814147"/>
                    <a:gd name="connsiteX2" fmla="*/ 3237568 w 3371549"/>
                    <a:gd name="connsiteY2" fmla="*/ 2079156 h 3814147"/>
                    <a:gd name="connsiteX3" fmla="*/ 2871960 w 3371549"/>
                    <a:gd name="connsiteY3" fmla="*/ 575071 h 3814147"/>
                    <a:gd name="connsiteX4" fmla="*/ 1473006 w 3371549"/>
                    <a:gd name="connsiteY4" fmla="*/ 4984 h 3814147"/>
                    <a:gd name="connsiteX5" fmla="*/ 669824 w 3371549"/>
                    <a:gd name="connsiteY5" fmla="*/ 1191668 h 3814147"/>
                    <a:gd name="connsiteX6" fmla="*/ 11883 w 3371549"/>
                    <a:gd name="connsiteY6" fmla="*/ 2529996 h 3814147"/>
                    <a:gd name="connsiteX7" fmla="*/ 247369 w 3371549"/>
                    <a:gd name="connsiteY7" fmla="*/ 3730178 h 3814147"/>
                    <a:gd name="connsiteX8" fmla="*/ 1816709 w 3371549"/>
                    <a:gd name="connsiteY8" fmla="*/ 3727016 h 381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549" h="3814147">
                      <a:moveTo>
                        <a:pt x="1816709" y="3727016"/>
                      </a:moveTo>
                      <a:cubicBezTo>
                        <a:pt x="2160874" y="3886063"/>
                        <a:pt x="2948707" y="3777615"/>
                        <a:pt x="3207564" y="3467928"/>
                      </a:cubicBezTo>
                      <a:cubicBezTo>
                        <a:pt x="3487786" y="3132092"/>
                        <a:pt x="3347173" y="2488190"/>
                        <a:pt x="3237568" y="2079156"/>
                      </a:cubicBezTo>
                      <a:cubicBezTo>
                        <a:pt x="3133902" y="1692567"/>
                        <a:pt x="3181416" y="832231"/>
                        <a:pt x="2871960" y="575071"/>
                      </a:cubicBezTo>
                      <a:cubicBezTo>
                        <a:pt x="2534890" y="295002"/>
                        <a:pt x="1893533" y="-45307"/>
                        <a:pt x="1473006" y="4984"/>
                      </a:cubicBezTo>
                      <a:cubicBezTo>
                        <a:pt x="1080710" y="51880"/>
                        <a:pt x="876308" y="895248"/>
                        <a:pt x="669824" y="1191668"/>
                      </a:cubicBezTo>
                      <a:cubicBezTo>
                        <a:pt x="170313" y="1908693"/>
                        <a:pt x="-56379" y="2122427"/>
                        <a:pt x="11883" y="2529996"/>
                      </a:cubicBezTo>
                      <a:cubicBezTo>
                        <a:pt x="80145" y="2937564"/>
                        <a:pt x="-62010" y="3473713"/>
                        <a:pt x="247369" y="3730178"/>
                      </a:cubicBezTo>
                      <a:cubicBezTo>
                        <a:pt x="580505" y="4006544"/>
                        <a:pt x="1307942" y="3491916"/>
                        <a:pt x="1816709" y="3727016"/>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2" name="Freeform: Shape 31">
                  <a:extLst>
                    <a:ext uri="{FF2B5EF4-FFF2-40B4-BE49-F238E27FC236}">
                      <a16:creationId xmlns:a16="http://schemas.microsoft.com/office/drawing/2014/main" id="{92AA68B3-BBB3-9DDF-9D6F-C9D9C9B74C6F}"/>
                    </a:ext>
                  </a:extLst>
                </p:cNvPr>
                <p:cNvSpPr/>
                <p:nvPr/>
              </p:nvSpPr>
              <p:spPr>
                <a:xfrm>
                  <a:off x="4254170" y="2165535"/>
                  <a:ext cx="3489733" cy="3780696"/>
                </a:xfrm>
                <a:custGeom>
                  <a:avLst/>
                  <a:gdLst>
                    <a:gd name="connsiteX0" fmla="*/ 1862424 w 3489733"/>
                    <a:gd name="connsiteY0" fmla="*/ 3555381 h 3780696"/>
                    <a:gd name="connsiteX1" fmla="*/ 3345298 w 3489733"/>
                    <a:gd name="connsiteY1" fmla="*/ 3413920 h 3780696"/>
                    <a:gd name="connsiteX2" fmla="*/ 3314677 w 3489733"/>
                    <a:gd name="connsiteY2" fmla="*/ 1998383 h 3780696"/>
                    <a:gd name="connsiteX3" fmla="*/ 2974599 w 3489733"/>
                    <a:gd name="connsiteY3" fmla="*/ 473858 h 3780696"/>
                    <a:gd name="connsiteX4" fmla="*/ 1466734 w 3489733"/>
                    <a:gd name="connsiteY4" fmla="*/ 9211 h 3780696"/>
                    <a:gd name="connsiteX5" fmla="*/ 742922 w 3489733"/>
                    <a:gd name="connsiteY5" fmla="*/ 1135733 h 3780696"/>
                    <a:gd name="connsiteX6" fmla="*/ 9159 w 3489733"/>
                    <a:gd name="connsiteY6" fmla="*/ 2506532 h 3780696"/>
                    <a:gd name="connsiteX7" fmla="*/ 263620 w 3489733"/>
                    <a:gd name="connsiteY7" fmla="*/ 3712886 h 3780696"/>
                    <a:gd name="connsiteX8" fmla="*/ 1862424 w 3489733"/>
                    <a:gd name="connsiteY8" fmla="*/ 3555381 h 378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9733" h="3780696">
                      <a:moveTo>
                        <a:pt x="1862424" y="3555381"/>
                      </a:moveTo>
                      <a:cubicBezTo>
                        <a:pt x="2188927" y="3728158"/>
                        <a:pt x="3090761" y="3718902"/>
                        <a:pt x="3345298" y="3413920"/>
                      </a:cubicBezTo>
                      <a:cubicBezTo>
                        <a:pt x="3633311" y="3068443"/>
                        <a:pt x="3419114" y="2415825"/>
                        <a:pt x="3314677" y="1998383"/>
                      </a:cubicBezTo>
                      <a:cubicBezTo>
                        <a:pt x="3220807" y="1623210"/>
                        <a:pt x="3278656" y="726467"/>
                        <a:pt x="2974599" y="473858"/>
                      </a:cubicBezTo>
                      <a:cubicBezTo>
                        <a:pt x="2627580" y="185459"/>
                        <a:pt x="1893894" y="-50104"/>
                        <a:pt x="1466734" y="9211"/>
                      </a:cubicBezTo>
                      <a:cubicBezTo>
                        <a:pt x="1088321" y="61816"/>
                        <a:pt x="920789" y="824040"/>
                        <a:pt x="742922" y="1135733"/>
                      </a:cubicBezTo>
                      <a:cubicBezTo>
                        <a:pt x="301800" y="1908755"/>
                        <a:pt x="-63037" y="2096496"/>
                        <a:pt x="9159" y="2506532"/>
                      </a:cubicBezTo>
                      <a:cubicBezTo>
                        <a:pt x="75802" y="2884945"/>
                        <a:pt x="-40051" y="3461048"/>
                        <a:pt x="263620" y="3712886"/>
                      </a:cubicBezTo>
                      <a:cubicBezTo>
                        <a:pt x="606320" y="3997273"/>
                        <a:pt x="1337228" y="3277473"/>
                        <a:pt x="1862424" y="3555381"/>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3" name="Freeform: Shape 32">
                  <a:extLst>
                    <a:ext uri="{FF2B5EF4-FFF2-40B4-BE49-F238E27FC236}">
                      <a16:creationId xmlns:a16="http://schemas.microsoft.com/office/drawing/2014/main" id="{0C6B7872-B685-D5D1-7522-3256F3F98A50}"/>
                    </a:ext>
                  </a:extLst>
                </p:cNvPr>
                <p:cNvSpPr/>
                <p:nvPr/>
              </p:nvSpPr>
              <p:spPr>
                <a:xfrm>
                  <a:off x="4190357" y="2234963"/>
                  <a:ext cx="3614123" cy="3758010"/>
                </a:xfrm>
                <a:custGeom>
                  <a:avLst/>
                  <a:gdLst>
                    <a:gd name="connsiteX0" fmla="*/ 1909345 w 3614123"/>
                    <a:gd name="connsiteY0" fmla="*/ 3388303 h 3758010"/>
                    <a:gd name="connsiteX1" fmla="*/ 3484238 w 3614123"/>
                    <a:gd name="connsiteY1" fmla="*/ 3364469 h 3758010"/>
                    <a:gd name="connsiteX2" fmla="*/ 3393067 w 3614123"/>
                    <a:gd name="connsiteY2" fmla="*/ 1922090 h 3758010"/>
                    <a:gd name="connsiteX3" fmla="*/ 3078443 w 3614123"/>
                    <a:gd name="connsiteY3" fmla="*/ 377125 h 3758010"/>
                    <a:gd name="connsiteX4" fmla="*/ 1461744 w 3614123"/>
                    <a:gd name="connsiteY4" fmla="*/ 17919 h 3758010"/>
                    <a:gd name="connsiteX5" fmla="*/ 817301 w 3614123"/>
                    <a:gd name="connsiteY5" fmla="*/ 1084276 h 3758010"/>
                    <a:gd name="connsiteX6" fmla="*/ 7718 w 3614123"/>
                    <a:gd name="connsiteY6" fmla="*/ 2487549 h 3758010"/>
                    <a:gd name="connsiteX7" fmla="*/ 281153 w 3614123"/>
                    <a:gd name="connsiteY7" fmla="*/ 3700150 h 3758010"/>
                    <a:gd name="connsiteX8" fmla="*/ 1909345 w 3614123"/>
                    <a:gd name="connsiteY8" fmla="*/ 3388303 h 3758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123" h="3758010">
                      <a:moveTo>
                        <a:pt x="1909345" y="3388303"/>
                      </a:moveTo>
                      <a:cubicBezTo>
                        <a:pt x="2219418" y="3574116"/>
                        <a:pt x="3233943" y="3664824"/>
                        <a:pt x="3484238" y="3364469"/>
                      </a:cubicBezTo>
                      <a:cubicBezTo>
                        <a:pt x="3779964" y="3009351"/>
                        <a:pt x="3491874" y="2348094"/>
                        <a:pt x="3393067" y="1922090"/>
                      </a:cubicBezTo>
                      <a:cubicBezTo>
                        <a:pt x="3308684" y="1558333"/>
                        <a:pt x="3377101" y="625260"/>
                        <a:pt x="3078443" y="377125"/>
                      </a:cubicBezTo>
                      <a:cubicBezTo>
                        <a:pt x="2721397" y="80473"/>
                        <a:pt x="1895307" y="-50884"/>
                        <a:pt x="1461744" y="17919"/>
                      </a:cubicBezTo>
                      <a:cubicBezTo>
                        <a:pt x="1097138" y="75845"/>
                        <a:pt x="967324" y="757388"/>
                        <a:pt x="817301" y="1084276"/>
                      </a:cubicBezTo>
                      <a:cubicBezTo>
                        <a:pt x="436652" y="1913683"/>
                        <a:pt x="-68566" y="2075121"/>
                        <a:pt x="7718" y="2487549"/>
                      </a:cubicBezTo>
                      <a:cubicBezTo>
                        <a:pt x="75286" y="2852695"/>
                        <a:pt x="-16810" y="3452863"/>
                        <a:pt x="281153" y="3700150"/>
                      </a:cubicBezTo>
                      <a:cubicBezTo>
                        <a:pt x="633340" y="3992560"/>
                        <a:pt x="1370034" y="3065041"/>
                        <a:pt x="1909345" y="3388303"/>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 name="Freeform: Shape 33">
                  <a:extLst>
                    <a:ext uri="{FF2B5EF4-FFF2-40B4-BE49-F238E27FC236}">
                      <a16:creationId xmlns:a16="http://schemas.microsoft.com/office/drawing/2014/main" id="{A32D294A-8C0F-7CE4-9141-73444F3CD3E3}"/>
                    </a:ext>
                  </a:extLst>
                </p:cNvPr>
                <p:cNvSpPr/>
                <p:nvPr/>
              </p:nvSpPr>
              <p:spPr>
                <a:xfrm>
                  <a:off x="4125770" y="2293347"/>
                  <a:ext cx="3742715" cy="3749606"/>
                </a:xfrm>
                <a:custGeom>
                  <a:avLst/>
                  <a:gdLst>
                    <a:gd name="connsiteX0" fmla="*/ 1956963 w 3742715"/>
                    <a:gd name="connsiteY0" fmla="*/ 3232269 h 3749606"/>
                    <a:gd name="connsiteX1" fmla="*/ 3623876 w 3742715"/>
                    <a:gd name="connsiteY1" fmla="*/ 3326063 h 3749606"/>
                    <a:gd name="connsiteX2" fmla="*/ 3472155 w 3742715"/>
                    <a:gd name="connsiteY2" fmla="*/ 1856842 h 3749606"/>
                    <a:gd name="connsiteX3" fmla="*/ 3183063 w 3742715"/>
                    <a:gd name="connsiteY3" fmla="*/ 291359 h 3749606"/>
                    <a:gd name="connsiteX4" fmla="*/ 1457529 w 3742715"/>
                    <a:gd name="connsiteY4" fmla="*/ 37593 h 3749606"/>
                    <a:gd name="connsiteX5" fmla="*/ 892456 w 3742715"/>
                    <a:gd name="connsiteY5" fmla="*/ 1043864 h 3749606"/>
                    <a:gd name="connsiteX6" fmla="*/ 6974 w 3742715"/>
                    <a:gd name="connsiteY6" fmla="*/ 2479687 h 3749606"/>
                    <a:gd name="connsiteX7" fmla="*/ 299306 w 3742715"/>
                    <a:gd name="connsiteY7" fmla="*/ 3698459 h 3749606"/>
                    <a:gd name="connsiteX8" fmla="*/ 1956963 w 3742715"/>
                    <a:gd name="connsiteY8" fmla="*/ 3232269 h 3749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42715" h="3749606">
                      <a:moveTo>
                        <a:pt x="1956963" y="3232269"/>
                      </a:moveTo>
                      <a:cubicBezTo>
                        <a:pt x="2251687" y="3430655"/>
                        <a:pt x="3377822" y="3621712"/>
                        <a:pt x="3623876" y="3326063"/>
                      </a:cubicBezTo>
                      <a:cubicBezTo>
                        <a:pt x="3927315" y="2961226"/>
                        <a:pt x="3564869" y="2291484"/>
                        <a:pt x="3472155" y="1856842"/>
                      </a:cubicBezTo>
                      <a:cubicBezTo>
                        <a:pt x="3397028" y="1504577"/>
                        <a:pt x="3476244" y="535021"/>
                        <a:pt x="3183063" y="291359"/>
                      </a:cubicBezTo>
                      <a:cubicBezTo>
                        <a:pt x="2815989" y="-13623"/>
                        <a:pt x="1897339" y="-41237"/>
                        <a:pt x="1457529" y="37593"/>
                      </a:cubicBezTo>
                      <a:cubicBezTo>
                        <a:pt x="1106653" y="100533"/>
                        <a:pt x="1015405" y="701550"/>
                        <a:pt x="892456" y="1043864"/>
                      </a:cubicBezTo>
                      <a:cubicBezTo>
                        <a:pt x="574361" y="1929346"/>
                        <a:pt x="-74247" y="2064945"/>
                        <a:pt x="6974" y="2479687"/>
                      </a:cubicBezTo>
                      <a:cubicBezTo>
                        <a:pt x="74696" y="2831643"/>
                        <a:pt x="7128" y="3455800"/>
                        <a:pt x="299306" y="3698459"/>
                      </a:cubicBezTo>
                      <a:cubicBezTo>
                        <a:pt x="661058" y="3998967"/>
                        <a:pt x="1405928" y="2861262"/>
                        <a:pt x="1956963" y="3232269"/>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5" name="Freeform: Shape 34">
                  <a:extLst>
                    <a:ext uri="{FF2B5EF4-FFF2-40B4-BE49-F238E27FC236}">
                      <a16:creationId xmlns:a16="http://schemas.microsoft.com/office/drawing/2014/main" id="{CA7FAC94-85AE-CCC5-C6B2-57EF62CD88C5}"/>
                    </a:ext>
                  </a:extLst>
                </p:cNvPr>
                <p:cNvSpPr/>
                <p:nvPr/>
              </p:nvSpPr>
              <p:spPr>
                <a:xfrm>
                  <a:off x="4061078" y="2330966"/>
                  <a:ext cx="3873961" cy="3763840"/>
                </a:xfrm>
                <a:custGeom>
                  <a:avLst/>
                  <a:gdLst>
                    <a:gd name="connsiteX0" fmla="*/ 3763695 w 3873961"/>
                    <a:gd name="connsiteY0" fmla="*/ 3308421 h 3763840"/>
                    <a:gd name="connsiteX1" fmla="*/ 3551425 w 3873961"/>
                    <a:gd name="connsiteY1" fmla="*/ 1812358 h 3763840"/>
                    <a:gd name="connsiteX2" fmla="*/ 3287786 w 3873961"/>
                    <a:gd name="connsiteY2" fmla="*/ 226435 h 3763840"/>
                    <a:gd name="connsiteX3" fmla="*/ 1453342 w 3873961"/>
                    <a:gd name="connsiteY3" fmla="*/ 78186 h 3763840"/>
                    <a:gd name="connsiteX4" fmla="*/ 967638 w 3873961"/>
                    <a:gd name="connsiteY4" fmla="*/ 1024294 h 3763840"/>
                    <a:gd name="connsiteX5" fmla="*/ 6334 w 3873961"/>
                    <a:gd name="connsiteY5" fmla="*/ 2492590 h 3763840"/>
                    <a:gd name="connsiteX6" fmla="*/ 317642 w 3873961"/>
                    <a:gd name="connsiteY6" fmla="*/ 3717532 h 3763840"/>
                    <a:gd name="connsiteX7" fmla="*/ 2004763 w 3873961"/>
                    <a:gd name="connsiteY7" fmla="*/ 3096923 h 3763840"/>
                    <a:gd name="connsiteX8" fmla="*/ 3763772 w 3873961"/>
                    <a:gd name="connsiteY8" fmla="*/ 3308421 h 376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961" h="3763840">
                      <a:moveTo>
                        <a:pt x="3763695" y="3308421"/>
                      </a:moveTo>
                      <a:cubicBezTo>
                        <a:pt x="4074847" y="2933942"/>
                        <a:pt x="3637583" y="2255716"/>
                        <a:pt x="3551425" y="1812358"/>
                      </a:cubicBezTo>
                      <a:cubicBezTo>
                        <a:pt x="3485169" y="1471586"/>
                        <a:pt x="3575568" y="465623"/>
                        <a:pt x="3287786" y="226435"/>
                      </a:cubicBezTo>
                      <a:cubicBezTo>
                        <a:pt x="2910685" y="-86878"/>
                        <a:pt x="1899323" y="-11288"/>
                        <a:pt x="1453342" y="78186"/>
                      </a:cubicBezTo>
                      <a:cubicBezTo>
                        <a:pt x="1116041" y="145831"/>
                        <a:pt x="1064131" y="666245"/>
                        <a:pt x="967638" y="1024294"/>
                      </a:cubicBezTo>
                      <a:cubicBezTo>
                        <a:pt x="714026" y="1965311"/>
                        <a:pt x="-78589" y="2075380"/>
                        <a:pt x="6334" y="2492590"/>
                      </a:cubicBezTo>
                      <a:cubicBezTo>
                        <a:pt x="75291" y="2831202"/>
                        <a:pt x="31094" y="3479501"/>
                        <a:pt x="317642" y="3717532"/>
                      </a:cubicBezTo>
                      <a:cubicBezTo>
                        <a:pt x="688958" y="4026062"/>
                        <a:pt x="1444780" y="2676242"/>
                        <a:pt x="2004763" y="3096923"/>
                      </a:cubicBezTo>
                      <a:cubicBezTo>
                        <a:pt x="2285294" y="3307727"/>
                        <a:pt x="3521961" y="3599365"/>
                        <a:pt x="3763772" y="3308421"/>
                      </a:cubicBezTo>
                      <a:close/>
                    </a:path>
                  </a:pathLst>
                </a:custGeom>
                <a:ln w="3175" cap="flat">
                  <a:gradFill>
                    <a:gsLst>
                      <a:gs pos="25000">
                        <a:srgbClr val="42BBB6">
                          <a:alpha val="0"/>
                        </a:srgbClr>
                      </a:gs>
                      <a:gs pos="75000">
                        <a:srgbClr val="42BBB6">
                          <a:alpha val="0"/>
                        </a:srgbClr>
                      </a:gs>
                      <a:gs pos="50000">
                        <a:srgbClr val="42BBB6">
                          <a:alpha val="50000"/>
                        </a:srgbClr>
                      </a:gs>
                      <a:gs pos="0">
                        <a:srgbClr val="B0E297">
                          <a:lumMod val="60000"/>
                          <a:lumOff val="40000"/>
                        </a:srgbClr>
                      </a:gs>
                      <a:gs pos="100000">
                        <a:srgbClr val="42BBB6"/>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grpSp>
      <p:sp>
        <p:nvSpPr>
          <p:cNvPr id="16" name="Rectangle 15">
            <a:extLst>
              <a:ext uri="{FF2B5EF4-FFF2-40B4-BE49-F238E27FC236}">
                <a16:creationId xmlns:a16="http://schemas.microsoft.com/office/drawing/2014/main" id="{6007DF95-BBAA-A5A4-1C83-BE4FAA615C8F}"/>
              </a:ex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82" name="Title 6">
            <a:extLst>
              <a:ext uri="{FF2B5EF4-FFF2-40B4-BE49-F238E27FC236}">
                <a16:creationId xmlns:a16="http://schemas.microsoft.com/office/drawing/2014/main" id="{CB98ADF8-CC6A-7B3C-4FE5-B94C7C4361B5}"/>
              </a:ext>
            </a:extLst>
          </p:cNvPr>
          <p:cNvSpPr txBox="1">
            <a:spLocks noGrp="1"/>
          </p:cNvSpPr>
          <p:nvPr>
            <p:ph type="title" idx="4294967295"/>
          </p:nvPr>
        </p:nvSpPr>
        <p:spPr>
          <a:xfrm>
            <a:off x="0" y="2608263"/>
            <a:ext cx="10585450" cy="738187"/>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014" rtl="0" eaLnBrk="1" fontAlgn="base" latinLnBrk="0" hangingPunct="1">
              <a:lnSpc>
                <a:spcPct val="100000"/>
              </a:lnSpc>
              <a:spcBef>
                <a:spcPct val="0"/>
              </a:spcBef>
              <a:spcAft>
                <a:spcPct val="0"/>
              </a:spcAft>
              <a:buClrTx/>
              <a:buSzTx/>
              <a:buFontTx/>
              <a:buNone/>
              <a:tabLst/>
              <a:defRPr/>
            </a:pPr>
            <a:r>
              <a:rPr kumimoji="0" lang="en-US" sz="4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rPr>
              <a:t>Foundry </a:t>
            </a:r>
            <a:r>
              <a:rPr kumimoji="0" lang="en-US" altLang="ja-JP" sz="4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rPr>
              <a:t>Agent Service</a:t>
            </a:r>
            <a:endParaRPr kumimoji="0" lang="en-US" sz="4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endParaRPr>
          </a:p>
        </p:txBody>
      </p:sp>
      <p:sp>
        <p:nvSpPr>
          <p:cNvPr id="83" name="Title 1">
            <a:extLst>
              <a:ext uri="{FF2B5EF4-FFF2-40B4-BE49-F238E27FC236}">
                <a16:creationId xmlns:a16="http://schemas.microsoft.com/office/drawing/2014/main" id="{602D36F6-7BB8-AB5A-4933-D7851F639734}"/>
              </a:ext>
            </a:extLst>
          </p:cNvPr>
          <p:cNvSpPr txBox="1">
            <a:spLocks/>
          </p:cNvSpPr>
          <p:nvPr/>
        </p:nvSpPr>
        <p:spPr>
          <a:xfrm>
            <a:off x="563561" y="3377559"/>
            <a:ext cx="11064875" cy="7239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lang="en-US" sz="3200" b="0" i="0" kern="1200" cap="none" spc="-50" baseline="0">
                <a:ln w="3175">
                  <a:noFill/>
                </a:ln>
                <a:solidFill>
                  <a:schemeClr val="tx2"/>
                </a:solidFill>
                <a:effectLst/>
                <a:latin typeface="+mj-lt"/>
                <a:ea typeface="+mj-ea"/>
                <a:cs typeface="Segoe Sans Display" pitchFamily="2" charset="0"/>
              </a:defRPr>
            </a:lvl1pPr>
          </a:lstStyle>
          <a:p>
            <a:pPr marL="0" marR="0" lvl="0" indent="0" algn="ctr" defTabSz="914400" rtl="0" eaLnBrk="1" fontAlgn="base" latinLnBrk="0" hangingPunct="1">
              <a:lnSpc>
                <a:spcPct val="100000"/>
              </a:lnSpc>
              <a:spcBef>
                <a:spcPct val="0"/>
              </a:spcBef>
              <a:spcAft>
                <a:spcPts val="1200"/>
              </a:spcAft>
              <a:buClrTx/>
              <a:buSzPct val="90000"/>
              <a:buFontTx/>
              <a:buNone/>
              <a:tabLst/>
              <a:defRPr/>
            </a:pPr>
            <a:r>
              <a:rPr kumimoji="0" lang="en-US" sz="2000" b="0" i="0" u="none" strike="noStrike" kern="1200" cap="none" spc="0" normalizeH="0" baseline="0" noProof="0">
                <a:ln w="3175">
                  <a:noFill/>
                </a:ln>
                <a:gradFill flip="none" rotWithShape="1">
                  <a:gsLst>
                    <a:gs pos="0">
                      <a:srgbClr val="8DE971"/>
                    </a:gs>
                    <a:gs pos="50000">
                      <a:srgbClr val="49C5B1"/>
                    </a:gs>
                  </a:gsLst>
                  <a:path path="circle">
                    <a:fillToRect l="100000" t="100000"/>
                  </a:path>
                  <a:tileRect r="-100000" b="-100000"/>
                </a:gradFill>
                <a:effectLst/>
                <a:uLnTx/>
                <a:uFillTx/>
                <a:latin typeface="Segoe Sans Text Semibold" pitchFamily="2" charset="0"/>
                <a:ea typeface="+mj-ea"/>
                <a:cs typeface="Segoe Sans Text" pitchFamily="2" charset="0"/>
              </a:rPr>
              <a:t>Build, connect, and scale intelligent agents – open, integrated, and enterprise-ready</a:t>
            </a:r>
          </a:p>
        </p:txBody>
      </p:sp>
      <p:sp>
        <p:nvSpPr>
          <p:cNvPr id="84" name="TextBox 83">
            <a:extLst>
              <a:ext uri="{FF2B5EF4-FFF2-40B4-BE49-F238E27FC236}">
                <a16:creationId xmlns:a16="http://schemas.microsoft.com/office/drawing/2014/main" id="{3A879106-E05F-0EF8-3454-1CAF237A9A87}"/>
              </a:ext>
            </a:extLst>
          </p:cNvPr>
          <p:cNvSpPr txBox="1"/>
          <p:nvPr/>
        </p:nvSpPr>
        <p:spPr>
          <a:xfrm>
            <a:off x="4882744" y="4264492"/>
            <a:ext cx="2481967"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Connected Intelligence Everywhere</a:t>
            </a:r>
          </a:p>
        </p:txBody>
      </p:sp>
      <p:sp>
        <p:nvSpPr>
          <p:cNvPr id="86" name="TextBox 85">
            <a:extLst>
              <a:ext uri="{FF2B5EF4-FFF2-40B4-BE49-F238E27FC236}">
                <a16:creationId xmlns:a16="http://schemas.microsoft.com/office/drawing/2014/main" id="{1B404481-46CB-07C8-2509-95FA17C3C416}"/>
              </a:ext>
            </a:extLst>
          </p:cNvPr>
          <p:cNvSpPr txBox="1"/>
          <p:nvPr/>
        </p:nvSpPr>
        <p:spPr>
          <a:xfrm>
            <a:off x="8040941" y="4256589"/>
            <a:ext cx="2421752"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Enterprise Trust &amp; Reach</a:t>
            </a:r>
          </a:p>
        </p:txBody>
      </p:sp>
      <p:sp>
        <p:nvSpPr>
          <p:cNvPr id="87" name="TextBox 86">
            <a:extLst>
              <a:ext uri="{FF2B5EF4-FFF2-40B4-BE49-F238E27FC236}">
                <a16:creationId xmlns:a16="http://schemas.microsoft.com/office/drawing/2014/main" id="{605640C6-BDCF-D4C3-207A-F24D589971AA}"/>
              </a:ext>
            </a:extLst>
          </p:cNvPr>
          <p:cNvSpPr txBox="1"/>
          <p:nvPr/>
        </p:nvSpPr>
        <p:spPr>
          <a:xfrm>
            <a:off x="1820957" y="4426971"/>
            <a:ext cx="2704830" cy="276999"/>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Open by Design</a:t>
            </a:r>
          </a:p>
        </p:txBody>
      </p:sp>
      <p:cxnSp>
        <p:nvCxnSpPr>
          <p:cNvPr id="89" name="!!Straight Connector 49">
            <a:extLst>
              <a:ext uri="{FF2B5EF4-FFF2-40B4-BE49-F238E27FC236}">
                <a16:creationId xmlns:a16="http://schemas.microsoft.com/office/drawing/2014/main" id="{998F5CF4-11A4-3640-AF3E-70E1FC5D5223}"/>
              </a:ext>
              <a:ext uri="{C183D7F6-B498-43B3-948B-1728B52AA6E4}">
                <adec:decorative xmlns:adec="http://schemas.microsoft.com/office/drawing/2017/decorative" val="1"/>
              </a:ext>
            </a:extLst>
          </p:cNvPr>
          <p:cNvCxnSpPr>
            <a:cxnSpLocks/>
          </p:cNvCxnSpPr>
          <p:nvPr/>
        </p:nvCxnSpPr>
        <p:spPr>
          <a:xfrm>
            <a:off x="4345882" y="4195859"/>
            <a:ext cx="0" cy="676656"/>
          </a:xfrm>
          <a:prstGeom prst="line">
            <a:avLst/>
          </a:prstGeom>
          <a:ln w="12700" cap="rnd">
            <a:solidFill>
              <a:srgbClr val="D9D9D6"/>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90" name="!!Straight Connector 49">
            <a:extLst>
              <a:ext uri="{FF2B5EF4-FFF2-40B4-BE49-F238E27FC236}">
                <a16:creationId xmlns:a16="http://schemas.microsoft.com/office/drawing/2014/main" id="{BD3C3556-14C3-986A-4FC8-A93FB34AECD0}"/>
              </a:ext>
              <a:ext uri="{C183D7F6-B498-43B3-948B-1728B52AA6E4}">
                <adec:decorative xmlns:adec="http://schemas.microsoft.com/office/drawing/2017/decorative" val="1"/>
              </a:ext>
            </a:extLst>
          </p:cNvPr>
          <p:cNvCxnSpPr>
            <a:cxnSpLocks/>
          </p:cNvCxnSpPr>
          <p:nvPr/>
        </p:nvCxnSpPr>
        <p:spPr>
          <a:xfrm>
            <a:off x="7863278" y="4195859"/>
            <a:ext cx="0" cy="676656"/>
          </a:xfrm>
          <a:prstGeom prst="line">
            <a:avLst/>
          </a:prstGeom>
          <a:ln w="12700" cap="rnd">
            <a:solidFill>
              <a:srgbClr val="D9D9D6"/>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10A9F0A5-9120-ED51-3477-5E1EB20284CE}"/>
              </a:ext>
            </a:extLst>
          </p:cNvPr>
          <p:cNvSpPr txBox="1"/>
          <p:nvPr/>
        </p:nvSpPr>
        <p:spPr>
          <a:xfrm>
            <a:off x="2690052" y="5612947"/>
            <a:ext cx="6811896"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mn-cs"/>
              </a:rPr>
              <a:t>AI.Azure.com</a:t>
            </a:r>
          </a:p>
        </p:txBody>
      </p:sp>
      <p:pic>
        <p:nvPicPr>
          <p:cNvPr id="2" name="Picture 1" descr="A blue logo with a black background&#10;&#10;AI-generated content may be incorrect.">
            <a:extLst>
              <a:ext uri="{FF2B5EF4-FFF2-40B4-BE49-F238E27FC236}">
                <a16:creationId xmlns:a16="http://schemas.microsoft.com/office/drawing/2014/main" id="{CD57B321-CFE7-57D8-2DAE-8F5393C8F8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61342" y="1208467"/>
            <a:ext cx="1111203" cy="1111203"/>
          </a:xfrm>
          <a:prstGeom prst="rect">
            <a:avLst/>
          </a:prstGeom>
        </p:spPr>
      </p:pic>
    </p:spTree>
    <p:extLst>
      <p:ext uri="{BB962C8B-B14F-4D97-AF65-F5344CB8AC3E}">
        <p14:creationId xmlns:p14="http://schemas.microsoft.com/office/powerpoint/2010/main" val="13127209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512A5-9B5B-8F05-FD37-0F1FDBC112C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6FE99E3-5A65-8BE4-D79B-A15502A1E2E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think-cell data - do not delete" hidden="1">
                        <a:extLst>
                          <a:ext uri="{FF2B5EF4-FFF2-40B4-BE49-F238E27FC236}">
                            <a16:creationId xmlns:a16="http://schemas.microsoft.com/office/drawing/2014/main" id="{06FE99E3-5A65-8BE4-D79B-A15502A1E2E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222" name="TrustWrapper">
            <a:extLst>
              <a:ext uri="{FF2B5EF4-FFF2-40B4-BE49-F238E27FC236}">
                <a16:creationId xmlns:a16="http://schemas.microsoft.com/office/drawing/2014/main" id="{EEF1C03C-D782-200F-097C-9E4C28000F12}"/>
              </a:ext>
            </a:extLst>
          </p:cNvPr>
          <p:cNvSpPr/>
          <p:nvPr/>
        </p:nvSpPr>
        <p:spPr>
          <a:xfrm>
            <a:off x="4265800" y="1204845"/>
            <a:ext cx="7507100" cy="5234055"/>
          </a:xfrm>
          <a:prstGeom prst="roundRect">
            <a:avLst>
              <a:gd name="adj" fmla="val 3500"/>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24" name="Rectangle: Rounded Corners 23">
            <a:extLst>
              <a:ext uri="{FF2B5EF4-FFF2-40B4-BE49-F238E27FC236}">
                <a16:creationId xmlns:a16="http://schemas.microsoft.com/office/drawing/2014/main" id="{2D3500A0-ADD4-AF00-EE11-EA49A9D656F8}"/>
              </a:ext>
            </a:extLst>
          </p:cNvPr>
          <p:cNvSpPr/>
          <p:nvPr/>
        </p:nvSpPr>
        <p:spPr bwMode="auto">
          <a:xfrm flipH="1">
            <a:off x="451160" y="1204845"/>
            <a:ext cx="3429126" cy="5234055"/>
          </a:xfrm>
          <a:prstGeom prst="roundRect">
            <a:avLst>
              <a:gd name="adj" fmla="val 5001"/>
            </a:avLst>
          </a:prstGeom>
          <a:solidFill>
            <a:schemeClr val="bg1">
              <a:alpha val="49000"/>
            </a:schemeClr>
          </a:solidFill>
        </p:spPr>
        <p:txBody>
          <a:bodyPr vert="horz" lIns="1005840" tIns="45720" rIns="91440" bIns="45720" rtlCol="0" anchor="ctr">
            <a:noAutofit/>
          </a:bodyPr>
          <a:lstStyle/>
          <a:p>
            <a:pPr marL="0" marR="0" lvl="0" indent="0" algn="l" defTabSz="457109" rtl="0" eaLnBrk="1" fontAlgn="auto" latinLnBrk="0" hangingPunct="1">
              <a:lnSpc>
                <a:spcPct val="100000"/>
              </a:lnSpc>
              <a:spcBef>
                <a:spcPts val="600"/>
              </a:spcBef>
              <a:spcAft>
                <a:spcPts val="0"/>
              </a:spcAft>
              <a:buClrTx/>
              <a:buSzTx/>
              <a:buFontTx/>
              <a:buNone/>
              <a:tabLst/>
              <a:defRPr/>
            </a:pPr>
            <a:endParaRPr kumimoji="0" lang="en-US" sz="2400" b="0" i="0" u="none" strike="noStrike" kern="0" cap="none" spc="0" normalizeH="0" baseline="0" noProof="0" err="1">
              <a:ln>
                <a:noFill/>
              </a:ln>
              <a:solidFill>
                <a:srgbClr val="0408AC"/>
              </a:solidFill>
              <a:effectLst/>
              <a:uLnTx/>
              <a:uFillTx/>
              <a:latin typeface="Segoe Sans Display Semilight"/>
              <a:ea typeface="+mn-ea"/>
              <a:cs typeface="Segoe Sans Display Semibold" pitchFamily="2" charset="0"/>
            </a:endParaRPr>
          </a:p>
        </p:txBody>
      </p:sp>
      <p:sp>
        <p:nvSpPr>
          <p:cNvPr id="4" name="Title 3">
            <a:extLst>
              <a:ext uri="{FF2B5EF4-FFF2-40B4-BE49-F238E27FC236}">
                <a16:creationId xmlns:a16="http://schemas.microsoft.com/office/drawing/2014/main" id="{7B4C4C62-1B61-B65D-E99D-C41724FE6C8E}"/>
              </a:ext>
            </a:extLst>
          </p:cNvPr>
          <p:cNvSpPr>
            <a:spLocks noGrp="1"/>
          </p:cNvSpPr>
          <p:nvPr>
            <p:ph type="title"/>
          </p:nvPr>
        </p:nvSpPr>
        <p:spPr>
          <a:xfrm>
            <a:off x="419100" y="436330"/>
            <a:ext cx="11353799" cy="560426"/>
          </a:xfrm>
        </p:spPr>
        <p:txBody>
          <a:bodyPr/>
          <a:lstStyle/>
          <a:p>
            <a:pPr defTabSz="914400">
              <a:lnSpc>
                <a:spcPct val="90000"/>
              </a:lnSpc>
            </a:pPr>
            <a:r>
              <a:rPr lang="en-US" kern="1200" spc="0">
                <a:solidFill>
                  <a:prstClr val="black"/>
                </a:solidFill>
                <a:latin typeface="Segoe UI Semibold"/>
                <a:cs typeface="+mj-cs"/>
              </a:rPr>
              <a:t>Build AI apps and agents that scale</a:t>
            </a:r>
            <a:endParaRPr lang="en-CA" kern="1200" spc="0">
              <a:solidFill>
                <a:prstClr val="black"/>
              </a:solidFill>
              <a:latin typeface="Segoe UI Semibold"/>
              <a:cs typeface="+mj-cs"/>
            </a:endParaRPr>
          </a:p>
        </p:txBody>
      </p:sp>
      <p:cxnSp>
        <p:nvCxnSpPr>
          <p:cNvPr id="25" name="Straight Connector 24">
            <a:extLst>
              <a:ext uri="{FF2B5EF4-FFF2-40B4-BE49-F238E27FC236}">
                <a16:creationId xmlns:a16="http://schemas.microsoft.com/office/drawing/2014/main" id="{291EA59F-F321-74F8-A0E5-565400736371}"/>
              </a:ext>
              <a:ext uri="{C183D7F6-B498-43B3-948B-1728B52AA6E4}">
                <adec:decorative xmlns:adec="http://schemas.microsoft.com/office/drawing/2017/decorative" val="1"/>
              </a:ext>
            </a:extLst>
          </p:cNvPr>
          <p:cNvCxnSpPr>
            <a:cxnSpLocks/>
          </p:cNvCxnSpPr>
          <p:nvPr/>
        </p:nvCxnSpPr>
        <p:spPr>
          <a:xfrm>
            <a:off x="657181" y="3775230"/>
            <a:ext cx="301978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AA29179-BA0E-E00E-C2B4-DD6B7F5CCCD7}"/>
              </a:ext>
              <a:ext uri="{C183D7F6-B498-43B3-948B-1728B52AA6E4}">
                <adec:decorative xmlns:adec="http://schemas.microsoft.com/office/drawing/2017/decorative" val="1"/>
              </a:ext>
            </a:extLst>
          </p:cNvPr>
          <p:cNvCxnSpPr>
            <a:cxnSpLocks/>
          </p:cNvCxnSpPr>
          <p:nvPr/>
        </p:nvCxnSpPr>
        <p:spPr>
          <a:xfrm>
            <a:off x="657181" y="5127070"/>
            <a:ext cx="301978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AFE519E-E7B5-2B8D-D6D4-A5CBDF453511}"/>
              </a:ext>
            </a:extLst>
          </p:cNvPr>
          <p:cNvSpPr txBox="1"/>
          <p:nvPr/>
        </p:nvSpPr>
        <p:spPr>
          <a:xfrm>
            <a:off x="657181" y="2627386"/>
            <a:ext cx="3064013" cy="943848"/>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ts val="0"/>
              </a:spcBef>
              <a:spcAft>
                <a:spcPts val="400"/>
              </a:spcAft>
              <a:buClrTx/>
              <a:buSzTx/>
              <a:buFontTx/>
              <a:buNone/>
              <a:tabLst>
                <a:tab pos="1487158" algn="l"/>
              </a:tabLst>
              <a:defRPr/>
            </a:pPr>
            <a:r>
              <a:rPr kumimoji="0" lang="en-US" sz="1600" b="0" i="0" u="none" strike="noStrike" kern="1200" cap="none" spc="0" normalizeH="0" baseline="0" noProof="0">
                <a:ln w="3175">
                  <a:noFill/>
                </a:ln>
                <a:solidFill>
                  <a:srgbClr val="0408AC"/>
                </a:solidFill>
                <a:effectLst/>
                <a:uLnTx/>
                <a:uFillTx/>
                <a:latin typeface="Segoe Sans Display Semibold" pitchFamily="2" charset="0"/>
                <a:ea typeface="+mn-ea"/>
                <a:cs typeface="Segoe Sans Display Semibold" pitchFamily="2" charset="0"/>
              </a:rPr>
              <a:t>Seamless hosting</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mn-cs"/>
              </a:rPr>
              <a:t>Build agents locally with the framework you choose, and seamlessly host in a secure, isolated environment</a:t>
            </a:r>
            <a:endParaRPr kumimoji="0" lang="en-US" sz="1400" b="0" i="0" u="none" strike="noStrike" kern="0" cap="none" spc="0" normalizeH="0" baseline="0" noProof="0">
              <a:ln>
                <a:noFill/>
              </a:ln>
              <a:solidFill>
                <a:srgbClr val="000000"/>
              </a:solidFill>
              <a:effectLst/>
              <a:uLnTx/>
              <a:uFillTx/>
              <a:latin typeface="Segoe Sans Display"/>
              <a:ea typeface="+mn-ea"/>
              <a:cs typeface="Segoe Sans Text" pitchFamily="2" charset="0"/>
            </a:endParaRPr>
          </a:p>
        </p:txBody>
      </p:sp>
      <p:sp>
        <p:nvSpPr>
          <p:cNvPr id="29" name="TextBox 28">
            <a:extLst>
              <a:ext uri="{FF2B5EF4-FFF2-40B4-BE49-F238E27FC236}">
                <a16:creationId xmlns:a16="http://schemas.microsoft.com/office/drawing/2014/main" id="{1CDE53EF-990E-8793-57B3-E9796B5DBC6D}"/>
              </a:ext>
            </a:extLst>
          </p:cNvPr>
          <p:cNvSpPr txBox="1"/>
          <p:nvPr/>
        </p:nvSpPr>
        <p:spPr>
          <a:xfrm>
            <a:off x="657181" y="3979226"/>
            <a:ext cx="3064013" cy="943848"/>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ts val="0"/>
              </a:spcBef>
              <a:spcAft>
                <a:spcPts val="400"/>
              </a:spcAft>
              <a:buClrTx/>
              <a:buSzTx/>
              <a:buFontTx/>
              <a:buNone/>
              <a:tabLst>
                <a:tab pos="1487158" algn="l"/>
              </a:tabLst>
              <a:defRPr/>
            </a:pPr>
            <a:r>
              <a:rPr kumimoji="0" lang="en-US" sz="1600" b="0" i="0" u="none" strike="noStrike" kern="1200" cap="none" spc="0" normalizeH="0" baseline="0" noProof="0">
                <a:ln w="3175">
                  <a:noFill/>
                </a:ln>
                <a:solidFill>
                  <a:srgbClr val="0408AC"/>
                </a:solidFill>
                <a:effectLst/>
                <a:uLnTx/>
                <a:uFillTx/>
                <a:latin typeface="Segoe Sans Display Semibold" pitchFamily="2" charset="0"/>
                <a:ea typeface="+mn-ea"/>
                <a:cs typeface="Segoe Sans Display Semibold" pitchFamily="2" charset="0"/>
              </a:rPr>
              <a:t>Connected intelligence </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Segoe Sans Text" pitchFamily="2" charset="0"/>
              </a:rPr>
              <a:t>Empower agents with memory, knowledge, and over 1,400 MCP-enabled connectors</a:t>
            </a:r>
          </a:p>
        </p:txBody>
      </p:sp>
      <p:sp>
        <p:nvSpPr>
          <p:cNvPr id="30" name="TextBox 29">
            <a:extLst>
              <a:ext uri="{FF2B5EF4-FFF2-40B4-BE49-F238E27FC236}">
                <a16:creationId xmlns:a16="http://schemas.microsoft.com/office/drawing/2014/main" id="{6E4FBFCE-4EAB-4627-5803-B16ABDFA3F2C}"/>
              </a:ext>
            </a:extLst>
          </p:cNvPr>
          <p:cNvSpPr txBox="1"/>
          <p:nvPr/>
        </p:nvSpPr>
        <p:spPr>
          <a:xfrm>
            <a:off x="657181" y="5331066"/>
            <a:ext cx="3184967" cy="943848"/>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ts val="0"/>
              </a:spcBef>
              <a:spcAft>
                <a:spcPts val="400"/>
              </a:spcAft>
              <a:buClrTx/>
              <a:buSzTx/>
              <a:buFontTx/>
              <a:buNone/>
              <a:tabLst>
                <a:tab pos="1487158" algn="l"/>
              </a:tabLst>
              <a:defRPr/>
            </a:pPr>
            <a:r>
              <a:rPr kumimoji="0" lang="en-US" sz="1600" b="0" i="0" u="none" strike="noStrike" kern="1200" cap="none" spc="0" normalizeH="0" baseline="0" noProof="0">
                <a:ln w="3175">
                  <a:noFill/>
                </a:ln>
                <a:solidFill>
                  <a:srgbClr val="0408AC"/>
                </a:solidFill>
                <a:effectLst/>
                <a:uLnTx/>
                <a:uFillTx/>
                <a:latin typeface="Segoe Sans Display Semibold" pitchFamily="2" charset="0"/>
                <a:ea typeface="+mn-ea"/>
                <a:cs typeface="Segoe Sans Display Semibold" pitchFamily="2" charset="0"/>
              </a:rPr>
              <a:t>Enterprise trust and reach</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a:ea typeface="+mn-ea"/>
                <a:cs typeface="Segoe Sans Text" pitchFamily="2" charset="0"/>
              </a:rPr>
              <a:t>Operate confidently in a secure environment and one-click path </a:t>
            </a:r>
            <a:br>
              <a:rPr kumimoji="0" lang="en-US" sz="1400" b="0" i="0" u="none" strike="noStrike" kern="0" cap="none" spc="0" normalizeH="0" baseline="0" noProof="0">
                <a:ln>
                  <a:noFill/>
                </a:ln>
                <a:solidFill>
                  <a:srgbClr val="000000"/>
                </a:solidFill>
                <a:effectLst/>
                <a:uLnTx/>
                <a:uFillTx/>
                <a:latin typeface="Segoe Sans Display"/>
                <a:ea typeface="+mn-ea"/>
                <a:cs typeface="Segoe Sans Text" pitchFamily="2" charset="0"/>
              </a:rPr>
            </a:br>
            <a:r>
              <a:rPr kumimoji="0" lang="en-US" sz="1400" b="0" i="0" u="none" strike="noStrike" kern="0" cap="none" spc="0" normalizeH="0" baseline="0" noProof="0">
                <a:ln>
                  <a:noFill/>
                </a:ln>
                <a:solidFill>
                  <a:srgbClr val="000000"/>
                </a:solidFill>
                <a:effectLst/>
                <a:uLnTx/>
                <a:uFillTx/>
                <a:latin typeface="Segoe Sans Display"/>
                <a:ea typeface="+mn-ea"/>
                <a:cs typeface="Segoe Sans Text" pitchFamily="2" charset="0"/>
              </a:rPr>
              <a:t>to where users already work</a:t>
            </a:r>
          </a:p>
        </p:txBody>
      </p:sp>
      <p:sp>
        <p:nvSpPr>
          <p:cNvPr id="31" name="Title 2">
            <a:extLst>
              <a:ext uri="{FF2B5EF4-FFF2-40B4-BE49-F238E27FC236}">
                <a16:creationId xmlns:a16="http://schemas.microsoft.com/office/drawing/2014/main" id="{F11351E5-33D8-AEB4-FAF2-49DA0B91BB1D}"/>
              </a:ext>
            </a:extLst>
          </p:cNvPr>
          <p:cNvSpPr txBox="1">
            <a:spLocks/>
          </p:cNvSpPr>
          <p:nvPr/>
        </p:nvSpPr>
        <p:spPr>
          <a:xfrm>
            <a:off x="657181" y="2080065"/>
            <a:ext cx="2833151" cy="307777"/>
          </a:xfrm>
          <a:prstGeom prst="rect">
            <a:avLst/>
          </a:prstGeom>
        </p:spPr>
        <p:txBody>
          <a:bodyPr vert="horz" wrap="square" lIns="0" tIns="0" rIns="0" bIns="0" rtlCol="0" anchor="t">
            <a:spAutoFit/>
          </a:bodyPr>
          <a:lstStyle>
            <a:lvl1pPr algn="ctr" defTabSz="932742">
              <a:lnSpc>
                <a:spcPct val="100000"/>
              </a:lnSpc>
              <a:spcBef>
                <a:spcPct val="0"/>
              </a:spcBef>
              <a:buNone/>
              <a:defRPr lang="en-US" sz="3600" b="0" cap="none" spc="-50" baseline="0" dirty="0" smtClean="0">
                <a:ln w="3175">
                  <a:noFill/>
                </a:ln>
                <a:solidFill>
                  <a:schemeClr val="tx2"/>
                </a:solidFill>
                <a:effectLst/>
                <a:latin typeface="+mj-lt"/>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w="3175">
                  <a:noFill/>
                </a:ln>
                <a:solidFill>
                  <a:srgbClr val="000000"/>
                </a:solidFill>
                <a:effectLst/>
                <a:uLnTx/>
                <a:uFillTx/>
                <a:latin typeface="Segoe Sans Display Semibold" pitchFamily="2" charset="0"/>
                <a:ea typeface="+mn-ea"/>
                <a:cs typeface="Segoe Sans Display Semibold" pitchFamily="2" charset="0"/>
              </a:rPr>
              <a:t>Foundry Agent Service</a:t>
            </a:r>
          </a:p>
        </p:txBody>
      </p:sp>
      <p:pic>
        <p:nvPicPr>
          <p:cNvPr id="32" name="Picture 31">
            <a:extLst>
              <a:ext uri="{FF2B5EF4-FFF2-40B4-BE49-F238E27FC236}">
                <a16:creationId xmlns:a16="http://schemas.microsoft.com/office/drawing/2014/main" id="{139CDC3C-5199-54B1-A50C-6F2FA5A204A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181" y="1370794"/>
            <a:ext cx="623745" cy="623745"/>
          </a:xfrm>
          <a:prstGeom prst="rect">
            <a:avLst/>
          </a:prstGeom>
        </p:spPr>
      </p:pic>
      <p:sp>
        <p:nvSpPr>
          <p:cNvPr id="46" name="Rectangle: Rounded Corners 45">
            <a:extLst>
              <a:ext uri="{FF2B5EF4-FFF2-40B4-BE49-F238E27FC236}">
                <a16:creationId xmlns:a16="http://schemas.microsoft.com/office/drawing/2014/main" id="{207F8049-2F2D-2C29-AE42-7437995D3B8E}"/>
              </a:ext>
            </a:extLst>
          </p:cNvPr>
          <p:cNvSpPr>
            <a:spLocks/>
          </p:cNvSpPr>
          <p:nvPr/>
        </p:nvSpPr>
        <p:spPr>
          <a:xfrm>
            <a:off x="4395045" y="1333500"/>
            <a:ext cx="7248610" cy="812469"/>
          </a:xfrm>
          <a:prstGeom prst="roundRect">
            <a:avLst>
              <a:gd name="adj" fmla="val 9962"/>
            </a:avLst>
          </a:prstGeom>
          <a:solidFill>
            <a:schemeClr val="bg1">
              <a:alpha val="49000"/>
            </a:schemeClr>
          </a:solidFill>
        </p:spPr>
        <p:txBody>
          <a:bodyPr vert="horz" lIns="91440" tIns="0" rIns="91440" bIns="868680" rtlCol="0">
            <a:noAutofit/>
          </a:bodyPr>
          <a:lstStyle/>
          <a:p>
            <a:pPr marL="0" marR="0" lvl="0" indent="0" algn="ctr" defTabSz="457109" rtl="0" eaLnBrk="1" fontAlgn="auto" latinLnBrk="0" hangingPunct="1">
              <a:lnSpc>
                <a:spcPts val="2829"/>
              </a:lnSpc>
              <a:spcBef>
                <a:spcPts val="0"/>
              </a:spcBef>
              <a:spcAft>
                <a:spcPts val="0"/>
              </a:spcAft>
              <a:buClrTx/>
              <a:buSzTx/>
              <a:buFontTx/>
              <a:buNone/>
              <a:tabLst/>
              <a:defRPr/>
            </a:pPr>
            <a:r>
              <a:rPr kumimoji="0" lang="en-US" sz="1400" b="0" i="0" u="none" strike="noStrike" kern="1200" cap="none" spc="0" normalizeH="0" baseline="0" noProof="0">
                <a:ln>
                  <a:noFill/>
                </a:ln>
                <a:solidFill>
                  <a:srgbClr val="0408AC"/>
                </a:solidFill>
                <a:effectLst/>
                <a:uLnTx/>
                <a:uFillTx/>
                <a:latin typeface="Segoe Sans Display Semibold" pitchFamily="2" charset="0"/>
                <a:ea typeface="+mn-ea"/>
                <a:cs typeface="Segoe Sans Display Semibold" pitchFamily="2" charset="0"/>
              </a:rPr>
              <a:t>BUILD: </a:t>
            </a: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Develop autonomous agents with the framework of your choice </a:t>
            </a:r>
            <a:endParaRPr kumimoji="0" lang="en-US" sz="14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60" name="Rectangle: Rounded Corners 59">
            <a:extLst>
              <a:ext uri="{FF2B5EF4-FFF2-40B4-BE49-F238E27FC236}">
                <a16:creationId xmlns:a16="http://schemas.microsoft.com/office/drawing/2014/main" id="{78F85722-2B65-D57E-55F4-BBBB7609F113}"/>
              </a:ext>
            </a:extLst>
          </p:cNvPr>
          <p:cNvSpPr>
            <a:spLocks/>
          </p:cNvSpPr>
          <p:nvPr/>
        </p:nvSpPr>
        <p:spPr>
          <a:xfrm>
            <a:off x="4395045" y="2374569"/>
            <a:ext cx="7248610" cy="812469"/>
          </a:xfrm>
          <a:prstGeom prst="roundRect">
            <a:avLst>
              <a:gd name="adj" fmla="val 9962"/>
            </a:avLst>
          </a:prstGeom>
          <a:solidFill>
            <a:schemeClr val="bg1">
              <a:alpha val="49000"/>
            </a:schemeClr>
          </a:solidFill>
        </p:spPr>
        <p:txBody>
          <a:bodyPr vert="horz" lIns="91440" tIns="0" rIns="91440" bIns="868680" rtlCol="0">
            <a:noAutofit/>
          </a:bodyPr>
          <a:lstStyle/>
          <a:p>
            <a:pPr marL="0" marR="0" lvl="0" indent="0" algn="ctr" defTabSz="457109" rtl="0" eaLnBrk="1" fontAlgn="auto" latinLnBrk="0" hangingPunct="1">
              <a:lnSpc>
                <a:spcPts val="2829"/>
              </a:lnSpc>
              <a:spcBef>
                <a:spcPts val="0"/>
              </a:spcBef>
              <a:spcAft>
                <a:spcPts val="0"/>
              </a:spcAft>
              <a:buClrTx/>
              <a:buSzTx/>
              <a:buFontTx/>
              <a:buNone/>
              <a:tabLst/>
              <a:defRPr/>
            </a:pPr>
            <a:r>
              <a:rPr kumimoji="0" lang="en-US" sz="1400" b="0" i="0" u="none" strike="noStrike" kern="1200" cap="none" spc="0" normalizeH="0" baseline="0" noProof="0">
                <a:ln>
                  <a:noFill/>
                </a:ln>
                <a:solidFill>
                  <a:srgbClr val="0408AC"/>
                </a:solidFill>
                <a:effectLst/>
                <a:uLnTx/>
                <a:uFillTx/>
                <a:latin typeface="Segoe Sans Display Semibold" pitchFamily="2" charset="0"/>
                <a:ea typeface="+mn-ea"/>
                <a:cs typeface="Segoe Sans Display Semibold" pitchFamily="2" charset="0"/>
              </a:rPr>
              <a:t>HOST: </a:t>
            </a:r>
            <a:r>
              <a:rPr kumimoji="0" lang="en-US" sz="12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rPr>
              <a:t>Deploy to an isolated, secure execution runtime</a:t>
            </a:r>
            <a:endParaRPr kumimoji="0" lang="en-US" sz="14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61" name="Rectangle: Rounded Corners 60">
            <a:extLst>
              <a:ext uri="{FF2B5EF4-FFF2-40B4-BE49-F238E27FC236}">
                <a16:creationId xmlns:a16="http://schemas.microsoft.com/office/drawing/2014/main" id="{AC8E8619-26C9-3086-251D-5B276BCE3AC1}"/>
              </a:ext>
            </a:extLst>
          </p:cNvPr>
          <p:cNvSpPr/>
          <p:nvPr/>
        </p:nvSpPr>
        <p:spPr>
          <a:xfrm>
            <a:off x="4483026" y="2724613"/>
            <a:ext cx="7072649"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63" name="Rectangle: Rounded Corners 62">
            <a:extLst>
              <a:ext uri="{FF2B5EF4-FFF2-40B4-BE49-F238E27FC236}">
                <a16:creationId xmlns:a16="http://schemas.microsoft.com/office/drawing/2014/main" id="{DC257FCA-461E-4FB0-74CE-7C082553A174}"/>
              </a:ext>
            </a:extLst>
          </p:cNvPr>
          <p:cNvSpPr>
            <a:spLocks/>
          </p:cNvSpPr>
          <p:nvPr/>
        </p:nvSpPr>
        <p:spPr>
          <a:xfrm>
            <a:off x="4395045" y="3415638"/>
            <a:ext cx="7248610" cy="812469"/>
          </a:xfrm>
          <a:prstGeom prst="roundRect">
            <a:avLst>
              <a:gd name="adj" fmla="val 9962"/>
            </a:avLst>
          </a:prstGeom>
          <a:solidFill>
            <a:schemeClr val="bg1">
              <a:alpha val="49000"/>
            </a:schemeClr>
          </a:solidFill>
        </p:spPr>
        <p:txBody>
          <a:bodyPr vert="horz" lIns="91440" tIns="0" rIns="91440" bIns="868680" rtlCol="0">
            <a:noAutofit/>
          </a:bodyPr>
          <a:lstStyle/>
          <a:p>
            <a:pPr marL="0" marR="0" lvl="0" indent="0" algn="ctr" defTabSz="457109" rtl="0" eaLnBrk="1" fontAlgn="auto" latinLnBrk="0" hangingPunct="1">
              <a:lnSpc>
                <a:spcPts val="2829"/>
              </a:lnSpc>
              <a:spcBef>
                <a:spcPts val="0"/>
              </a:spcBef>
              <a:spcAft>
                <a:spcPts val="0"/>
              </a:spcAft>
              <a:buClrTx/>
              <a:buSzTx/>
              <a:buFontTx/>
              <a:buNone/>
              <a:tabLst/>
              <a:defRPr/>
            </a:pPr>
            <a:r>
              <a:rPr kumimoji="0" lang="en-US" sz="1400" b="0" i="0" u="none" strike="noStrike" kern="1200" cap="none" spc="0" normalizeH="0" baseline="0" noProof="0">
                <a:ln>
                  <a:noFill/>
                </a:ln>
                <a:solidFill>
                  <a:srgbClr val="0408AC"/>
                </a:solidFill>
                <a:effectLst/>
                <a:uLnTx/>
                <a:uFillTx/>
                <a:latin typeface="Segoe Sans Display Semibold" pitchFamily="2" charset="0"/>
                <a:ea typeface="+mn-ea"/>
                <a:cs typeface="Segoe Sans Display Semibold" pitchFamily="2" charset="0"/>
              </a:rPr>
              <a:t>GROUND: </a:t>
            </a:r>
            <a:r>
              <a:rPr kumimoji="0" lang="en-US" sz="12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rPr>
              <a:t>Ground with knowledge, tools, memory, skills, and eval loops</a:t>
            </a:r>
            <a:endParaRPr kumimoji="0" lang="en-US" sz="14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7172" name="Rectangle: Rounded Corners 7171">
            <a:extLst>
              <a:ext uri="{FF2B5EF4-FFF2-40B4-BE49-F238E27FC236}">
                <a16:creationId xmlns:a16="http://schemas.microsoft.com/office/drawing/2014/main" id="{A34910DE-634B-B1AE-FDB4-D9A98275EEE3}"/>
              </a:ext>
            </a:extLst>
          </p:cNvPr>
          <p:cNvSpPr>
            <a:spLocks/>
          </p:cNvSpPr>
          <p:nvPr/>
        </p:nvSpPr>
        <p:spPr>
          <a:xfrm>
            <a:off x="4395045" y="4456707"/>
            <a:ext cx="7248610" cy="812469"/>
          </a:xfrm>
          <a:prstGeom prst="roundRect">
            <a:avLst>
              <a:gd name="adj" fmla="val 9962"/>
            </a:avLst>
          </a:prstGeom>
          <a:solidFill>
            <a:schemeClr val="bg1">
              <a:alpha val="49000"/>
            </a:schemeClr>
          </a:solidFill>
        </p:spPr>
        <p:txBody>
          <a:bodyPr vert="horz" lIns="91440" tIns="0" rIns="91440" bIns="868680" rtlCol="0">
            <a:noAutofit/>
          </a:bodyPr>
          <a:lstStyle/>
          <a:p>
            <a:pPr marL="0" marR="0" lvl="0" indent="0" algn="ctr" defTabSz="457109" rtl="0" eaLnBrk="1" fontAlgn="auto" latinLnBrk="0" hangingPunct="1">
              <a:lnSpc>
                <a:spcPts val="2829"/>
              </a:lnSpc>
              <a:spcBef>
                <a:spcPts val="0"/>
              </a:spcBef>
              <a:spcAft>
                <a:spcPts val="0"/>
              </a:spcAft>
              <a:buClrTx/>
              <a:buSzTx/>
              <a:buFontTx/>
              <a:buNone/>
              <a:tabLst/>
              <a:defRPr/>
            </a:pPr>
            <a:r>
              <a:rPr kumimoji="0" lang="en-US" sz="1400" b="0" i="0" u="none" strike="noStrike" kern="1200" cap="none" spc="0" normalizeH="0" baseline="0" noProof="0">
                <a:ln>
                  <a:noFill/>
                </a:ln>
                <a:solidFill>
                  <a:srgbClr val="0408AC"/>
                </a:solidFill>
                <a:effectLst/>
                <a:uLnTx/>
                <a:uFillTx/>
                <a:latin typeface="Segoe Sans Display Semibold" pitchFamily="2" charset="0"/>
                <a:ea typeface="+mn-ea"/>
                <a:cs typeface="Segoe Sans Display Semibold" pitchFamily="2" charset="0"/>
              </a:rPr>
              <a:t>OPTIMIZE:</a:t>
            </a:r>
            <a:r>
              <a:rPr kumimoji="0" lang="en-US" sz="1400" b="0" i="0" u="none" strike="noStrike" kern="1200" cap="none" spc="0" normalizeH="0" baseline="0" noProof="0">
                <a:ln>
                  <a:noFill/>
                </a:ln>
                <a:solidFill>
                  <a:srgbClr val="0078D4">
                    <a:lumMod val="50000"/>
                  </a:srgbClr>
                </a:solidFill>
                <a:effectLst/>
                <a:uLnTx/>
                <a:uFillTx/>
                <a:latin typeface="Segoe Sans Display Semibold" pitchFamily="2" charset="0"/>
                <a:ea typeface="+mn-ea"/>
                <a:cs typeface="Segoe Sans Display Semibold" pitchFamily="2" charset="0"/>
              </a:rPr>
              <a:t> </a:t>
            </a:r>
            <a:r>
              <a:rPr kumimoji="0" lang="en-US" sz="12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rPr>
              <a:t>Improve agent quality and optimize costs autonomously with eval and tracing data</a:t>
            </a:r>
            <a:endParaRPr kumimoji="0" lang="en-US" sz="14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7177" name="Rectangle: Rounded Corners 7176">
            <a:extLst>
              <a:ext uri="{FF2B5EF4-FFF2-40B4-BE49-F238E27FC236}">
                <a16:creationId xmlns:a16="http://schemas.microsoft.com/office/drawing/2014/main" id="{DE063693-0F89-5631-2DB0-8FDCCCB48EAA}"/>
              </a:ext>
            </a:extLst>
          </p:cNvPr>
          <p:cNvSpPr>
            <a:spLocks/>
          </p:cNvSpPr>
          <p:nvPr/>
        </p:nvSpPr>
        <p:spPr>
          <a:xfrm>
            <a:off x="4395045" y="5497776"/>
            <a:ext cx="7248610" cy="812469"/>
          </a:xfrm>
          <a:prstGeom prst="roundRect">
            <a:avLst>
              <a:gd name="adj" fmla="val 9962"/>
            </a:avLst>
          </a:prstGeom>
          <a:solidFill>
            <a:schemeClr val="bg1">
              <a:alpha val="49000"/>
            </a:schemeClr>
          </a:solidFill>
        </p:spPr>
        <p:txBody>
          <a:bodyPr vert="horz" lIns="91440" tIns="0" rIns="91440" bIns="868680" rtlCol="0">
            <a:noAutofit/>
          </a:bodyPr>
          <a:lstStyle/>
          <a:p>
            <a:pPr marL="0" marR="0" lvl="0" indent="0" algn="ctr" defTabSz="457109" rtl="0" eaLnBrk="1" fontAlgn="auto" latinLnBrk="0" hangingPunct="1">
              <a:lnSpc>
                <a:spcPts val="2829"/>
              </a:lnSpc>
              <a:spcBef>
                <a:spcPts val="0"/>
              </a:spcBef>
              <a:spcAft>
                <a:spcPts val="0"/>
              </a:spcAft>
              <a:buClrTx/>
              <a:buSzTx/>
              <a:buFontTx/>
              <a:buNone/>
              <a:tabLst/>
              <a:defRPr/>
            </a:pPr>
            <a:r>
              <a:rPr kumimoji="0" lang="en-US" sz="1400" b="0" i="0" u="none" strike="noStrike" kern="1200" cap="none" spc="0" normalizeH="0" baseline="0" noProof="0">
                <a:ln>
                  <a:noFill/>
                </a:ln>
                <a:solidFill>
                  <a:srgbClr val="0408AC"/>
                </a:solidFill>
                <a:effectLst/>
                <a:uLnTx/>
                <a:uFillTx/>
                <a:latin typeface="Segoe Sans Display Semibold" pitchFamily="2" charset="0"/>
                <a:ea typeface="+mn-ea"/>
                <a:cs typeface="Segoe Sans Display Semibold" pitchFamily="2" charset="0"/>
              </a:rPr>
              <a:t>PUBLISH:</a:t>
            </a:r>
            <a:r>
              <a:rPr kumimoji="0" lang="en-US" sz="1400" b="0" i="0" u="none" strike="noStrike" kern="1200" cap="none" spc="0" normalizeH="0" baseline="0" noProof="0">
                <a:ln>
                  <a:noFill/>
                </a:ln>
                <a:solidFill>
                  <a:srgbClr val="0078D4">
                    <a:lumMod val="50000"/>
                  </a:srgbClr>
                </a:solidFill>
                <a:effectLst/>
                <a:uLnTx/>
                <a:uFillTx/>
                <a:latin typeface="Segoe Sans Display Semibold" pitchFamily="2" charset="0"/>
                <a:ea typeface="+mn-ea"/>
                <a:cs typeface="Segoe Sans Display Semibold" pitchFamily="2" charset="0"/>
              </a:rPr>
              <a:t> </a:t>
            </a:r>
            <a:r>
              <a:rPr kumimoji="0" lang="en-US" sz="12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rPr>
              <a:t>Bring agents into the hands of users</a:t>
            </a:r>
            <a:endParaRPr kumimoji="0" lang="en-US" sz="1400" b="0" i="0" u="none" strike="noStrike" kern="1200" cap="none" spc="0" normalizeH="0" baseline="0" noProof="0">
              <a:ln>
                <a:noFill/>
              </a:ln>
              <a:solidFill>
                <a:srgbClr val="000000"/>
              </a:solidFill>
              <a:effectLst/>
              <a:uLnTx/>
              <a:uFillTx/>
              <a:latin typeface="Segoe Sans Display"/>
              <a:ea typeface="+mn-ea"/>
              <a:cs typeface="Segoe Sans Display Semibold" pitchFamily="2" charset="0"/>
            </a:endParaRPr>
          </a:p>
        </p:txBody>
      </p:sp>
      <p:sp>
        <p:nvSpPr>
          <p:cNvPr id="7179" name="Rectangle: Rounded Corners 7178">
            <a:extLst>
              <a:ext uri="{FF2B5EF4-FFF2-40B4-BE49-F238E27FC236}">
                <a16:creationId xmlns:a16="http://schemas.microsoft.com/office/drawing/2014/main" id="{C27E43E3-80FC-A337-7576-BC867767BCB0}"/>
              </a:ext>
            </a:extLst>
          </p:cNvPr>
          <p:cNvSpPr/>
          <p:nvPr/>
        </p:nvSpPr>
        <p:spPr>
          <a:xfrm>
            <a:off x="4483026" y="5847820"/>
            <a:ext cx="7072649"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86" name="Rectangle: Rounded Corners 85">
            <a:extLst>
              <a:ext uri="{FF2B5EF4-FFF2-40B4-BE49-F238E27FC236}">
                <a16:creationId xmlns:a16="http://schemas.microsoft.com/office/drawing/2014/main" id="{FC302DA7-B7A2-EAEC-A5F7-EE4BAA211EFE}"/>
              </a:ext>
            </a:extLst>
          </p:cNvPr>
          <p:cNvSpPr>
            <a:spLocks/>
          </p:cNvSpPr>
          <p:nvPr/>
        </p:nvSpPr>
        <p:spPr>
          <a:xfrm>
            <a:off x="4483026" y="1683544"/>
            <a:ext cx="1699582"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87" name="Rectangle: Rounded Corners 86">
            <a:extLst>
              <a:ext uri="{FF2B5EF4-FFF2-40B4-BE49-F238E27FC236}">
                <a16:creationId xmlns:a16="http://schemas.microsoft.com/office/drawing/2014/main" id="{D44F75BA-8EE5-DD37-AF6B-3828090FA1D0}"/>
              </a:ext>
            </a:extLst>
          </p:cNvPr>
          <p:cNvSpPr>
            <a:spLocks/>
          </p:cNvSpPr>
          <p:nvPr/>
        </p:nvSpPr>
        <p:spPr>
          <a:xfrm>
            <a:off x="6274048" y="1683544"/>
            <a:ext cx="1699582"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88" name="Rectangle: Rounded Corners 87">
            <a:extLst>
              <a:ext uri="{FF2B5EF4-FFF2-40B4-BE49-F238E27FC236}">
                <a16:creationId xmlns:a16="http://schemas.microsoft.com/office/drawing/2014/main" id="{C9EF4FB1-4803-E800-4630-166ED8D3E150}"/>
              </a:ext>
            </a:extLst>
          </p:cNvPr>
          <p:cNvSpPr>
            <a:spLocks/>
          </p:cNvSpPr>
          <p:nvPr/>
        </p:nvSpPr>
        <p:spPr>
          <a:xfrm>
            <a:off x="8065070" y="1683544"/>
            <a:ext cx="1699582"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89" name="Rectangle: Rounded Corners 88">
            <a:extLst>
              <a:ext uri="{FF2B5EF4-FFF2-40B4-BE49-F238E27FC236}">
                <a16:creationId xmlns:a16="http://schemas.microsoft.com/office/drawing/2014/main" id="{29F33E21-EB0C-4D63-9C59-10B70218C5AA}"/>
              </a:ext>
            </a:extLst>
          </p:cNvPr>
          <p:cNvSpPr>
            <a:spLocks/>
          </p:cNvSpPr>
          <p:nvPr/>
        </p:nvSpPr>
        <p:spPr>
          <a:xfrm>
            <a:off x="9856091" y="1683544"/>
            <a:ext cx="1699582"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94" name="Rectangle: Rounded Corners 93">
            <a:extLst>
              <a:ext uri="{FF2B5EF4-FFF2-40B4-BE49-F238E27FC236}">
                <a16:creationId xmlns:a16="http://schemas.microsoft.com/office/drawing/2014/main" id="{23295953-240B-E608-2601-E7E367C51088}"/>
              </a:ext>
            </a:extLst>
          </p:cNvPr>
          <p:cNvSpPr>
            <a:spLocks/>
          </p:cNvSpPr>
          <p:nvPr/>
        </p:nvSpPr>
        <p:spPr>
          <a:xfrm>
            <a:off x="4483026" y="3765682"/>
            <a:ext cx="2296590"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95" name="Rectangle: Rounded Corners 94">
            <a:extLst>
              <a:ext uri="{FF2B5EF4-FFF2-40B4-BE49-F238E27FC236}">
                <a16:creationId xmlns:a16="http://schemas.microsoft.com/office/drawing/2014/main" id="{0105731D-3420-32C8-09F3-21BCFF7B3435}"/>
              </a:ext>
            </a:extLst>
          </p:cNvPr>
          <p:cNvSpPr>
            <a:spLocks/>
          </p:cNvSpPr>
          <p:nvPr/>
        </p:nvSpPr>
        <p:spPr>
          <a:xfrm>
            <a:off x="6871056" y="3765682"/>
            <a:ext cx="2296590"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96" name="Rectangle: Rounded Corners 95">
            <a:extLst>
              <a:ext uri="{FF2B5EF4-FFF2-40B4-BE49-F238E27FC236}">
                <a16:creationId xmlns:a16="http://schemas.microsoft.com/office/drawing/2014/main" id="{7AD8C29C-A290-3FBD-DBDE-5A1E551B47F9}"/>
              </a:ext>
            </a:extLst>
          </p:cNvPr>
          <p:cNvSpPr>
            <a:spLocks/>
          </p:cNvSpPr>
          <p:nvPr/>
        </p:nvSpPr>
        <p:spPr>
          <a:xfrm>
            <a:off x="9259086" y="3765682"/>
            <a:ext cx="2296590"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100" name="Rectangle: Rounded Corners 99">
            <a:extLst>
              <a:ext uri="{FF2B5EF4-FFF2-40B4-BE49-F238E27FC236}">
                <a16:creationId xmlns:a16="http://schemas.microsoft.com/office/drawing/2014/main" id="{147CCEFF-B649-9866-E03B-B78D3C09A051}"/>
              </a:ext>
            </a:extLst>
          </p:cNvPr>
          <p:cNvSpPr>
            <a:spLocks/>
          </p:cNvSpPr>
          <p:nvPr/>
        </p:nvSpPr>
        <p:spPr>
          <a:xfrm>
            <a:off x="4483026" y="4806751"/>
            <a:ext cx="3490604"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101" name="Rectangle: Rounded Corners 100">
            <a:extLst>
              <a:ext uri="{FF2B5EF4-FFF2-40B4-BE49-F238E27FC236}">
                <a16:creationId xmlns:a16="http://schemas.microsoft.com/office/drawing/2014/main" id="{091BD8B0-E026-1ED1-AABC-3EC4A8A3AA7C}"/>
              </a:ext>
            </a:extLst>
          </p:cNvPr>
          <p:cNvSpPr>
            <a:spLocks/>
          </p:cNvSpPr>
          <p:nvPr/>
        </p:nvSpPr>
        <p:spPr>
          <a:xfrm>
            <a:off x="8065071" y="4806751"/>
            <a:ext cx="3490604" cy="371121"/>
          </a:xfrm>
          <a:prstGeom prst="roundRect">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45" name="Rectangle 44">
            <a:extLst>
              <a:ext uri="{FF2B5EF4-FFF2-40B4-BE49-F238E27FC236}">
                <a16:creationId xmlns:a16="http://schemas.microsoft.com/office/drawing/2014/main" id="{1D073F23-0558-DF6A-4E80-5FC68C9B981A}"/>
              </a:ext>
            </a:extLst>
          </p:cNvPr>
          <p:cNvSpPr/>
          <p:nvPr/>
        </p:nvSpPr>
        <p:spPr>
          <a:xfrm>
            <a:off x="4994302" y="1715216"/>
            <a:ext cx="1144591" cy="307777"/>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Microsoft Agent Framework</a:t>
            </a:r>
          </a:p>
        </p:txBody>
      </p:sp>
      <p:sp>
        <p:nvSpPr>
          <p:cNvPr id="51" name="Rectangle 50">
            <a:extLst>
              <a:ext uri="{FF2B5EF4-FFF2-40B4-BE49-F238E27FC236}">
                <a16:creationId xmlns:a16="http://schemas.microsoft.com/office/drawing/2014/main" id="{3A7AA736-CC87-71D5-9544-4C2D4C168DEC}"/>
              </a:ext>
            </a:extLst>
          </p:cNvPr>
          <p:cNvSpPr/>
          <p:nvPr/>
        </p:nvSpPr>
        <p:spPr>
          <a:xfrm>
            <a:off x="6779616" y="1715216"/>
            <a:ext cx="1063279" cy="307777"/>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GitHub Copilot</a:t>
            </a:r>
            <a:b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b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SDK</a:t>
            </a:r>
          </a:p>
        </p:txBody>
      </p:sp>
      <p:sp>
        <p:nvSpPr>
          <p:cNvPr id="7169" name="Rectangle 7168">
            <a:extLst>
              <a:ext uri="{FF2B5EF4-FFF2-40B4-BE49-F238E27FC236}">
                <a16:creationId xmlns:a16="http://schemas.microsoft.com/office/drawing/2014/main" id="{44E7B32A-71EF-4705-8057-AA4DEE103791}"/>
              </a:ext>
            </a:extLst>
          </p:cNvPr>
          <p:cNvSpPr/>
          <p:nvPr/>
        </p:nvSpPr>
        <p:spPr>
          <a:xfrm>
            <a:off x="8500597" y="1792161"/>
            <a:ext cx="1059542"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3P frameworks</a:t>
            </a:r>
          </a:p>
        </p:txBody>
      </p:sp>
      <p:sp>
        <p:nvSpPr>
          <p:cNvPr id="9" name="Rectangle 8">
            <a:extLst>
              <a:ext uri="{FF2B5EF4-FFF2-40B4-BE49-F238E27FC236}">
                <a16:creationId xmlns:a16="http://schemas.microsoft.com/office/drawing/2014/main" id="{26259EDD-638F-A77B-FA80-9F36EC274318}"/>
              </a:ext>
            </a:extLst>
          </p:cNvPr>
          <p:cNvSpPr/>
          <p:nvPr/>
        </p:nvSpPr>
        <p:spPr>
          <a:xfrm>
            <a:off x="10196439" y="1722911"/>
            <a:ext cx="1258961" cy="2923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Prompt agents</a:t>
            </a:r>
          </a:p>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Display" pitchFamily="2" charset="0"/>
              </a:rPr>
              <a:t>via playground or SDK</a:t>
            </a:r>
          </a:p>
        </p:txBody>
      </p:sp>
      <p:pic>
        <p:nvPicPr>
          <p:cNvPr id="48" name="Picture 47">
            <a:extLst>
              <a:ext uri="{FF2B5EF4-FFF2-40B4-BE49-F238E27FC236}">
                <a16:creationId xmlns:a16="http://schemas.microsoft.com/office/drawing/2014/main" id="{152714A1-3C75-383C-9B13-97517E53CAE4}"/>
              </a:ext>
            </a:extLst>
          </p:cNvPr>
          <p:cNvPicPr>
            <a:picLocks noChangeAspect="1"/>
          </p:cNvPicPr>
          <p:nvPr/>
        </p:nvPicPr>
        <p:blipFill>
          <a:blip r:embed="rId7"/>
          <a:stretch>
            <a:fillRect/>
          </a:stretch>
        </p:blipFill>
        <p:spPr>
          <a:xfrm>
            <a:off x="4630773" y="1719086"/>
            <a:ext cx="323288" cy="300038"/>
          </a:xfrm>
          <a:prstGeom prst="rect">
            <a:avLst/>
          </a:prstGeom>
        </p:spPr>
      </p:pic>
      <p:pic>
        <p:nvPicPr>
          <p:cNvPr id="7171" name="Picture 7170" descr="Copilot for finance Icons, Logos, Symbols – Free Download PNG, SVG">
            <a:extLst>
              <a:ext uri="{FF2B5EF4-FFF2-40B4-BE49-F238E27FC236}">
                <a16:creationId xmlns:a16="http://schemas.microsoft.com/office/drawing/2014/main" id="{66D70024-DFEF-1DEE-5FCE-5A058821C304}"/>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6409203" y="1737360"/>
            <a:ext cx="283908" cy="263489"/>
          </a:xfrm>
          <a:prstGeom prst="rect">
            <a:avLst/>
          </a:prstGeom>
        </p:spPr>
      </p:pic>
      <p:grpSp>
        <p:nvGrpSpPr>
          <p:cNvPr id="35" name="Group 34">
            <a:extLst>
              <a:ext uri="{FF2B5EF4-FFF2-40B4-BE49-F238E27FC236}">
                <a16:creationId xmlns:a16="http://schemas.microsoft.com/office/drawing/2014/main" id="{12B8A50E-9D9E-5D36-CC73-550B047CADD0}"/>
              </a:ext>
            </a:extLst>
          </p:cNvPr>
          <p:cNvGrpSpPr/>
          <p:nvPr/>
        </p:nvGrpSpPr>
        <p:grpSpPr>
          <a:xfrm>
            <a:off x="8221621" y="1732833"/>
            <a:ext cx="214353" cy="272544"/>
            <a:chOff x="8119233" y="1994697"/>
            <a:chExt cx="281871" cy="358391"/>
          </a:xfrm>
        </p:grpSpPr>
        <p:pic>
          <p:nvPicPr>
            <p:cNvPr id="7175" name="Graphic 7174">
              <a:extLst>
                <a:ext uri="{FF2B5EF4-FFF2-40B4-BE49-F238E27FC236}">
                  <a16:creationId xmlns:a16="http://schemas.microsoft.com/office/drawing/2014/main" id="{686E9D98-C8C4-D5F9-90C2-44938DE2585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19233" y="1994697"/>
              <a:ext cx="171611" cy="159269"/>
            </a:xfrm>
            <a:prstGeom prst="rect">
              <a:avLst/>
            </a:prstGeom>
          </p:spPr>
        </p:pic>
        <p:pic>
          <p:nvPicPr>
            <p:cNvPr id="7176" name="Picture 7175" descr="Claude AI Icon SVG Vector &amp; PNG Free Download | UXWing">
              <a:extLst>
                <a:ext uri="{FF2B5EF4-FFF2-40B4-BE49-F238E27FC236}">
                  <a16:creationId xmlns:a16="http://schemas.microsoft.com/office/drawing/2014/main" id="{ECC208BB-7EAF-E745-CAA8-391974B08550}"/>
                </a:ext>
              </a:extLst>
            </p:cNvPr>
            <p:cNvPicPr>
              <a:picLocks noChangeAspect="1"/>
            </p:cNvPicPr>
            <p:nvPr/>
          </p:nvPicPr>
          <p:blipFill>
            <a:blip r:embed="rId10"/>
            <a:stretch>
              <a:fillRect/>
            </a:stretch>
          </p:blipFill>
          <p:spPr>
            <a:xfrm>
              <a:off x="8229493" y="2193818"/>
              <a:ext cx="171611" cy="159270"/>
            </a:xfrm>
            <a:prstGeom prst="rect">
              <a:avLst/>
            </a:prstGeom>
            <a:ln>
              <a:solidFill>
                <a:schemeClr val="tx1"/>
              </a:solidFill>
              <a:prstDash val="solid"/>
            </a:ln>
          </p:spPr>
        </p:pic>
      </p:grpSp>
      <p:pic>
        <p:nvPicPr>
          <p:cNvPr id="47" name="Picture 46" descr="The image features a sleek, abstract, multilayered, blue, intertwined ribbon-like design.&#10;&#10;AI-generated content may be incorrect.">
            <a:extLst>
              <a:ext uri="{FF2B5EF4-FFF2-40B4-BE49-F238E27FC236}">
                <a16:creationId xmlns:a16="http://schemas.microsoft.com/office/drawing/2014/main" id="{DF009C29-6AB1-DE17-70AE-3A0A03D916F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926129" y="1743670"/>
            <a:ext cx="270310" cy="250869"/>
          </a:xfrm>
          <a:prstGeom prst="rect">
            <a:avLst/>
          </a:prstGeom>
        </p:spPr>
      </p:pic>
      <p:sp>
        <p:nvSpPr>
          <p:cNvPr id="102" name="Rectangle 101">
            <a:extLst>
              <a:ext uri="{FF2B5EF4-FFF2-40B4-BE49-F238E27FC236}">
                <a16:creationId xmlns:a16="http://schemas.microsoft.com/office/drawing/2014/main" id="{AF25AF91-C8FD-6D7C-659E-7B9377FC782E}"/>
              </a:ext>
            </a:extLst>
          </p:cNvPr>
          <p:cNvSpPr/>
          <p:nvPr/>
        </p:nvSpPr>
        <p:spPr>
          <a:xfrm>
            <a:off x="6701344" y="2833229"/>
            <a:ext cx="2985036"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Hosted agents in Foundry Agent Service</a:t>
            </a:r>
          </a:p>
        </p:txBody>
      </p:sp>
      <p:pic>
        <p:nvPicPr>
          <p:cNvPr id="7180" name="Picture 7179">
            <a:extLst>
              <a:ext uri="{FF2B5EF4-FFF2-40B4-BE49-F238E27FC236}">
                <a16:creationId xmlns:a16="http://schemas.microsoft.com/office/drawing/2014/main" id="{AF2867CA-A258-23BA-B6F0-2D2E242F816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52322" y="2765147"/>
            <a:ext cx="312530" cy="290052"/>
          </a:xfrm>
          <a:prstGeom prst="rect">
            <a:avLst/>
          </a:prstGeom>
        </p:spPr>
      </p:pic>
      <p:sp>
        <p:nvSpPr>
          <p:cNvPr id="104" name="Rectangle 103">
            <a:extLst>
              <a:ext uri="{FF2B5EF4-FFF2-40B4-BE49-F238E27FC236}">
                <a16:creationId xmlns:a16="http://schemas.microsoft.com/office/drawing/2014/main" id="{BBD817A4-8A35-8770-E5CE-9925B6D34FFD}"/>
              </a:ext>
            </a:extLst>
          </p:cNvPr>
          <p:cNvSpPr/>
          <p:nvPr/>
        </p:nvSpPr>
        <p:spPr>
          <a:xfrm>
            <a:off x="4988774" y="3874298"/>
            <a:ext cx="1676882"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Foundry IQ</a:t>
            </a:r>
          </a:p>
        </p:txBody>
      </p:sp>
      <p:sp>
        <p:nvSpPr>
          <p:cNvPr id="105" name="Rectangle 104">
            <a:extLst>
              <a:ext uri="{FF2B5EF4-FFF2-40B4-BE49-F238E27FC236}">
                <a16:creationId xmlns:a16="http://schemas.microsoft.com/office/drawing/2014/main" id="{CA451685-08E4-0F5A-1EE7-B335578AAF6D}"/>
              </a:ext>
            </a:extLst>
          </p:cNvPr>
          <p:cNvSpPr/>
          <p:nvPr/>
        </p:nvSpPr>
        <p:spPr>
          <a:xfrm>
            <a:off x="7401329" y="3874298"/>
            <a:ext cx="1636458"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Foundry Tools</a:t>
            </a:r>
          </a:p>
        </p:txBody>
      </p:sp>
      <p:pic>
        <p:nvPicPr>
          <p:cNvPr id="7191" name="Picture 7190">
            <a:extLst>
              <a:ext uri="{FF2B5EF4-FFF2-40B4-BE49-F238E27FC236}">
                <a16:creationId xmlns:a16="http://schemas.microsoft.com/office/drawing/2014/main" id="{EED4983A-E25D-0386-A0FF-68BF894A202D}"/>
              </a:ext>
            </a:extLst>
          </p:cNvPr>
          <p:cNvPicPr>
            <a:picLocks noChangeAspect="1"/>
          </p:cNvPicPr>
          <p:nvPr/>
        </p:nvPicPr>
        <p:blipFill>
          <a:blip r:embed="rId13"/>
          <a:stretch>
            <a:fillRect/>
          </a:stretch>
        </p:blipFill>
        <p:spPr>
          <a:xfrm>
            <a:off x="4615897" y="3796292"/>
            <a:ext cx="333915" cy="309901"/>
          </a:xfrm>
          <a:prstGeom prst="rect">
            <a:avLst/>
          </a:prstGeom>
        </p:spPr>
      </p:pic>
      <p:pic>
        <p:nvPicPr>
          <p:cNvPr id="7193" name="Picture 7192">
            <a:extLst>
              <a:ext uri="{FF2B5EF4-FFF2-40B4-BE49-F238E27FC236}">
                <a16:creationId xmlns:a16="http://schemas.microsoft.com/office/drawing/2014/main" id="{A375AAD2-FA81-EB2F-BA81-59104F283EFE}"/>
              </a:ext>
            </a:extLst>
          </p:cNvPr>
          <p:cNvPicPr>
            <a:picLocks noChangeAspect="1"/>
          </p:cNvPicPr>
          <p:nvPr/>
        </p:nvPicPr>
        <p:blipFill>
          <a:blip r:embed="rId14"/>
          <a:stretch>
            <a:fillRect/>
          </a:stretch>
        </p:blipFill>
        <p:spPr>
          <a:xfrm>
            <a:off x="7036059" y="3824174"/>
            <a:ext cx="273830" cy="254137"/>
          </a:xfrm>
          <a:prstGeom prst="rect">
            <a:avLst/>
          </a:prstGeom>
        </p:spPr>
      </p:pic>
      <p:sp>
        <p:nvSpPr>
          <p:cNvPr id="106" name="Rectangle 105">
            <a:extLst>
              <a:ext uri="{FF2B5EF4-FFF2-40B4-BE49-F238E27FC236}">
                <a16:creationId xmlns:a16="http://schemas.microsoft.com/office/drawing/2014/main" id="{90C25665-4734-CE82-E6E4-51095D96A700}"/>
              </a:ext>
            </a:extLst>
          </p:cNvPr>
          <p:cNvSpPr/>
          <p:nvPr/>
        </p:nvSpPr>
        <p:spPr>
          <a:xfrm>
            <a:off x="9767979" y="3874298"/>
            <a:ext cx="1612125"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Memory in Agent Service</a:t>
            </a:r>
          </a:p>
        </p:txBody>
      </p:sp>
      <p:pic>
        <p:nvPicPr>
          <p:cNvPr id="7195" name="Picture 7194">
            <a:extLst>
              <a:ext uri="{FF2B5EF4-FFF2-40B4-BE49-F238E27FC236}">
                <a16:creationId xmlns:a16="http://schemas.microsoft.com/office/drawing/2014/main" id="{E077493B-7BB5-6522-FDB7-5D1AB7A7D29B}"/>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427750" y="3816574"/>
            <a:ext cx="290211" cy="269338"/>
          </a:xfrm>
          <a:prstGeom prst="rect">
            <a:avLst/>
          </a:prstGeom>
        </p:spPr>
      </p:pic>
      <p:sp>
        <p:nvSpPr>
          <p:cNvPr id="108" name="Rectangle 107">
            <a:extLst>
              <a:ext uri="{FF2B5EF4-FFF2-40B4-BE49-F238E27FC236}">
                <a16:creationId xmlns:a16="http://schemas.microsoft.com/office/drawing/2014/main" id="{491DE1A6-FA6E-C211-0EBA-9F8551591D1C}"/>
              </a:ext>
            </a:extLst>
          </p:cNvPr>
          <p:cNvSpPr/>
          <p:nvPr/>
        </p:nvSpPr>
        <p:spPr>
          <a:xfrm>
            <a:off x="9169652" y="4915367"/>
            <a:ext cx="1995249"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Agent optimizer in Agent Service</a:t>
            </a:r>
          </a:p>
        </p:txBody>
      </p:sp>
      <p:sp>
        <p:nvSpPr>
          <p:cNvPr id="109" name="Rectangle 108">
            <a:extLst>
              <a:ext uri="{FF2B5EF4-FFF2-40B4-BE49-F238E27FC236}">
                <a16:creationId xmlns:a16="http://schemas.microsoft.com/office/drawing/2014/main" id="{11172E7C-079D-33FF-1652-CBD3F201583E}"/>
              </a:ext>
            </a:extLst>
          </p:cNvPr>
          <p:cNvSpPr/>
          <p:nvPr/>
        </p:nvSpPr>
        <p:spPr>
          <a:xfrm>
            <a:off x="5697764" y="4915367"/>
            <a:ext cx="1868896" cy="1538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pitchFamily="2" charset="0"/>
              </a:rPr>
              <a:t>Observability in Control Plane</a:t>
            </a:r>
          </a:p>
        </p:txBody>
      </p:sp>
      <p:pic>
        <p:nvPicPr>
          <p:cNvPr id="40" name="Picture 39" descr="The image features a sleek, abstract, multilayered, blue, intertwined ribbon-like design.&#10;&#10;AI-generated content may be incorrect.">
            <a:extLst>
              <a:ext uri="{FF2B5EF4-FFF2-40B4-BE49-F238E27FC236}">
                <a16:creationId xmlns:a16="http://schemas.microsoft.com/office/drawing/2014/main" id="{EDFE3FD6-B05B-0254-159D-3135A7A2D8EB}"/>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845071" y="4868602"/>
            <a:ext cx="266593" cy="247419"/>
          </a:xfrm>
          <a:prstGeom prst="rect">
            <a:avLst/>
          </a:prstGeom>
        </p:spPr>
      </p:pic>
      <p:pic>
        <p:nvPicPr>
          <p:cNvPr id="42" name="Picture 41" descr="The image features a stylized, abstract, hexagonal shape with a blue gradient and a triangular design.&#10;&#10;AI-generated content may be incorrect.">
            <a:extLst>
              <a:ext uri="{FF2B5EF4-FFF2-40B4-BE49-F238E27FC236}">
                <a16:creationId xmlns:a16="http://schemas.microsoft.com/office/drawing/2014/main" id="{2B9B1F35-F179-DE50-2588-DA1E92AD9D8A}"/>
              </a:ext>
            </a:extLst>
          </p:cNvPr>
          <p:cNvPicPr>
            <a:picLocks noChangeAspect="1"/>
          </p:cNvPicPr>
          <p:nvPr/>
        </p:nvPicPr>
        <p:blipFill>
          <a:blip r:embed="rId16"/>
          <a:stretch>
            <a:fillRect/>
          </a:stretch>
        </p:blipFill>
        <p:spPr>
          <a:xfrm>
            <a:off x="5364102" y="4855192"/>
            <a:ext cx="274239" cy="274238"/>
          </a:xfrm>
          <a:prstGeom prst="rect">
            <a:avLst/>
          </a:prstGeom>
        </p:spPr>
      </p:pic>
      <p:pic>
        <p:nvPicPr>
          <p:cNvPr id="7210" name="Picture 7209" descr="Microsoft Copilot - Wikipedia">
            <a:extLst>
              <a:ext uri="{FF2B5EF4-FFF2-40B4-BE49-F238E27FC236}">
                <a16:creationId xmlns:a16="http://schemas.microsoft.com/office/drawing/2014/main" id="{506ADC4D-753C-E87D-F11C-619877AB8F41}"/>
              </a:ext>
            </a:extLst>
          </p:cNvPr>
          <p:cNvPicPr>
            <a:picLocks noChangeAspect="1"/>
          </p:cNvPicPr>
          <p:nvPr/>
        </p:nvPicPr>
        <p:blipFill>
          <a:blip r:embed="rId17"/>
          <a:stretch>
            <a:fillRect/>
          </a:stretch>
        </p:blipFill>
        <p:spPr>
          <a:xfrm>
            <a:off x="5253463" y="5923159"/>
            <a:ext cx="220445" cy="220444"/>
          </a:xfrm>
          <a:prstGeom prst="rect">
            <a:avLst/>
          </a:prstGeom>
        </p:spPr>
      </p:pic>
      <p:pic>
        <p:nvPicPr>
          <p:cNvPr id="7212" name="Picture 7211" descr="File:Microsoft Office Teams (2025–present).svg - Wikimedia ...">
            <a:extLst>
              <a:ext uri="{FF2B5EF4-FFF2-40B4-BE49-F238E27FC236}">
                <a16:creationId xmlns:a16="http://schemas.microsoft.com/office/drawing/2014/main" id="{543BAAD3-8782-E757-F09F-FDFAF730433E}"/>
              </a:ext>
            </a:extLst>
          </p:cNvPr>
          <p:cNvPicPr>
            <a:picLocks noChangeAspect="1"/>
          </p:cNvPicPr>
          <p:nvPr/>
        </p:nvPicPr>
        <p:blipFill>
          <a:blip r:embed="rId18"/>
          <a:stretch>
            <a:fillRect/>
          </a:stretch>
        </p:blipFill>
        <p:spPr>
          <a:xfrm>
            <a:off x="5761833" y="5923159"/>
            <a:ext cx="208808" cy="220444"/>
          </a:xfrm>
          <a:prstGeom prst="rect">
            <a:avLst/>
          </a:prstGeom>
        </p:spPr>
      </p:pic>
      <p:pic>
        <p:nvPicPr>
          <p:cNvPr id="7213" name="Picture 7212">
            <a:extLst>
              <a:ext uri="{FF2B5EF4-FFF2-40B4-BE49-F238E27FC236}">
                <a16:creationId xmlns:a16="http://schemas.microsoft.com/office/drawing/2014/main" id="{75EED249-41DE-87A1-5730-3386E70D02BD}"/>
              </a:ext>
              <a:ext uri="{C183D7F6-B498-43B3-948B-1728B52AA6E4}">
                <adec:decorative xmlns:adec="http://schemas.microsoft.com/office/drawing/2017/decorative" val="1"/>
              </a:ext>
            </a:extLst>
          </p:cNvPr>
          <p:cNvPicPr>
            <a:picLocks noChangeAspect="1"/>
          </p:cNvPicPr>
          <p:nvPr/>
        </p:nvPicPr>
        <p:blipFill>
          <a:blip r:embed="rId19"/>
          <a:stretch>
            <a:fillRect/>
          </a:stretch>
        </p:blipFill>
        <p:spPr>
          <a:xfrm>
            <a:off x="9642508" y="5901758"/>
            <a:ext cx="260537" cy="263246"/>
          </a:xfrm>
          <a:prstGeom prst="rect">
            <a:avLst/>
          </a:prstGeom>
        </p:spPr>
      </p:pic>
      <p:pic>
        <p:nvPicPr>
          <p:cNvPr id="7214" name="Picture 4" descr="Slack Logo: valor, história, PNG">
            <a:extLst>
              <a:ext uri="{FF2B5EF4-FFF2-40B4-BE49-F238E27FC236}">
                <a16:creationId xmlns:a16="http://schemas.microsoft.com/office/drawing/2014/main" id="{E2E4778A-BF0F-A796-A565-E8CA85D2760C}"/>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299338" y="5929960"/>
            <a:ext cx="363933" cy="206842"/>
          </a:xfrm>
          <a:prstGeom prst="rect">
            <a:avLst/>
          </a:prstGeom>
          <a:noFill/>
          <a:extLst>
            <a:ext uri="{909E8E84-426E-40DD-AFC4-6F175D3DCCD1}">
              <a14:hiddenFill xmlns:a14="http://schemas.microsoft.com/office/drawing/2010/main">
                <a:solidFill>
                  <a:srgbClr val="FFFFFF"/>
                </a:solidFill>
              </a14:hiddenFill>
            </a:ext>
          </a:extLst>
        </p:spPr>
      </p:pic>
      <p:pic>
        <p:nvPicPr>
          <p:cNvPr id="7215" name="Picture 2" descr="Twilio Logo, symbol, meaning, history, PNG, brand">
            <a:extLst>
              <a:ext uri="{FF2B5EF4-FFF2-40B4-BE49-F238E27FC236}">
                <a16:creationId xmlns:a16="http://schemas.microsoft.com/office/drawing/2014/main" id="{5E9359E3-7984-CB70-D01A-7E29F711C9EF}"/>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951196" y="5918748"/>
            <a:ext cx="403387" cy="229267"/>
          </a:xfrm>
          <a:prstGeom prst="rect">
            <a:avLst/>
          </a:prstGeom>
          <a:noFill/>
          <a:extLst>
            <a:ext uri="{909E8E84-426E-40DD-AFC4-6F175D3DCCD1}">
              <a14:hiddenFill xmlns:a14="http://schemas.microsoft.com/office/drawing/2010/main">
                <a:solidFill>
                  <a:srgbClr val="FFFFFF"/>
                </a:solidFill>
              </a14:hiddenFill>
            </a:ext>
          </a:extLst>
        </p:spPr>
      </p:pic>
      <p:pic>
        <p:nvPicPr>
          <p:cNvPr id="7216" name="Picture 4" descr="Facebook Messenger Logo, symbol, meaning, history, PNG, brand">
            <a:extLst>
              <a:ext uri="{FF2B5EF4-FFF2-40B4-BE49-F238E27FC236}">
                <a16:creationId xmlns:a16="http://schemas.microsoft.com/office/drawing/2014/main" id="{3196EA9E-0BE8-4C08-A10C-B30B27806DE1}"/>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0190970" y="5933379"/>
            <a:ext cx="351907" cy="200005"/>
          </a:xfrm>
          <a:prstGeom prst="rect">
            <a:avLst/>
          </a:prstGeom>
          <a:noFill/>
          <a:extLst>
            <a:ext uri="{909E8E84-426E-40DD-AFC4-6F175D3DCCD1}">
              <a14:hiddenFill xmlns:a14="http://schemas.microsoft.com/office/drawing/2010/main">
                <a:solidFill>
                  <a:srgbClr val="FFFFFF"/>
                </a:solidFill>
              </a14:hiddenFill>
            </a:ext>
          </a:extLst>
        </p:spPr>
      </p:pic>
      <p:pic>
        <p:nvPicPr>
          <p:cNvPr id="7217" name="Picture 7216" descr="File:Microsoft Office Word (2025–present).svg - Wikimedia ...">
            <a:extLst>
              <a:ext uri="{FF2B5EF4-FFF2-40B4-BE49-F238E27FC236}">
                <a16:creationId xmlns:a16="http://schemas.microsoft.com/office/drawing/2014/main" id="{B1E6E4C4-5DD5-4465-135C-D4F1F508C1C1}"/>
              </a:ext>
            </a:extLst>
          </p:cNvPr>
          <p:cNvPicPr>
            <a:picLocks noChangeAspect="1"/>
          </p:cNvPicPr>
          <p:nvPr/>
        </p:nvPicPr>
        <p:blipFill>
          <a:blip r:embed="rId23"/>
          <a:stretch>
            <a:fillRect/>
          </a:stretch>
        </p:blipFill>
        <p:spPr>
          <a:xfrm>
            <a:off x="6258566" y="5923159"/>
            <a:ext cx="214197" cy="220445"/>
          </a:xfrm>
          <a:prstGeom prst="rect">
            <a:avLst/>
          </a:prstGeom>
        </p:spPr>
      </p:pic>
      <p:pic>
        <p:nvPicPr>
          <p:cNvPr id="7218" name="Picture 7217" descr="File:Microsoft Office PowerPoint (2019–2025).svg - Wikimedia ...">
            <a:extLst>
              <a:ext uri="{FF2B5EF4-FFF2-40B4-BE49-F238E27FC236}">
                <a16:creationId xmlns:a16="http://schemas.microsoft.com/office/drawing/2014/main" id="{9784E35C-0FE9-AACC-3952-0194F355690B}"/>
              </a:ext>
            </a:extLst>
          </p:cNvPr>
          <p:cNvPicPr>
            <a:picLocks noChangeAspect="1"/>
          </p:cNvPicPr>
          <p:nvPr/>
        </p:nvPicPr>
        <p:blipFill>
          <a:blip r:embed="rId24"/>
          <a:stretch>
            <a:fillRect/>
          </a:stretch>
        </p:blipFill>
        <p:spPr>
          <a:xfrm>
            <a:off x="6760688" y="5927425"/>
            <a:ext cx="227558" cy="211912"/>
          </a:xfrm>
          <a:prstGeom prst="rect">
            <a:avLst/>
          </a:prstGeom>
        </p:spPr>
      </p:pic>
      <p:pic>
        <p:nvPicPr>
          <p:cNvPr id="7219" name="Picture 7218" descr="File:Microsoft Office Excel (2019–2025).svg - Wikimedia Commons">
            <a:extLst>
              <a:ext uri="{FF2B5EF4-FFF2-40B4-BE49-F238E27FC236}">
                <a16:creationId xmlns:a16="http://schemas.microsoft.com/office/drawing/2014/main" id="{797E94E3-B72A-9E00-3E28-CA37424286A7}"/>
              </a:ext>
            </a:extLst>
          </p:cNvPr>
          <p:cNvPicPr>
            <a:picLocks noChangeAspect="1"/>
          </p:cNvPicPr>
          <p:nvPr/>
        </p:nvPicPr>
        <p:blipFill>
          <a:blip r:embed="rId25"/>
          <a:stretch>
            <a:fillRect/>
          </a:stretch>
        </p:blipFill>
        <p:spPr>
          <a:xfrm>
            <a:off x="7276171" y="5927832"/>
            <a:ext cx="226873" cy="211098"/>
          </a:xfrm>
          <a:prstGeom prst="rect">
            <a:avLst/>
          </a:prstGeom>
        </p:spPr>
      </p:pic>
      <p:pic>
        <p:nvPicPr>
          <p:cNvPr id="7220" name="Picture 7219" descr="File:Microsoft Outlook Icon (2025–present).svg - Wikimedia ...">
            <a:extLst>
              <a:ext uri="{FF2B5EF4-FFF2-40B4-BE49-F238E27FC236}">
                <a16:creationId xmlns:a16="http://schemas.microsoft.com/office/drawing/2014/main" id="{B4882A5C-2B37-750F-9079-4A40B1CEDD56}"/>
              </a:ext>
            </a:extLst>
          </p:cNvPr>
          <p:cNvPicPr>
            <a:picLocks noChangeAspect="1"/>
          </p:cNvPicPr>
          <p:nvPr/>
        </p:nvPicPr>
        <p:blipFill>
          <a:blip r:embed="rId26"/>
          <a:stretch>
            <a:fillRect/>
          </a:stretch>
        </p:blipFill>
        <p:spPr>
          <a:xfrm>
            <a:off x="7790969" y="5929015"/>
            <a:ext cx="220444" cy="208732"/>
          </a:xfrm>
          <a:prstGeom prst="rect">
            <a:avLst/>
          </a:prstGeom>
        </p:spPr>
      </p:pic>
      <p:grpSp>
        <p:nvGrpSpPr>
          <p:cNvPr id="111" name="Group 110">
            <a:extLst>
              <a:ext uri="{FF2B5EF4-FFF2-40B4-BE49-F238E27FC236}">
                <a16:creationId xmlns:a16="http://schemas.microsoft.com/office/drawing/2014/main" id="{C92E057A-D5E6-4023-603A-9A5EB4199E77}"/>
              </a:ext>
            </a:extLst>
          </p:cNvPr>
          <p:cNvGrpSpPr/>
          <p:nvPr/>
        </p:nvGrpSpPr>
        <p:grpSpPr>
          <a:xfrm>
            <a:off x="9628789" y="622161"/>
            <a:ext cx="2144111" cy="647011"/>
            <a:chOff x="8654858" y="-855758"/>
            <a:chExt cx="2144111" cy="647011"/>
          </a:xfrm>
        </p:grpSpPr>
        <p:sp>
          <p:nvSpPr>
            <p:cNvPr id="7224" name="TrustLabel">
              <a:extLst>
                <a:ext uri="{FF2B5EF4-FFF2-40B4-BE49-F238E27FC236}">
                  <a16:creationId xmlns:a16="http://schemas.microsoft.com/office/drawing/2014/main" id="{5F2C0B9D-D977-71E7-89EC-51121655B940}"/>
                </a:ext>
              </a:extLst>
            </p:cNvPr>
            <p:cNvSpPr txBox="1"/>
            <p:nvPr/>
          </p:nvSpPr>
          <p:spPr>
            <a:xfrm>
              <a:off x="8654858" y="-855758"/>
              <a:ext cx="2144111" cy="647011"/>
            </a:xfrm>
            <a:prstGeom prst="roundRect">
              <a:avLst>
                <a:gd name="adj" fmla="val 10629"/>
              </a:avLst>
            </a:prstGeom>
            <a:solidFill>
              <a:schemeClr val="bg2"/>
            </a:solidFill>
            <a:ln w="9525">
              <a:noFill/>
            </a:ln>
            <a:effectLst/>
          </p:spPr>
          <p:txBody>
            <a:bodyPr vert="horz" wrap="square" lIns="91440" tIns="45720" rIns="91440" bIns="45720" rtlCol="0" anchor="t">
              <a:noAutofit/>
            </a:bodyPr>
            <a:lstStyle>
              <a:defPPr>
                <a:defRPr lang="en-US"/>
              </a:defPPr>
              <a:lvl1pPr marR="0" lvl="0" indent="0" algn="ctr" defTabSz="932742" fontAlgn="auto">
                <a:lnSpc>
                  <a:spcPct val="100000"/>
                </a:lnSpc>
                <a:spcBef>
                  <a:spcPct val="20000"/>
                </a:spcBef>
                <a:spcAft>
                  <a:spcPts val="0"/>
                </a:spcAft>
                <a:buClrTx/>
                <a:buSzPct val="90000"/>
                <a:buFontTx/>
                <a:buNone/>
                <a:tabLst/>
                <a:defRPr kumimoji="0" sz="1600" b="0" i="0" u="none" strike="noStrike" cap="none" spc="0" normalizeH="0" baseline="0">
                  <a:ln>
                    <a:noFill/>
                  </a:ln>
                  <a:solidFill>
                    <a:srgbClr val="FFFFFF"/>
                  </a:solidFill>
                  <a:effectLst/>
                  <a:uLnTx/>
                  <a:uFillTx/>
                  <a:latin typeface="Segoe Sans Text Semibold"/>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base" latinLnBrk="0" hangingPunct="1">
                <a:lnSpc>
                  <a:spcPct val="100000"/>
                </a:lnSpc>
                <a:spcBef>
                  <a:spcPct val="0"/>
                </a:spcBef>
                <a:spcAft>
                  <a:spcPts val="600"/>
                </a:spcAft>
                <a:buClrTx/>
                <a:buSzPct val="90000"/>
                <a:buFontTx/>
                <a:buNone/>
                <a:tabLst>
                  <a:tab pos="1487158" algn="l"/>
                </a:tabLst>
                <a:defRPr/>
              </a:pPr>
              <a:r>
                <a:rPr kumimoji="0" lang="en-US" sz="1200" b="0"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Trust + security</a:t>
              </a:r>
            </a:p>
          </p:txBody>
        </p:sp>
        <p:sp>
          <p:nvSpPr>
            <p:cNvPr id="110" name="Rectangle: Rounded Corners 109">
              <a:extLst>
                <a:ext uri="{FF2B5EF4-FFF2-40B4-BE49-F238E27FC236}">
                  <a16:creationId xmlns:a16="http://schemas.microsoft.com/office/drawing/2014/main" id="{BD588034-1CEC-EEE3-C70F-BF187DECDF75}"/>
                </a:ext>
              </a:extLst>
            </p:cNvPr>
            <p:cNvSpPr/>
            <p:nvPr/>
          </p:nvSpPr>
          <p:spPr>
            <a:xfrm>
              <a:off x="8712376" y="-566738"/>
              <a:ext cx="2029074" cy="29289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7229" name="Picture 7228">
              <a:extLst>
                <a:ext uri="{FF2B5EF4-FFF2-40B4-BE49-F238E27FC236}">
                  <a16:creationId xmlns:a16="http://schemas.microsoft.com/office/drawing/2014/main" id="{DDE563E3-269C-64FF-B9FC-0CE01984F754}"/>
                </a:ext>
              </a:extLst>
            </p:cNvPr>
            <p:cNvPicPr>
              <a:picLocks noChangeAspect="1"/>
            </p:cNvPicPr>
            <p:nvPr/>
          </p:nvPicPr>
          <p:blipFill>
            <a:blip r:embed="rId16"/>
            <a:stretch>
              <a:fillRect/>
            </a:stretch>
          </p:blipFill>
          <p:spPr>
            <a:xfrm>
              <a:off x="8758455" y="-516661"/>
              <a:ext cx="192741" cy="192740"/>
            </a:xfrm>
            <a:prstGeom prst="rect">
              <a:avLst/>
            </a:prstGeom>
          </p:spPr>
        </p:pic>
        <p:sp>
          <p:nvSpPr>
            <p:cNvPr id="7231" name="TextBox 7230">
              <a:extLst>
                <a:ext uri="{FF2B5EF4-FFF2-40B4-BE49-F238E27FC236}">
                  <a16:creationId xmlns:a16="http://schemas.microsoft.com/office/drawing/2014/main" id="{B9BCA7D1-93A8-3CC9-06B5-37AD0496531F}"/>
                </a:ext>
              </a:extLst>
            </p:cNvPr>
            <p:cNvSpPr txBox="1"/>
            <p:nvPr/>
          </p:nvSpPr>
          <p:spPr>
            <a:xfrm>
              <a:off x="8966485" y="-474152"/>
              <a:ext cx="1013330" cy="10772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Foundry Control Plane</a:t>
              </a:r>
              <a:endParaRPr kumimoji="0" lang="en-US" sz="700" b="0" i="0" u="none" strike="noStrike" kern="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pic>
          <p:nvPicPr>
            <p:cNvPr id="65" name="Picture 64" descr="A blue and pink logo  AI-generated content may be incorrect.">
              <a:extLst>
                <a:ext uri="{FF2B5EF4-FFF2-40B4-BE49-F238E27FC236}">
                  <a16:creationId xmlns:a16="http://schemas.microsoft.com/office/drawing/2014/main" id="{F4C101F8-5D8A-2DA0-DEA7-D816655911CC}"/>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10057785" y="-486882"/>
              <a:ext cx="133185" cy="133183"/>
            </a:xfrm>
            <a:prstGeom prst="rect">
              <a:avLst/>
            </a:prstGeom>
          </p:spPr>
        </p:pic>
        <p:sp>
          <p:nvSpPr>
            <p:cNvPr id="84" name="TextBox 83">
              <a:extLst>
                <a:ext uri="{FF2B5EF4-FFF2-40B4-BE49-F238E27FC236}">
                  <a16:creationId xmlns:a16="http://schemas.microsoft.com/office/drawing/2014/main" id="{485E117B-070A-8AE4-06CE-398F2F0E4B3B}"/>
                </a:ext>
              </a:extLst>
            </p:cNvPr>
            <p:cNvSpPr txBox="1"/>
            <p:nvPr/>
          </p:nvSpPr>
          <p:spPr>
            <a:xfrm>
              <a:off x="10252056" y="-474152"/>
              <a:ext cx="460215" cy="10772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Agent 365</a:t>
              </a:r>
              <a:endParaRPr kumimoji="0" lang="en-US" sz="700" b="0" i="0" u="none" strike="noStrike" kern="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grpSp>
      <p:sp>
        <p:nvSpPr>
          <p:cNvPr id="3" name="Freeform: Shape 2">
            <a:extLst>
              <a:ext uri="{FF2B5EF4-FFF2-40B4-BE49-F238E27FC236}">
                <a16:creationId xmlns:a16="http://schemas.microsoft.com/office/drawing/2014/main" id="{28F303BE-C09C-4DE5-E8AC-A7C07BE1A008}"/>
              </a:ext>
            </a:extLst>
          </p:cNvPr>
          <p:cNvSpPr/>
          <p:nvPr/>
        </p:nvSpPr>
        <p:spPr>
          <a:xfrm rot="5400000">
            <a:off x="7951982" y="2165019"/>
            <a:ext cx="134737" cy="190500"/>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 name="Freeform: Shape 4">
            <a:extLst>
              <a:ext uri="{FF2B5EF4-FFF2-40B4-BE49-F238E27FC236}">
                <a16:creationId xmlns:a16="http://schemas.microsoft.com/office/drawing/2014/main" id="{D8E91643-C2AB-647E-D773-42310F9B1AF7}"/>
              </a:ext>
            </a:extLst>
          </p:cNvPr>
          <p:cNvSpPr/>
          <p:nvPr/>
        </p:nvSpPr>
        <p:spPr>
          <a:xfrm rot="5400000">
            <a:off x="7951982" y="3206087"/>
            <a:ext cx="134737" cy="190500"/>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C2F8AC52-BDDB-6F4E-917F-1B9E44345231}"/>
              </a:ext>
            </a:extLst>
          </p:cNvPr>
          <p:cNvSpPr/>
          <p:nvPr/>
        </p:nvSpPr>
        <p:spPr>
          <a:xfrm rot="5400000">
            <a:off x="7951982" y="4247155"/>
            <a:ext cx="134737" cy="190500"/>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7" name="Freeform: Shape 6">
            <a:extLst>
              <a:ext uri="{FF2B5EF4-FFF2-40B4-BE49-F238E27FC236}">
                <a16:creationId xmlns:a16="http://schemas.microsoft.com/office/drawing/2014/main" id="{6A708DB6-C0DD-8050-1753-426EB2BD803A}"/>
              </a:ext>
            </a:extLst>
          </p:cNvPr>
          <p:cNvSpPr/>
          <p:nvPr/>
        </p:nvSpPr>
        <p:spPr>
          <a:xfrm rot="5400000">
            <a:off x="7951982" y="5288223"/>
            <a:ext cx="134737" cy="190500"/>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spTree>
    <p:extLst>
      <p:ext uri="{BB962C8B-B14F-4D97-AF65-F5344CB8AC3E}">
        <p14:creationId xmlns:p14="http://schemas.microsoft.com/office/powerpoint/2010/main" val="10049930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
                                        <p:tgtEl>
                                          <p:spTgt spid="24"/>
                                        </p:tgtEl>
                                      </p:cBhvr>
                                    </p:animEffect>
                                  </p:childTnLst>
                                </p:cTn>
                              </p:par>
                              <p:par>
                                <p:cTn id="8" presetID="42" presetClass="path" presetSubtype="0" decel="100000" fill="hold" grpId="1" nodeType="withEffect">
                                  <p:stCondLst>
                                    <p:cond delay="100"/>
                                  </p:stCondLst>
                                  <p:childTnLst>
                                    <p:animMotion origin="layout" path="M -4.16667E-6 0.03888 L -4.16667E-6 4.07407E-6 " pathEditMode="relative" rAng="0" ptsTypes="AA">
                                      <p:cBhvr>
                                        <p:cTn id="9" dur="500" fill="hold"/>
                                        <p:tgtEl>
                                          <p:spTgt spid="24"/>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200"/>
                                        <p:tgtEl>
                                          <p:spTgt spid="32"/>
                                        </p:tgtEl>
                                      </p:cBhvr>
                                    </p:animEffect>
                                  </p:childTnLst>
                                </p:cTn>
                              </p:par>
                              <p:par>
                                <p:cTn id="13" presetID="42" presetClass="path" presetSubtype="0" decel="100000" fill="hold" nodeType="withEffect">
                                  <p:stCondLst>
                                    <p:cond delay="100"/>
                                  </p:stCondLst>
                                  <p:childTnLst>
                                    <p:animMotion origin="layout" path="M 2.91667E-6 0.03889 L 2.91667E-6 1.11111E-6 " pathEditMode="relative" rAng="0" ptsTypes="AA">
                                      <p:cBhvr>
                                        <p:cTn id="14" dur="500" fill="hold"/>
                                        <p:tgtEl>
                                          <p:spTgt spid="32"/>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200"/>
                                        <p:tgtEl>
                                          <p:spTgt spid="31"/>
                                        </p:tgtEl>
                                      </p:cBhvr>
                                    </p:animEffect>
                                  </p:childTnLst>
                                </p:cTn>
                              </p:par>
                              <p:par>
                                <p:cTn id="18" presetID="42" presetClass="path" presetSubtype="0" decel="100000" fill="hold" grpId="1" nodeType="withEffect">
                                  <p:stCondLst>
                                    <p:cond delay="100"/>
                                  </p:stCondLst>
                                  <p:childTnLst>
                                    <p:animMotion origin="layout" path="M -2.08333E-6 0.03889 L -2.08333E-6 -4.44444E-6 " pathEditMode="relative" rAng="0" ptsTypes="AA">
                                      <p:cBhvr>
                                        <p:cTn id="19" dur="500" fill="hold"/>
                                        <p:tgtEl>
                                          <p:spTgt spid="31"/>
                                        </p:tgtEl>
                                        <p:attrNameLst>
                                          <p:attrName>ppt_x</p:attrName>
                                          <p:attrName>ppt_y</p:attrName>
                                        </p:attrNameLst>
                                      </p:cBhvr>
                                      <p:rCtr x="0" y="-1944"/>
                                    </p:animMotion>
                                  </p:childTnLst>
                                </p:cTn>
                              </p:par>
                              <p:par>
                                <p:cTn id="20" presetID="10" presetClass="entr" presetSubtype="0" fill="hold" grpId="0" nodeType="withEffect">
                                  <p:stCondLst>
                                    <p:cond delay="10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00"/>
                                        <p:tgtEl>
                                          <p:spTgt spid="27"/>
                                        </p:tgtEl>
                                      </p:cBhvr>
                                    </p:animEffect>
                                  </p:childTnLst>
                                </p:cTn>
                              </p:par>
                              <p:par>
                                <p:cTn id="23" presetID="42" presetClass="path" presetSubtype="0" decel="100000" fill="hold" grpId="1" nodeType="withEffect">
                                  <p:stCondLst>
                                    <p:cond delay="100"/>
                                  </p:stCondLst>
                                  <p:childTnLst>
                                    <p:animMotion origin="layout" path="M 2.70833E-6 0.03889 L 2.70833E-6 -1.85185E-6 " pathEditMode="relative" rAng="0" ptsTypes="AA">
                                      <p:cBhvr>
                                        <p:cTn id="24" dur="500" fill="hold"/>
                                        <p:tgtEl>
                                          <p:spTgt spid="27"/>
                                        </p:tgtEl>
                                        <p:attrNameLst>
                                          <p:attrName>ppt_x</p:attrName>
                                          <p:attrName>ppt_y</p:attrName>
                                        </p:attrNameLst>
                                      </p:cBhvr>
                                      <p:rCtr x="0" y="-1944"/>
                                    </p:animMotion>
                                  </p:childTnLst>
                                </p:cTn>
                              </p:par>
                              <p:par>
                                <p:cTn id="25" presetID="10" presetClass="entr" presetSubtype="0" fill="hold" nodeType="withEffect">
                                  <p:stCondLst>
                                    <p:cond delay="1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200"/>
                                        <p:tgtEl>
                                          <p:spTgt spid="25"/>
                                        </p:tgtEl>
                                      </p:cBhvr>
                                    </p:animEffect>
                                  </p:childTnLst>
                                </p:cTn>
                              </p:par>
                              <p:par>
                                <p:cTn id="28" presetID="42" presetClass="path" presetSubtype="0" decel="100000" fill="hold" nodeType="withEffect">
                                  <p:stCondLst>
                                    <p:cond delay="100"/>
                                  </p:stCondLst>
                                  <p:childTnLst>
                                    <p:animMotion origin="layout" path="M -4.375E-6 0.03889 L -4.375E-6 -2.96296E-6 " pathEditMode="relative" rAng="0" ptsTypes="AA">
                                      <p:cBhvr>
                                        <p:cTn id="29" dur="500" fill="hold"/>
                                        <p:tgtEl>
                                          <p:spTgt spid="25"/>
                                        </p:tgtEl>
                                        <p:attrNameLst>
                                          <p:attrName>ppt_x</p:attrName>
                                          <p:attrName>ppt_y</p:attrName>
                                        </p:attrNameLst>
                                      </p:cBhvr>
                                      <p:rCtr x="0" y="-1944"/>
                                    </p:animMotion>
                                  </p:childTnLst>
                                </p:cTn>
                              </p:par>
                              <p:par>
                                <p:cTn id="30" presetID="10" presetClass="entr" presetSubtype="0" fill="hold" grpId="0" nodeType="withEffect">
                                  <p:stCondLst>
                                    <p:cond delay="10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200"/>
                                        <p:tgtEl>
                                          <p:spTgt spid="29"/>
                                        </p:tgtEl>
                                      </p:cBhvr>
                                    </p:animEffect>
                                  </p:childTnLst>
                                </p:cTn>
                              </p:par>
                              <p:par>
                                <p:cTn id="33" presetID="42" presetClass="path" presetSubtype="0" decel="100000" fill="hold" grpId="1" nodeType="withEffect">
                                  <p:stCondLst>
                                    <p:cond delay="100"/>
                                  </p:stCondLst>
                                  <p:childTnLst>
                                    <p:animMotion origin="layout" path="M 2.70833E-6 0.03889 L 2.70833E-6 -4.07407E-6 " pathEditMode="relative" rAng="0" ptsTypes="AA">
                                      <p:cBhvr>
                                        <p:cTn id="34" dur="500" fill="hold"/>
                                        <p:tgtEl>
                                          <p:spTgt spid="29"/>
                                        </p:tgtEl>
                                        <p:attrNameLst>
                                          <p:attrName>ppt_x</p:attrName>
                                          <p:attrName>ppt_y</p:attrName>
                                        </p:attrNameLst>
                                      </p:cBhvr>
                                      <p:rCtr x="0" y="-1944"/>
                                    </p:animMotion>
                                  </p:childTnLst>
                                </p:cTn>
                              </p:par>
                              <p:par>
                                <p:cTn id="35" presetID="10" presetClass="entr" presetSubtype="0" fill="hold" nodeType="withEffect">
                                  <p:stCondLst>
                                    <p:cond delay="10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200"/>
                                        <p:tgtEl>
                                          <p:spTgt spid="26"/>
                                        </p:tgtEl>
                                      </p:cBhvr>
                                    </p:animEffect>
                                  </p:childTnLst>
                                </p:cTn>
                              </p:par>
                              <p:par>
                                <p:cTn id="38" presetID="42" presetClass="path" presetSubtype="0" decel="100000" fill="hold" nodeType="withEffect">
                                  <p:stCondLst>
                                    <p:cond delay="100"/>
                                  </p:stCondLst>
                                  <p:childTnLst>
                                    <p:animMotion origin="layout" path="M -4.375E-6 0.03888 L -4.375E-6 4.81481E-6 " pathEditMode="relative" rAng="0" ptsTypes="AA">
                                      <p:cBhvr>
                                        <p:cTn id="39" dur="500" fill="hold"/>
                                        <p:tgtEl>
                                          <p:spTgt spid="26"/>
                                        </p:tgtEl>
                                        <p:attrNameLst>
                                          <p:attrName>ppt_x</p:attrName>
                                          <p:attrName>ppt_y</p:attrName>
                                        </p:attrNameLst>
                                      </p:cBhvr>
                                      <p:rCtr x="0" y="-1944"/>
                                    </p:animMotion>
                                  </p:childTnLst>
                                </p:cTn>
                              </p:par>
                              <p:par>
                                <p:cTn id="40" presetID="10" presetClass="entr" presetSubtype="0" fill="hold" grpId="0" nodeType="withEffect">
                                  <p:stCondLst>
                                    <p:cond delay="10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200"/>
                                        <p:tgtEl>
                                          <p:spTgt spid="30"/>
                                        </p:tgtEl>
                                      </p:cBhvr>
                                    </p:animEffect>
                                  </p:childTnLst>
                                </p:cTn>
                              </p:par>
                              <p:par>
                                <p:cTn id="43" presetID="42" presetClass="path" presetSubtype="0" decel="100000" fill="hold" grpId="1" nodeType="withEffect">
                                  <p:stCondLst>
                                    <p:cond delay="100"/>
                                  </p:stCondLst>
                                  <p:childTnLst>
                                    <p:animMotion origin="layout" path="M 4.79167E-6 0.03889 L 4.79167E-6 -4.81481E-6 " pathEditMode="relative" rAng="0" ptsTypes="AA">
                                      <p:cBhvr>
                                        <p:cTn id="44" dur="500" fill="hold"/>
                                        <p:tgtEl>
                                          <p:spTgt spid="30"/>
                                        </p:tgtEl>
                                        <p:attrNameLst>
                                          <p:attrName>ppt_x</p:attrName>
                                          <p:attrName>ppt_y</p:attrName>
                                        </p:attrNameLst>
                                      </p:cBhvr>
                                      <p:rCtr x="0" y="-1944"/>
                                    </p:animMotion>
                                  </p:childTnLst>
                                </p:cTn>
                              </p:par>
                              <p:par>
                                <p:cTn id="45" presetID="10"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200"/>
                                        <p:tgtEl>
                                          <p:spTgt spid="4"/>
                                        </p:tgtEl>
                                      </p:cBhvr>
                                    </p:animEffect>
                                  </p:childTnLst>
                                </p:cTn>
                              </p:par>
                              <p:par>
                                <p:cTn id="48" presetID="42" presetClass="path" presetSubtype="0" decel="100000" fill="hold" grpId="1" nodeType="withEffect">
                                  <p:stCondLst>
                                    <p:cond delay="0"/>
                                  </p:stCondLst>
                                  <p:childTnLst>
                                    <p:animMotion origin="layout" path="M 0 0.03889 L 0 3.7037E-6 " pathEditMode="relative" rAng="0" ptsTypes="AA">
                                      <p:cBhvr>
                                        <p:cTn id="49" dur="500" fill="hold"/>
                                        <p:tgtEl>
                                          <p:spTgt spid="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4" grpId="0"/>
      <p:bldP spid="4" grpId="1"/>
      <p:bldP spid="27" grpId="0"/>
      <p:bldP spid="27" grpId="1"/>
      <p:bldP spid="29" grpId="0"/>
      <p:bldP spid="29" grpId="1"/>
      <p:bldP spid="30" grpId="0"/>
      <p:bldP spid="30" grpId="1"/>
      <p:bldP spid="31" grpId="0"/>
      <p:bldP spid="31"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872BD-46B0-11DE-FFA7-7FDDA014AA1D}"/>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CF200AB-3366-CA84-869A-5F670D425001}"/>
              </a:ext>
            </a:extLst>
          </p:cNvPr>
          <p:cNvPicPr>
            <a:picLocks noChangeAspect="1"/>
          </p:cNvPicPr>
          <p:nvPr/>
        </p:nvPicPr>
        <p:blipFill>
          <a:blip r:embed="rId4"/>
          <a:stretch>
            <a:fillRect/>
          </a:stretch>
        </p:blipFill>
        <p:spPr>
          <a:xfrm flipV="1">
            <a:off x="8753987" y="0"/>
            <a:ext cx="3438014" cy="2733121"/>
          </a:xfrm>
          <a:prstGeom prst="rect">
            <a:avLst/>
          </a:prstGeom>
        </p:spPr>
      </p:pic>
      <p:graphicFrame>
        <p:nvGraphicFramePr>
          <p:cNvPr id="10" name="think-cell data - do not delete" hidden="1">
            <a:extLst>
              <a:ext uri="{FF2B5EF4-FFF2-40B4-BE49-F238E27FC236}">
                <a16:creationId xmlns:a16="http://schemas.microsoft.com/office/drawing/2014/main" id="{152EF844-5E08-A784-4E0F-32AA33523D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10" name="think-cell data - do not delete" hidden="1">
                        <a:extLst>
                          <a:ext uri="{FF2B5EF4-FFF2-40B4-BE49-F238E27FC236}">
                            <a16:creationId xmlns:a16="http://schemas.microsoft.com/office/drawing/2014/main" id="{152EF844-5E08-A784-4E0F-32AA33523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6EF8D18B-052F-6D20-75B2-72BE7F1A0455}"/>
              </a:ext>
            </a:extLst>
          </p:cNvPr>
          <p:cNvSpPr>
            <a:spLocks noGrp="1"/>
          </p:cNvSpPr>
          <p:nvPr>
            <p:ph type="title"/>
          </p:nvPr>
        </p:nvSpPr>
        <p:spPr>
          <a:xfrm>
            <a:off x="419100" y="436330"/>
            <a:ext cx="11353799" cy="560426"/>
          </a:xfrm>
        </p:spPr>
        <p:txBody>
          <a:bodyPr vert="horz" lIns="0" tIns="0" rIns="0" bIns="0" rtlCol="0" anchor="t">
            <a:noAutofit/>
          </a:bodyPr>
          <a:lstStyle/>
          <a:p>
            <a:pPr defTabSz="914400">
              <a:lnSpc>
                <a:spcPct val="90000"/>
              </a:lnSpc>
            </a:pPr>
            <a:r>
              <a:rPr lang="en-US" kern="1200" spc="0">
                <a:solidFill>
                  <a:prstClr val="black"/>
                </a:solidFill>
                <a:latin typeface="Segoe UI Semibold"/>
                <a:cs typeface="+mj-cs"/>
              </a:rPr>
              <a:t>Build</a:t>
            </a:r>
          </a:p>
        </p:txBody>
      </p:sp>
      <p:grpSp>
        <p:nvGrpSpPr>
          <p:cNvPr id="36" name="Group 35">
            <a:extLst>
              <a:ext uri="{FF2B5EF4-FFF2-40B4-BE49-F238E27FC236}">
                <a16:creationId xmlns:a16="http://schemas.microsoft.com/office/drawing/2014/main" id="{7AB8D936-9245-DC47-35EC-570D72D223E5}"/>
              </a:ext>
            </a:extLst>
          </p:cNvPr>
          <p:cNvGrpSpPr/>
          <p:nvPr/>
        </p:nvGrpSpPr>
        <p:grpSpPr>
          <a:xfrm>
            <a:off x="419100" y="1644264"/>
            <a:ext cx="11353800" cy="4339819"/>
            <a:chOff x="419100" y="1644264"/>
            <a:chExt cx="11353800" cy="4339819"/>
          </a:xfrm>
        </p:grpSpPr>
        <p:sp>
          <p:nvSpPr>
            <p:cNvPr id="12" name="Shape 15">
              <a:extLst>
                <a:ext uri="{FF2B5EF4-FFF2-40B4-BE49-F238E27FC236}">
                  <a16:creationId xmlns:a16="http://schemas.microsoft.com/office/drawing/2014/main" id="{4C3FF485-0995-B608-2AB3-8110D5A50728}"/>
                </a:ext>
                <a:ext uri="{C183D7F6-B498-43B3-948B-1728B52AA6E4}">
                  <adec:decorative xmlns:adec="http://schemas.microsoft.com/office/drawing/2017/decorative" val="1"/>
                </a:ext>
              </a:extLst>
            </p:cNvPr>
            <p:cNvSpPr>
              <a:spLocks/>
            </p:cNvSpPr>
            <p:nvPr/>
          </p:nvSpPr>
          <p:spPr>
            <a:xfrm>
              <a:off x="419100" y="1644264"/>
              <a:ext cx="11353800" cy="4339819"/>
            </a:xfrm>
            <a:prstGeom prst="roundRect">
              <a:avLst>
                <a:gd name="adj" fmla="val 4828"/>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13" name="Rectangle: Rounded Corners 12">
              <a:extLst>
                <a:ext uri="{FF2B5EF4-FFF2-40B4-BE49-F238E27FC236}">
                  <a16:creationId xmlns:a16="http://schemas.microsoft.com/office/drawing/2014/main" id="{F26B247A-BB43-07CD-CFD2-97FF94397826}"/>
                </a:ext>
              </a:extLst>
            </p:cNvPr>
            <p:cNvSpPr/>
            <p:nvPr/>
          </p:nvSpPr>
          <p:spPr>
            <a:xfrm>
              <a:off x="603623" y="1817658"/>
              <a:ext cx="10984754" cy="515968"/>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600"/>
                </a:spcBef>
                <a:spcAft>
                  <a:spcPts val="0"/>
                </a:spcAft>
                <a:buClrTx/>
                <a:buSzPct val="90000"/>
                <a:buFontTx/>
                <a:buNone/>
                <a:tabLst/>
                <a:defRPr/>
              </a:pPr>
              <a:r>
                <a:rPr kumimoji="0" lang="en-US" sz="2000" b="0"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Developer Challenges</a:t>
              </a:r>
            </a:p>
          </p:txBody>
        </p:sp>
        <p:sp>
          <p:nvSpPr>
            <p:cNvPr id="20" name="Text Placeholder 22">
              <a:extLst>
                <a:ext uri="{FF2B5EF4-FFF2-40B4-BE49-F238E27FC236}">
                  <a16:creationId xmlns:a16="http://schemas.microsoft.com/office/drawing/2014/main" id="{C7B43977-AD07-846E-120C-7E5088C45C54}"/>
                </a:ext>
              </a:extLst>
            </p:cNvPr>
            <p:cNvSpPr txBox="1">
              <a:spLocks/>
            </p:cNvSpPr>
            <p:nvPr/>
          </p:nvSpPr>
          <p:spPr>
            <a:xfrm>
              <a:off x="2014139"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21" name="Text Placeholder 22">
              <a:extLst>
                <a:ext uri="{FF2B5EF4-FFF2-40B4-BE49-F238E27FC236}">
                  <a16:creationId xmlns:a16="http://schemas.microsoft.com/office/drawing/2014/main" id="{4AF2A3B3-3F39-A00D-AB22-05D31FA012F7}"/>
                </a:ext>
              </a:extLst>
            </p:cNvPr>
            <p:cNvSpPr txBox="1">
              <a:spLocks/>
            </p:cNvSpPr>
            <p:nvPr/>
          </p:nvSpPr>
          <p:spPr>
            <a:xfrm>
              <a:off x="5752385"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23" name="Text Placeholder 22">
              <a:extLst>
                <a:ext uri="{FF2B5EF4-FFF2-40B4-BE49-F238E27FC236}">
                  <a16:creationId xmlns:a16="http://schemas.microsoft.com/office/drawing/2014/main" id="{0A01819A-A396-A6C6-55F0-B5C5DF772BDB}"/>
                </a:ext>
              </a:extLst>
            </p:cNvPr>
            <p:cNvSpPr txBox="1">
              <a:spLocks/>
            </p:cNvSpPr>
            <p:nvPr/>
          </p:nvSpPr>
          <p:spPr>
            <a:xfrm>
              <a:off x="9490631"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30" name="Rectangle: Rounded Corners 29">
              <a:extLst>
                <a:ext uri="{FF2B5EF4-FFF2-40B4-BE49-F238E27FC236}">
                  <a16:creationId xmlns:a16="http://schemas.microsoft.com/office/drawing/2014/main" id="{42904431-BADA-AED1-FD4B-4BCF1A7A556A}"/>
                </a:ext>
              </a:extLst>
            </p:cNvPr>
            <p:cNvSpPr>
              <a:spLocks/>
            </p:cNvSpPr>
            <p:nvPr/>
          </p:nvSpPr>
          <p:spPr>
            <a:xfrm>
              <a:off x="557211" y="3744209"/>
              <a:ext cx="3601086" cy="2103424"/>
            </a:xfrm>
            <a:prstGeom prst="roundRect">
              <a:avLst>
                <a:gd name="adj" fmla="val 6408"/>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build with the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framework I want without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locking myself in?</a:t>
              </a:r>
            </a:p>
          </p:txBody>
        </p:sp>
        <p:sp>
          <p:nvSpPr>
            <p:cNvPr id="31" name="Rectangle: Rounded Corners 30">
              <a:extLst>
                <a:ext uri="{FF2B5EF4-FFF2-40B4-BE49-F238E27FC236}">
                  <a16:creationId xmlns:a16="http://schemas.microsoft.com/office/drawing/2014/main" id="{34B76C5F-C5A3-565C-4FE3-4383A4AFBBA4}"/>
                </a:ext>
              </a:extLst>
            </p:cNvPr>
            <p:cNvSpPr>
              <a:spLocks/>
            </p:cNvSpPr>
            <p:nvPr/>
          </p:nvSpPr>
          <p:spPr>
            <a:xfrm>
              <a:off x="4295457" y="3744209"/>
              <a:ext cx="3601086" cy="2103424"/>
            </a:xfrm>
            <a:prstGeom prst="roundRect">
              <a:avLst>
                <a:gd name="adj" fmla="val 6408"/>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ground my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agent on my company’s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knowledge without a six-month integration project?</a:t>
              </a:r>
            </a:p>
          </p:txBody>
        </p:sp>
        <p:sp>
          <p:nvSpPr>
            <p:cNvPr id="32" name="Rectangle: Rounded Corners 31">
              <a:extLst>
                <a:ext uri="{FF2B5EF4-FFF2-40B4-BE49-F238E27FC236}">
                  <a16:creationId xmlns:a16="http://schemas.microsoft.com/office/drawing/2014/main" id="{F37F94C1-6A00-18B3-FCA0-2C5487D914F1}"/>
                </a:ext>
              </a:extLst>
            </p:cNvPr>
            <p:cNvSpPr>
              <a:spLocks/>
            </p:cNvSpPr>
            <p:nvPr/>
          </p:nvSpPr>
          <p:spPr>
            <a:xfrm>
              <a:off x="8033703" y="3744209"/>
              <a:ext cx="3601086" cy="2103424"/>
            </a:xfrm>
            <a:prstGeom prst="roundRect">
              <a:avLst>
                <a:gd name="adj" fmla="val 6408"/>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give my agent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governed, secure access to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the tools and data it needs – without re-implementing the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same integrations every time?</a:t>
              </a:r>
            </a:p>
          </p:txBody>
        </p:sp>
        <p:sp>
          <p:nvSpPr>
            <p:cNvPr id="33" name="Graphic 32" descr="Icon of a coding sign in a dashboard with a wrench">
              <a:extLst>
                <a:ext uri="{FF2B5EF4-FFF2-40B4-BE49-F238E27FC236}">
                  <a16:creationId xmlns:a16="http://schemas.microsoft.com/office/drawing/2014/main" id="{E507B981-5CB7-8914-CCCA-737DBEB58263}"/>
                </a:ext>
              </a:extLst>
            </p:cNvPr>
            <p:cNvSpPr>
              <a:spLocks/>
            </p:cNvSpPr>
            <p:nvPr/>
          </p:nvSpPr>
          <p:spPr>
            <a:xfrm>
              <a:off x="2172333" y="2978147"/>
              <a:ext cx="370842" cy="351796"/>
            </a:xfrm>
            <a:custGeom>
              <a:avLst/>
              <a:gdLst>
                <a:gd name="connsiteX0" fmla="*/ 9525 w 200330"/>
                <a:gd name="connsiteY0" fmla="*/ 10001 h 190042"/>
                <a:gd name="connsiteX1" fmla="*/ 0 w 200330"/>
                <a:gd name="connsiteY1" fmla="*/ 33338 h 190042"/>
                <a:gd name="connsiteX2" fmla="*/ 0 w 200330"/>
                <a:gd name="connsiteY2" fmla="*/ 138113 h 190042"/>
                <a:gd name="connsiteX3" fmla="*/ 33338 w 200330"/>
                <a:gd name="connsiteY3" fmla="*/ 171450 h 190042"/>
                <a:gd name="connsiteX4" fmla="*/ 100146 w 200330"/>
                <a:gd name="connsiteY4" fmla="*/ 171450 h 190042"/>
                <a:gd name="connsiteX5" fmla="*/ 102813 w 200330"/>
                <a:gd name="connsiteY5" fmla="*/ 164440 h 190042"/>
                <a:gd name="connsiteX6" fmla="*/ 109766 w 200330"/>
                <a:gd name="connsiteY6" fmla="*/ 152400 h 190042"/>
                <a:gd name="connsiteX7" fmla="*/ 33338 w 200330"/>
                <a:gd name="connsiteY7" fmla="*/ 152400 h 190042"/>
                <a:gd name="connsiteX8" fmla="*/ 19050 w 200330"/>
                <a:gd name="connsiteY8" fmla="*/ 138113 h 190042"/>
                <a:gd name="connsiteX9" fmla="*/ 19050 w 200330"/>
                <a:gd name="connsiteY9" fmla="*/ 47625 h 190042"/>
                <a:gd name="connsiteX10" fmla="*/ 152400 w 200330"/>
                <a:gd name="connsiteY10" fmla="*/ 47625 h 190042"/>
                <a:gd name="connsiteX11" fmla="*/ 152400 w 200330"/>
                <a:gd name="connsiteY11" fmla="*/ 59569 h 190042"/>
                <a:gd name="connsiteX12" fmla="*/ 171450 w 200330"/>
                <a:gd name="connsiteY12" fmla="*/ 57236 h 190042"/>
                <a:gd name="connsiteX13" fmla="*/ 171450 w 200330"/>
                <a:gd name="connsiteY13" fmla="*/ 33338 h 190042"/>
                <a:gd name="connsiteX14" fmla="*/ 161925 w 200330"/>
                <a:gd name="connsiteY14" fmla="*/ 10001 h 190042"/>
                <a:gd name="connsiteX15" fmla="*/ 161925 w 200330"/>
                <a:gd name="connsiteY15" fmla="*/ 9525 h 190042"/>
                <a:gd name="connsiteX16" fmla="*/ 161449 w 200330"/>
                <a:gd name="connsiteY16" fmla="*/ 9525 h 190042"/>
                <a:gd name="connsiteX17" fmla="*/ 138113 w 200330"/>
                <a:gd name="connsiteY17" fmla="*/ 0 h 190042"/>
                <a:gd name="connsiteX18" fmla="*/ 33338 w 200330"/>
                <a:gd name="connsiteY18" fmla="*/ 0 h 190042"/>
                <a:gd name="connsiteX19" fmla="*/ 10001 w 200330"/>
                <a:gd name="connsiteY19" fmla="*/ 9525 h 190042"/>
                <a:gd name="connsiteX20" fmla="*/ 9525 w 200330"/>
                <a:gd name="connsiteY20" fmla="*/ 9525 h 190042"/>
                <a:gd name="connsiteX21" fmla="*/ 9525 w 200330"/>
                <a:gd name="connsiteY21" fmla="*/ 10001 h 190042"/>
                <a:gd name="connsiteX22" fmla="*/ 163944 w 200330"/>
                <a:gd name="connsiteY22" fmla="*/ 66675 h 190042"/>
                <a:gd name="connsiteX23" fmla="*/ 173088 w 200330"/>
                <a:gd name="connsiteY23" fmla="*/ 67094 h 190042"/>
                <a:gd name="connsiteX24" fmla="*/ 157363 w 200330"/>
                <a:gd name="connsiteY24" fmla="*/ 94317 h 190042"/>
                <a:gd name="connsiteX25" fmla="*/ 160953 w 200330"/>
                <a:gd name="connsiteY25" fmla="*/ 109621 h 190042"/>
                <a:gd name="connsiteX26" fmla="*/ 176257 w 200330"/>
                <a:gd name="connsiteY26" fmla="*/ 106031 h 190042"/>
                <a:gd name="connsiteX27" fmla="*/ 176603 w 200330"/>
                <a:gd name="connsiteY27" fmla="*/ 105432 h 190042"/>
                <a:gd name="connsiteX28" fmla="*/ 192329 w 200330"/>
                <a:gd name="connsiteY28" fmla="*/ 78200 h 190042"/>
                <a:gd name="connsiteX29" fmla="*/ 188653 w 200330"/>
                <a:gd name="connsiteY29" fmla="*/ 125217 h 190042"/>
                <a:gd name="connsiteX30" fmla="*/ 163992 w 200330"/>
                <a:gd name="connsiteY30" fmla="*/ 133083 h 190042"/>
                <a:gd name="connsiteX31" fmla="*/ 135122 w 200330"/>
                <a:gd name="connsiteY31" fmla="*/ 183090 h 190042"/>
                <a:gd name="connsiteX32" fmla="*/ 116143 w 200330"/>
                <a:gd name="connsiteY32" fmla="*/ 188181 h 190042"/>
                <a:gd name="connsiteX33" fmla="*/ 111052 w 200330"/>
                <a:gd name="connsiteY33" fmla="*/ 169202 h 190042"/>
                <a:gd name="connsiteX34" fmla="*/ 139875 w 200330"/>
                <a:gd name="connsiteY34" fmla="*/ 119291 h 190042"/>
                <a:gd name="connsiteX35" fmla="*/ 147558 w 200330"/>
                <a:gd name="connsiteY35" fmla="*/ 72775 h 190042"/>
                <a:gd name="connsiteX36" fmla="*/ 163944 w 200330"/>
                <a:gd name="connsiteY36" fmla="*/ 66675 h 190042"/>
                <a:gd name="connsiteX37" fmla="*/ 79077 w 200330"/>
                <a:gd name="connsiteY37" fmla="*/ 68990 h 190042"/>
                <a:gd name="connsiteX38" fmla="*/ 78651 w 200330"/>
                <a:gd name="connsiteY38" fmla="*/ 79083 h 190042"/>
                <a:gd name="connsiteX39" fmla="*/ 78648 w 200330"/>
                <a:gd name="connsiteY39" fmla="*/ 79086 h 190042"/>
                <a:gd name="connsiteX40" fmla="*/ 55817 w 200330"/>
                <a:gd name="connsiteY40" fmla="*/ 100013 h 190042"/>
                <a:gd name="connsiteX41" fmla="*/ 78648 w 200330"/>
                <a:gd name="connsiteY41" fmla="*/ 120939 h 190042"/>
                <a:gd name="connsiteX42" fmla="*/ 79086 w 200330"/>
                <a:gd name="connsiteY42" fmla="*/ 131035 h 190042"/>
                <a:gd name="connsiteX43" fmla="*/ 68990 w 200330"/>
                <a:gd name="connsiteY43" fmla="*/ 131474 h 190042"/>
                <a:gd name="connsiteX44" fmla="*/ 40415 w 200330"/>
                <a:gd name="connsiteY44" fmla="*/ 105280 h 190042"/>
                <a:gd name="connsiteX45" fmla="*/ 39973 w 200330"/>
                <a:gd name="connsiteY45" fmla="*/ 95187 h 190042"/>
                <a:gd name="connsiteX46" fmla="*/ 40415 w 200330"/>
                <a:gd name="connsiteY46" fmla="*/ 94745 h 190042"/>
                <a:gd name="connsiteX47" fmla="*/ 68990 w 200330"/>
                <a:gd name="connsiteY47" fmla="*/ 68551 h 190042"/>
                <a:gd name="connsiteX48" fmla="*/ 79083 w 200330"/>
                <a:gd name="connsiteY48" fmla="*/ 68986 h 190042"/>
                <a:gd name="connsiteX49" fmla="*/ 79086 w 200330"/>
                <a:gd name="connsiteY49" fmla="*/ 68990 h 190042"/>
                <a:gd name="connsiteX50" fmla="*/ 107223 w 200330"/>
                <a:gd name="connsiteY50" fmla="*/ 131474 h 190042"/>
                <a:gd name="connsiteX51" fmla="*/ 126463 w 200330"/>
                <a:gd name="connsiteY51" fmla="*/ 113833 h 190042"/>
                <a:gd name="connsiteX52" fmla="*/ 126387 w 200330"/>
                <a:gd name="connsiteY52" fmla="*/ 86116 h 190042"/>
                <a:gd name="connsiteX53" fmla="*/ 107223 w 200330"/>
                <a:gd name="connsiteY53" fmla="*/ 68551 h 190042"/>
                <a:gd name="connsiteX54" fmla="*/ 97126 w 200330"/>
                <a:gd name="connsiteY54" fmla="*/ 68990 h 190042"/>
                <a:gd name="connsiteX55" fmla="*/ 97565 w 200330"/>
                <a:gd name="connsiteY55" fmla="*/ 79086 h 190042"/>
                <a:gd name="connsiteX56" fmla="*/ 120396 w 200330"/>
                <a:gd name="connsiteY56" fmla="*/ 100013 h 190042"/>
                <a:gd name="connsiteX57" fmla="*/ 97565 w 200330"/>
                <a:gd name="connsiteY57" fmla="*/ 120939 h 190042"/>
                <a:gd name="connsiteX58" fmla="*/ 97126 w 200330"/>
                <a:gd name="connsiteY58" fmla="*/ 131035 h 190042"/>
                <a:gd name="connsiteX59" fmla="*/ 107223 w 200330"/>
                <a:gd name="connsiteY59" fmla="*/ 131474 h 19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00330" h="190042">
                  <a:moveTo>
                    <a:pt x="9525" y="10001"/>
                  </a:moveTo>
                  <a:cubicBezTo>
                    <a:pt x="3629" y="16021"/>
                    <a:pt x="0" y="24251"/>
                    <a:pt x="0" y="33338"/>
                  </a:cubicBezTo>
                  <a:lnTo>
                    <a:pt x="0" y="138113"/>
                  </a:lnTo>
                  <a:cubicBezTo>
                    <a:pt x="0" y="156524"/>
                    <a:pt x="14926" y="171450"/>
                    <a:pt x="33338" y="171450"/>
                  </a:cubicBezTo>
                  <a:lnTo>
                    <a:pt x="100146" y="171450"/>
                  </a:lnTo>
                  <a:cubicBezTo>
                    <a:pt x="100632" y="169050"/>
                    <a:pt x="101517" y="166688"/>
                    <a:pt x="102813" y="164440"/>
                  </a:cubicBezTo>
                  <a:lnTo>
                    <a:pt x="109766" y="152400"/>
                  </a:lnTo>
                  <a:lnTo>
                    <a:pt x="33338" y="152400"/>
                  </a:lnTo>
                  <a:cubicBezTo>
                    <a:pt x="25447" y="152400"/>
                    <a:pt x="19050" y="146003"/>
                    <a:pt x="19050" y="138113"/>
                  </a:cubicBezTo>
                  <a:lnTo>
                    <a:pt x="19050" y="47625"/>
                  </a:lnTo>
                  <a:lnTo>
                    <a:pt x="152400" y="47625"/>
                  </a:lnTo>
                  <a:lnTo>
                    <a:pt x="152400" y="59569"/>
                  </a:lnTo>
                  <a:cubicBezTo>
                    <a:pt x="158493" y="57366"/>
                    <a:pt x="165005" y="56569"/>
                    <a:pt x="171450" y="57236"/>
                  </a:cubicBezTo>
                  <a:lnTo>
                    <a:pt x="171450" y="33338"/>
                  </a:lnTo>
                  <a:cubicBezTo>
                    <a:pt x="171450" y="24251"/>
                    <a:pt x="167821" y="16021"/>
                    <a:pt x="161925" y="10001"/>
                  </a:cubicBezTo>
                  <a:lnTo>
                    <a:pt x="161925" y="9525"/>
                  </a:lnTo>
                  <a:lnTo>
                    <a:pt x="161449" y="9525"/>
                  </a:lnTo>
                  <a:cubicBezTo>
                    <a:pt x="155223" y="3409"/>
                    <a:pt x="146840" y="-12"/>
                    <a:pt x="138113" y="0"/>
                  </a:cubicBezTo>
                  <a:lnTo>
                    <a:pt x="33338" y="0"/>
                  </a:lnTo>
                  <a:cubicBezTo>
                    <a:pt x="24251" y="0"/>
                    <a:pt x="16021" y="3629"/>
                    <a:pt x="10001" y="9525"/>
                  </a:cubicBezTo>
                  <a:lnTo>
                    <a:pt x="9525" y="9525"/>
                  </a:lnTo>
                  <a:lnTo>
                    <a:pt x="9525" y="10001"/>
                  </a:lnTo>
                  <a:close/>
                  <a:moveTo>
                    <a:pt x="163944" y="66675"/>
                  </a:moveTo>
                  <a:cubicBezTo>
                    <a:pt x="166997" y="66393"/>
                    <a:pt x="170074" y="66534"/>
                    <a:pt x="173088" y="67094"/>
                  </a:cubicBezTo>
                  <a:lnTo>
                    <a:pt x="157363" y="94317"/>
                  </a:lnTo>
                  <a:cubicBezTo>
                    <a:pt x="154128" y="99534"/>
                    <a:pt x="155735" y="106386"/>
                    <a:pt x="160953" y="109621"/>
                  </a:cubicBezTo>
                  <a:cubicBezTo>
                    <a:pt x="166170" y="112856"/>
                    <a:pt x="173022" y="111248"/>
                    <a:pt x="176257" y="106031"/>
                  </a:cubicBezTo>
                  <a:cubicBezTo>
                    <a:pt x="176379" y="105835"/>
                    <a:pt x="176494" y="105635"/>
                    <a:pt x="176603" y="105432"/>
                  </a:cubicBezTo>
                  <a:lnTo>
                    <a:pt x="192329" y="78200"/>
                  </a:lnTo>
                  <a:cubicBezTo>
                    <a:pt x="204297" y="92198"/>
                    <a:pt x="202651" y="113248"/>
                    <a:pt x="188653" y="125217"/>
                  </a:cubicBezTo>
                  <a:cubicBezTo>
                    <a:pt x="181827" y="131053"/>
                    <a:pt x="172936" y="133889"/>
                    <a:pt x="163992" y="133083"/>
                  </a:cubicBezTo>
                  <a:lnTo>
                    <a:pt x="135122" y="183090"/>
                  </a:lnTo>
                  <a:cubicBezTo>
                    <a:pt x="131287" y="189736"/>
                    <a:pt x="122790" y="192016"/>
                    <a:pt x="116143" y="188181"/>
                  </a:cubicBezTo>
                  <a:cubicBezTo>
                    <a:pt x="109496" y="184346"/>
                    <a:pt x="107217" y="175849"/>
                    <a:pt x="111052" y="169202"/>
                  </a:cubicBezTo>
                  <a:lnTo>
                    <a:pt x="139875" y="119291"/>
                  </a:lnTo>
                  <a:cubicBezTo>
                    <a:pt x="129151" y="104324"/>
                    <a:pt x="132591" y="83498"/>
                    <a:pt x="147558" y="72775"/>
                  </a:cubicBezTo>
                  <a:cubicBezTo>
                    <a:pt x="152380" y="69320"/>
                    <a:pt x="158037" y="67214"/>
                    <a:pt x="163944" y="66675"/>
                  </a:cubicBezTo>
                  <a:close/>
                  <a:moveTo>
                    <a:pt x="79077" y="68990"/>
                  </a:moveTo>
                  <a:cubicBezTo>
                    <a:pt x="81746" y="71894"/>
                    <a:pt x="81556" y="76414"/>
                    <a:pt x="78651" y="79083"/>
                  </a:cubicBezTo>
                  <a:cubicBezTo>
                    <a:pt x="78650" y="79084"/>
                    <a:pt x="78649" y="79085"/>
                    <a:pt x="78648" y="79086"/>
                  </a:cubicBezTo>
                  <a:lnTo>
                    <a:pt x="55817" y="100013"/>
                  </a:lnTo>
                  <a:lnTo>
                    <a:pt x="78648" y="120939"/>
                  </a:lnTo>
                  <a:cubicBezTo>
                    <a:pt x="81557" y="123606"/>
                    <a:pt x="81753" y="128126"/>
                    <a:pt x="79086" y="131035"/>
                  </a:cubicBezTo>
                  <a:cubicBezTo>
                    <a:pt x="76419" y="133945"/>
                    <a:pt x="71899" y="134141"/>
                    <a:pt x="68990" y="131474"/>
                  </a:cubicBezTo>
                  <a:lnTo>
                    <a:pt x="40415" y="105280"/>
                  </a:lnTo>
                  <a:cubicBezTo>
                    <a:pt x="37506" y="102615"/>
                    <a:pt x="37308" y="98096"/>
                    <a:pt x="39973" y="95187"/>
                  </a:cubicBezTo>
                  <a:cubicBezTo>
                    <a:pt x="40114" y="95033"/>
                    <a:pt x="40261" y="94886"/>
                    <a:pt x="40415" y="94745"/>
                  </a:cubicBezTo>
                  <a:lnTo>
                    <a:pt x="68990" y="68551"/>
                  </a:lnTo>
                  <a:cubicBezTo>
                    <a:pt x="71897" y="65884"/>
                    <a:pt x="76416" y="66079"/>
                    <a:pt x="79083" y="68986"/>
                  </a:cubicBezTo>
                  <a:cubicBezTo>
                    <a:pt x="79084" y="68987"/>
                    <a:pt x="79085" y="68988"/>
                    <a:pt x="79086" y="68990"/>
                  </a:cubicBezTo>
                  <a:close/>
                  <a:moveTo>
                    <a:pt x="107223" y="131474"/>
                  </a:moveTo>
                  <a:lnTo>
                    <a:pt x="126463" y="113833"/>
                  </a:lnTo>
                  <a:cubicBezTo>
                    <a:pt x="123365" y="104858"/>
                    <a:pt x="123339" y="95108"/>
                    <a:pt x="126387" y="86116"/>
                  </a:cubicBezTo>
                  <a:lnTo>
                    <a:pt x="107223" y="68551"/>
                  </a:lnTo>
                  <a:cubicBezTo>
                    <a:pt x="104314" y="65884"/>
                    <a:pt x="99794" y="66081"/>
                    <a:pt x="97126" y="68990"/>
                  </a:cubicBezTo>
                  <a:cubicBezTo>
                    <a:pt x="94459" y="71899"/>
                    <a:pt x="94656" y="76419"/>
                    <a:pt x="97565" y="79086"/>
                  </a:cubicBezTo>
                  <a:lnTo>
                    <a:pt x="120396" y="100013"/>
                  </a:lnTo>
                  <a:lnTo>
                    <a:pt x="97565" y="120939"/>
                  </a:lnTo>
                  <a:cubicBezTo>
                    <a:pt x="94656" y="123606"/>
                    <a:pt x="94459" y="128126"/>
                    <a:pt x="97126" y="131035"/>
                  </a:cubicBezTo>
                  <a:cubicBezTo>
                    <a:pt x="99794" y="133945"/>
                    <a:pt x="104314" y="134141"/>
                    <a:pt x="107223" y="131474"/>
                  </a:cubicBezTo>
                  <a:close/>
                </a:path>
              </a:pathLst>
            </a:custGeom>
            <a:solidFill>
              <a:schemeClr val="bg1"/>
            </a:solidFill>
            <a:ln w="1230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4" name="Graphic 47" descr="Icon of a conveyor belt with a checkmark">
              <a:extLst>
                <a:ext uri="{FF2B5EF4-FFF2-40B4-BE49-F238E27FC236}">
                  <a16:creationId xmlns:a16="http://schemas.microsoft.com/office/drawing/2014/main" id="{805E7F6A-EBDC-C5FE-79FE-4659CF19F5FA}"/>
                </a:ext>
              </a:extLst>
            </p:cNvPr>
            <p:cNvSpPr/>
            <p:nvPr/>
          </p:nvSpPr>
          <p:spPr>
            <a:xfrm>
              <a:off x="5892800" y="2965359"/>
              <a:ext cx="406400" cy="377372"/>
            </a:xfrm>
            <a:custGeom>
              <a:avLst/>
              <a:gdLst>
                <a:gd name="connsiteX0" fmla="*/ 40481 w 200025"/>
                <a:gd name="connsiteY0" fmla="*/ 0 h 185737"/>
                <a:gd name="connsiteX1" fmla="*/ 23813 w 200025"/>
                <a:gd name="connsiteY1" fmla="*/ 16669 h 185737"/>
                <a:gd name="connsiteX2" fmla="*/ 23813 w 200025"/>
                <a:gd name="connsiteY2" fmla="*/ 40481 h 185737"/>
                <a:gd name="connsiteX3" fmla="*/ 40481 w 200025"/>
                <a:gd name="connsiteY3" fmla="*/ 57150 h 185737"/>
                <a:gd name="connsiteX4" fmla="*/ 64294 w 200025"/>
                <a:gd name="connsiteY4" fmla="*/ 57150 h 185737"/>
                <a:gd name="connsiteX5" fmla="*/ 80963 w 200025"/>
                <a:gd name="connsiteY5" fmla="*/ 40481 h 185737"/>
                <a:gd name="connsiteX6" fmla="*/ 80963 w 200025"/>
                <a:gd name="connsiteY6" fmla="*/ 16669 h 185737"/>
                <a:gd name="connsiteX7" fmla="*/ 64294 w 200025"/>
                <a:gd name="connsiteY7" fmla="*/ 0 h 185737"/>
                <a:gd name="connsiteX8" fmla="*/ 40481 w 200025"/>
                <a:gd name="connsiteY8" fmla="*/ 0 h 185737"/>
                <a:gd name="connsiteX9" fmla="*/ 109538 w 200025"/>
                <a:gd name="connsiteY9" fmla="*/ 16669 h 185737"/>
                <a:gd name="connsiteX10" fmla="*/ 109538 w 200025"/>
                <a:gd name="connsiteY10" fmla="*/ 40481 h 185737"/>
                <a:gd name="connsiteX11" fmla="*/ 126206 w 200025"/>
                <a:gd name="connsiteY11" fmla="*/ 57150 h 185737"/>
                <a:gd name="connsiteX12" fmla="*/ 150019 w 200025"/>
                <a:gd name="connsiteY12" fmla="*/ 57150 h 185737"/>
                <a:gd name="connsiteX13" fmla="*/ 166688 w 200025"/>
                <a:gd name="connsiteY13" fmla="*/ 40481 h 185737"/>
                <a:gd name="connsiteX14" fmla="*/ 166688 w 200025"/>
                <a:gd name="connsiteY14" fmla="*/ 16669 h 185737"/>
                <a:gd name="connsiteX15" fmla="*/ 150019 w 200025"/>
                <a:gd name="connsiteY15" fmla="*/ 0 h 185737"/>
                <a:gd name="connsiteX16" fmla="*/ 126206 w 200025"/>
                <a:gd name="connsiteY16" fmla="*/ 0 h 185737"/>
                <a:gd name="connsiteX17" fmla="*/ 109538 w 200025"/>
                <a:gd name="connsiteY17" fmla="*/ 16669 h 185737"/>
                <a:gd name="connsiteX18" fmla="*/ 126206 w 200025"/>
                <a:gd name="connsiteY18" fmla="*/ 14288 h 185737"/>
                <a:gd name="connsiteX19" fmla="*/ 150019 w 200025"/>
                <a:gd name="connsiteY19" fmla="*/ 14288 h 185737"/>
                <a:gd name="connsiteX20" fmla="*/ 152400 w 200025"/>
                <a:gd name="connsiteY20" fmla="*/ 16669 h 185737"/>
                <a:gd name="connsiteX21" fmla="*/ 152400 w 200025"/>
                <a:gd name="connsiteY21" fmla="*/ 40481 h 185737"/>
                <a:gd name="connsiteX22" fmla="*/ 150019 w 200025"/>
                <a:gd name="connsiteY22" fmla="*/ 42863 h 185737"/>
                <a:gd name="connsiteX23" fmla="*/ 126206 w 200025"/>
                <a:gd name="connsiteY23" fmla="*/ 42863 h 185737"/>
                <a:gd name="connsiteX24" fmla="*/ 123825 w 200025"/>
                <a:gd name="connsiteY24" fmla="*/ 40481 h 185737"/>
                <a:gd name="connsiteX25" fmla="*/ 123825 w 200025"/>
                <a:gd name="connsiteY25" fmla="*/ 16669 h 185737"/>
                <a:gd name="connsiteX26" fmla="*/ 126206 w 200025"/>
                <a:gd name="connsiteY26" fmla="*/ 14288 h 185737"/>
                <a:gd name="connsiteX27" fmla="*/ 42863 w 200025"/>
                <a:gd name="connsiteY27" fmla="*/ 76200 h 185737"/>
                <a:gd name="connsiteX28" fmla="*/ 0 w 200025"/>
                <a:gd name="connsiteY28" fmla="*/ 119063 h 185737"/>
                <a:gd name="connsiteX29" fmla="*/ 42863 w 200025"/>
                <a:gd name="connsiteY29" fmla="*/ 161925 h 185737"/>
                <a:gd name="connsiteX30" fmla="*/ 92697 w 200025"/>
                <a:gd name="connsiteY30" fmla="*/ 161925 h 185737"/>
                <a:gd name="connsiteX31" fmla="*/ 85830 w 200025"/>
                <a:gd name="connsiteY31" fmla="*/ 129797 h 185737"/>
                <a:gd name="connsiteX32" fmla="*/ 84512 w 200025"/>
                <a:gd name="connsiteY32" fmla="*/ 109635 h 185737"/>
                <a:gd name="connsiteX33" fmla="*/ 92573 w 200025"/>
                <a:gd name="connsiteY33" fmla="*/ 105023 h 185737"/>
                <a:gd name="connsiteX34" fmla="*/ 123787 w 200025"/>
                <a:gd name="connsiteY34" fmla="*/ 76200 h 185737"/>
                <a:gd name="connsiteX35" fmla="*/ 42863 w 200025"/>
                <a:gd name="connsiteY35" fmla="*/ 76200 h 185737"/>
                <a:gd name="connsiteX36" fmla="*/ 47625 w 200025"/>
                <a:gd name="connsiteY36" fmla="*/ 133350 h 185737"/>
                <a:gd name="connsiteX37" fmla="*/ 33338 w 200025"/>
                <a:gd name="connsiteY37" fmla="*/ 119063 h 185737"/>
                <a:gd name="connsiteX38" fmla="*/ 47625 w 200025"/>
                <a:gd name="connsiteY38" fmla="*/ 104775 h 185737"/>
                <a:gd name="connsiteX39" fmla="*/ 61913 w 200025"/>
                <a:gd name="connsiteY39" fmla="*/ 119063 h 185737"/>
                <a:gd name="connsiteX40" fmla="*/ 47625 w 200025"/>
                <a:gd name="connsiteY40" fmla="*/ 133350 h 185737"/>
                <a:gd name="connsiteX41" fmla="*/ 200025 w 200025"/>
                <a:gd name="connsiteY41" fmla="*/ 133350 h 185737"/>
                <a:gd name="connsiteX42" fmla="*/ 147638 w 200025"/>
                <a:gd name="connsiteY42" fmla="*/ 185738 h 185737"/>
                <a:gd name="connsiteX43" fmla="*/ 95250 w 200025"/>
                <a:gd name="connsiteY43" fmla="*/ 133350 h 185737"/>
                <a:gd name="connsiteX44" fmla="*/ 147638 w 200025"/>
                <a:gd name="connsiteY44" fmla="*/ 80963 h 185737"/>
                <a:gd name="connsiteX45" fmla="*/ 200025 w 200025"/>
                <a:gd name="connsiteY45" fmla="*/ 133350 h 185737"/>
                <a:gd name="connsiteX46" fmla="*/ 179584 w 200025"/>
                <a:gd name="connsiteY46" fmla="*/ 110928 h 185737"/>
                <a:gd name="connsiteX47" fmla="*/ 172849 w 200025"/>
                <a:gd name="connsiteY47" fmla="*/ 110920 h 185737"/>
                <a:gd name="connsiteX48" fmla="*/ 172841 w 200025"/>
                <a:gd name="connsiteY48" fmla="*/ 110928 h 185737"/>
                <a:gd name="connsiteX49" fmla="*/ 138113 w 200025"/>
                <a:gd name="connsiteY49" fmla="*/ 145666 h 185737"/>
                <a:gd name="connsiteX50" fmla="*/ 122434 w 200025"/>
                <a:gd name="connsiteY50" fmla="*/ 129978 h 185737"/>
                <a:gd name="connsiteX51" fmla="*/ 115691 w 200025"/>
                <a:gd name="connsiteY51" fmla="*/ 129978 h 185737"/>
                <a:gd name="connsiteX52" fmla="*/ 115691 w 200025"/>
                <a:gd name="connsiteY52" fmla="*/ 136722 h 185737"/>
                <a:gd name="connsiteX53" fmla="*/ 134741 w 200025"/>
                <a:gd name="connsiteY53" fmla="*/ 155772 h 185737"/>
                <a:gd name="connsiteX54" fmla="*/ 141476 w 200025"/>
                <a:gd name="connsiteY54" fmla="*/ 155780 h 185737"/>
                <a:gd name="connsiteX55" fmla="*/ 141484 w 200025"/>
                <a:gd name="connsiteY55" fmla="*/ 155772 h 185737"/>
                <a:gd name="connsiteX56" fmla="*/ 179584 w 200025"/>
                <a:gd name="connsiteY56" fmla="*/ 117672 h 185737"/>
                <a:gd name="connsiteX57" fmla="*/ 179593 w 200025"/>
                <a:gd name="connsiteY57" fmla="*/ 110937 h 185737"/>
                <a:gd name="connsiteX58" fmla="*/ 179584 w 200025"/>
                <a:gd name="connsiteY58" fmla="*/ 110928 h 185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00025" h="185737">
                  <a:moveTo>
                    <a:pt x="40481" y="0"/>
                  </a:moveTo>
                  <a:cubicBezTo>
                    <a:pt x="31275" y="0"/>
                    <a:pt x="23813" y="7463"/>
                    <a:pt x="23813" y="16669"/>
                  </a:cubicBezTo>
                  <a:lnTo>
                    <a:pt x="23813" y="40481"/>
                  </a:lnTo>
                  <a:cubicBezTo>
                    <a:pt x="23813" y="49682"/>
                    <a:pt x="31280" y="57150"/>
                    <a:pt x="40481" y="57150"/>
                  </a:cubicBezTo>
                  <a:lnTo>
                    <a:pt x="64294" y="57150"/>
                  </a:lnTo>
                  <a:cubicBezTo>
                    <a:pt x="73500" y="57150"/>
                    <a:pt x="80963" y="49687"/>
                    <a:pt x="80963" y="40481"/>
                  </a:cubicBezTo>
                  <a:lnTo>
                    <a:pt x="80963" y="16669"/>
                  </a:lnTo>
                  <a:cubicBezTo>
                    <a:pt x="80963" y="7463"/>
                    <a:pt x="73500" y="0"/>
                    <a:pt x="64294" y="0"/>
                  </a:cubicBezTo>
                  <a:lnTo>
                    <a:pt x="40481" y="0"/>
                  </a:lnTo>
                  <a:close/>
                  <a:moveTo>
                    <a:pt x="109538" y="16669"/>
                  </a:moveTo>
                  <a:lnTo>
                    <a:pt x="109538" y="40481"/>
                  </a:lnTo>
                  <a:cubicBezTo>
                    <a:pt x="109538" y="49682"/>
                    <a:pt x="117005" y="57150"/>
                    <a:pt x="126206" y="57150"/>
                  </a:cubicBezTo>
                  <a:lnTo>
                    <a:pt x="150019" y="57150"/>
                  </a:lnTo>
                  <a:cubicBezTo>
                    <a:pt x="159225" y="57150"/>
                    <a:pt x="166688" y="49687"/>
                    <a:pt x="166688" y="40481"/>
                  </a:cubicBezTo>
                  <a:lnTo>
                    <a:pt x="166688" y="16669"/>
                  </a:lnTo>
                  <a:cubicBezTo>
                    <a:pt x="166688" y="7463"/>
                    <a:pt x="159225" y="0"/>
                    <a:pt x="150019" y="0"/>
                  </a:cubicBezTo>
                  <a:lnTo>
                    <a:pt x="126206" y="0"/>
                  </a:lnTo>
                  <a:cubicBezTo>
                    <a:pt x="117000" y="0"/>
                    <a:pt x="109538" y="7463"/>
                    <a:pt x="109538" y="16669"/>
                  </a:cubicBezTo>
                  <a:close/>
                  <a:moveTo>
                    <a:pt x="126206" y="14288"/>
                  </a:moveTo>
                  <a:lnTo>
                    <a:pt x="150019" y="14288"/>
                  </a:lnTo>
                  <a:cubicBezTo>
                    <a:pt x="151334" y="14288"/>
                    <a:pt x="152400" y="15354"/>
                    <a:pt x="152400" y="16669"/>
                  </a:cubicBezTo>
                  <a:lnTo>
                    <a:pt x="152400" y="40481"/>
                  </a:lnTo>
                  <a:cubicBezTo>
                    <a:pt x="152400" y="41796"/>
                    <a:pt x="151334" y="42863"/>
                    <a:pt x="150019" y="42863"/>
                  </a:cubicBezTo>
                  <a:lnTo>
                    <a:pt x="126206" y="42863"/>
                  </a:lnTo>
                  <a:cubicBezTo>
                    <a:pt x="124891" y="42863"/>
                    <a:pt x="123825" y="41796"/>
                    <a:pt x="123825" y="40481"/>
                  </a:cubicBezTo>
                  <a:lnTo>
                    <a:pt x="123825" y="16669"/>
                  </a:lnTo>
                  <a:cubicBezTo>
                    <a:pt x="123825" y="15354"/>
                    <a:pt x="124891" y="14288"/>
                    <a:pt x="126206" y="14288"/>
                  </a:cubicBezTo>
                  <a:close/>
                  <a:moveTo>
                    <a:pt x="42863" y="76200"/>
                  </a:moveTo>
                  <a:cubicBezTo>
                    <a:pt x="19190" y="76200"/>
                    <a:pt x="0" y="95390"/>
                    <a:pt x="0" y="119063"/>
                  </a:cubicBezTo>
                  <a:cubicBezTo>
                    <a:pt x="0" y="142735"/>
                    <a:pt x="19190" y="161925"/>
                    <a:pt x="42863" y="161925"/>
                  </a:cubicBezTo>
                  <a:lnTo>
                    <a:pt x="92697" y="161925"/>
                  </a:lnTo>
                  <a:cubicBezTo>
                    <a:pt x="87544" y="152034"/>
                    <a:pt x="85171" y="140931"/>
                    <a:pt x="85830" y="129797"/>
                  </a:cubicBezTo>
                  <a:cubicBezTo>
                    <a:pt x="79898" y="124594"/>
                    <a:pt x="79308" y="115567"/>
                    <a:pt x="84512" y="109635"/>
                  </a:cubicBezTo>
                  <a:cubicBezTo>
                    <a:pt x="86610" y="107242"/>
                    <a:pt x="89447" y="105619"/>
                    <a:pt x="92573" y="105023"/>
                  </a:cubicBezTo>
                  <a:cubicBezTo>
                    <a:pt x="99270" y="92047"/>
                    <a:pt x="110320" y="81843"/>
                    <a:pt x="123787" y="76200"/>
                  </a:cubicBezTo>
                  <a:lnTo>
                    <a:pt x="42863" y="76200"/>
                  </a:lnTo>
                  <a:close/>
                  <a:moveTo>
                    <a:pt x="47625" y="133350"/>
                  </a:moveTo>
                  <a:cubicBezTo>
                    <a:pt x="39734" y="133350"/>
                    <a:pt x="33338" y="126953"/>
                    <a:pt x="33338" y="119063"/>
                  </a:cubicBezTo>
                  <a:cubicBezTo>
                    <a:pt x="33338" y="111172"/>
                    <a:pt x="39734" y="104775"/>
                    <a:pt x="47625" y="104775"/>
                  </a:cubicBezTo>
                  <a:cubicBezTo>
                    <a:pt x="55516" y="104775"/>
                    <a:pt x="61913" y="111172"/>
                    <a:pt x="61913" y="119063"/>
                  </a:cubicBezTo>
                  <a:cubicBezTo>
                    <a:pt x="61913" y="126953"/>
                    <a:pt x="55516" y="133350"/>
                    <a:pt x="47625" y="133350"/>
                  </a:cubicBezTo>
                  <a:close/>
                  <a:moveTo>
                    <a:pt x="200025" y="133350"/>
                  </a:moveTo>
                  <a:cubicBezTo>
                    <a:pt x="200025" y="162283"/>
                    <a:pt x="176571" y="185738"/>
                    <a:pt x="147638" y="185738"/>
                  </a:cubicBezTo>
                  <a:cubicBezTo>
                    <a:pt x="118704" y="185738"/>
                    <a:pt x="95250" y="162283"/>
                    <a:pt x="95250" y="133350"/>
                  </a:cubicBezTo>
                  <a:cubicBezTo>
                    <a:pt x="95250" y="104417"/>
                    <a:pt x="118704" y="80963"/>
                    <a:pt x="147638" y="80963"/>
                  </a:cubicBezTo>
                  <a:cubicBezTo>
                    <a:pt x="176571" y="80963"/>
                    <a:pt x="200025" y="104417"/>
                    <a:pt x="200025" y="133350"/>
                  </a:cubicBezTo>
                  <a:close/>
                  <a:moveTo>
                    <a:pt x="179584" y="110928"/>
                  </a:moveTo>
                  <a:cubicBezTo>
                    <a:pt x="177727" y="109066"/>
                    <a:pt x="174711" y="109062"/>
                    <a:pt x="172849" y="110920"/>
                  </a:cubicBezTo>
                  <a:cubicBezTo>
                    <a:pt x="172846" y="110922"/>
                    <a:pt x="172844" y="110925"/>
                    <a:pt x="172841" y="110928"/>
                  </a:cubicBezTo>
                  <a:lnTo>
                    <a:pt x="138113" y="145666"/>
                  </a:lnTo>
                  <a:lnTo>
                    <a:pt x="122434" y="129978"/>
                  </a:lnTo>
                  <a:cubicBezTo>
                    <a:pt x="120572" y="128116"/>
                    <a:pt x="117553" y="128116"/>
                    <a:pt x="115691" y="129978"/>
                  </a:cubicBezTo>
                  <a:cubicBezTo>
                    <a:pt x="113829" y="131840"/>
                    <a:pt x="113829" y="134860"/>
                    <a:pt x="115691" y="136722"/>
                  </a:cubicBezTo>
                  <a:lnTo>
                    <a:pt x="134741" y="155772"/>
                  </a:lnTo>
                  <a:cubicBezTo>
                    <a:pt x="136598" y="157634"/>
                    <a:pt x="139614" y="157638"/>
                    <a:pt x="141476" y="155780"/>
                  </a:cubicBezTo>
                  <a:cubicBezTo>
                    <a:pt x="141479" y="155778"/>
                    <a:pt x="141482" y="155775"/>
                    <a:pt x="141484" y="155772"/>
                  </a:cubicBezTo>
                  <a:lnTo>
                    <a:pt x="179584" y="117672"/>
                  </a:lnTo>
                  <a:cubicBezTo>
                    <a:pt x="181446" y="115814"/>
                    <a:pt x="181450" y="112799"/>
                    <a:pt x="179593" y="110937"/>
                  </a:cubicBezTo>
                  <a:cubicBezTo>
                    <a:pt x="179590" y="110934"/>
                    <a:pt x="179587" y="110931"/>
                    <a:pt x="179584" y="110928"/>
                  </a:cubicBezTo>
                  <a:close/>
                </a:path>
              </a:pathLst>
            </a:custGeom>
            <a:solidFill>
              <a:schemeClr val="bg1"/>
            </a:solidFill>
            <a:ln w="15875" cap="rnd">
              <a:noFill/>
              <a:prstDash val="solid"/>
              <a:roun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5" name="Graphic 34" descr="Icon of a shield with a checkmark">
              <a:extLst>
                <a:ext uri="{FF2B5EF4-FFF2-40B4-BE49-F238E27FC236}">
                  <a16:creationId xmlns:a16="http://schemas.microsoft.com/office/drawing/2014/main" id="{95F6B506-8F45-A287-3DC4-1F16CD02E059}"/>
                </a:ext>
              </a:extLst>
            </p:cNvPr>
            <p:cNvSpPr>
              <a:spLocks/>
            </p:cNvSpPr>
            <p:nvPr/>
          </p:nvSpPr>
          <p:spPr>
            <a:xfrm>
              <a:off x="9670256" y="2971834"/>
              <a:ext cx="327980" cy="364422"/>
            </a:xfrm>
            <a:custGeom>
              <a:avLst/>
              <a:gdLst>
                <a:gd name="connsiteX0" fmla="*/ 164306 w 171450"/>
                <a:gd name="connsiteY0" fmla="*/ 28575 h 190501"/>
                <a:gd name="connsiteX1" fmla="*/ 90011 w 171450"/>
                <a:gd name="connsiteY1" fmla="*/ 1429 h 190501"/>
                <a:gd name="connsiteX2" fmla="*/ 81439 w 171450"/>
                <a:gd name="connsiteY2" fmla="*/ 1429 h 190501"/>
                <a:gd name="connsiteX3" fmla="*/ 7144 w 171450"/>
                <a:gd name="connsiteY3" fmla="*/ 28575 h 190501"/>
                <a:gd name="connsiteX4" fmla="*/ 0 w 171450"/>
                <a:gd name="connsiteY4" fmla="*/ 35719 h 190501"/>
                <a:gd name="connsiteX5" fmla="*/ 0 w 171450"/>
                <a:gd name="connsiteY5" fmla="*/ 85725 h 190501"/>
                <a:gd name="connsiteX6" fmla="*/ 83106 w 171450"/>
                <a:gd name="connsiteY6" fmla="*/ 190005 h 190501"/>
                <a:gd name="connsiteX7" fmla="*/ 88344 w 171450"/>
                <a:gd name="connsiteY7" fmla="*/ 190005 h 190501"/>
                <a:gd name="connsiteX8" fmla="*/ 171450 w 171450"/>
                <a:gd name="connsiteY8" fmla="*/ 85725 h 190501"/>
                <a:gd name="connsiteX9" fmla="*/ 171450 w 171450"/>
                <a:gd name="connsiteY9" fmla="*/ 35719 h 190501"/>
                <a:gd name="connsiteX10" fmla="*/ 164306 w 171450"/>
                <a:gd name="connsiteY10" fmla="*/ 28575 h 190501"/>
                <a:gd name="connsiteX11" fmla="*/ 131035 w 171450"/>
                <a:gd name="connsiteY11" fmla="*/ 69561 h 190501"/>
                <a:gd name="connsiteX12" fmla="*/ 73885 w 171450"/>
                <a:gd name="connsiteY12" fmla="*/ 121949 h 190501"/>
                <a:gd name="connsiteX13" fmla="*/ 64008 w 171450"/>
                <a:gd name="connsiteY13" fmla="*/ 121730 h 190501"/>
                <a:gd name="connsiteX14" fmla="*/ 40195 w 171450"/>
                <a:gd name="connsiteY14" fmla="*/ 97917 h 190501"/>
                <a:gd name="connsiteX15" fmla="*/ 39839 w 171450"/>
                <a:gd name="connsiteY15" fmla="*/ 87821 h 190501"/>
                <a:gd name="connsiteX16" fmla="*/ 49936 w 171450"/>
                <a:gd name="connsiteY16" fmla="*/ 87464 h 190501"/>
                <a:gd name="connsiteX17" fmla="*/ 50292 w 171450"/>
                <a:gd name="connsiteY17" fmla="*/ 87821 h 190501"/>
                <a:gd name="connsiteX18" fmla="*/ 69275 w 171450"/>
                <a:gd name="connsiteY18" fmla="*/ 106794 h 190501"/>
                <a:gd name="connsiteX19" fmla="*/ 121377 w 171450"/>
                <a:gd name="connsiteY19" fmla="*/ 59026 h 190501"/>
                <a:gd name="connsiteX20" fmla="*/ 131474 w 171450"/>
                <a:gd name="connsiteY20" fmla="*/ 59465 h 190501"/>
                <a:gd name="connsiteX21" fmla="*/ 131035 w 171450"/>
                <a:gd name="connsiteY21" fmla="*/ 69561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90501">
                  <a:moveTo>
                    <a:pt x="164306" y="28575"/>
                  </a:moveTo>
                  <a:cubicBezTo>
                    <a:pt x="138941" y="28575"/>
                    <a:pt x="114224" y="19593"/>
                    <a:pt x="90011" y="1429"/>
                  </a:cubicBezTo>
                  <a:cubicBezTo>
                    <a:pt x="87471" y="-476"/>
                    <a:pt x="83979" y="-476"/>
                    <a:pt x="81439" y="1429"/>
                  </a:cubicBezTo>
                  <a:cubicBezTo>
                    <a:pt x="57226" y="19593"/>
                    <a:pt x="32509" y="28575"/>
                    <a:pt x="7144" y="28575"/>
                  </a:cubicBezTo>
                  <a:cubicBezTo>
                    <a:pt x="3198" y="28575"/>
                    <a:pt x="0" y="31773"/>
                    <a:pt x="0" y="35719"/>
                  </a:cubicBezTo>
                  <a:lnTo>
                    <a:pt x="0" y="85725"/>
                  </a:lnTo>
                  <a:cubicBezTo>
                    <a:pt x="0" y="133360"/>
                    <a:pt x="28175" y="168364"/>
                    <a:pt x="83106" y="190005"/>
                  </a:cubicBezTo>
                  <a:cubicBezTo>
                    <a:pt x="84789" y="190668"/>
                    <a:pt x="86661" y="190668"/>
                    <a:pt x="88344" y="190005"/>
                  </a:cubicBezTo>
                  <a:cubicBezTo>
                    <a:pt x="143275" y="168364"/>
                    <a:pt x="171450" y="133350"/>
                    <a:pt x="171450" y="85725"/>
                  </a:cubicBezTo>
                  <a:lnTo>
                    <a:pt x="171450" y="35719"/>
                  </a:lnTo>
                  <a:cubicBezTo>
                    <a:pt x="171450" y="31773"/>
                    <a:pt x="168252" y="28575"/>
                    <a:pt x="164306" y="28575"/>
                  </a:cubicBezTo>
                  <a:close/>
                  <a:moveTo>
                    <a:pt x="131035" y="69561"/>
                  </a:moveTo>
                  <a:lnTo>
                    <a:pt x="73885" y="121949"/>
                  </a:lnTo>
                  <a:cubicBezTo>
                    <a:pt x="71065" y="124531"/>
                    <a:pt x="66711" y="124435"/>
                    <a:pt x="64008" y="121730"/>
                  </a:cubicBezTo>
                  <a:lnTo>
                    <a:pt x="40195" y="97917"/>
                  </a:lnTo>
                  <a:cubicBezTo>
                    <a:pt x="37309" y="95227"/>
                    <a:pt x="37149" y="90707"/>
                    <a:pt x="39839" y="87821"/>
                  </a:cubicBezTo>
                  <a:cubicBezTo>
                    <a:pt x="42529" y="84934"/>
                    <a:pt x="47049" y="84774"/>
                    <a:pt x="49936" y="87464"/>
                  </a:cubicBezTo>
                  <a:cubicBezTo>
                    <a:pt x="50059" y="87579"/>
                    <a:pt x="50177" y="87698"/>
                    <a:pt x="50292" y="87821"/>
                  </a:cubicBezTo>
                  <a:lnTo>
                    <a:pt x="69275" y="106794"/>
                  </a:lnTo>
                  <a:lnTo>
                    <a:pt x="121377" y="59026"/>
                  </a:lnTo>
                  <a:cubicBezTo>
                    <a:pt x="124286" y="56359"/>
                    <a:pt x="128807" y="56556"/>
                    <a:pt x="131474" y="59465"/>
                  </a:cubicBezTo>
                  <a:cubicBezTo>
                    <a:pt x="134141" y="62374"/>
                    <a:pt x="133944" y="66894"/>
                    <a:pt x="131035" y="69561"/>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Tree>
    <p:extLst>
      <p:ext uri="{BB962C8B-B14F-4D97-AF65-F5344CB8AC3E}">
        <p14:creationId xmlns:p14="http://schemas.microsoft.com/office/powerpoint/2010/main" val="2800793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par>
                                <p:cTn id="8" presetID="42" presetClass="path" presetSubtype="0" decel="100000" fill="hold" nodeType="withEffect">
                                  <p:stCondLst>
                                    <p:cond delay="100"/>
                                  </p:stCondLst>
                                  <p:childTnLst>
                                    <p:animMotion origin="layout" path="M -1.66667E-6 0.03888 L -1.66667E-6 4.44444E-6 " pathEditMode="relative" rAng="0" ptsTypes="AA">
                                      <p:cBhvr>
                                        <p:cTn id="9" dur="500" fill="hold"/>
                                        <p:tgtEl>
                                          <p:spTgt spid="36"/>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7A1F3A-524A-5B66-1254-773F1080455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DD7B177-342E-7DEB-A91E-ADCA925F039B}"/>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26511235-2998-E279-68AA-79B86A18CB7A}"/>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0">
                <a:srgbClr val="B0E297"/>
              </a:gs>
              <a:gs pos="81000">
                <a:srgbClr val="42BBB6"/>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0640D7A8-CB31-A37F-ECEA-6E53DFF5F8B2}"/>
              </a:ext>
            </a:extLst>
          </p:cNvPr>
          <p:cNvSpPr/>
          <p:nvPr/>
        </p:nvSpPr>
        <p:spPr>
          <a:xfrm>
            <a:off x="9301425" y="303767"/>
            <a:ext cx="2136249" cy="346968"/>
          </a:xfrm>
          <a:prstGeom prst="roundRect">
            <a:avLst>
              <a:gd name="adj" fmla="val 50000"/>
            </a:avLst>
          </a:prstGeom>
          <a:gradFill flip="none" rotWithShape="1">
            <a:gsLst>
              <a:gs pos="0">
                <a:schemeClr val="accent3"/>
              </a:gs>
              <a:gs pos="100000">
                <a:schemeClr val="accent4"/>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Segoe Sans Text Semibold"/>
                <a:ea typeface="+mn-ea"/>
                <a:cs typeface="Segoe Sans Text Semibold" pitchFamily="2" charset="0"/>
              </a:rPr>
              <a:t>Open</a:t>
            </a:r>
          </a:p>
        </p:txBody>
      </p:sp>
      <p:sp>
        <p:nvSpPr>
          <p:cNvPr id="2" name="Rectangle: Rounded Corners 1">
            <a:extLst>
              <a:ext uri="{FF2B5EF4-FFF2-40B4-BE49-F238E27FC236}">
                <a16:creationId xmlns:a16="http://schemas.microsoft.com/office/drawing/2014/main" id="{AA69FADF-6968-EC51-E791-83088AC18A61}"/>
              </a:ext>
            </a:extLst>
          </p:cNvPr>
          <p:cNvSpPr/>
          <p:nvPr/>
        </p:nvSpPr>
        <p:spPr bwMode="auto">
          <a:xfrm>
            <a:off x="4993248" y="1395114"/>
            <a:ext cx="6837085" cy="3980450"/>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8" name="Title 1">
            <a:extLst>
              <a:ext uri="{FF2B5EF4-FFF2-40B4-BE49-F238E27FC236}">
                <a16:creationId xmlns:a16="http://schemas.microsoft.com/office/drawing/2014/main" id="{18922266-48BE-3C97-A471-838710455511}"/>
              </a:ext>
            </a:extLst>
          </p:cNvPr>
          <p:cNvSpPr txBox="1">
            <a:spLocks/>
          </p:cNvSpPr>
          <p:nvPr/>
        </p:nvSpPr>
        <p:spPr>
          <a:xfrm>
            <a:off x="275771" y="457200"/>
            <a:ext cx="4296228" cy="1107996"/>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black"/>
                </a:solidFill>
                <a:effectLst/>
                <a:uLnTx/>
                <a:uFillTx/>
                <a:latin typeface="Segoe UI Semibold"/>
                <a:ea typeface="+mn-ea"/>
                <a:cs typeface="Segoe Sans Text"/>
              </a:rPr>
              <a:t>Visual Studio Code integrations</a:t>
            </a:r>
            <a:endParaRPr kumimoji="0" lang="en-US" sz="3600" b="0" i="0" u="none" strike="noStrike" kern="1200" cap="none" spc="-50" normalizeH="0" baseline="0" noProof="0">
              <a:ln w="3175">
                <a:noFill/>
              </a:ln>
              <a:solidFill>
                <a:prstClr val="black"/>
              </a:solidFill>
              <a:effectLst/>
              <a:uLnTx/>
              <a:uFillTx/>
              <a:latin typeface="Segoe UI Semibold"/>
              <a:ea typeface="+mn-ea"/>
              <a:cs typeface="Segoe Sans Text" pitchFamily="2" charset="0"/>
            </a:endParaRPr>
          </a:p>
        </p:txBody>
      </p:sp>
      <p:sp>
        <p:nvSpPr>
          <p:cNvPr id="9" name="Rectangle: Rounded Corners 10">
            <a:extLst>
              <a:ext uri="{FF2B5EF4-FFF2-40B4-BE49-F238E27FC236}">
                <a16:creationId xmlns:a16="http://schemas.microsoft.com/office/drawing/2014/main" id="{6DA28EFF-9899-B268-5560-4C43DECF967A}"/>
              </a:ext>
            </a:extLst>
          </p:cNvPr>
          <p:cNvSpPr/>
          <p:nvPr/>
        </p:nvSpPr>
        <p:spPr>
          <a:xfrm>
            <a:off x="404090" y="2395715"/>
            <a:ext cx="3763817" cy="317009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62000" marR="0" lvl="0" indent="-162000" algn="l" defTabSz="914400" rtl="0" eaLnBrk="1" fontAlgn="base" latinLnBrk="0" hangingPunct="1">
              <a:lnSpc>
                <a:spcPct val="100000"/>
              </a:lnSpc>
              <a:spcBef>
                <a:spcPct val="0"/>
              </a:spcBef>
              <a:spcAft>
                <a:spcPts val="1200"/>
              </a:spcAft>
              <a:buClr>
                <a:prstClr val="black"/>
              </a:buClr>
              <a:buSzPct val="100000"/>
              <a:buFont typeface="Arial" panose="020B0604020202020204" pitchFamily="34" charset="0"/>
              <a:buChar char="•"/>
              <a:tabLst/>
              <a:defRPr/>
            </a:pPr>
            <a:r>
              <a:rPr kumimoji="0" lang="en-GB" sz="1600" b="0" i="0" u="none" strike="noStrike" kern="1200" cap="none" spc="0" normalizeH="0" baseline="0" noProof="0">
                <a:ln w="3175">
                  <a:noFill/>
                </a:ln>
                <a:solidFill>
                  <a:prstClr val="black"/>
                </a:solidFill>
                <a:effectLst/>
                <a:uLnTx/>
                <a:uFillTx/>
                <a:latin typeface="Segoe Sans Text"/>
                <a:ea typeface="+mn-ea"/>
                <a:cs typeface="Segoe Sans Text" pitchFamily="2" charset="0"/>
              </a:rPr>
              <a:t>Connect to leading models, including Microsoft Foundry, OpenAI, Meta, Microsoft, and local open-source options—no switching apps or tabs.​</a:t>
            </a:r>
          </a:p>
          <a:p>
            <a:pPr marL="162000" marR="0" lvl="0" indent="-162000" algn="l" defTabSz="914400" rtl="0" eaLnBrk="1" fontAlgn="base" latinLnBrk="0" hangingPunct="1">
              <a:lnSpc>
                <a:spcPct val="100000"/>
              </a:lnSpc>
              <a:spcBef>
                <a:spcPct val="0"/>
              </a:spcBef>
              <a:spcAft>
                <a:spcPts val="1200"/>
              </a:spcAft>
              <a:buClr>
                <a:prstClr val="black"/>
              </a:buClr>
              <a:buSzPct val="100000"/>
              <a:buFont typeface="Arial" panose="020B0604020202020204" pitchFamily="34" charset="0"/>
              <a:buChar char="•"/>
              <a:tabLst/>
              <a:defRPr/>
            </a:pPr>
            <a:r>
              <a:rPr kumimoji="0" lang="en-GB" sz="1600" b="0" i="0" u="none" strike="noStrike" kern="1200" cap="none" spc="0" normalizeH="0" baseline="0" noProof="0">
                <a:ln w="3175">
                  <a:noFill/>
                </a:ln>
                <a:solidFill>
                  <a:prstClr val="black"/>
                </a:solidFill>
                <a:effectLst/>
                <a:uLnTx/>
                <a:uFillTx/>
                <a:latin typeface="Segoe Sans Text"/>
                <a:ea typeface="+mn-ea"/>
                <a:cs typeface="Segoe Sans Text" pitchFamily="2" charset="0"/>
              </a:rPr>
              <a:t>Build agents, manage version history, and reuse configurations across projects with built-in agent and workflow tools.​</a:t>
            </a:r>
          </a:p>
          <a:p>
            <a:pPr marL="162000" marR="0" lvl="0" indent="-162000" algn="l" defTabSz="914400" rtl="0" eaLnBrk="1" fontAlgn="base" latinLnBrk="0" hangingPunct="1">
              <a:lnSpc>
                <a:spcPct val="100000"/>
              </a:lnSpc>
              <a:spcBef>
                <a:spcPct val="0"/>
              </a:spcBef>
              <a:spcAft>
                <a:spcPts val="1200"/>
              </a:spcAft>
              <a:buClr>
                <a:prstClr val="black"/>
              </a:buClr>
              <a:buSzPct val="100000"/>
              <a:buFont typeface="Arial" panose="020B0604020202020204" pitchFamily="34" charset="0"/>
              <a:buChar char="•"/>
              <a:tabLst/>
              <a:defRPr/>
            </a:pPr>
            <a:r>
              <a:rPr kumimoji="0" lang="en-GB" sz="1600" b="0" i="0" u="none" strike="noStrike" kern="1200" cap="none" spc="0" normalizeH="0" baseline="0" noProof="0">
                <a:ln w="3175">
                  <a:noFill/>
                </a:ln>
                <a:solidFill>
                  <a:prstClr val="black"/>
                </a:solidFill>
                <a:effectLst/>
                <a:uLnTx/>
                <a:uFillTx/>
                <a:latin typeface="Segoe Sans Text"/>
                <a:ea typeface="+mn-ea"/>
                <a:cs typeface="Segoe Sans Text" pitchFamily="2" charset="0"/>
              </a:rPr>
              <a:t>Evaluate, fine-tune, and deploy models directly in your coding workflow—without leaving VS Code</a:t>
            </a:r>
          </a:p>
          <a:p>
            <a:pPr marL="162000" marR="0" lvl="0" indent="-162000" algn="l" defTabSz="914400" rtl="0" eaLnBrk="1" fontAlgn="base" latinLnBrk="0" hangingPunct="1">
              <a:lnSpc>
                <a:spcPct val="100000"/>
              </a:lnSpc>
              <a:spcBef>
                <a:spcPct val="0"/>
              </a:spcBef>
              <a:spcAft>
                <a:spcPts val="1200"/>
              </a:spcAft>
              <a:buClr>
                <a:srgbClr val="2A446F"/>
              </a:buClr>
              <a:buSzPct val="100000"/>
              <a:buFont typeface="Arial" panose="020B0604020202020204" pitchFamily="34" charset="0"/>
              <a:buChar char="•"/>
              <a:tabLst/>
              <a:defRPr/>
            </a:pPr>
            <a:endParaRPr kumimoji="0" lang="en-GB" sz="1600" b="0" i="0" u="none" strike="noStrike" kern="1200" cap="none" spc="0" normalizeH="0" baseline="0" noProof="0">
              <a:ln w="3175">
                <a:noFill/>
              </a:ln>
              <a:solidFill>
                <a:prstClr val="black"/>
              </a:solidFill>
              <a:effectLst/>
              <a:uLnTx/>
              <a:uFillTx/>
              <a:latin typeface="Segoe Sans Text"/>
              <a:ea typeface="+mn-ea"/>
              <a:cs typeface="Segoe Sans Text" pitchFamily="2" charset="0"/>
            </a:endParaRPr>
          </a:p>
        </p:txBody>
      </p:sp>
      <p:pic>
        <p:nvPicPr>
          <p:cNvPr id="3" name="Picture 2">
            <a:extLst>
              <a:ext uri="{FF2B5EF4-FFF2-40B4-BE49-F238E27FC236}">
                <a16:creationId xmlns:a16="http://schemas.microsoft.com/office/drawing/2014/main" id="{BBB010B6-F9F5-936F-0096-86B9E5E777A4}"/>
              </a:ext>
            </a:extLst>
          </p:cNvPr>
          <p:cNvPicPr>
            <a:picLocks noChangeAspect="1"/>
          </p:cNvPicPr>
          <p:nvPr/>
        </p:nvPicPr>
        <p:blipFill>
          <a:blip r:embed="rId3"/>
          <a:stretch>
            <a:fillRect/>
          </a:stretch>
        </p:blipFill>
        <p:spPr>
          <a:xfrm>
            <a:off x="5894096" y="1558763"/>
            <a:ext cx="5035388" cy="3740469"/>
          </a:xfrm>
          <a:prstGeom prst="rect">
            <a:avLst/>
          </a:prstGeom>
          <a:ln>
            <a:noFill/>
          </a:ln>
          <a:effectLst>
            <a:softEdge rad="112500"/>
          </a:effectLst>
        </p:spPr>
      </p:pic>
    </p:spTree>
    <p:extLst>
      <p:ext uri="{BB962C8B-B14F-4D97-AF65-F5344CB8AC3E}">
        <p14:creationId xmlns:p14="http://schemas.microsoft.com/office/powerpoint/2010/main" val="2012872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nodeType="withEffect">
                                  <p:stCondLst>
                                    <p:cond delay="200"/>
                                  </p:stCondLst>
                                  <p:childTnLst>
                                    <p:animMotion origin="layout" path="M 0.01666 -0.00046 L 3.75E-6 1.85185E-6 " pathEditMode="relative" rAng="0" ptsTypes="AA">
                                      <p:cBhvr>
                                        <p:cTn id="9" dur="750" fill="hold"/>
                                        <p:tgtEl>
                                          <p:spTgt spid="3"/>
                                        </p:tgtEl>
                                        <p:attrNameLst>
                                          <p:attrName>ppt_x</p:attrName>
                                          <p:attrName>ppt_y</p:attrName>
                                        </p:attrNameLst>
                                      </p:cBhvr>
                                      <p:rCtr x="-83300" y="2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760A3-6F08-A480-1E9B-1DCCAB620684}"/>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EACE46F-8E4C-1894-4E59-5AA636DED97A}"/>
              </a:ext>
            </a:extLst>
          </p:cNvPr>
          <p:cNvSpPr txBox="1">
            <a:spLocks/>
          </p:cNvSpPr>
          <p:nvPr/>
        </p:nvSpPr>
        <p:spPr>
          <a:xfrm>
            <a:off x="1520626" y="457200"/>
            <a:ext cx="8961286" cy="584775"/>
          </a:xfrm>
          <a:prstGeom prst="rect">
            <a:avLst/>
          </a:prstGeom>
        </p:spPr>
        <p:txBody>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solidFill>
                  <a:srgbClr val="281933"/>
                </a:solidFill>
                <a:effectLst/>
                <a:uLnTx/>
                <a:uFillTx/>
                <a:latin typeface="Segoe UI Semibold"/>
                <a:ea typeface="+mj-ea"/>
                <a:cs typeface="+mj-cs"/>
              </a:rPr>
              <a:t>You can integrate agents into your existing apps with our agent frameworks</a:t>
            </a:r>
          </a:p>
        </p:txBody>
      </p:sp>
      <p:sp>
        <p:nvSpPr>
          <p:cNvPr id="17" name="TextBox 16">
            <a:extLst>
              <a:ext uri="{FF2B5EF4-FFF2-40B4-BE49-F238E27FC236}">
                <a16:creationId xmlns:a16="http://schemas.microsoft.com/office/drawing/2014/main" id="{1FE97EB1-B27C-35D4-B995-BCC9F7A5BEEA}"/>
              </a:ext>
            </a:extLst>
          </p:cNvPr>
          <p:cNvSpPr txBox="1"/>
          <p:nvPr/>
        </p:nvSpPr>
        <p:spPr>
          <a:xfrm>
            <a:off x="5609430" y="6307328"/>
            <a:ext cx="6098058"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81933"/>
                </a:solidFill>
                <a:effectLst/>
                <a:uLnTx/>
                <a:uFillTx/>
                <a:latin typeface="Segoe UI Semilight"/>
                <a:ea typeface="+mn-ea"/>
                <a:cs typeface="Segoe UI Semilight" panose="020B0402040204020203" pitchFamily="34" charset="0"/>
              </a:rPr>
              <a:t>* Available with Semantic Kernel   </a:t>
            </a:r>
            <a:r>
              <a:rPr kumimoji="0" lang="en-US" sz="1200" b="0" i="0" u="none" strike="noStrike" kern="1200" cap="none" spc="0" normalizeH="0" baseline="30000" noProof="0">
                <a:ln>
                  <a:noFill/>
                </a:ln>
                <a:solidFill>
                  <a:srgbClr val="281933"/>
                </a:solidFill>
                <a:effectLst/>
                <a:uLnTx/>
                <a:uFillTx/>
                <a:latin typeface="Segoe UI Semilight"/>
                <a:ea typeface="+mn-ea"/>
                <a:cs typeface="Segoe UI Semibold" panose="020B0502040204020203" pitchFamily="34" charset="0"/>
              </a:rPr>
              <a:t>✧</a:t>
            </a:r>
            <a:r>
              <a:rPr kumimoji="0" lang="en-US" sz="1200" b="0" i="0" u="none" strike="noStrike" kern="1200" cap="none" spc="0" normalizeH="0" baseline="0" noProof="0">
                <a:ln>
                  <a:noFill/>
                </a:ln>
                <a:solidFill>
                  <a:srgbClr val="281933"/>
                </a:solidFill>
                <a:effectLst/>
                <a:uLnTx/>
                <a:uFillTx/>
                <a:latin typeface="Segoe UI Semilight"/>
                <a:ea typeface="+mn-ea"/>
                <a:cs typeface="Segoe UI Semibold" panose="020B0502040204020203" pitchFamily="34" charset="0"/>
              </a:rPr>
              <a:t> Coming soon</a:t>
            </a:r>
            <a:r>
              <a:rPr kumimoji="0" lang="en-US" sz="1200" b="0" i="0" u="none" strike="noStrike" kern="1200" cap="none" spc="0" normalizeH="0" baseline="0" noProof="0">
                <a:ln>
                  <a:noFill/>
                </a:ln>
                <a:solidFill>
                  <a:srgbClr val="281933"/>
                </a:solidFill>
                <a:effectLst/>
                <a:uLnTx/>
                <a:uFillTx/>
                <a:latin typeface="Segoe UI Semilight"/>
                <a:ea typeface="+mn-ea"/>
                <a:cs typeface="Segoe UI Semilight" panose="020B0402040204020203" pitchFamily="34" charset="0"/>
              </a:rPr>
              <a:t>  </a:t>
            </a:r>
          </a:p>
        </p:txBody>
      </p:sp>
      <p:sp>
        <p:nvSpPr>
          <p:cNvPr id="18" name="Rounded Rectangle 1">
            <a:extLst>
              <a:ext uri="{FF2B5EF4-FFF2-40B4-BE49-F238E27FC236}">
                <a16:creationId xmlns:a16="http://schemas.microsoft.com/office/drawing/2014/main" id="{7073899E-DDFE-A324-CF98-3EE2C9DCE32F}"/>
              </a:ext>
            </a:extLst>
          </p:cNvPr>
          <p:cNvSpPr/>
          <p:nvPr/>
        </p:nvSpPr>
        <p:spPr>
          <a:xfrm>
            <a:off x="5909913" y="1819175"/>
            <a:ext cx="4947384" cy="3975233"/>
          </a:xfrm>
          <a:prstGeom prst="roundRect">
            <a:avLst>
              <a:gd name="adj" fmla="val 7466"/>
            </a:avLst>
          </a:prstGeom>
          <a:solidFill>
            <a:schemeClr val="accent2">
              <a:lumMod val="50000"/>
            </a:schemeClr>
          </a:solidFill>
          <a:ln w="12700" cap="flat" cmpd="sng" algn="ctr">
            <a:noFill/>
            <a:prstDash val="solid"/>
            <a:miter lim="800000"/>
          </a:ln>
          <a:effectLst/>
        </p:spPr>
        <p:txBody>
          <a:bodyPr t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Segoe UI Semilight"/>
                <a:ea typeface="+mn-ea"/>
                <a:cs typeface="+mn-cs"/>
              </a:rPr>
              <a:t>Your app</a:t>
            </a:r>
          </a:p>
        </p:txBody>
      </p:sp>
      <p:sp>
        <p:nvSpPr>
          <p:cNvPr id="19" name="Rounded Rectangle 6">
            <a:extLst>
              <a:ext uri="{FF2B5EF4-FFF2-40B4-BE49-F238E27FC236}">
                <a16:creationId xmlns:a16="http://schemas.microsoft.com/office/drawing/2014/main" id="{DC73F236-8B83-178C-8F5F-AFA743A74895}"/>
              </a:ext>
            </a:extLst>
          </p:cNvPr>
          <p:cNvSpPr/>
          <p:nvPr/>
        </p:nvSpPr>
        <p:spPr>
          <a:xfrm>
            <a:off x="6169794" y="2637324"/>
            <a:ext cx="4456497" cy="2527642"/>
          </a:xfrm>
          <a:prstGeom prst="roundRect">
            <a:avLst>
              <a:gd name="adj" fmla="val 6772"/>
            </a:avLst>
          </a:prstGeom>
          <a:solidFill>
            <a:srgbClr val="FFFFFF"/>
          </a:solidFill>
          <a:ln w="12700" cap="flat" cmpd="sng" algn="ctr">
            <a:solidFill>
              <a:srgbClr val="C495E6">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Semilight"/>
              <a:ea typeface="+mn-ea"/>
              <a:cs typeface="+mn-cs"/>
            </a:endParaRPr>
          </a:p>
        </p:txBody>
      </p:sp>
      <p:sp>
        <p:nvSpPr>
          <p:cNvPr id="22" name="TextBox 21">
            <a:extLst>
              <a:ext uri="{FF2B5EF4-FFF2-40B4-BE49-F238E27FC236}">
                <a16:creationId xmlns:a16="http://schemas.microsoft.com/office/drawing/2014/main" id="{0DAFFA0C-3FB1-9EFE-D9A7-C52856A6D560}"/>
              </a:ext>
            </a:extLst>
          </p:cNvPr>
          <p:cNvSpPr txBox="1"/>
          <p:nvPr/>
        </p:nvSpPr>
        <p:spPr>
          <a:xfrm>
            <a:off x="9271588" y="4599487"/>
            <a:ext cx="73289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281933"/>
                </a:solidFill>
                <a:effectLst/>
                <a:uLnTx/>
                <a:uFillTx/>
                <a:latin typeface="Segoe UI Semilight"/>
                <a:ea typeface="+mn-ea"/>
                <a:cs typeface="+mn-cs"/>
              </a:rPr>
              <a:t>CrewAI</a:t>
            </a:r>
            <a:endParaRPr kumimoji="0" lang="en-US" sz="1400" b="0" i="0" u="none" strike="noStrike" kern="0" cap="none" spc="0" normalizeH="0" baseline="0" noProof="0">
              <a:ln>
                <a:noFill/>
              </a:ln>
              <a:solidFill>
                <a:srgbClr val="281933"/>
              </a:solidFill>
              <a:effectLst/>
              <a:uLnTx/>
              <a:uFillTx/>
              <a:latin typeface="Segoe UI Semilight"/>
              <a:ea typeface="+mn-ea"/>
              <a:cs typeface="+mn-cs"/>
            </a:endParaRPr>
          </a:p>
        </p:txBody>
      </p:sp>
      <p:cxnSp>
        <p:nvCxnSpPr>
          <p:cNvPr id="23" name="Straight Arrow Connector 22">
            <a:extLst>
              <a:ext uri="{FF2B5EF4-FFF2-40B4-BE49-F238E27FC236}">
                <a16:creationId xmlns:a16="http://schemas.microsoft.com/office/drawing/2014/main" id="{1F70246F-10F1-094A-150D-6CB4A53150CB}"/>
              </a:ext>
            </a:extLst>
          </p:cNvPr>
          <p:cNvCxnSpPr>
            <a:cxnSpLocks/>
          </p:cNvCxnSpPr>
          <p:nvPr/>
        </p:nvCxnSpPr>
        <p:spPr>
          <a:xfrm>
            <a:off x="4437247" y="3901145"/>
            <a:ext cx="1674796" cy="0"/>
          </a:xfrm>
          <a:prstGeom prst="straightConnector1">
            <a:avLst/>
          </a:prstGeom>
          <a:noFill/>
          <a:ln w="47625" cap="flat" cmpd="sng" algn="ctr">
            <a:solidFill>
              <a:srgbClr val="C495E6"/>
            </a:solidFill>
            <a:prstDash val="solid"/>
            <a:miter lim="800000"/>
            <a:tailEnd type="triangle" w="lg" len="sm"/>
          </a:ln>
          <a:effectLst/>
        </p:spPr>
      </p:cxnSp>
      <p:sp>
        <p:nvSpPr>
          <p:cNvPr id="30" name="Rectangle 29">
            <a:extLst>
              <a:ext uri="{FF2B5EF4-FFF2-40B4-BE49-F238E27FC236}">
                <a16:creationId xmlns:a16="http://schemas.microsoft.com/office/drawing/2014/main" id="{4C566106-7480-5E82-9DBB-5BDBCA0638AB}"/>
              </a:ext>
            </a:extLst>
          </p:cNvPr>
          <p:cNvSpPr/>
          <p:nvPr/>
        </p:nvSpPr>
        <p:spPr bwMode="auto">
          <a:xfrm>
            <a:off x="2631148" y="4178675"/>
            <a:ext cx="1461318" cy="492443"/>
          </a:xfrm>
          <a:prstGeom prst="rect">
            <a:avLst/>
          </a:prstGeom>
          <a:noFill/>
        </p:spPr>
        <p:txBody>
          <a:bodyPr wrap="square" lIns="0" tIns="0" rIns="0" bIns="0" rtlCol="0" anchor="ctr" anchorCtr="0">
            <a:spAutoFit/>
          </a:bodyPr>
          <a:lstStyle/>
          <a:p>
            <a:pPr marL="0" marR="0" lvl="0" indent="0" algn="ctr" defTabSz="914437" rtl="0" eaLnBrk="1" fontAlgn="base" latinLnBrk="0" hangingPunct="1">
              <a:lnSpc>
                <a:spcPct val="100000"/>
              </a:lnSpc>
              <a:spcBef>
                <a:spcPts val="1200"/>
              </a:spcBef>
              <a:spcAft>
                <a:spcPct val="0"/>
              </a:spcAft>
              <a:buClrTx/>
              <a:buSzTx/>
              <a:buFontTx/>
              <a:buNone/>
              <a:tabLst>
                <a:tab pos="1487158" algn="l"/>
              </a:tabLst>
              <a:defRPr/>
            </a:pPr>
            <a:r>
              <a:rPr kumimoji="0" lang="en-US" sz="1600" b="1" i="0" u="none" strike="noStrike" kern="1200" cap="none" spc="0" normalizeH="0" baseline="0" noProof="0">
                <a:ln w="3175">
                  <a:noFill/>
                </a:ln>
                <a:solidFill>
                  <a:srgbClr val="281933"/>
                </a:solidFill>
                <a:effectLst/>
                <a:uLnTx/>
                <a:uFillTx/>
                <a:latin typeface="Segoe Pro Display Semibold" panose="020B0502040504020203" pitchFamily="34" charset="0"/>
                <a:ea typeface="+mn-ea"/>
                <a:cs typeface="Segoe UI Semibold"/>
              </a:rPr>
              <a:t>Foundry</a:t>
            </a:r>
            <a:br>
              <a:rPr kumimoji="0" lang="en-US" sz="1600" b="1" i="0" u="none" strike="noStrike" kern="1200" cap="none" spc="0" normalizeH="0" baseline="0" noProof="0">
                <a:ln w="3175">
                  <a:noFill/>
                </a:ln>
                <a:solidFill>
                  <a:srgbClr val="281933"/>
                </a:solidFill>
                <a:effectLst/>
                <a:uLnTx/>
                <a:uFillTx/>
                <a:latin typeface="Segoe Pro Display Semibold" panose="020B0502040504020203" pitchFamily="34" charset="0"/>
                <a:ea typeface="+mn-ea"/>
                <a:cs typeface="Segoe UI Semibold"/>
              </a:rPr>
            </a:br>
            <a:r>
              <a:rPr kumimoji="0" lang="en-US" sz="1600" b="1" i="0" u="none" strike="noStrike" kern="1200" cap="none" spc="0" normalizeH="0" baseline="0" noProof="0">
                <a:ln w="3175">
                  <a:noFill/>
                </a:ln>
                <a:solidFill>
                  <a:srgbClr val="281933"/>
                </a:solidFill>
                <a:effectLst/>
                <a:uLnTx/>
                <a:uFillTx/>
                <a:latin typeface="Segoe Pro Display Semibold" panose="020B0502040504020203" pitchFamily="34" charset="0"/>
                <a:ea typeface="+mn-ea"/>
                <a:cs typeface="Segoe UI Semibold"/>
              </a:rPr>
              <a:t>Agent Service</a:t>
            </a:r>
          </a:p>
        </p:txBody>
      </p:sp>
      <p:pic>
        <p:nvPicPr>
          <p:cNvPr id="60" name="Picture 59" descr="A purple molecule structure on a black background&#10;&#10;AI-generated content may be incorrect.">
            <a:extLst>
              <a:ext uri="{FF2B5EF4-FFF2-40B4-BE49-F238E27FC236}">
                <a16:creationId xmlns:a16="http://schemas.microsoft.com/office/drawing/2014/main" id="{9E99AEBD-202E-5792-22DF-6387E6017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3896" y="3331674"/>
            <a:ext cx="991877" cy="991877"/>
          </a:xfrm>
          <a:prstGeom prst="rect">
            <a:avLst/>
          </a:prstGeom>
        </p:spPr>
      </p:pic>
      <p:pic>
        <p:nvPicPr>
          <p:cNvPr id="61" name="Picture 2" descr="LangChain Logo Free Download SVG, PN... · LobeHub">
            <a:extLst>
              <a:ext uri="{FF2B5EF4-FFF2-40B4-BE49-F238E27FC236}">
                <a16:creationId xmlns:a16="http://schemas.microsoft.com/office/drawing/2014/main" id="{CFEBAC87-C4DF-FC59-7C70-D48B16F9F2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6167" y="3292945"/>
            <a:ext cx="1027691" cy="102769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CrewAI - Crunchbase Company Profile &amp; Funding">
            <a:extLst>
              <a:ext uri="{FF2B5EF4-FFF2-40B4-BE49-F238E27FC236}">
                <a16:creationId xmlns:a16="http://schemas.microsoft.com/office/drawing/2014/main" id="{E1B70492-2024-C90D-A576-EC8ED4EE4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44" y="3455599"/>
            <a:ext cx="702382" cy="702382"/>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F640DDE2-9D5C-C0F9-E297-263B7FF7F02B}"/>
              </a:ext>
            </a:extLst>
          </p:cNvPr>
          <p:cNvSpPr txBox="1"/>
          <p:nvPr/>
        </p:nvSpPr>
        <p:spPr>
          <a:xfrm>
            <a:off x="6423019" y="4491766"/>
            <a:ext cx="1553630"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81933"/>
                </a:solidFill>
                <a:effectLst/>
                <a:uLnTx/>
                <a:uFillTx/>
                <a:latin typeface="Segoe UI Semilight"/>
                <a:ea typeface="+mn-ea"/>
                <a:cs typeface="+mn-cs"/>
              </a:rPr>
              <a:t>Microsoft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81933"/>
                </a:solidFill>
                <a:effectLst/>
                <a:uLnTx/>
                <a:uFillTx/>
                <a:latin typeface="Segoe UI Semilight"/>
                <a:ea typeface="+mn-ea"/>
                <a:cs typeface="+mn-cs"/>
              </a:rPr>
              <a:t>Agent Framework</a:t>
            </a:r>
          </a:p>
        </p:txBody>
      </p:sp>
      <p:sp>
        <p:nvSpPr>
          <p:cNvPr id="64" name="TextBox 63">
            <a:extLst>
              <a:ext uri="{FF2B5EF4-FFF2-40B4-BE49-F238E27FC236}">
                <a16:creationId xmlns:a16="http://schemas.microsoft.com/office/drawing/2014/main" id="{CE1EF56C-7938-EB28-ADC4-DDB53F10B741}"/>
              </a:ext>
            </a:extLst>
          </p:cNvPr>
          <p:cNvSpPr txBox="1"/>
          <p:nvPr/>
        </p:nvSpPr>
        <p:spPr>
          <a:xfrm>
            <a:off x="8006325" y="4599487"/>
            <a:ext cx="103425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281933"/>
                </a:solidFill>
                <a:effectLst/>
                <a:uLnTx/>
                <a:uFillTx/>
                <a:latin typeface="Segoe UI Semilight"/>
                <a:ea typeface="+mn-ea"/>
                <a:cs typeface="+mn-cs"/>
              </a:rPr>
              <a:t>LangGraph</a:t>
            </a:r>
            <a:endParaRPr kumimoji="0" lang="en-US" sz="1400" b="0" i="0" u="none" strike="noStrike" kern="0" cap="none" spc="0" normalizeH="0" baseline="0" noProof="0">
              <a:ln>
                <a:noFill/>
              </a:ln>
              <a:solidFill>
                <a:srgbClr val="281933"/>
              </a:solidFill>
              <a:effectLst/>
              <a:uLnTx/>
              <a:uFillTx/>
              <a:latin typeface="Segoe UI Semilight"/>
              <a:ea typeface="+mn-ea"/>
              <a:cs typeface="+mn-cs"/>
            </a:endParaRPr>
          </a:p>
        </p:txBody>
      </p:sp>
      <p:pic>
        <p:nvPicPr>
          <p:cNvPr id="2" name="Picture 1">
            <a:extLst>
              <a:ext uri="{FF2B5EF4-FFF2-40B4-BE49-F238E27FC236}">
                <a16:creationId xmlns:a16="http://schemas.microsoft.com/office/drawing/2014/main" id="{D17DE5C9-3CC2-6E94-9F92-80D3FFD08E51}"/>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758980" y="2728847"/>
            <a:ext cx="1205653" cy="1205653"/>
          </a:xfrm>
          <a:prstGeom prst="rect">
            <a:avLst/>
          </a:prstGeom>
          <a:ln>
            <a:noFill/>
          </a:ln>
        </p:spPr>
      </p:pic>
    </p:spTree>
    <p:extLst>
      <p:ext uri="{BB962C8B-B14F-4D97-AF65-F5344CB8AC3E}">
        <p14:creationId xmlns:p14="http://schemas.microsoft.com/office/powerpoint/2010/main" val="157459819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2F687-23AF-E23E-0CC4-5413E76F6646}"/>
            </a:ext>
          </a:extLst>
        </p:cNvPr>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A9556530-2ABC-3D4E-6EF8-A6B651CF0CA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0" name="think-cell data - do not delete" hidden="1">
                        <a:extLst>
                          <a:ext uri="{FF2B5EF4-FFF2-40B4-BE49-F238E27FC236}">
                            <a16:creationId xmlns:a16="http://schemas.microsoft.com/office/drawing/2014/main" id="{A9556530-2ABC-3D4E-6EF8-A6B651CF0C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7" name="Picture 26">
            <a:extLst>
              <a:ext uri="{FF2B5EF4-FFF2-40B4-BE49-F238E27FC236}">
                <a16:creationId xmlns:a16="http://schemas.microsoft.com/office/drawing/2014/main" id="{629E3D88-9C03-AA34-B165-F70F7439BECC}"/>
              </a:ext>
            </a:extLst>
          </p:cNvPr>
          <p:cNvPicPr>
            <a:picLocks noChangeAspect="1"/>
          </p:cNvPicPr>
          <p:nvPr/>
        </p:nvPicPr>
        <p:blipFill rotWithShape="1">
          <a:blip r:embed="rId6"/>
          <a:srcRect t="-32575" b="-40717"/>
          <a:stretch>
            <a:fillRect/>
          </a:stretch>
        </p:blipFill>
        <p:spPr>
          <a:xfrm>
            <a:off x="4839632" y="-7533348"/>
            <a:ext cx="6742684" cy="5792860"/>
          </a:xfrm>
          <a:prstGeom prst="roundRect">
            <a:avLst>
              <a:gd name="adj" fmla="val 3532"/>
            </a:avLst>
          </a:prstGeom>
          <a:solidFill>
            <a:srgbClr val="0F0F0F"/>
          </a:solidFill>
        </p:spPr>
      </p:pic>
      <p:sp>
        <p:nvSpPr>
          <p:cNvPr id="11" name="Title 10">
            <a:extLst>
              <a:ext uri="{FF2B5EF4-FFF2-40B4-BE49-F238E27FC236}">
                <a16:creationId xmlns:a16="http://schemas.microsoft.com/office/drawing/2014/main" id="{AF0F9983-392D-3E2D-03FF-0740F858540F}"/>
              </a:ext>
            </a:extLst>
          </p:cNvPr>
          <p:cNvSpPr>
            <a:spLocks noGrp="1"/>
          </p:cNvSpPr>
          <p:nvPr>
            <p:ph type="title"/>
          </p:nvPr>
        </p:nvSpPr>
        <p:spPr>
          <a:xfrm>
            <a:off x="419100" y="915960"/>
            <a:ext cx="2803071" cy="560426"/>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Frameworks</a:t>
            </a:r>
          </a:p>
        </p:txBody>
      </p:sp>
      <p:sp>
        <p:nvSpPr>
          <p:cNvPr id="3" name="Rectangle: Rounded Corners 2">
            <a:extLst>
              <a:ext uri="{FF2B5EF4-FFF2-40B4-BE49-F238E27FC236}">
                <a16:creationId xmlns:a16="http://schemas.microsoft.com/office/drawing/2014/main" id="{4ECD680A-4DBB-01C6-7A92-F3CEA01E5564}"/>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6" name="Text Placeholder 1">
            <a:extLst>
              <a:ext uri="{FF2B5EF4-FFF2-40B4-BE49-F238E27FC236}">
                <a16:creationId xmlns:a16="http://schemas.microsoft.com/office/drawing/2014/main" id="{0AF89AFA-4653-AE63-783E-2E533ADEB23B}"/>
              </a:ext>
            </a:extLst>
          </p:cNvPr>
          <p:cNvSpPr txBox="1">
            <a:spLocks/>
          </p:cNvSpPr>
          <p:nvPr/>
        </p:nvSpPr>
        <p:spPr>
          <a:xfrm>
            <a:off x="419100" y="1605621"/>
            <a:ext cx="3303697" cy="553998"/>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Choose your framework and build your agents your way</a:t>
            </a:r>
          </a:p>
        </p:txBody>
      </p:sp>
      <p:sp>
        <p:nvSpPr>
          <p:cNvPr id="32" name="Rectangle: Rounded Corners 31">
            <a:extLst>
              <a:ext uri="{FF2B5EF4-FFF2-40B4-BE49-F238E27FC236}">
                <a16:creationId xmlns:a16="http://schemas.microsoft.com/office/drawing/2014/main" id="{3C5D3CB1-F0DB-577B-BE09-8A8644FF5CA5}"/>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106" name="Picture 105">
            <a:extLst>
              <a:ext uri="{FF2B5EF4-FFF2-40B4-BE49-F238E27FC236}">
                <a16:creationId xmlns:a16="http://schemas.microsoft.com/office/drawing/2014/main" id="{1E15A4D2-1D44-2941-E7F0-226F21CED51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6" r="-6"/>
          <a:stretch>
            <a:fillRect/>
          </a:stretch>
        </p:blipFill>
        <p:spPr bwMode="auto">
          <a:xfrm>
            <a:off x="5338205" y="1189997"/>
            <a:ext cx="6718529" cy="4478430"/>
          </a:xfrm>
          <a:prstGeom prst="rect">
            <a:avLst/>
          </a:prstGeom>
          <a:noFill/>
          <a:ln>
            <a:noFill/>
          </a:ln>
        </p:spPr>
      </p:pic>
      <p:grpSp>
        <p:nvGrpSpPr>
          <p:cNvPr id="58" name="Group 57">
            <a:extLst>
              <a:ext uri="{FF2B5EF4-FFF2-40B4-BE49-F238E27FC236}">
                <a16:creationId xmlns:a16="http://schemas.microsoft.com/office/drawing/2014/main" id="{B6C23918-CF5A-357B-A12D-2C2162FC3A37}"/>
              </a:ext>
            </a:extLst>
          </p:cNvPr>
          <p:cNvGrpSpPr/>
          <p:nvPr/>
        </p:nvGrpSpPr>
        <p:grpSpPr>
          <a:xfrm>
            <a:off x="419099" y="3005138"/>
            <a:ext cx="4509519" cy="3433762"/>
            <a:chOff x="419099" y="3005138"/>
            <a:chExt cx="4509519" cy="3433762"/>
          </a:xfrm>
        </p:grpSpPr>
        <p:sp>
          <p:nvSpPr>
            <p:cNvPr id="9" name="Rectangle: Rounded Corners 8">
              <a:extLst>
                <a:ext uri="{FF2B5EF4-FFF2-40B4-BE49-F238E27FC236}">
                  <a16:creationId xmlns:a16="http://schemas.microsoft.com/office/drawing/2014/main" id="{83004FDA-88B4-BEEC-0FB4-571D60D16073}"/>
                </a:ext>
              </a:extLst>
            </p:cNvPr>
            <p:cNvSpPr/>
            <p:nvPr/>
          </p:nvSpPr>
          <p:spPr>
            <a:xfrm>
              <a:off x="419099" y="3005138"/>
              <a:ext cx="4509519" cy="3433762"/>
            </a:xfrm>
            <a:prstGeom prst="roundRect">
              <a:avLst>
                <a:gd name="adj" fmla="val 404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49" name="Rectangle: Rounded Corners 48">
              <a:extLst>
                <a:ext uri="{FF2B5EF4-FFF2-40B4-BE49-F238E27FC236}">
                  <a16:creationId xmlns:a16="http://schemas.microsoft.com/office/drawing/2014/main" id="{B01C9E04-95A3-859D-447F-6B56EF7227E1}"/>
                </a:ext>
              </a:extLst>
            </p:cNvPr>
            <p:cNvSpPr>
              <a:spLocks/>
            </p:cNvSpPr>
            <p:nvPr/>
          </p:nvSpPr>
          <p:spPr>
            <a:xfrm>
              <a:off x="555263" y="315053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GitHub Copilot</a:t>
              </a:r>
            </a:p>
          </p:txBody>
        </p:sp>
        <p:sp>
          <p:nvSpPr>
            <p:cNvPr id="50" name="Rectangle: Rounded Corners 49">
              <a:extLst>
                <a:ext uri="{FF2B5EF4-FFF2-40B4-BE49-F238E27FC236}">
                  <a16:creationId xmlns:a16="http://schemas.microsoft.com/office/drawing/2014/main" id="{C1880837-D474-BE41-8C8B-AFD62056A003}"/>
                </a:ext>
              </a:extLst>
            </p:cNvPr>
            <p:cNvSpPr>
              <a:spLocks/>
            </p:cNvSpPr>
            <p:nvPr/>
          </p:nvSpPr>
          <p:spPr>
            <a:xfrm>
              <a:off x="2013380" y="315053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Claude Code</a:t>
              </a:r>
            </a:p>
          </p:txBody>
        </p:sp>
        <p:sp>
          <p:nvSpPr>
            <p:cNvPr id="51" name="Rectangle: Rounded Corners 50">
              <a:extLst>
                <a:ext uri="{FF2B5EF4-FFF2-40B4-BE49-F238E27FC236}">
                  <a16:creationId xmlns:a16="http://schemas.microsoft.com/office/drawing/2014/main" id="{8BD87EC2-535E-F3D9-F54C-AE70B3D3FC0E}"/>
                </a:ext>
              </a:extLst>
            </p:cNvPr>
            <p:cNvSpPr>
              <a:spLocks/>
            </p:cNvSpPr>
            <p:nvPr/>
          </p:nvSpPr>
          <p:spPr>
            <a:xfrm>
              <a:off x="3471497" y="315053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OpenAI Codex</a:t>
              </a:r>
            </a:p>
          </p:txBody>
        </p:sp>
        <p:sp>
          <p:nvSpPr>
            <p:cNvPr id="52" name="Rectangle: Rounded Corners 51">
              <a:extLst>
                <a:ext uri="{FF2B5EF4-FFF2-40B4-BE49-F238E27FC236}">
                  <a16:creationId xmlns:a16="http://schemas.microsoft.com/office/drawing/2014/main" id="{787178CA-DED2-0C4A-424E-88CCF2635719}"/>
                </a:ext>
              </a:extLst>
            </p:cNvPr>
            <p:cNvSpPr>
              <a:spLocks/>
            </p:cNvSpPr>
            <p:nvPr/>
          </p:nvSpPr>
          <p:spPr>
            <a:xfrm>
              <a:off x="555263" y="424391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OpenClaw</a:t>
              </a:r>
            </a:p>
          </p:txBody>
        </p:sp>
        <p:sp>
          <p:nvSpPr>
            <p:cNvPr id="53" name="Rectangle: Rounded Corners 52">
              <a:extLst>
                <a:ext uri="{FF2B5EF4-FFF2-40B4-BE49-F238E27FC236}">
                  <a16:creationId xmlns:a16="http://schemas.microsoft.com/office/drawing/2014/main" id="{34E8E8A4-FDB6-84DF-1DDB-F65BADF3A7C8}"/>
                </a:ext>
              </a:extLst>
            </p:cNvPr>
            <p:cNvSpPr>
              <a:spLocks/>
            </p:cNvSpPr>
            <p:nvPr/>
          </p:nvSpPr>
          <p:spPr>
            <a:xfrm>
              <a:off x="2013380" y="424391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NanoClaw</a:t>
              </a:r>
            </a:p>
          </p:txBody>
        </p:sp>
        <p:sp>
          <p:nvSpPr>
            <p:cNvPr id="54" name="Rectangle: Rounded Corners 53">
              <a:extLst>
                <a:ext uri="{FF2B5EF4-FFF2-40B4-BE49-F238E27FC236}">
                  <a16:creationId xmlns:a16="http://schemas.microsoft.com/office/drawing/2014/main" id="{261E9872-4AE7-8A9A-75AA-6BDF7ADC2525}"/>
                </a:ext>
              </a:extLst>
            </p:cNvPr>
            <p:cNvSpPr>
              <a:spLocks/>
            </p:cNvSpPr>
            <p:nvPr/>
          </p:nvSpPr>
          <p:spPr>
            <a:xfrm>
              <a:off x="3471497" y="424391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Hermes</a:t>
              </a:r>
            </a:p>
          </p:txBody>
        </p:sp>
        <p:sp>
          <p:nvSpPr>
            <p:cNvPr id="55" name="Rectangle: Rounded Corners 54">
              <a:extLst>
                <a:ext uri="{FF2B5EF4-FFF2-40B4-BE49-F238E27FC236}">
                  <a16:creationId xmlns:a16="http://schemas.microsoft.com/office/drawing/2014/main" id="{29809493-73AF-ED06-A160-B011D4111865}"/>
                </a:ext>
              </a:extLst>
            </p:cNvPr>
            <p:cNvSpPr>
              <a:spLocks/>
            </p:cNvSpPr>
            <p:nvPr/>
          </p:nvSpPr>
          <p:spPr>
            <a:xfrm>
              <a:off x="555263" y="533729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LangGraph</a:t>
              </a:r>
            </a:p>
          </p:txBody>
        </p:sp>
        <p:sp>
          <p:nvSpPr>
            <p:cNvPr id="56" name="Rectangle: Rounded Corners 55">
              <a:extLst>
                <a:ext uri="{FF2B5EF4-FFF2-40B4-BE49-F238E27FC236}">
                  <a16:creationId xmlns:a16="http://schemas.microsoft.com/office/drawing/2014/main" id="{79366061-B81E-11BB-E6F8-B2873BD3DE69}"/>
                </a:ext>
              </a:extLst>
            </p:cNvPr>
            <p:cNvSpPr>
              <a:spLocks/>
            </p:cNvSpPr>
            <p:nvPr/>
          </p:nvSpPr>
          <p:spPr>
            <a:xfrm>
              <a:off x="2013380" y="5337290"/>
              <a:ext cx="1320957" cy="956220"/>
            </a:xfrm>
            <a:prstGeom prst="roundRect">
              <a:avLst>
                <a:gd name="adj" fmla="val 3292"/>
              </a:avLst>
            </a:prstGeom>
            <a:solidFill>
              <a:schemeClr val="bg1">
                <a:lumMod val="85000"/>
                <a:alpha val="49000"/>
              </a:schemeClr>
            </a:solidFill>
            <a:ln w="25400">
              <a:noFill/>
            </a:ln>
          </p:spPr>
          <p:txBody>
            <a:bodyPr vert="horz" lIns="91440" tIns="54864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AutoGen</a:t>
              </a:r>
            </a:p>
          </p:txBody>
        </p:sp>
        <p:sp>
          <p:nvSpPr>
            <p:cNvPr id="57" name="Rectangle: Rounded Corners 56">
              <a:extLst>
                <a:ext uri="{FF2B5EF4-FFF2-40B4-BE49-F238E27FC236}">
                  <a16:creationId xmlns:a16="http://schemas.microsoft.com/office/drawing/2014/main" id="{E86FC8B0-6C6D-279F-52F0-16B72520D739}"/>
                </a:ext>
              </a:extLst>
            </p:cNvPr>
            <p:cNvSpPr>
              <a:spLocks/>
            </p:cNvSpPr>
            <p:nvPr/>
          </p:nvSpPr>
          <p:spPr>
            <a:xfrm>
              <a:off x="3471497" y="5337290"/>
              <a:ext cx="1320957" cy="956220"/>
            </a:xfrm>
            <a:prstGeom prst="roundRect">
              <a:avLst>
                <a:gd name="adj" fmla="val 3292"/>
              </a:avLst>
            </a:prstGeom>
            <a:solidFill>
              <a:schemeClr val="bg1">
                <a:lumMod val="85000"/>
                <a:alpha val="49000"/>
              </a:schemeClr>
            </a:solidFill>
            <a:ln w="25400">
              <a:noFill/>
            </a:ln>
          </p:spPr>
          <p:txBody>
            <a:bodyPr vert="horz" lIns="91440" tIns="45720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mn-cs"/>
                </a:rPr>
                <a:t>Microsoft Agent Framework</a:t>
              </a:r>
            </a:p>
          </p:txBody>
        </p:sp>
        <p:pic>
          <p:nvPicPr>
            <p:cNvPr id="93" name="Picture 92">
              <a:extLst>
                <a:ext uri="{FF2B5EF4-FFF2-40B4-BE49-F238E27FC236}">
                  <a16:creationId xmlns:a16="http://schemas.microsoft.com/office/drawing/2014/main" id="{BA8D34A2-5F50-2C08-8AAD-B75D56BDCD64}"/>
                </a:ext>
              </a:extLst>
            </p:cNvPr>
            <p:cNvPicPr>
              <a:picLocks noChangeAspect="1"/>
            </p:cNvPicPr>
            <p:nvPr/>
          </p:nvPicPr>
          <p:blipFill rotWithShape="1">
            <a:blip r:embed="rId8"/>
            <a:srcRect l="-6258" r="-6258"/>
            <a:stretch>
              <a:fillRect/>
            </a:stretch>
          </p:blipFill>
          <p:spPr>
            <a:xfrm>
              <a:off x="1028536" y="3319050"/>
              <a:ext cx="374410" cy="270294"/>
            </a:xfrm>
            <a:prstGeom prst="rect">
              <a:avLst/>
            </a:prstGeom>
          </p:spPr>
        </p:pic>
        <p:pic>
          <p:nvPicPr>
            <p:cNvPr id="94" name="Graphic 93">
              <a:extLst>
                <a:ext uri="{FF2B5EF4-FFF2-40B4-BE49-F238E27FC236}">
                  <a16:creationId xmlns:a16="http://schemas.microsoft.com/office/drawing/2014/main" id="{90908CC9-E140-6904-2FD2-A4CEDDC1A999}"/>
                </a:ext>
              </a:extLst>
            </p:cNvPr>
            <p:cNvPicPr>
              <a:picLocks noChangeAspect="1"/>
            </p:cNvPicPr>
            <p:nvPr/>
          </p:nvPicPr>
          <p:blipFill rotWithShape="1">
            <a:blip>
              <a:extLst>
                <a:ext uri="{96DAC541-7B7A-43D3-8B79-37D633B846F1}">
                  <asvg:svgBlip xmlns:asvg="http://schemas.microsoft.com/office/drawing/2016/SVG/main" r:embed="rId9"/>
                </a:ext>
              </a:extLst>
            </a:blip>
            <a:srcRect l="-6258" r="-6258"/>
            <a:stretch>
              <a:fillRect/>
            </a:stretch>
          </p:blipFill>
          <p:spPr>
            <a:xfrm>
              <a:off x="2501572" y="3301074"/>
              <a:ext cx="344574" cy="306246"/>
            </a:xfrm>
            <a:prstGeom prst="rect">
              <a:avLst/>
            </a:prstGeom>
          </p:spPr>
        </p:pic>
        <p:pic>
          <p:nvPicPr>
            <p:cNvPr id="95" name="Picture 94" descr="A black background with a black square&#10;&#10;Description automatically generated with medium confidence">
              <a:extLst>
                <a:ext uri="{FF2B5EF4-FFF2-40B4-BE49-F238E27FC236}">
                  <a16:creationId xmlns:a16="http://schemas.microsoft.com/office/drawing/2014/main" id="{48886D45-9F72-CE73-591F-043E623F5CD2}"/>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6258" r="-6258"/>
            <a:stretch>
              <a:fillRect/>
            </a:stretch>
          </p:blipFill>
          <p:spPr>
            <a:xfrm>
              <a:off x="3961948" y="3301015"/>
              <a:ext cx="340056" cy="306364"/>
            </a:xfrm>
            <a:prstGeom prst="rect">
              <a:avLst/>
            </a:prstGeom>
          </p:spPr>
        </p:pic>
        <p:pic>
          <p:nvPicPr>
            <p:cNvPr id="97" name="Picture 96">
              <a:extLst>
                <a:ext uri="{FF2B5EF4-FFF2-40B4-BE49-F238E27FC236}">
                  <a16:creationId xmlns:a16="http://schemas.microsoft.com/office/drawing/2014/main" id="{994F5C23-A090-ABBE-8F54-E2202680B07A}"/>
                </a:ext>
                <a:ext uri="{C183D7F6-B498-43B3-948B-1728B52AA6E4}">
                  <adec:decorative xmlns:adec="http://schemas.microsoft.com/office/drawing/2017/decorative" val="1"/>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6258" r="-6258"/>
            <a:stretch>
              <a:fillRect/>
            </a:stretch>
          </p:blipFill>
          <p:spPr bwMode="auto">
            <a:xfrm>
              <a:off x="2521737" y="5495337"/>
              <a:ext cx="304244" cy="270401"/>
            </a:xfrm>
            <a:prstGeom prst="roundRect">
              <a:avLst>
                <a:gd name="adj" fmla="val 31952"/>
              </a:avLst>
            </a:prstGeom>
            <a:solidFill>
              <a:srgbClr val="29292B"/>
            </a:solidFill>
            <a:ln>
              <a:noFill/>
            </a:ln>
          </p:spPr>
        </p:pic>
        <p:pic>
          <p:nvPicPr>
            <p:cNvPr id="98" name="Picture 97">
              <a:extLst>
                <a:ext uri="{FF2B5EF4-FFF2-40B4-BE49-F238E27FC236}">
                  <a16:creationId xmlns:a16="http://schemas.microsoft.com/office/drawing/2014/main" id="{1E57C816-4F0C-2E06-856D-CD1A2267B36D}"/>
                </a:ext>
              </a:extLst>
            </p:cNvPr>
            <p:cNvPicPr>
              <a:picLocks noChangeAspect="1"/>
            </p:cNvPicPr>
            <p:nvPr/>
          </p:nvPicPr>
          <p:blipFill rotWithShape="1">
            <a:blip r:embed="rId12"/>
            <a:srcRect l="-6258" r="-6258"/>
            <a:stretch>
              <a:fillRect/>
            </a:stretch>
          </p:blipFill>
          <p:spPr>
            <a:xfrm>
              <a:off x="3928449" y="5403965"/>
              <a:ext cx="407053" cy="361773"/>
            </a:xfrm>
            <a:prstGeom prst="rect">
              <a:avLst/>
            </a:prstGeom>
          </p:spPr>
        </p:pic>
        <p:pic>
          <p:nvPicPr>
            <p:cNvPr id="99" name="Picture 98">
              <a:extLst>
                <a:ext uri="{FF2B5EF4-FFF2-40B4-BE49-F238E27FC236}">
                  <a16:creationId xmlns:a16="http://schemas.microsoft.com/office/drawing/2014/main" id="{7AFEC109-73CD-4CE5-7BD7-EA5291C285F4}"/>
                </a:ext>
              </a:extLst>
            </p:cNvPr>
            <p:cNvPicPr>
              <a:picLocks noChangeAspect="1"/>
            </p:cNvPicPr>
            <p:nvPr/>
          </p:nvPicPr>
          <p:blipFill rotWithShape="1">
            <a:blip r:embed="rId13"/>
            <a:srcRect l="-6258" r="-6258"/>
            <a:stretch>
              <a:fillRect/>
            </a:stretch>
          </p:blipFill>
          <p:spPr>
            <a:xfrm>
              <a:off x="1052282" y="4394437"/>
              <a:ext cx="326919" cy="290554"/>
            </a:xfrm>
            <a:prstGeom prst="rect">
              <a:avLst/>
            </a:prstGeom>
          </p:spPr>
        </p:pic>
        <p:pic>
          <p:nvPicPr>
            <p:cNvPr id="100" name="Picture 99">
              <a:extLst>
                <a:ext uri="{FF2B5EF4-FFF2-40B4-BE49-F238E27FC236}">
                  <a16:creationId xmlns:a16="http://schemas.microsoft.com/office/drawing/2014/main" id="{77C812F9-DCFB-AF2B-5EC6-B588CA134286}"/>
                </a:ext>
              </a:extLst>
            </p:cNvPr>
            <p:cNvPicPr>
              <a:picLocks noChangeAspect="1"/>
            </p:cNvPicPr>
            <p:nvPr/>
          </p:nvPicPr>
          <p:blipFill rotWithShape="1">
            <a:blip r:embed="rId14"/>
            <a:srcRect l="25223" t="23777" r="25223" b="23777"/>
            <a:stretch>
              <a:fillRect/>
            </a:stretch>
          </p:blipFill>
          <p:spPr>
            <a:xfrm>
              <a:off x="2480196" y="4334751"/>
              <a:ext cx="387324" cy="409927"/>
            </a:xfrm>
            <a:prstGeom prst="rect">
              <a:avLst/>
            </a:prstGeom>
          </p:spPr>
        </p:pic>
        <p:pic>
          <p:nvPicPr>
            <p:cNvPr id="103" name="Graphic 102">
              <a:extLst>
                <a:ext uri="{FF2B5EF4-FFF2-40B4-BE49-F238E27FC236}">
                  <a16:creationId xmlns:a16="http://schemas.microsoft.com/office/drawing/2014/main" id="{9C60A14C-45E7-3FFE-047B-3286F9972500}"/>
                </a:ext>
              </a:extLst>
            </p:cNvPr>
            <p:cNvPicPr>
              <a:picLocks noChangeAspect="1"/>
            </p:cNvPicPr>
            <p:nvPr/>
          </p:nvPicPr>
          <p:blipFill rotWithShape="1">
            <a:blip>
              <a:extLst>
                <a:ext uri="{96DAC541-7B7A-43D3-8B79-37D633B846F1}">
                  <asvg:svgBlip xmlns:asvg="http://schemas.microsoft.com/office/drawing/2016/SVG/main" r:embed="rId15"/>
                </a:ext>
              </a:extLst>
            </a:blip>
            <a:srcRect l="-3875" r="-3875"/>
            <a:stretch>
              <a:fillRect/>
            </a:stretch>
          </p:blipFill>
          <p:spPr>
            <a:xfrm>
              <a:off x="1063619" y="5489355"/>
              <a:ext cx="304245" cy="282364"/>
            </a:xfrm>
            <a:prstGeom prst="rect">
              <a:avLst/>
            </a:prstGeom>
          </p:spPr>
        </p:pic>
        <p:pic>
          <p:nvPicPr>
            <p:cNvPr id="105" name="Picture 104" descr="Hermes – Mercury">
              <a:extLst>
                <a:ext uri="{FF2B5EF4-FFF2-40B4-BE49-F238E27FC236}">
                  <a16:creationId xmlns:a16="http://schemas.microsoft.com/office/drawing/2014/main" id="{937DF409-35C7-8762-D92E-FCD099B459C4}"/>
                </a:ext>
              </a:extLst>
            </p:cNvPr>
            <p:cNvPicPr>
              <a:picLocks noChangeAspect="1"/>
            </p:cNvPicPr>
            <p:nvPr/>
          </p:nvPicPr>
          <p:blipFill rotWithShape="1">
            <a:blip r:embed="rId16"/>
            <a:srcRect/>
            <a:stretch>
              <a:fillRect/>
            </a:stretch>
          </p:blipFill>
          <p:spPr>
            <a:xfrm>
              <a:off x="3929097" y="4336835"/>
              <a:ext cx="405758" cy="405758"/>
            </a:xfrm>
            <a:prstGeom prst="rect">
              <a:avLst/>
            </a:prstGeom>
          </p:spPr>
        </p:pic>
      </p:grpSp>
    </p:spTree>
    <p:extLst>
      <p:ext uri="{BB962C8B-B14F-4D97-AF65-F5344CB8AC3E}">
        <p14:creationId xmlns:p14="http://schemas.microsoft.com/office/powerpoint/2010/main" val="98225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
                                        <p:tgtEl>
                                          <p:spTgt spid="27"/>
                                        </p:tgtEl>
                                      </p:cBhvr>
                                    </p:animEffect>
                                  </p:childTnLst>
                                </p:cTn>
                              </p:par>
                              <p:par>
                                <p:cTn id="8" presetID="42" presetClass="path" presetSubtype="0" decel="100000" fill="hold" nodeType="withEffect">
                                  <p:stCondLst>
                                    <p:cond delay="300"/>
                                  </p:stCondLst>
                                  <p:childTnLst>
                                    <p:animMotion origin="layout" path="M 2.5E-6 0.03889 L 2.5E-6 -4.07407E-6 " pathEditMode="relative" rAng="0" ptsTypes="AA">
                                      <p:cBhvr>
                                        <p:cTn id="9" dur="500" fill="hold"/>
                                        <p:tgtEl>
                                          <p:spTgt spid="27"/>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par>
                                <p:cTn id="13" presetID="42" presetClass="path" presetSubtype="0" decel="100000" fill="hold" grpId="1" nodeType="withEffect">
                                  <p:stCondLst>
                                    <p:cond delay="0"/>
                                  </p:stCondLst>
                                  <p:childTnLst>
                                    <p:animMotion origin="layout" path="M 1.04167E-6 0.03888 L 1.04167E-6 4.44444E-6 " pathEditMode="relative" rAng="0" ptsTypes="AA">
                                      <p:cBhvr>
                                        <p:cTn id="14" dur="500" fill="hold"/>
                                        <p:tgtEl>
                                          <p:spTgt spid="11"/>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
                                        <p:tgtEl>
                                          <p:spTgt spid="6"/>
                                        </p:tgtEl>
                                      </p:cBhvr>
                                    </p:animEffect>
                                  </p:childTnLst>
                                </p:cTn>
                              </p:par>
                              <p:par>
                                <p:cTn id="18" presetID="42" presetClass="path" presetSubtype="0" decel="100000" fill="hold" grpId="1" nodeType="withEffect">
                                  <p:stCondLst>
                                    <p:cond delay="100"/>
                                  </p:stCondLst>
                                  <p:childTnLst>
                                    <p:animMotion origin="layout" path="M -1.66667E-6 0.03888 L -1.66667E-6 4.44444E-6 " pathEditMode="relative" rAng="0" ptsTypes="AA">
                                      <p:cBhvr>
                                        <p:cTn id="19" dur="500" fill="hold"/>
                                        <p:tgtEl>
                                          <p:spTgt spid="6"/>
                                        </p:tgtEl>
                                        <p:attrNameLst>
                                          <p:attrName>ppt_x</p:attrName>
                                          <p:attrName>ppt_y</p:attrName>
                                        </p:attrNameLst>
                                      </p:cBhvr>
                                      <p:rCtr x="0" y="-1944"/>
                                    </p:animMotion>
                                  </p:childTnLst>
                                </p:cTn>
                              </p:par>
                              <p:par>
                                <p:cTn id="20" presetID="10" presetClass="entr" presetSubtype="0" fill="hold" nodeType="withEffect">
                                  <p:stCondLst>
                                    <p:cond delay="10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200"/>
                                        <p:tgtEl>
                                          <p:spTgt spid="58"/>
                                        </p:tgtEl>
                                      </p:cBhvr>
                                    </p:animEffect>
                                  </p:childTnLst>
                                </p:cTn>
                              </p:par>
                              <p:par>
                                <p:cTn id="23" presetID="42" presetClass="path" presetSubtype="0" decel="100000" fill="hold" nodeType="withEffect">
                                  <p:stCondLst>
                                    <p:cond delay="100"/>
                                  </p:stCondLst>
                                  <p:childTnLst>
                                    <p:animMotion origin="layout" path="M -1.66667E-6 0.03888 L -1.66667E-6 4.44444E-6 " pathEditMode="relative" rAng="0" ptsTypes="AA">
                                      <p:cBhvr>
                                        <p:cTn id="24" dur="500" fill="hold"/>
                                        <p:tgtEl>
                                          <p:spTgt spid="58"/>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p:bldP spid="6"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9287E-9404-0BD9-7237-965CAF1E2B83}"/>
              </a:ext>
            </a:extLst>
          </p:cNvPr>
          <p:cNvSpPr>
            <a:spLocks noGrp="1"/>
          </p:cNvSpPr>
          <p:nvPr>
            <p:ph type="title"/>
          </p:nvPr>
        </p:nvSpPr>
        <p:spPr>
          <a:xfrm>
            <a:off x="588263" y="457200"/>
            <a:ext cx="11046500" cy="443198"/>
          </a:xfrm>
        </p:spPr>
        <p:txBody>
          <a:bodyPr>
            <a:normAutofit/>
          </a:bodyPr>
          <a:lstStyle/>
          <a:p>
            <a:pPr defTabSz="914400">
              <a:defRPr/>
            </a:pPr>
            <a:r>
              <a:rPr lang="en-US" sz="3200" spc="0">
                <a:ln>
                  <a:noFill/>
                </a:ln>
                <a:solidFill>
                  <a:schemeClr val="tx1"/>
                </a:solidFill>
                <a:latin typeface="Segoe UI Semibold"/>
                <a:ea typeface="+mj-ea"/>
                <a:cs typeface="+mj-cs"/>
              </a:rPr>
              <a:t>Why Build Agents in Code? </a:t>
            </a:r>
            <a:endParaRPr kumimoji="0" lang="en-US" sz="3200" b="0" i="0" u="none" strike="noStrike" kern="1200" cap="none" spc="0" normalizeH="0" baseline="0" noProof="0">
              <a:ln>
                <a:noFill/>
              </a:ln>
              <a:solidFill>
                <a:schemeClr val="tx1"/>
              </a:solidFill>
              <a:effectLst/>
              <a:uLnTx/>
              <a:uFillTx/>
              <a:latin typeface="Segoe UI Semibold"/>
              <a:ea typeface="+mj-ea"/>
              <a:cs typeface="+mj-cs"/>
            </a:endParaRPr>
          </a:p>
        </p:txBody>
      </p:sp>
      <p:sp>
        <p:nvSpPr>
          <p:cNvPr id="21" name="Text Placeholder 6">
            <a:extLst>
              <a:ext uri="{FF2B5EF4-FFF2-40B4-BE49-F238E27FC236}">
                <a16:creationId xmlns:a16="http://schemas.microsoft.com/office/drawing/2014/main" id="{4991D267-9DF1-D7A5-D981-D600EC38A968}"/>
              </a:ext>
            </a:extLst>
          </p:cNvPr>
          <p:cNvSpPr txBox="1">
            <a:spLocks/>
          </p:cNvSpPr>
          <p:nvPr/>
        </p:nvSpPr>
        <p:spPr>
          <a:xfrm>
            <a:off x="871625" y="3127381"/>
            <a:ext cx="3636462" cy="498598"/>
          </a:xfrm>
          <a:prstGeom prst="rect">
            <a:avLst/>
          </a:prstGeom>
        </p:spPr>
        <p:txBody>
          <a:bodyPr vert="horz" wrap="square"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br>
              <a:rPr kumimoji="0" lang="en-US" sz="1800" b="0" i="0" u="none" strike="noStrike" kern="1200" cap="none" spc="0" normalizeH="0" baseline="0" noProof="0">
                <a:ln>
                  <a:noFill/>
                </a:ln>
                <a:solidFill>
                  <a:srgbClr val="281933"/>
                </a:solidFill>
                <a:effectLst/>
                <a:uLnTx/>
                <a:uFillTx/>
                <a:latin typeface="Segoe UI Semibold"/>
                <a:ea typeface="+mn-ea"/>
                <a:cs typeface="+mn-cs"/>
              </a:rPr>
            </a:br>
            <a:r>
              <a:rPr kumimoji="0" lang="en-US" sz="1800" b="0" i="0" u="none" strike="noStrike" kern="1200" cap="none" spc="0" normalizeH="0" baseline="0" noProof="0">
                <a:ln>
                  <a:noFill/>
                </a:ln>
                <a:solidFill>
                  <a:srgbClr val="281933"/>
                </a:solidFill>
                <a:effectLst/>
                <a:uLnTx/>
                <a:uFillTx/>
                <a:latin typeface="Segoe UI Semibold"/>
                <a:ea typeface="+mn-ea"/>
                <a:cs typeface="+mn-cs"/>
              </a:rPr>
              <a:t>Full Control &amp; Customization</a:t>
            </a:r>
          </a:p>
        </p:txBody>
      </p:sp>
      <p:sp>
        <p:nvSpPr>
          <p:cNvPr id="22" name="Text Placeholder 7">
            <a:extLst>
              <a:ext uri="{FF2B5EF4-FFF2-40B4-BE49-F238E27FC236}">
                <a16:creationId xmlns:a16="http://schemas.microsoft.com/office/drawing/2014/main" id="{0196CC14-E8FF-2F3E-2F68-0A911EF158C0}"/>
              </a:ext>
            </a:extLst>
          </p:cNvPr>
          <p:cNvSpPr txBox="1">
            <a:spLocks/>
          </p:cNvSpPr>
          <p:nvPr/>
        </p:nvSpPr>
        <p:spPr>
          <a:xfrm>
            <a:off x="4874469" y="3374323"/>
            <a:ext cx="2916936" cy="249299"/>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Local Experimentation</a:t>
            </a:r>
          </a:p>
        </p:txBody>
      </p:sp>
      <p:sp>
        <p:nvSpPr>
          <p:cNvPr id="23" name="Text Placeholder 8">
            <a:extLst>
              <a:ext uri="{FF2B5EF4-FFF2-40B4-BE49-F238E27FC236}">
                <a16:creationId xmlns:a16="http://schemas.microsoft.com/office/drawing/2014/main" id="{B3F35050-0C67-5877-6FB8-AFAFB28CCA2B}"/>
              </a:ext>
            </a:extLst>
          </p:cNvPr>
          <p:cNvSpPr txBox="1">
            <a:spLocks/>
          </p:cNvSpPr>
          <p:nvPr/>
        </p:nvSpPr>
        <p:spPr>
          <a:xfrm>
            <a:off x="8680986" y="3336036"/>
            <a:ext cx="2914650" cy="249299"/>
          </a:xfrm>
          <a:prstGeom prst="rect">
            <a:avLst/>
          </a:prstGeom>
        </p:spPr>
        <p:txBody>
          <a:bodyPr vert="horz" lIns="0" tIns="0" rIns="0" bIns="0" rtlCol="0" anchor="b">
            <a:spAutoFit/>
          </a:bodyPr>
          <a:lstStyle>
            <a:lvl1pPr marL="0" indent="0" algn="l" defTabSz="914400" rtl="0" eaLnBrk="1" latinLnBrk="0" hangingPunct="1">
              <a:lnSpc>
                <a:spcPct val="90000"/>
              </a:lnSpc>
              <a:spcBef>
                <a:spcPts val="0"/>
              </a:spcBef>
              <a:spcAft>
                <a:spcPts val="1200"/>
              </a:spcAft>
              <a:buFont typeface="Wingdings" pitchFamily="2" charset="2"/>
              <a:buNone/>
              <a:defRPr sz="1800" kern="1200">
                <a:solidFill>
                  <a:schemeClr val="tx1"/>
                </a:solidFill>
                <a:latin typeface="+mj-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800" b="0" i="0" u="none" strike="noStrike" kern="1200" cap="none" spc="0" normalizeH="0" baseline="0" noProof="0">
                <a:ln>
                  <a:noFill/>
                </a:ln>
                <a:solidFill>
                  <a:srgbClr val="281933"/>
                </a:solidFill>
                <a:effectLst/>
                <a:uLnTx/>
                <a:uFillTx/>
                <a:latin typeface="Segoe UI Semibold"/>
                <a:ea typeface="+mn-ea"/>
                <a:cs typeface="+mn-cs"/>
              </a:rPr>
              <a:t>Portability</a:t>
            </a:r>
          </a:p>
        </p:txBody>
      </p:sp>
      <p:sp>
        <p:nvSpPr>
          <p:cNvPr id="24" name="Content Placeholder 9">
            <a:extLst>
              <a:ext uri="{FF2B5EF4-FFF2-40B4-BE49-F238E27FC236}">
                <a16:creationId xmlns:a16="http://schemas.microsoft.com/office/drawing/2014/main" id="{66D69536-B9BB-499B-2E84-565129338444}"/>
              </a:ext>
            </a:extLst>
          </p:cNvPr>
          <p:cNvSpPr txBox="1">
            <a:spLocks/>
          </p:cNvSpPr>
          <p:nvPr/>
        </p:nvSpPr>
        <p:spPr>
          <a:xfrm>
            <a:off x="871625" y="3961315"/>
            <a:ext cx="2916936" cy="1534212"/>
          </a:xfrm>
          <a:prstGeom prst="rect">
            <a:avLst/>
          </a:prstGeom>
        </p:spPr>
        <p:txBody>
          <a:bodyPr vert="horz" lIns="0" tIns="0" rIns="0" bIns="0" rtlCol="0">
            <a:normAutofit/>
          </a:bodyPr>
          <a:lstStyle>
            <a:lvl1pPr marL="0" indent="0" algn="l" defTabSz="914400" rtl="0" eaLnBrk="1" latinLnBrk="0" hangingPunct="1">
              <a:lnSpc>
                <a:spcPct val="90000"/>
              </a:lnSpc>
              <a:spcBef>
                <a:spcPts val="0"/>
              </a:spcBef>
              <a:spcAft>
                <a:spcPts val="1200"/>
              </a:spcAft>
              <a:buFont typeface="Wingdings" pitchFamily="2" charset="2"/>
              <a:buNone/>
              <a:defRPr sz="16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600" b="0" i="0" u="none" strike="noStrike" kern="1200" cap="none" spc="0" normalizeH="0" baseline="0" noProof="0">
                <a:ln>
                  <a:noFill/>
                </a:ln>
                <a:solidFill>
                  <a:srgbClr val="281933"/>
                </a:solidFill>
                <a:effectLst/>
                <a:uLnTx/>
                <a:uFillTx/>
                <a:latin typeface="Segoe UI Semilight"/>
                <a:ea typeface="+mn-ea"/>
                <a:cs typeface="+mn-cs"/>
              </a:rPr>
              <a:t>Code-first agents can use any model, tool, or data source – not limited to pre-defined connectors or templates</a:t>
            </a:r>
          </a:p>
        </p:txBody>
      </p:sp>
      <p:sp>
        <p:nvSpPr>
          <p:cNvPr id="25" name="Content Placeholder 10">
            <a:extLst>
              <a:ext uri="{FF2B5EF4-FFF2-40B4-BE49-F238E27FC236}">
                <a16:creationId xmlns:a16="http://schemas.microsoft.com/office/drawing/2014/main" id="{E49FEAC8-F8F7-C855-991D-4B8FA9DA6389}"/>
              </a:ext>
            </a:extLst>
          </p:cNvPr>
          <p:cNvSpPr txBox="1">
            <a:spLocks/>
          </p:cNvSpPr>
          <p:nvPr/>
        </p:nvSpPr>
        <p:spPr>
          <a:xfrm>
            <a:off x="4874469" y="3961315"/>
            <a:ext cx="2912744" cy="2100120"/>
          </a:xfrm>
          <a:prstGeom prst="rect">
            <a:avLst/>
          </a:prstGeom>
        </p:spPr>
        <p:txBody>
          <a:bodyPr vert="horz" lIns="0" tIns="0" rIns="0" bIns="0" rtlCol="0">
            <a:normAutofit/>
          </a:bodyPr>
          <a:lstStyle>
            <a:lvl1pPr marL="0" indent="0" algn="l" defTabSz="914400" rtl="0" eaLnBrk="1" latinLnBrk="0" hangingPunct="1">
              <a:lnSpc>
                <a:spcPct val="90000"/>
              </a:lnSpc>
              <a:spcBef>
                <a:spcPts val="0"/>
              </a:spcBef>
              <a:spcAft>
                <a:spcPts val="1200"/>
              </a:spcAft>
              <a:buFont typeface="Wingdings" pitchFamily="2" charset="2"/>
              <a:buNone/>
              <a:defRPr sz="16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600" b="0" i="0" u="none" strike="noStrike" kern="1200" cap="none" spc="0" normalizeH="0" baseline="0" noProof="0">
                <a:ln>
                  <a:noFill/>
                </a:ln>
                <a:solidFill>
                  <a:srgbClr val="281933"/>
                </a:solidFill>
                <a:effectLst/>
                <a:uLnTx/>
                <a:uFillTx/>
                <a:latin typeface="Segoe UI Semilight"/>
                <a:ea typeface="+mn-ea"/>
                <a:cs typeface="+mn-cs"/>
              </a:rPr>
              <a:t>Run agents on your laptop with your preferred IDEs (VS Code, GitHub) with no cloud dependency; debug, test, and integrate into CI/CD pipelines before scaling</a:t>
            </a:r>
          </a:p>
        </p:txBody>
      </p:sp>
      <p:sp>
        <p:nvSpPr>
          <p:cNvPr id="26" name="Content Placeholder 11">
            <a:extLst>
              <a:ext uri="{FF2B5EF4-FFF2-40B4-BE49-F238E27FC236}">
                <a16:creationId xmlns:a16="http://schemas.microsoft.com/office/drawing/2014/main" id="{B3906CD2-7ECE-70B6-3C7F-F21DC0EB062E}"/>
              </a:ext>
            </a:extLst>
          </p:cNvPr>
          <p:cNvSpPr txBox="1">
            <a:spLocks/>
          </p:cNvSpPr>
          <p:nvPr/>
        </p:nvSpPr>
        <p:spPr>
          <a:xfrm>
            <a:off x="8680986" y="3961315"/>
            <a:ext cx="2914649" cy="2100120"/>
          </a:xfrm>
          <a:prstGeom prst="rect">
            <a:avLst/>
          </a:prstGeom>
        </p:spPr>
        <p:txBody>
          <a:bodyPr vert="horz" lIns="0" tIns="0" rIns="0" bIns="0" rtlCol="0">
            <a:normAutofit/>
          </a:bodyPr>
          <a:lstStyle>
            <a:lvl1pPr marL="0" indent="0" algn="l" defTabSz="914400" rtl="0" eaLnBrk="1" latinLnBrk="0" hangingPunct="1">
              <a:lnSpc>
                <a:spcPct val="90000"/>
              </a:lnSpc>
              <a:spcBef>
                <a:spcPts val="0"/>
              </a:spcBef>
              <a:spcAft>
                <a:spcPts val="1200"/>
              </a:spcAft>
              <a:buFont typeface="Wingdings" pitchFamily="2" charset="2"/>
              <a:buNone/>
              <a:defRPr sz="1600" kern="1200">
                <a:solidFill>
                  <a:schemeClr val="tx1"/>
                </a:solidFill>
                <a:latin typeface="+mn-lt"/>
                <a:ea typeface="+mn-ea"/>
                <a:cs typeface="+mn-cs"/>
              </a:defRPr>
            </a:lvl1pPr>
            <a:lvl2pPr marL="594360" indent="-285750" algn="l" defTabSz="914400" rtl="0" eaLnBrk="1" latinLnBrk="0" hangingPunct="1">
              <a:lnSpc>
                <a:spcPct val="100000"/>
              </a:lnSpc>
              <a:spcBef>
                <a:spcPts val="0"/>
              </a:spcBef>
              <a:spcAft>
                <a:spcPts val="1200"/>
              </a:spcAft>
              <a:buFont typeface="Wingdings" pitchFamily="2" charset="2"/>
              <a:buChar char="§"/>
              <a:defRPr sz="1800" kern="1200">
                <a:solidFill>
                  <a:schemeClr val="tx1"/>
                </a:solidFill>
                <a:latin typeface="+mn-lt"/>
                <a:ea typeface="+mn-ea"/>
                <a:cs typeface="+mn-cs"/>
              </a:defRPr>
            </a:lvl2pPr>
            <a:lvl3pPr marL="914400" indent="-285750" algn="l" defTabSz="914400" rtl="0" eaLnBrk="1" latinLnBrk="0" hangingPunct="1">
              <a:lnSpc>
                <a:spcPct val="100000"/>
              </a:lnSpc>
              <a:spcBef>
                <a:spcPts val="0"/>
              </a:spcBef>
              <a:spcAft>
                <a:spcPts val="1200"/>
              </a:spcAft>
              <a:buFont typeface="Wingdings" pitchFamily="2" charset="2"/>
              <a:buChar char="§"/>
              <a:defRPr sz="1600" kern="1200">
                <a:solidFill>
                  <a:schemeClr val="tx1"/>
                </a:solidFill>
                <a:latin typeface="+mn-lt"/>
                <a:ea typeface="+mn-ea"/>
                <a:cs typeface="+mn-cs"/>
              </a:defRPr>
            </a:lvl3pPr>
            <a:lvl4pPr marL="123444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4pPr>
            <a:lvl5pPr marL="1508760" indent="-285750" algn="l" defTabSz="914400" rtl="0" eaLnBrk="1" latinLnBrk="0" hangingPunct="1">
              <a:lnSpc>
                <a:spcPct val="100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Tx/>
              <a:buFont typeface="Wingdings" pitchFamily="2" charset="2"/>
              <a:buNone/>
              <a:tabLst/>
              <a:defRPr/>
            </a:pPr>
            <a:r>
              <a:rPr kumimoji="0" lang="en-US" sz="1600" b="0" i="0" u="none" strike="noStrike" kern="1200" cap="none" spc="0" normalizeH="0" baseline="0" noProof="0">
                <a:ln>
                  <a:noFill/>
                </a:ln>
                <a:solidFill>
                  <a:srgbClr val="281933"/>
                </a:solidFill>
                <a:effectLst/>
                <a:uLnTx/>
                <a:uFillTx/>
                <a:latin typeface="Segoe UI Semilight"/>
                <a:ea typeface="+mn-ea"/>
                <a:cs typeface="+mn-cs"/>
              </a:rPr>
              <a:t>Move from local to any cloud without rewrites, avoiding vendor lock-in</a:t>
            </a:r>
          </a:p>
        </p:txBody>
      </p:sp>
      <p:pic>
        <p:nvPicPr>
          <p:cNvPr id="27" name="Picture 26">
            <a:extLst>
              <a:ext uri="{FF2B5EF4-FFF2-40B4-BE49-F238E27FC236}">
                <a16:creationId xmlns:a16="http://schemas.microsoft.com/office/drawing/2014/main" id="{71227275-8210-0F56-C089-E6F9140E8E42}"/>
              </a:ext>
            </a:extLst>
          </p:cNvPr>
          <p:cNvPicPr>
            <a:picLocks noChangeAspect="1"/>
          </p:cNvPicPr>
          <p:nvPr/>
        </p:nvPicPr>
        <p:blipFill>
          <a:blip r:embed="rId3"/>
          <a:stretch>
            <a:fillRect/>
          </a:stretch>
        </p:blipFill>
        <p:spPr>
          <a:xfrm>
            <a:off x="736199" y="2024939"/>
            <a:ext cx="1179830" cy="1179830"/>
          </a:xfrm>
          <a:prstGeom prst="rect">
            <a:avLst/>
          </a:prstGeom>
        </p:spPr>
      </p:pic>
      <p:pic>
        <p:nvPicPr>
          <p:cNvPr id="28" name="Picture 27">
            <a:extLst>
              <a:ext uri="{FF2B5EF4-FFF2-40B4-BE49-F238E27FC236}">
                <a16:creationId xmlns:a16="http://schemas.microsoft.com/office/drawing/2014/main" id="{343BC0C6-8BD2-6EA8-0BC3-1EC660AC0D25}"/>
              </a:ext>
            </a:extLst>
          </p:cNvPr>
          <p:cNvPicPr>
            <a:picLocks noChangeAspect="1"/>
          </p:cNvPicPr>
          <p:nvPr/>
        </p:nvPicPr>
        <p:blipFill>
          <a:blip r:embed="rId4"/>
          <a:stretch>
            <a:fillRect/>
          </a:stretch>
        </p:blipFill>
        <p:spPr>
          <a:xfrm>
            <a:off x="4874469" y="2096408"/>
            <a:ext cx="1087894" cy="1087894"/>
          </a:xfrm>
          <a:prstGeom prst="rect">
            <a:avLst/>
          </a:prstGeom>
        </p:spPr>
      </p:pic>
      <p:pic>
        <p:nvPicPr>
          <p:cNvPr id="29" name="Picture 28">
            <a:extLst>
              <a:ext uri="{FF2B5EF4-FFF2-40B4-BE49-F238E27FC236}">
                <a16:creationId xmlns:a16="http://schemas.microsoft.com/office/drawing/2014/main" id="{5C257BAE-D9DA-8101-6CD5-9902D4903FEE}"/>
              </a:ext>
            </a:extLst>
          </p:cNvPr>
          <p:cNvPicPr>
            <a:picLocks noChangeAspect="1"/>
          </p:cNvPicPr>
          <p:nvPr/>
        </p:nvPicPr>
        <p:blipFill>
          <a:blip r:embed="rId5"/>
          <a:stretch>
            <a:fillRect/>
          </a:stretch>
        </p:blipFill>
        <p:spPr>
          <a:xfrm>
            <a:off x="8506739" y="1955715"/>
            <a:ext cx="1179830" cy="1179830"/>
          </a:xfrm>
          <a:prstGeom prst="rect">
            <a:avLst/>
          </a:prstGeom>
        </p:spPr>
      </p:pic>
    </p:spTree>
    <p:extLst>
      <p:ext uri="{BB962C8B-B14F-4D97-AF65-F5344CB8AC3E}">
        <p14:creationId xmlns:p14="http://schemas.microsoft.com/office/powerpoint/2010/main" val="251443108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BE93F4-4BCB-E520-6B32-304796FCA81E}"/>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4BD45A1C-385A-CD42-681A-E83150E15B5F}"/>
              </a:ext>
            </a:extLst>
          </p:cNvPr>
          <p:cNvPicPr>
            <a:picLocks noChangeAspect="1"/>
          </p:cNvPicPr>
          <p:nvPr/>
        </p:nvPicPr>
        <p:blipFill>
          <a:blip r:embed="rId3">
            <a:alphaModFix amt="88000"/>
          </a:blip>
          <a:srcRect t="13025" b="14408"/>
          <a:stretch>
            <a:fillRect/>
          </a:stretch>
        </p:blipFill>
        <p:spPr>
          <a:xfrm>
            <a:off x="1208421" y="0"/>
            <a:ext cx="10395317" cy="6858000"/>
          </a:xfrm>
          <a:prstGeom prst="rect">
            <a:avLst/>
          </a:prstGeom>
          <a:effectLst>
            <a:softEdge rad="381000"/>
          </a:effectLst>
        </p:spPr>
      </p:pic>
      <p:grpSp>
        <p:nvGrpSpPr>
          <p:cNvPr id="33" name="Group 32">
            <a:extLst>
              <a:ext uri="{FF2B5EF4-FFF2-40B4-BE49-F238E27FC236}">
                <a16:creationId xmlns:a16="http://schemas.microsoft.com/office/drawing/2014/main" id="{EFB40A34-CA27-6DC5-9889-9FF4345F2A11}"/>
              </a:ext>
            </a:extLst>
          </p:cNvPr>
          <p:cNvGrpSpPr/>
          <p:nvPr/>
        </p:nvGrpSpPr>
        <p:grpSpPr>
          <a:xfrm>
            <a:off x="4507043" y="3579450"/>
            <a:ext cx="3177915" cy="1443515"/>
            <a:chOff x="4593220" y="3892444"/>
            <a:chExt cx="3177915" cy="1443515"/>
          </a:xfrm>
        </p:grpSpPr>
        <p:cxnSp>
          <p:nvCxnSpPr>
            <p:cNvPr id="34" name="!!Straight Connector 49">
              <a:extLst>
                <a:ext uri="{FF2B5EF4-FFF2-40B4-BE49-F238E27FC236}">
                  <a16:creationId xmlns:a16="http://schemas.microsoft.com/office/drawing/2014/main" id="{BEAC643A-D4E8-C77C-CD44-00DD4BEDEE70}"/>
                </a:ext>
                <a:ext uri="{C183D7F6-B498-43B3-948B-1728B52AA6E4}">
                  <adec:decorative xmlns:adec="http://schemas.microsoft.com/office/drawing/2017/decorative" val="1"/>
                </a:ext>
              </a:extLst>
            </p:cNvPr>
            <p:cNvCxnSpPr>
              <a:cxnSpLocks/>
            </p:cNvCxnSpPr>
            <p:nvPr/>
          </p:nvCxnSpPr>
          <p:spPr>
            <a:xfrm>
              <a:off x="4593220" y="3892444"/>
              <a:ext cx="0" cy="1443515"/>
            </a:xfrm>
            <a:prstGeom prst="line">
              <a:avLst/>
            </a:prstGeom>
            <a:ln w="12700" cap="rnd">
              <a:solidFill>
                <a:schemeClr val="tx1">
                  <a:alpha val="48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5" name="!!Straight Connector 49">
              <a:extLst>
                <a:ext uri="{FF2B5EF4-FFF2-40B4-BE49-F238E27FC236}">
                  <a16:creationId xmlns:a16="http://schemas.microsoft.com/office/drawing/2014/main" id="{CA75FF1D-C74A-59AE-D9FB-56F701784391}"/>
                </a:ext>
                <a:ext uri="{C183D7F6-B498-43B3-948B-1728B52AA6E4}">
                  <adec:decorative xmlns:adec="http://schemas.microsoft.com/office/drawing/2017/decorative" val="1"/>
                </a:ext>
              </a:extLst>
            </p:cNvPr>
            <p:cNvCxnSpPr>
              <a:cxnSpLocks/>
            </p:cNvCxnSpPr>
            <p:nvPr/>
          </p:nvCxnSpPr>
          <p:spPr>
            <a:xfrm>
              <a:off x="7771135" y="3892444"/>
              <a:ext cx="0" cy="1443515"/>
            </a:xfrm>
            <a:prstGeom prst="line">
              <a:avLst/>
            </a:prstGeom>
            <a:ln w="12700" cap="rnd">
              <a:solidFill>
                <a:schemeClr val="tx1">
                  <a:alpha val="48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sp>
        <p:nvSpPr>
          <p:cNvPr id="5" name="Title 6">
            <a:extLst>
              <a:ext uri="{FF2B5EF4-FFF2-40B4-BE49-F238E27FC236}">
                <a16:creationId xmlns:a16="http://schemas.microsoft.com/office/drawing/2014/main" id="{4585B4B9-9D37-91D6-57AD-E221785CFBD7}"/>
              </a:ext>
            </a:extLst>
          </p:cNvPr>
          <p:cNvSpPr txBox="1">
            <a:spLocks/>
          </p:cNvSpPr>
          <p:nvPr/>
        </p:nvSpPr>
        <p:spPr>
          <a:xfrm>
            <a:off x="802640" y="1962246"/>
            <a:ext cx="10586720" cy="738664"/>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014" rtl="0" eaLnBrk="1" fontAlgn="base" latinLnBrk="0" hangingPunct="1">
              <a:lnSpc>
                <a:spcPct val="100000"/>
              </a:lnSpc>
              <a:spcBef>
                <a:spcPct val="0"/>
              </a:spcBef>
              <a:spcAft>
                <a:spcPct val="0"/>
              </a:spcAft>
              <a:buClrTx/>
              <a:buSzTx/>
              <a:buFontTx/>
              <a:buNone/>
              <a:tabLst/>
              <a:defRPr/>
            </a:pPr>
            <a:r>
              <a:rPr kumimoji="0" lang="en-US" sz="4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rPr>
              <a:t>Microsoft Agent Framework</a:t>
            </a:r>
          </a:p>
        </p:txBody>
      </p:sp>
      <p:sp>
        <p:nvSpPr>
          <p:cNvPr id="2" name="Title 3">
            <a:extLst>
              <a:ext uri="{FF2B5EF4-FFF2-40B4-BE49-F238E27FC236}">
                <a16:creationId xmlns:a16="http://schemas.microsoft.com/office/drawing/2014/main" id="{0D0888B8-3578-D975-7229-36E199DB919B}"/>
              </a:ext>
              <a:ext uri="{C183D7F6-B498-43B3-948B-1728B52AA6E4}">
                <adec:decorative xmlns:adec="http://schemas.microsoft.com/office/drawing/2017/decorative" val="0"/>
              </a:ext>
            </a:extLst>
          </p:cNvPr>
          <p:cNvSpPr txBox="1">
            <a:spLocks/>
          </p:cNvSpPr>
          <p:nvPr/>
        </p:nvSpPr>
        <p:spPr bwMode="auto">
          <a:xfrm>
            <a:off x="4171950" y="1039252"/>
            <a:ext cx="3848100" cy="362057"/>
          </a:xfrm>
          <a:prstGeom prst="roundRect">
            <a:avLst>
              <a:gd name="adj" fmla="val 34737"/>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400000" algn="tl" rotWithShape="0">
              <a:srgbClr val="454142">
                <a:alpha val="20000"/>
              </a:srgbClr>
            </a:outerShdw>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algn="ctr" defTabSz="717626">
              <a:defRPr sz="1400">
                <a:gradFill>
                  <a:gsLst>
                    <a:gs pos="23776">
                      <a:srgbClr val="FFFFFF"/>
                    </a:gs>
                    <a:gs pos="42000">
                      <a:srgbClr val="FFFFFF"/>
                    </a:gs>
                  </a:gsLst>
                  <a:path path="circle">
                    <a:fillToRect l="100000" t="100000"/>
                  </a:path>
                </a:gradFill>
                <a:latin typeface="+mj-lt"/>
              </a:defRPr>
            </a:lvl1p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gradFill>
                  <a:gsLst>
                    <a:gs pos="23776">
                      <a:srgbClr val="FFFFFF"/>
                    </a:gs>
                    <a:gs pos="42000">
                      <a:srgbClr val="FFFFFF"/>
                    </a:gs>
                  </a:gsLst>
                  <a:path path="circle">
                    <a:fillToRect l="100000" t="100000"/>
                  </a:path>
                </a:gradFill>
                <a:effectLst/>
                <a:uLnTx/>
                <a:uFillTx/>
                <a:latin typeface="Segoe UI Semibold"/>
                <a:ea typeface="+mn-ea"/>
                <a:cs typeface="+mn-cs"/>
              </a:rPr>
              <a:t>Public Preview</a:t>
            </a:r>
          </a:p>
        </p:txBody>
      </p:sp>
      <p:sp>
        <p:nvSpPr>
          <p:cNvPr id="8" name="Title 1">
            <a:extLst>
              <a:ext uri="{FF2B5EF4-FFF2-40B4-BE49-F238E27FC236}">
                <a16:creationId xmlns:a16="http://schemas.microsoft.com/office/drawing/2014/main" id="{E4735F36-21A6-E230-157E-3712346DF0F5}"/>
              </a:ext>
            </a:extLst>
          </p:cNvPr>
          <p:cNvSpPr txBox="1">
            <a:spLocks/>
          </p:cNvSpPr>
          <p:nvPr/>
        </p:nvSpPr>
        <p:spPr>
          <a:xfrm>
            <a:off x="563563" y="2842798"/>
            <a:ext cx="11064875" cy="369332"/>
          </a:xfrm>
          <a:prstGeom prst="rect">
            <a:avLst/>
          </a:prstGeom>
          <a:noFill/>
        </p:spPr>
        <p:txBody>
          <a:bodyPr wrap="square" lIns="0" tIns="0" rIns="0" bIns="0" rtlCol="0" anchor="t">
            <a:spAutoFit/>
          </a:bodyPr>
          <a:lstStyle>
            <a:defPPr>
              <a:defRPr lang="en-US"/>
            </a:defPPr>
            <a:lvl1pPr marR="0" lvl="0" indent="0" algn="ctr" defTabSz="914367" fontAlgn="auto">
              <a:lnSpc>
                <a:spcPct val="100000"/>
              </a:lnSpc>
              <a:spcBef>
                <a:spcPts val="0"/>
              </a:spcBef>
              <a:spcAft>
                <a:spcPts val="0"/>
              </a:spcAft>
              <a:buClrTx/>
              <a:buSzTx/>
              <a:buFontTx/>
              <a:buNone/>
              <a:tabLst/>
              <a:defRPr sz="2400" spc="-50">
                <a:ln w="3175">
                  <a:noFill/>
                </a:ln>
                <a:gradFill>
                  <a:gsLst>
                    <a:gs pos="0">
                      <a:srgbClr val="C03BC4"/>
                    </a:gs>
                    <a:gs pos="100000">
                      <a:srgbClr val="0078D4"/>
                    </a:gs>
                  </a:gsLst>
                  <a:path path="circle">
                    <a:fillToRect l="100000" t="100000"/>
                  </a:path>
                </a:gradFill>
                <a:latin typeface="+mj-lt"/>
                <a:cs typeface="Segoe UI"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50" normalizeH="0" baseline="0" noProof="0">
                <a:ln w="3175">
                  <a:noFill/>
                </a:ln>
                <a:gradFill>
                  <a:gsLst>
                    <a:gs pos="0">
                      <a:srgbClr val="C03BC4"/>
                    </a:gs>
                    <a:gs pos="100000">
                      <a:srgbClr val="0078D4"/>
                    </a:gs>
                  </a:gsLst>
                  <a:path path="circle">
                    <a:fillToRect l="100000" t="100000"/>
                  </a:path>
                </a:gradFill>
                <a:effectLst/>
                <a:uLnTx/>
                <a:uFillTx/>
                <a:latin typeface="Segoe UI Semibold"/>
                <a:ea typeface="+mn-ea"/>
                <a:cs typeface="Segoe UI" pitchFamily="34" charset="0"/>
              </a:rPr>
              <a:t>Open-source engine for building and orchestrating intelligent AI agents</a:t>
            </a:r>
          </a:p>
        </p:txBody>
      </p:sp>
      <p:sp>
        <p:nvSpPr>
          <p:cNvPr id="9" name="TextBox 8">
            <a:extLst>
              <a:ext uri="{FF2B5EF4-FFF2-40B4-BE49-F238E27FC236}">
                <a16:creationId xmlns:a16="http://schemas.microsoft.com/office/drawing/2014/main" id="{D52CBF84-EA6D-0103-BF40-F38E6ACFC09C}"/>
              </a:ext>
            </a:extLst>
          </p:cNvPr>
          <p:cNvSpPr txBox="1"/>
          <p:nvPr/>
        </p:nvSpPr>
        <p:spPr>
          <a:xfrm>
            <a:off x="5055028" y="4324256"/>
            <a:ext cx="2081944" cy="553998"/>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Purview SDK integration</a:t>
            </a:r>
          </a:p>
        </p:txBody>
      </p:sp>
      <p:sp>
        <p:nvSpPr>
          <p:cNvPr id="10" name="TextBox 9">
            <a:extLst>
              <a:ext uri="{FF2B5EF4-FFF2-40B4-BE49-F238E27FC236}">
                <a16:creationId xmlns:a16="http://schemas.microsoft.com/office/drawing/2014/main" id="{9DEE2ECA-71EA-D5FE-59B1-CFE1B3188600}"/>
              </a:ext>
            </a:extLst>
          </p:cNvPr>
          <p:cNvSpPr txBox="1"/>
          <p:nvPr/>
        </p:nvSpPr>
        <p:spPr>
          <a:xfrm>
            <a:off x="8232615" y="4324256"/>
            <a:ext cx="2421752" cy="553998"/>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gradFill>
                  <a:gsLst>
                    <a:gs pos="10000">
                      <a:srgbClr val="000000"/>
                    </a:gs>
                    <a:gs pos="34000">
                      <a:srgbClr val="000000"/>
                    </a:gs>
                  </a:gsLst>
                  <a:lin ang="10800000" scaled="1"/>
                </a:gradFill>
                <a:effectLst/>
                <a:uLnTx/>
                <a:uFillTx/>
                <a:latin typeface="Segoe Sans Text Semibold"/>
                <a:ea typeface="+mn-ea"/>
                <a:cs typeface="+mn-cs"/>
              </a:rPr>
              <a:t>ChatKit</a:t>
            </a: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 &amp; </a:t>
            </a:r>
            <a:r>
              <a:rPr kumimoji="0" lang="en-US" sz="1800" b="0" i="0" u="none" strike="noStrike" kern="1200" cap="none" spc="0" normalizeH="0" baseline="0" noProof="0" err="1">
                <a:ln>
                  <a:noFill/>
                </a:ln>
                <a:gradFill>
                  <a:gsLst>
                    <a:gs pos="10000">
                      <a:srgbClr val="000000"/>
                    </a:gs>
                    <a:gs pos="34000">
                      <a:srgbClr val="000000"/>
                    </a:gs>
                  </a:gsLst>
                  <a:lin ang="10800000" scaled="1"/>
                </a:gradFill>
                <a:effectLst/>
                <a:uLnTx/>
                <a:uFillTx/>
                <a:latin typeface="Segoe Sans Text Semibold"/>
                <a:ea typeface="+mn-ea"/>
                <a:cs typeface="+mn-cs"/>
              </a:rPr>
              <a:t>CopilotKit</a:t>
            </a:r>
            <a:endPar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integration</a:t>
            </a:r>
          </a:p>
        </p:txBody>
      </p:sp>
      <p:sp>
        <p:nvSpPr>
          <p:cNvPr id="11" name="TextBox 10">
            <a:extLst>
              <a:ext uri="{FF2B5EF4-FFF2-40B4-BE49-F238E27FC236}">
                <a16:creationId xmlns:a16="http://schemas.microsoft.com/office/drawing/2014/main" id="{D14A3EDB-0F35-C537-499A-09392C036DF1}"/>
              </a:ext>
            </a:extLst>
          </p:cNvPr>
          <p:cNvSpPr txBox="1"/>
          <p:nvPr/>
        </p:nvSpPr>
        <p:spPr>
          <a:xfrm>
            <a:off x="1424878" y="4324256"/>
            <a:ext cx="2704830" cy="553998"/>
          </a:xfrm>
          <a:prstGeom prst="rect">
            <a:avLst/>
          </a:prstGeom>
          <a:noFill/>
        </p:spPr>
        <p:txBody>
          <a:bodyPr wrap="squar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Durable</a:t>
            </a:r>
            <a:b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br>
            <a:r>
              <a:rPr kumimoji="0" lang="en-US" sz="1800" b="0"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a:ea typeface="+mn-ea"/>
                <a:cs typeface="+mn-cs"/>
              </a:rPr>
              <a:t>extension</a:t>
            </a:r>
          </a:p>
        </p:txBody>
      </p:sp>
      <p:sp>
        <p:nvSpPr>
          <p:cNvPr id="14" name="Title 3">
            <a:extLst>
              <a:ext uri="{FF2B5EF4-FFF2-40B4-BE49-F238E27FC236}">
                <a16:creationId xmlns:a16="http://schemas.microsoft.com/office/drawing/2014/main" id="{139E5184-0B81-4759-0160-69183D10AFA4}"/>
              </a:ext>
              <a:ext uri="{C183D7F6-B498-43B3-948B-1728B52AA6E4}">
                <adec:decorative xmlns:adec="http://schemas.microsoft.com/office/drawing/2017/decorative" val="0"/>
              </a:ext>
            </a:extLst>
          </p:cNvPr>
          <p:cNvSpPr txBox="1">
            <a:spLocks/>
          </p:cNvSpPr>
          <p:nvPr/>
        </p:nvSpPr>
        <p:spPr bwMode="auto">
          <a:xfrm>
            <a:off x="1713471" y="3732437"/>
            <a:ext cx="2127645" cy="362057"/>
          </a:xfrm>
          <a:prstGeom prst="roundRect">
            <a:avLst>
              <a:gd name="adj" fmla="val 34737"/>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400000" algn="tl" rotWithShape="0">
              <a:srgbClr val="454142">
                <a:alpha val="20000"/>
              </a:srgbClr>
            </a:outerShdw>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algn="ctr" defTabSz="717626">
              <a:defRPr sz="1400">
                <a:gradFill>
                  <a:gsLst>
                    <a:gs pos="23776">
                      <a:srgbClr val="FFFFFF"/>
                    </a:gs>
                    <a:gs pos="42000">
                      <a:srgbClr val="FFFFFF"/>
                    </a:gs>
                  </a:gsLst>
                  <a:path path="circle">
                    <a:fillToRect l="100000" t="100000"/>
                  </a:path>
                </a:gradFill>
                <a:latin typeface="+mj-lt"/>
              </a:defRPr>
            </a:lvl1p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gradFill>
                  <a:gsLst>
                    <a:gs pos="23776">
                      <a:srgbClr val="FFFFFF"/>
                    </a:gs>
                    <a:gs pos="42000">
                      <a:srgbClr val="FFFFFF"/>
                    </a:gs>
                  </a:gsLst>
                  <a:path path="circle">
                    <a:fillToRect l="100000" t="100000"/>
                  </a:path>
                </a:gradFill>
                <a:effectLst/>
                <a:uLnTx/>
                <a:uFillTx/>
                <a:latin typeface="Segoe UI Semibold"/>
                <a:ea typeface="+mn-ea"/>
                <a:cs typeface="+mn-cs"/>
              </a:rPr>
              <a:t>Public Preview</a:t>
            </a:r>
          </a:p>
        </p:txBody>
      </p:sp>
      <p:sp>
        <p:nvSpPr>
          <p:cNvPr id="15" name="Title 3">
            <a:extLst>
              <a:ext uri="{FF2B5EF4-FFF2-40B4-BE49-F238E27FC236}">
                <a16:creationId xmlns:a16="http://schemas.microsoft.com/office/drawing/2014/main" id="{C8C2C36D-F014-55B7-F460-945B2BA3D6F2}"/>
              </a:ext>
              <a:ext uri="{C183D7F6-B498-43B3-948B-1728B52AA6E4}">
                <adec:decorative xmlns:adec="http://schemas.microsoft.com/office/drawing/2017/decorative" val="0"/>
              </a:ext>
            </a:extLst>
          </p:cNvPr>
          <p:cNvSpPr txBox="1">
            <a:spLocks/>
          </p:cNvSpPr>
          <p:nvPr/>
        </p:nvSpPr>
        <p:spPr bwMode="auto">
          <a:xfrm>
            <a:off x="5032178" y="3732437"/>
            <a:ext cx="2127645" cy="362057"/>
          </a:xfrm>
          <a:prstGeom prst="roundRect">
            <a:avLst>
              <a:gd name="adj" fmla="val 34737"/>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400000" algn="tl" rotWithShape="0">
              <a:srgbClr val="454142">
                <a:alpha val="20000"/>
              </a:srgbClr>
            </a:outerShdw>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algn="ctr" defTabSz="717626">
              <a:defRPr sz="1400">
                <a:gradFill>
                  <a:gsLst>
                    <a:gs pos="23776">
                      <a:srgbClr val="FFFFFF"/>
                    </a:gs>
                    <a:gs pos="42000">
                      <a:srgbClr val="FFFFFF"/>
                    </a:gs>
                  </a:gsLst>
                  <a:path path="circle">
                    <a:fillToRect l="100000" t="100000"/>
                  </a:path>
                </a:gradFill>
                <a:latin typeface="+mj-lt"/>
              </a:defRPr>
            </a:lvl1p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gradFill>
                  <a:gsLst>
                    <a:gs pos="23776">
                      <a:srgbClr val="FFFFFF"/>
                    </a:gs>
                    <a:gs pos="42000">
                      <a:srgbClr val="FFFFFF"/>
                    </a:gs>
                  </a:gsLst>
                  <a:path path="circle">
                    <a:fillToRect l="100000" t="100000"/>
                  </a:path>
                </a:gradFill>
                <a:effectLst/>
                <a:uLnTx/>
                <a:uFillTx/>
                <a:latin typeface="Segoe UI Semibold"/>
                <a:ea typeface="+mn-ea"/>
                <a:cs typeface="+mn-cs"/>
              </a:rPr>
              <a:t>Public Preview</a:t>
            </a:r>
          </a:p>
        </p:txBody>
      </p:sp>
      <p:sp>
        <p:nvSpPr>
          <p:cNvPr id="18" name="Title 3">
            <a:extLst>
              <a:ext uri="{FF2B5EF4-FFF2-40B4-BE49-F238E27FC236}">
                <a16:creationId xmlns:a16="http://schemas.microsoft.com/office/drawing/2014/main" id="{0A336022-13C5-4E9D-502D-CE0FE4D023FF}"/>
              </a:ext>
              <a:ext uri="{C183D7F6-B498-43B3-948B-1728B52AA6E4}">
                <adec:decorative xmlns:adec="http://schemas.microsoft.com/office/drawing/2017/decorative" val="0"/>
              </a:ext>
            </a:extLst>
          </p:cNvPr>
          <p:cNvSpPr txBox="1">
            <a:spLocks/>
          </p:cNvSpPr>
          <p:nvPr/>
        </p:nvSpPr>
        <p:spPr bwMode="auto">
          <a:xfrm>
            <a:off x="8379669" y="3732437"/>
            <a:ext cx="2127645" cy="362057"/>
          </a:xfrm>
          <a:prstGeom prst="roundRect">
            <a:avLst>
              <a:gd name="adj" fmla="val 34737"/>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400000" algn="tl" rotWithShape="0">
              <a:srgbClr val="454142">
                <a:alpha val="20000"/>
              </a:srgbClr>
            </a:outerShdw>
          </a:effectLst>
        </p:spPr>
        <p:txBody>
          <a:bodyPr rot="0" spcFirstLastPara="0" vertOverflow="overflow" horzOverflow="overflow" vert="horz" wrap="square" lIns="0" tIns="0" rIns="0" bIns="18288" numCol="1" spcCol="0" rtlCol="0" fromWordArt="0" anchor="ctr" anchorCtr="0" forceAA="0" compatLnSpc="1">
            <a:prstTxWarp prst="textNoShape">
              <a:avLst/>
            </a:prstTxWarp>
            <a:noAutofit/>
          </a:bodyPr>
          <a:lstStyle>
            <a:defPPr>
              <a:defRPr lang="en-US"/>
            </a:defPPr>
            <a:lvl1pPr algn="ctr" defTabSz="717626">
              <a:defRPr sz="1400">
                <a:gradFill>
                  <a:gsLst>
                    <a:gs pos="23776">
                      <a:srgbClr val="FFFFFF"/>
                    </a:gs>
                    <a:gs pos="42000">
                      <a:srgbClr val="FFFFFF"/>
                    </a:gs>
                  </a:gsLst>
                  <a:path path="circle">
                    <a:fillToRect l="100000" t="100000"/>
                  </a:path>
                </a:gradFill>
                <a:latin typeface="+mj-lt"/>
              </a:defRPr>
            </a:lvl1p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gradFill>
                  <a:gsLst>
                    <a:gs pos="23776">
                      <a:srgbClr val="FFFFFF"/>
                    </a:gs>
                    <a:gs pos="42000">
                      <a:srgbClr val="FFFFFF"/>
                    </a:gs>
                  </a:gsLst>
                  <a:path path="circle">
                    <a:fillToRect l="100000" t="100000"/>
                  </a:path>
                </a:gradFill>
                <a:effectLst/>
                <a:uLnTx/>
                <a:uFillTx/>
                <a:latin typeface="Segoe UI Semibold"/>
                <a:ea typeface="+mn-ea"/>
                <a:cs typeface="+mn-cs"/>
              </a:rPr>
              <a:t>Public Preview</a:t>
            </a:r>
          </a:p>
        </p:txBody>
      </p:sp>
      <p:sp>
        <p:nvSpPr>
          <p:cNvPr id="23" name="TextBox 22">
            <a:extLst>
              <a:ext uri="{FF2B5EF4-FFF2-40B4-BE49-F238E27FC236}">
                <a16:creationId xmlns:a16="http://schemas.microsoft.com/office/drawing/2014/main" id="{4918E876-A525-B173-0DFB-96ED20696935}"/>
              </a:ext>
            </a:extLst>
          </p:cNvPr>
          <p:cNvSpPr txBox="1"/>
          <p:nvPr/>
        </p:nvSpPr>
        <p:spPr>
          <a:xfrm>
            <a:off x="2631595" y="5543272"/>
            <a:ext cx="6811896"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55F51"/>
                </a:solidFill>
                <a:effectLst/>
                <a:uLnTx/>
                <a:uFillTx/>
                <a:latin typeface="Segoe Sans Text Semibold" pitchFamily="2" charset="0"/>
                <a:ea typeface="+mn-ea"/>
                <a:cs typeface="+mn-cs"/>
              </a:rPr>
              <a:t>aka.ms/</a:t>
            </a:r>
            <a:r>
              <a:rPr kumimoji="0" lang="en-US" sz="1400" b="1" i="0" u="none" strike="noStrike" kern="1200" cap="none" spc="0" normalizeH="0" baseline="0" noProof="0" err="1">
                <a:ln>
                  <a:noFill/>
                </a:ln>
                <a:solidFill>
                  <a:srgbClr val="455F51"/>
                </a:solidFill>
                <a:effectLst/>
                <a:uLnTx/>
                <a:uFillTx/>
                <a:latin typeface="Segoe Sans Text Semibold" pitchFamily="2" charset="0"/>
                <a:ea typeface="+mn-ea"/>
                <a:cs typeface="+mn-cs"/>
              </a:rPr>
              <a:t>AgentFramework</a:t>
            </a:r>
            <a:endParaRPr kumimoji="0" lang="en-US" sz="1400" b="1" i="0" u="none" strike="noStrike" kern="1200" cap="none" spc="0" normalizeH="0" baseline="0" noProof="0">
              <a:ln>
                <a:noFill/>
              </a:ln>
              <a:solidFill>
                <a:srgbClr val="455F51"/>
              </a:solidFill>
              <a:effectLst/>
              <a:uLnTx/>
              <a:uFillTx/>
              <a:latin typeface="Segoe Sans Text Semibold" pitchFamily="2" charset="0"/>
              <a:ea typeface="+mn-ea"/>
              <a:cs typeface="+mn-cs"/>
            </a:endParaRPr>
          </a:p>
        </p:txBody>
      </p:sp>
    </p:spTree>
    <p:extLst>
      <p:ext uri="{BB962C8B-B14F-4D97-AF65-F5344CB8AC3E}">
        <p14:creationId xmlns:p14="http://schemas.microsoft.com/office/powerpoint/2010/main" val="43916540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359A-7CE8-21BB-9A47-606E1623438E}"/>
            </a:ext>
          </a:extLst>
        </p:cNvPr>
        <p:cNvGrpSpPr/>
        <p:nvPr/>
      </p:nvGrpSpPr>
      <p:grpSpPr>
        <a:xfrm>
          <a:off x="0" y="0"/>
          <a:ext cx="0" cy="0"/>
          <a:chOff x="0" y="0"/>
          <a:chExt cx="0" cy="0"/>
        </a:xfrm>
      </p:grpSpPr>
      <p:sp>
        <p:nvSpPr>
          <p:cNvPr id="144" name="Text Placeholder 20">
            <a:extLst>
              <a:ext uri="{FF2B5EF4-FFF2-40B4-BE49-F238E27FC236}">
                <a16:creationId xmlns:a16="http://schemas.microsoft.com/office/drawing/2014/main" id="{D5A0F17C-931E-8304-0E00-845E44F8027E}"/>
              </a:ext>
              <a:ext uri="{C183D7F6-B498-43B3-948B-1728B52AA6E4}">
                <adec:decorative xmlns:adec="http://schemas.microsoft.com/office/drawing/2017/decorative" val="0"/>
              </a:ext>
            </a:extLst>
          </p:cNvPr>
          <p:cNvSpPr txBox="1">
            <a:spLocks noGrp="1"/>
          </p:cNvSpPr>
          <p:nvPr>
            <p:ph type="title" idx="4294967295"/>
          </p:nvPr>
        </p:nvSpPr>
        <p:spPr>
          <a:xfrm>
            <a:off x="3662673" y="3816821"/>
            <a:ext cx="4818063" cy="69850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2800" b="0" i="0" u="none" strike="noStrike" kern="0" cap="none" spc="0" normalizeH="0" baseline="0" noProof="0">
                <a:ln>
                  <a:noFill/>
                </a:ln>
                <a:solidFill>
                  <a:srgbClr val="FFFFFF"/>
                </a:solidFill>
                <a:effectLst/>
                <a:uLnTx/>
                <a:uFillTx/>
                <a:latin typeface="Segoe UI Semibold"/>
                <a:ea typeface="+mn-ea"/>
                <a:cs typeface="Segoe UI Semibold"/>
              </a:rPr>
              <a:t>Microsoft Agent Framework</a:t>
            </a:r>
            <a:br>
              <a:rPr kumimoji="0" lang="en-US" sz="2800" b="0" i="0" u="none" strike="noStrike" kern="0" cap="none" spc="0" normalizeH="0" baseline="0" noProof="0">
                <a:ln>
                  <a:noFill/>
                </a:ln>
                <a:solidFill>
                  <a:srgbClr val="FFFFFF"/>
                </a:solidFill>
                <a:effectLst/>
                <a:uLnTx/>
                <a:uFillTx/>
                <a:latin typeface="Segoe UI Semibold"/>
                <a:ea typeface="+mn-ea"/>
                <a:cs typeface="Segoe UI Semibold"/>
              </a:rPr>
            </a:br>
            <a:r>
              <a:rPr lang="en-US" sz="1800" kern="0">
                <a:ln>
                  <a:noFill/>
                </a:ln>
                <a:solidFill>
                  <a:srgbClr val="FFFFFF"/>
                </a:solidFill>
                <a:latin typeface="Segoe UI Semibold"/>
                <a:cs typeface="Segoe UI Semibold"/>
              </a:rPr>
              <a:t>AI and Agent Orchestration</a:t>
            </a:r>
            <a:endParaRPr kumimoji="0" lang="en-US" sz="2800" b="0" i="0" u="none" strike="noStrike" kern="1200" cap="none" spc="0" normalizeH="0" baseline="0" noProof="0">
              <a:ln>
                <a:noFill/>
              </a:ln>
              <a:solidFill>
                <a:srgbClr val="FFFFFF"/>
              </a:solidFill>
              <a:effectLst/>
              <a:uLnTx/>
              <a:uFillTx/>
              <a:latin typeface="Segoe UI Semibold"/>
              <a:ea typeface="+mn-ea"/>
              <a:cs typeface="Segoe UI Light" panose="020B0502040204020203" pitchFamily="34" charset="0"/>
            </a:endParaRPr>
          </a:p>
        </p:txBody>
      </p:sp>
      <p:sp>
        <p:nvSpPr>
          <p:cNvPr id="75" name="Rectangle: Rounded Corners 74">
            <a:extLst>
              <a:ext uri="{FF2B5EF4-FFF2-40B4-BE49-F238E27FC236}">
                <a16:creationId xmlns:a16="http://schemas.microsoft.com/office/drawing/2014/main" id="{948363C2-4F10-8E76-DB66-66DDB41AD786}"/>
              </a:ext>
              <a:ext uri="{C183D7F6-B498-43B3-948B-1728B52AA6E4}">
                <adec:decorative xmlns:adec="http://schemas.microsoft.com/office/drawing/2017/decorative" val="1"/>
              </a:ext>
            </a:extLst>
          </p:cNvPr>
          <p:cNvSpPr/>
          <p:nvPr/>
        </p:nvSpPr>
        <p:spPr bwMode="auto">
          <a:xfrm>
            <a:off x="426738" y="457023"/>
            <a:ext cx="11338524" cy="6208320"/>
          </a:xfrm>
          <a:prstGeom prst="roundRect">
            <a:avLst>
              <a:gd name="adj" fmla="val 3023"/>
            </a:avLst>
          </a:prstGeom>
          <a:ln w="12700" cap="rnd">
            <a:gradFill flip="none" rotWithShape="1">
              <a:gsLst>
                <a:gs pos="0">
                  <a:srgbClr val="F65567"/>
                </a:gs>
                <a:gs pos="32000">
                  <a:srgbClr val="AC35AF"/>
                </a:gs>
                <a:gs pos="68000">
                  <a:srgbClr val="0A6BBA"/>
                </a:gs>
                <a:gs pos="100000">
                  <a:srgbClr val="318581"/>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graphicFrame>
        <p:nvGraphicFramePr>
          <p:cNvPr id="151" name="Table 150">
            <a:extLst>
              <a:ext uri="{FF2B5EF4-FFF2-40B4-BE49-F238E27FC236}">
                <a16:creationId xmlns:a16="http://schemas.microsoft.com/office/drawing/2014/main" id="{AB61B56A-9B28-CC7A-76FC-57E7232D16C3}"/>
              </a:ext>
            </a:extLst>
          </p:cNvPr>
          <p:cNvGraphicFramePr>
            <a:graphicFrameLocks noGrp="1"/>
          </p:cNvGraphicFramePr>
          <p:nvPr/>
        </p:nvGraphicFramePr>
        <p:xfrm>
          <a:off x="722593" y="639874"/>
          <a:ext cx="2564790" cy="2090696"/>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379809">
                  <a:extLst>
                    <a:ext uri="{9D8B030D-6E8A-4147-A177-3AD203B41FA5}">
                      <a16:colId xmlns:a16="http://schemas.microsoft.com/office/drawing/2014/main" val="899803852"/>
                    </a:ext>
                  </a:extLst>
                </a:gridCol>
                <a:gridCol w="902586">
                  <a:extLst>
                    <a:ext uri="{9D8B030D-6E8A-4147-A177-3AD203B41FA5}">
                      <a16:colId xmlns:a16="http://schemas.microsoft.com/office/drawing/2014/main" val="3493185966"/>
                    </a:ext>
                  </a:extLst>
                </a:gridCol>
                <a:gridCol w="369634">
                  <a:extLst>
                    <a:ext uri="{9D8B030D-6E8A-4147-A177-3AD203B41FA5}">
                      <a16:colId xmlns:a16="http://schemas.microsoft.com/office/drawing/2014/main" val="1803358789"/>
                    </a:ext>
                  </a:extLst>
                </a:gridCol>
                <a:gridCol w="912761">
                  <a:extLst>
                    <a:ext uri="{9D8B030D-6E8A-4147-A177-3AD203B41FA5}">
                      <a16:colId xmlns:a16="http://schemas.microsoft.com/office/drawing/2014/main" val="2297252493"/>
                    </a:ext>
                  </a:extLst>
                </a:gridCol>
              </a:tblGrid>
              <a:tr h="314993">
                <a:tc gridSpan="4">
                  <a:txBody>
                    <a:bodyPr/>
                    <a:lstStyle/>
                    <a:p>
                      <a:pPr algn="ctr"/>
                      <a:r>
                        <a:rPr lang="en-US" sz="1000">
                          <a:solidFill>
                            <a:schemeClr val="tx2"/>
                          </a:solidFill>
                          <a:latin typeface="+mj-lt"/>
                        </a:rPr>
                        <a:t>AI Services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algn="ctr"/>
                      <a:endParaRPr lang="en-US" sz="1000">
                        <a:solidFill>
                          <a:schemeClr val="tx2"/>
                        </a:solidFill>
                        <a:latin typeface="+mj-l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pPr algn="ctr"/>
                      <a:endParaRPr lang="en-US" sz="1000">
                        <a:solidFill>
                          <a:schemeClr val="tx2"/>
                        </a:solidFill>
                        <a:latin typeface="+mj-lt"/>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2231785524"/>
                  </a:ext>
                </a:extLst>
              </a:tr>
              <a:tr h="429536">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Azure OpenAI</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800"/>
                    </a:p>
                  </a:txBody>
                  <a:tcPr marL="0" marR="0" marT="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a:t>Foundry Catalog</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r h="429536">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OpenAI</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800"/>
                    </a:p>
                  </a:txBody>
                  <a:tcPr marL="0" marR="0" marT="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Hugging</a:t>
                      </a:r>
                    </a:p>
                    <a:p>
                      <a:pPr marL="0" marR="0" lvl="0" indent="0" algn="l" defTabSz="932742" rtl="0" eaLnBrk="1" fontAlgn="auto" latinLnBrk="0" hangingPunct="1">
                        <a:lnSpc>
                          <a:spcPct val="100000"/>
                        </a:lnSpc>
                        <a:spcBef>
                          <a:spcPts val="0"/>
                        </a:spcBef>
                        <a:spcAft>
                          <a:spcPts val="0"/>
                        </a:spcAft>
                        <a:buClrTx/>
                        <a:buSzTx/>
                        <a:buFontTx/>
                        <a:buNone/>
                        <a:tabLst/>
                        <a:defRPr/>
                      </a:pPr>
                      <a:r>
                        <a:rPr lang="en-US" sz="900"/>
                        <a:t>Face</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767706648"/>
                  </a:ext>
                </a:extLst>
              </a:tr>
              <a:tr h="300675">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a:t>NVIDIA</a:t>
                      </a: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800"/>
                    </a:p>
                  </a:txBody>
                  <a:tcPr marL="0" marR="0" marT="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DeepSeek</a:t>
                      </a:r>
                      <a:endParaRPr lang="en-US" sz="7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2265073569"/>
                  </a:ext>
                </a:extLst>
              </a:tr>
              <a:tr h="515443">
                <a:tc>
                  <a:txBody>
                    <a:bodyPr/>
                    <a:lstStyle/>
                    <a:p>
                      <a:pPr algn="l">
                        <a:spcAft>
                          <a:spcPts val="1200"/>
                        </a:spcAft>
                      </a:pPr>
                      <a:endParaRPr lang="en-US" sz="900"/>
                    </a:p>
                  </a:txBody>
                  <a:tcPr marT="91440" marB="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spcAft>
                          <a:spcPts val="1200"/>
                        </a:spcAft>
                      </a:pPr>
                      <a:r>
                        <a:rPr lang="en-US" sz="900"/>
                        <a:t>Google</a:t>
                      </a:r>
                      <a:br>
                        <a:rPr lang="en-US" sz="900"/>
                      </a:br>
                      <a:r>
                        <a:rPr lang="en-US" sz="900"/>
                        <a:t>Gemini</a:t>
                      </a:r>
                    </a:p>
                  </a:txBody>
                  <a:tcPr marT="91440" marB="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spcAft>
                          <a:spcPts val="1200"/>
                        </a:spcAft>
                      </a:pPr>
                      <a:endParaRPr lang="en-US" sz="800"/>
                    </a:p>
                  </a:txBody>
                  <a:tcPr marL="0" marR="0" marT="0" marB="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1200"/>
                        </a:spcAft>
                        <a:buClrTx/>
                        <a:buSzTx/>
                        <a:buFontTx/>
                        <a:buNone/>
                        <a:tabLst/>
                        <a:defRPr/>
                      </a:pPr>
                      <a:r>
                        <a:rPr lang="en-US" sz="900"/>
                        <a:t>AWS Bedrock</a:t>
                      </a:r>
                    </a:p>
                  </a:txBody>
                  <a:tcPr marT="91440" marB="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1430588377"/>
                  </a:ext>
                </a:extLst>
              </a:tr>
            </a:tbl>
          </a:graphicData>
        </a:graphic>
      </p:graphicFrame>
      <p:sp>
        <p:nvSpPr>
          <p:cNvPr id="10" name="Rounded Rectangle 9">
            <a:extLst>
              <a:ext uri="{FF2B5EF4-FFF2-40B4-BE49-F238E27FC236}">
                <a16:creationId xmlns:a16="http://schemas.microsoft.com/office/drawing/2014/main" id="{8ECF1804-B410-9A62-7058-8EB8E46128AD}"/>
              </a:ext>
              <a:ext uri="{C183D7F6-B498-43B3-948B-1728B52AA6E4}">
                <adec:decorative xmlns:adec="http://schemas.microsoft.com/office/drawing/2017/decorative" val="1"/>
              </a:ext>
            </a:extLst>
          </p:cNvPr>
          <p:cNvSpPr/>
          <p:nvPr/>
        </p:nvSpPr>
        <p:spPr bwMode="auto">
          <a:xfrm>
            <a:off x="666639" y="636245"/>
            <a:ext cx="2705804" cy="2079478"/>
          </a:xfrm>
          <a:prstGeom prst="roundRect">
            <a:avLst>
              <a:gd name="adj" fmla="val 6873"/>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graphicFrame>
        <p:nvGraphicFramePr>
          <p:cNvPr id="152" name="Table 151">
            <a:extLst>
              <a:ext uri="{FF2B5EF4-FFF2-40B4-BE49-F238E27FC236}">
                <a16:creationId xmlns:a16="http://schemas.microsoft.com/office/drawing/2014/main" id="{444DC97E-C175-5DD2-D861-3DBEAF314D63}"/>
              </a:ext>
            </a:extLst>
          </p:cNvPr>
          <p:cNvGraphicFramePr>
            <a:graphicFrameLocks noGrp="1"/>
          </p:cNvGraphicFramePr>
          <p:nvPr/>
        </p:nvGraphicFramePr>
        <p:xfrm>
          <a:off x="8783529" y="2248414"/>
          <a:ext cx="2600818" cy="1078482"/>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377283">
                  <a:extLst>
                    <a:ext uri="{9D8B030D-6E8A-4147-A177-3AD203B41FA5}">
                      <a16:colId xmlns:a16="http://schemas.microsoft.com/office/drawing/2014/main" val="1758445865"/>
                    </a:ext>
                  </a:extLst>
                </a:gridCol>
                <a:gridCol w="933108">
                  <a:extLst>
                    <a:ext uri="{9D8B030D-6E8A-4147-A177-3AD203B41FA5}">
                      <a16:colId xmlns:a16="http://schemas.microsoft.com/office/drawing/2014/main" val="899803852"/>
                    </a:ext>
                  </a:extLst>
                </a:gridCol>
                <a:gridCol w="375328">
                  <a:extLst>
                    <a:ext uri="{9D8B030D-6E8A-4147-A177-3AD203B41FA5}">
                      <a16:colId xmlns:a16="http://schemas.microsoft.com/office/drawing/2014/main" val="1339659713"/>
                    </a:ext>
                  </a:extLst>
                </a:gridCol>
                <a:gridCol w="915099">
                  <a:extLst>
                    <a:ext uri="{9D8B030D-6E8A-4147-A177-3AD203B41FA5}">
                      <a16:colId xmlns:a16="http://schemas.microsoft.com/office/drawing/2014/main" val="3493185966"/>
                    </a:ext>
                  </a:extLst>
                </a:gridCol>
              </a:tblGrid>
              <a:tr h="317744">
                <a:tc gridSpan="4">
                  <a:txBody>
                    <a:bodyPr/>
                    <a:lstStyle/>
                    <a:p>
                      <a:pPr algn="ctr"/>
                      <a:r>
                        <a:rPr lang="en-US" sz="1000">
                          <a:solidFill>
                            <a:schemeClr val="tx2"/>
                          </a:solidFill>
                          <a:latin typeface="+mj-lt"/>
                        </a:rPr>
                        <a:t>Plugins</a:t>
                      </a: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lang="en-US"/>
                    </a:p>
                  </a:txBody>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707143"/>
                  </a:ext>
                </a:extLst>
              </a:tr>
              <a:tr h="303301">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OpenAPI</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MCP</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r h="423162">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A2A</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Logic Apps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767706648"/>
                  </a:ext>
                </a:extLst>
              </a:tr>
            </a:tbl>
          </a:graphicData>
        </a:graphic>
      </p:graphicFrame>
      <p:sp>
        <p:nvSpPr>
          <p:cNvPr id="12" name="Rounded Rectangle 11">
            <a:extLst>
              <a:ext uri="{FF2B5EF4-FFF2-40B4-BE49-F238E27FC236}">
                <a16:creationId xmlns:a16="http://schemas.microsoft.com/office/drawing/2014/main" id="{35777A3F-2A33-6ED8-E186-B4A5537A370B}"/>
              </a:ext>
              <a:ext uri="{C183D7F6-B498-43B3-948B-1728B52AA6E4}">
                <adec:decorative xmlns:adec="http://schemas.microsoft.com/office/drawing/2017/decorative" val="1"/>
              </a:ext>
            </a:extLst>
          </p:cNvPr>
          <p:cNvSpPr/>
          <p:nvPr/>
        </p:nvSpPr>
        <p:spPr bwMode="auto">
          <a:xfrm>
            <a:off x="8734716" y="2219933"/>
            <a:ext cx="2734691" cy="1362303"/>
          </a:xfrm>
          <a:prstGeom prst="roundRect">
            <a:avLst>
              <a:gd name="adj" fmla="val 6873"/>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graphicFrame>
        <p:nvGraphicFramePr>
          <p:cNvPr id="148" name="Table 147">
            <a:extLst>
              <a:ext uri="{FF2B5EF4-FFF2-40B4-BE49-F238E27FC236}">
                <a16:creationId xmlns:a16="http://schemas.microsoft.com/office/drawing/2014/main" id="{4AED169F-EEC5-2F00-626C-43D5A252F607}"/>
              </a:ext>
            </a:extLst>
          </p:cNvPr>
          <p:cNvGraphicFramePr>
            <a:graphicFrameLocks noGrp="1"/>
          </p:cNvGraphicFramePr>
          <p:nvPr/>
        </p:nvGraphicFramePr>
        <p:xfrm>
          <a:off x="9106422" y="4714785"/>
          <a:ext cx="2265728" cy="950410"/>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2265728">
                  <a:extLst>
                    <a:ext uri="{9D8B030D-6E8A-4147-A177-3AD203B41FA5}">
                      <a16:colId xmlns:a16="http://schemas.microsoft.com/office/drawing/2014/main" val="2353794166"/>
                    </a:ext>
                  </a:extLst>
                </a:gridCol>
              </a:tblGrid>
              <a:tr h="237419">
                <a:tc>
                  <a:txBody>
                    <a:bodyPr/>
                    <a:lstStyle/>
                    <a:p>
                      <a:pPr algn="ctr"/>
                      <a:endParaRPr lang="en-US" sz="1000">
                        <a:solidFill>
                          <a:schemeClr val="tx2"/>
                        </a:solidFill>
                        <a:latin typeface="+mj-lt"/>
                      </a:endParaRP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2155533975"/>
                  </a:ext>
                </a:extLst>
              </a:tr>
              <a:tr h="615130">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bl>
          </a:graphicData>
        </a:graphic>
      </p:graphicFrame>
      <p:graphicFrame>
        <p:nvGraphicFramePr>
          <p:cNvPr id="150" name="Table 149">
            <a:extLst>
              <a:ext uri="{FF2B5EF4-FFF2-40B4-BE49-F238E27FC236}">
                <a16:creationId xmlns:a16="http://schemas.microsoft.com/office/drawing/2014/main" id="{F7CC734C-C9BC-15FF-4047-8F947BEF25FF}"/>
              </a:ext>
            </a:extLst>
          </p:cNvPr>
          <p:cNvGraphicFramePr>
            <a:graphicFrameLocks noGrp="1"/>
          </p:cNvGraphicFramePr>
          <p:nvPr/>
        </p:nvGraphicFramePr>
        <p:xfrm>
          <a:off x="8800916" y="4711154"/>
          <a:ext cx="2578378" cy="1386840"/>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275214">
                  <a:extLst>
                    <a:ext uri="{9D8B030D-6E8A-4147-A177-3AD203B41FA5}">
                      <a16:colId xmlns:a16="http://schemas.microsoft.com/office/drawing/2014/main" val="945353485"/>
                    </a:ext>
                  </a:extLst>
                </a:gridCol>
                <a:gridCol w="1013975">
                  <a:extLst>
                    <a:ext uri="{9D8B030D-6E8A-4147-A177-3AD203B41FA5}">
                      <a16:colId xmlns:a16="http://schemas.microsoft.com/office/drawing/2014/main" val="899803852"/>
                    </a:ext>
                  </a:extLst>
                </a:gridCol>
                <a:gridCol w="429694">
                  <a:extLst>
                    <a:ext uri="{9D8B030D-6E8A-4147-A177-3AD203B41FA5}">
                      <a16:colId xmlns:a16="http://schemas.microsoft.com/office/drawing/2014/main" val="2231721167"/>
                    </a:ext>
                  </a:extLst>
                </a:gridCol>
                <a:gridCol w="859495">
                  <a:extLst>
                    <a:ext uri="{9D8B030D-6E8A-4147-A177-3AD203B41FA5}">
                      <a16:colId xmlns:a16="http://schemas.microsoft.com/office/drawing/2014/main" val="3493185966"/>
                    </a:ext>
                  </a:extLst>
                </a:gridCol>
              </a:tblGrid>
              <a:tr h="294120">
                <a:tc gridSpan="4">
                  <a:txBody>
                    <a:bodyPr/>
                    <a:lstStyle/>
                    <a:p>
                      <a:pPr algn="ctr"/>
                      <a:r>
                        <a:rPr lang="en-US" sz="1000" kern="1200">
                          <a:solidFill>
                            <a:schemeClr val="tx2"/>
                          </a:solidFill>
                          <a:latin typeface="+mn-lt"/>
                          <a:ea typeface="+mn-ea"/>
                          <a:cs typeface="+mn-cs"/>
                        </a:rPr>
                        <a:t>Filters and telemetry</a:t>
                      </a: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lang="en-US"/>
                    </a:p>
                  </a:txBody>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9941"/>
                  </a:ext>
                </a:extLst>
              </a:tr>
              <a:tr h="280751">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err="1"/>
                        <a:t>OpenTelemetry</a:t>
                      </a: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Azure Monitor</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r h="401073">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Aspire Dashboard</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Azure AI Content Safety</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767706648"/>
                  </a:ext>
                </a:extLst>
              </a:tr>
            </a:tbl>
          </a:graphicData>
        </a:graphic>
      </p:graphicFrame>
      <p:sp>
        <p:nvSpPr>
          <p:cNvPr id="14" name="Rounded Rectangle 13">
            <a:extLst>
              <a:ext uri="{FF2B5EF4-FFF2-40B4-BE49-F238E27FC236}">
                <a16:creationId xmlns:a16="http://schemas.microsoft.com/office/drawing/2014/main" id="{60B26303-09F1-747F-6453-7DC8EDEF1175}"/>
              </a:ext>
              <a:ext uri="{C183D7F6-B498-43B3-948B-1728B52AA6E4}">
                <adec:decorative xmlns:adec="http://schemas.microsoft.com/office/drawing/2017/decorative" val="1"/>
              </a:ext>
            </a:extLst>
          </p:cNvPr>
          <p:cNvSpPr/>
          <p:nvPr/>
        </p:nvSpPr>
        <p:spPr bwMode="auto">
          <a:xfrm>
            <a:off x="8713832" y="4760380"/>
            <a:ext cx="2726970" cy="1417821"/>
          </a:xfrm>
          <a:prstGeom prst="roundRect">
            <a:avLst>
              <a:gd name="adj" fmla="val 6873"/>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UI"/>
                <a:ea typeface="Segoe UI" pitchFamily="34" charset="0"/>
                <a:cs typeface="Segoe UI" pitchFamily="34" charset="0"/>
              </a:rPr>
              <a:t>Z</a:t>
            </a:r>
          </a:p>
        </p:txBody>
      </p:sp>
      <p:graphicFrame>
        <p:nvGraphicFramePr>
          <p:cNvPr id="149" name="Table 148">
            <a:extLst>
              <a:ext uri="{FF2B5EF4-FFF2-40B4-BE49-F238E27FC236}">
                <a16:creationId xmlns:a16="http://schemas.microsoft.com/office/drawing/2014/main" id="{2491C199-B28B-44F6-EE2A-F06DCAB5BBB8}"/>
              </a:ext>
            </a:extLst>
          </p:cNvPr>
          <p:cNvGraphicFramePr>
            <a:graphicFrameLocks noGrp="1"/>
          </p:cNvGraphicFramePr>
          <p:nvPr/>
        </p:nvGraphicFramePr>
        <p:xfrm>
          <a:off x="771708" y="4306568"/>
          <a:ext cx="2574349" cy="2051082"/>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399899">
                  <a:extLst>
                    <a:ext uri="{9D8B030D-6E8A-4147-A177-3AD203B41FA5}">
                      <a16:colId xmlns:a16="http://schemas.microsoft.com/office/drawing/2014/main" val="3209345655"/>
                    </a:ext>
                  </a:extLst>
                </a:gridCol>
                <a:gridCol w="887275">
                  <a:extLst>
                    <a:ext uri="{9D8B030D-6E8A-4147-A177-3AD203B41FA5}">
                      <a16:colId xmlns:a16="http://schemas.microsoft.com/office/drawing/2014/main" val="899803852"/>
                    </a:ext>
                  </a:extLst>
                </a:gridCol>
                <a:gridCol w="388401">
                  <a:extLst>
                    <a:ext uri="{9D8B030D-6E8A-4147-A177-3AD203B41FA5}">
                      <a16:colId xmlns:a16="http://schemas.microsoft.com/office/drawing/2014/main" val="2445421426"/>
                    </a:ext>
                  </a:extLst>
                </a:gridCol>
                <a:gridCol w="898774">
                  <a:extLst>
                    <a:ext uri="{9D8B030D-6E8A-4147-A177-3AD203B41FA5}">
                      <a16:colId xmlns:a16="http://schemas.microsoft.com/office/drawing/2014/main" val="3493185966"/>
                    </a:ext>
                  </a:extLst>
                </a:gridCol>
              </a:tblGrid>
              <a:tr h="256382">
                <a:tc gridSpan="4">
                  <a:txBody>
                    <a:bodyPr/>
                    <a:lstStyle/>
                    <a:p>
                      <a:pPr algn="ctr"/>
                      <a:r>
                        <a:rPr lang="en-US" sz="1000">
                          <a:solidFill>
                            <a:schemeClr val="tx2"/>
                          </a:solidFill>
                          <a:latin typeface="+mj-lt"/>
                        </a:rPr>
                        <a:t>Memory Services</a:t>
                      </a: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lang="en-US"/>
                    </a:p>
                  </a:txBody>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1339439"/>
                  </a:ext>
                </a:extLst>
              </a:tr>
              <a:tr h="349612">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Azure AI Search</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Azure </a:t>
                      </a:r>
                      <a:r>
                        <a:rPr lang="en-US" sz="900" err="1"/>
                        <a:t>CosmosDB</a:t>
                      </a: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r h="419534">
                <a:tc>
                  <a:txBody>
                    <a:bodyPr/>
                    <a:lstStyle/>
                    <a:p>
                      <a:pPr algn="ctr"/>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Elasticsearch</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Redis</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767706648"/>
                  </a:ext>
                </a:extLst>
              </a:tr>
              <a:tr h="419534">
                <a:tc>
                  <a:txBody>
                    <a:bodyPr/>
                    <a:lstStyle/>
                    <a:p>
                      <a:pPr algn="ctr"/>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MongoDB</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Pinecone</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572205385"/>
                  </a:ext>
                </a:extLst>
              </a:tr>
              <a:tr h="419534">
                <a:tc>
                  <a:txBody>
                    <a:bodyPr/>
                    <a:lstStyle/>
                    <a:p>
                      <a:pPr algn="ctr"/>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err="1"/>
                        <a:t>Qdrant</a:t>
                      </a:r>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a:t>Mem0</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4275008761"/>
                  </a:ext>
                </a:extLst>
              </a:tr>
            </a:tbl>
          </a:graphicData>
        </a:graphic>
      </p:graphicFrame>
      <p:sp>
        <p:nvSpPr>
          <p:cNvPr id="13" name="Rounded Rectangle 12">
            <a:extLst>
              <a:ext uri="{FF2B5EF4-FFF2-40B4-BE49-F238E27FC236}">
                <a16:creationId xmlns:a16="http://schemas.microsoft.com/office/drawing/2014/main" id="{07E35320-F2D7-F27F-C0D1-345AF06BE1A2}"/>
              </a:ext>
              <a:ext uri="{C183D7F6-B498-43B3-948B-1728B52AA6E4}">
                <adec:decorative xmlns:adec="http://schemas.microsoft.com/office/drawing/2017/decorative" val="1"/>
              </a:ext>
            </a:extLst>
          </p:cNvPr>
          <p:cNvSpPr/>
          <p:nvPr/>
        </p:nvSpPr>
        <p:spPr bwMode="auto">
          <a:xfrm>
            <a:off x="675105" y="4205494"/>
            <a:ext cx="2739201" cy="2195483"/>
          </a:xfrm>
          <a:prstGeom prst="roundRect">
            <a:avLst>
              <a:gd name="adj" fmla="val 3605"/>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graphicFrame>
        <p:nvGraphicFramePr>
          <p:cNvPr id="25" name="Table 24">
            <a:extLst>
              <a:ext uri="{FF2B5EF4-FFF2-40B4-BE49-F238E27FC236}">
                <a16:creationId xmlns:a16="http://schemas.microsoft.com/office/drawing/2014/main" id="{CAF0F63A-882D-60A7-20EE-7C8EFF8D1C7D}"/>
              </a:ext>
            </a:extLst>
          </p:cNvPr>
          <p:cNvGraphicFramePr>
            <a:graphicFrameLocks noGrp="1"/>
          </p:cNvGraphicFramePr>
          <p:nvPr/>
        </p:nvGraphicFramePr>
        <p:xfrm>
          <a:off x="640719" y="2921348"/>
          <a:ext cx="2654140" cy="1160380"/>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412294">
                  <a:extLst>
                    <a:ext uri="{9D8B030D-6E8A-4147-A177-3AD203B41FA5}">
                      <a16:colId xmlns:a16="http://schemas.microsoft.com/office/drawing/2014/main" val="3209345655"/>
                    </a:ext>
                  </a:extLst>
                </a:gridCol>
                <a:gridCol w="914776">
                  <a:extLst>
                    <a:ext uri="{9D8B030D-6E8A-4147-A177-3AD203B41FA5}">
                      <a16:colId xmlns:a16="http://schemas.microsoft.com/office/drawing/2014/main" val="899803852"/>
                    </a:ext>
                  </a:extLst>
                </a:gridCol>
                <a:gridCol w="400439">
                  <a:extLst>
                    <a:ext uri="{9D8B030D-6E8A-4147-A177-3AD203B41FA5}">
                      <a16:colId xmlns:a16="http://schemas.microsoft.com/office/drawing/2014/main" val="2445421426"/>
                    </a:ext>
                  </a:extLst>
                </a:gridCol>
                <a:gridCol w="926631">
                  <a:extLst>
                    <a:ext uri="{9D8B030D-6E8A-4147-A177-3AD203B41FA5}">
                      <a16:colId xmlns:a16="http://schemas.microsoft.com/office/drawing/2014/main" val="3493185966"/>
                    </a:ext>
                  </a:extLst>
                </a:gridCol>
              </a:tblGrid>
              <a:tr h="0">
                <a:tc gridSpan="4">
                  <a:txBody>
                    <a:bodyPr/>
                    <a:lstStyle/>
                    <a:p>
                      <a:pPr algn="ctr"/>
                      <a:r>
                        <a:rPr lang="en-US" sz="1000">
                          <a:solidFill>
                            <a:schemeClr val="tx2"/>
                          </a:solidFill>
                          <a:latin typeface="+mj-lt"/>
                        </a:rPr>
                        <a:t>Local models</a:t>
                      </a: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lang="en-US"/>
                    </a:p>
                  </a:txBody>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1339439"/>
                  </a:ext>
                </a:extLst>
              </a:tr>
              <a:tr h="349612">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Ollama</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Foundry Local</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r h="419534">
                <a:tc>
                  <a:txBody>
                    <a:bodyPr/>
                    <a:lstStyle/>
                    <a:p>
                      <a:pPr algn="ctr"/>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LM Studio</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Phi SLM</a:t>
                      </a:r>
                      <a:br>
                        <a:rPr kumimoji="0" lang="en-US" sz="9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br>
                      <a:r>
                        <a:rPr kumimoji="0" lang="en-US" sz="9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Model Family</a:t>
                      </a:r>
                    </a:p>
                  </a:txBody>
                  <a:tcPr marT="91440" marB="1097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767706648"/>
                  </a:ext>
                </a:extLst>
              </a:tr>
            </a:tbl>
          </a:graphicData>
        </a:graphic>
      </p:graphicFrame>
      <p:sp>
        <p:nvSpPr>
          <p:cNvPr id="28" name="Rounded Rectangle 12">
            <a:extLst>
              <a:ext uri="{FF2B5EF4-FFF2-40B4-BE49-F238E27FC236}">
                <a16:creationId xmlns:a16="http://schemas.microsoft.com/office/drawing/2014/main" id="{E06632C3-4E09-202C-AC1A-3D5C20E988B7}"/>
              </a:ext>
              <a:ext uri="{C183D7F6-B498-43B3-948B-1728B52AA6E4}">
                <adec:decorative xmlns:adec="http://schemas.microsoft.com/office/drawing/2017/decorative" val="1"/>
              </a:ext>
            </a:extLst>
          </p:cNvPr>
          <p:cNvSpPr/>
          <p:nvPr/>
        </p:nvSpPr>
        <p:spPr bwMode="auto">
          <a:xfrm>
            <a:off x="640719" y="2826681"/>
            <a:ext cx="2739201" cy="1239763"/>
          </a:xfrm>
          <a:prstGeom prst="roundRect">
            <a:avLst>
              <a:gd name="adj" fmla="val 9090"/>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graphicFrame>
        <p:nvGraphicFramePr>
          <p:cNvPr id="32" name="Table 31">
            <a:extLst>
              <a:ext uri="{FF2B5EF4-FFF2-40B4-BE49-F238E27FC236}">
                <a16:creationId xmlns:a16="http://schemas.microsoft.com/office/drawing/2014/main" id="{FA5C6DD0-6647-F25B-70E5-08662959643C}"/>
              </a:ext>
            </a:extLst>
          </p:cNvPr>
          <p:cNvGraphicFramePr>
            <a:graphicFrameLocks noGrp="1"/>
          </p:cNvGraphicFramePr>
          <p:nvPr/>
        </p:nvGraphicFramePr>
        <p:xfrm>
          <a:off x="8801296" y="3692287"/>
          <a:ext cx="2677969" cy="734049"/>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388474">
                  <a:extLst>
                    <a:ext uri="{9D8B030D-6E8A-4147-A177-3AD203B41FA5}">
                      <a16:colId xmlns:a16="http://schemas.microsoft.com/office/drawing/2014/main" val="1758445865"/>
                    </a:ext>
                  </a:extLst>
                </a:gridCol>
                <a:gridCol w="960788">
                  <a:extLst>
                    <a:ext uri="{9D8B030D-6E8A-4147-A177-3AD203B41FA5}">
                      <a16:colId xmlns:a16="http://schemas.microsoft.com/office/drawing/2014/main" val="899803852"/>
                    </a:ext>
                  </a:extLst>
                </a:gridCol>
                <a:gridCol w="386461">
                  <a:extLst>
                    <a:ext uri="{9D8B030D-6E8A-4147-A177-3AD203B41FA5}">
                      <a16:colId xmlns:a16="http://schemas.microsoft.com/office/drawing/2014/main" val="1339659713"/>
                    </a:ext>
                  </a:extLst>
                </a:gridCol>
                <a:gridCol w="942246">
                  <a:extLst>
                    <a:ext uri="{9D8B030D-6E8A-4147-A177-3AD203B41FA5}">
                      <a16:colId xmlns:a16="http://schemas.microsoft.com/office/drawing/2014/main" val="3493185966"/>
                    </a:ext>
                  </a:extLst>
                </a:gridCol>
              </a:tblGrid>
              <a:tr h="375560">
                <a:tc gridSpan="4">
                  <a:txBody>
                    <a:bodyPr/>
                    <a:lstStyle/>
                    <a:p>
                      <a:pPr algn="ctr"/>
                      <a:r>
                        <a:rPr lang="en-US" sz="1000">
                          <a:solidFill>
                            <a:schemeClr val="tx2"/>
                          </a:solidFill>
                          <a:latin typeface="+mj-lt"/>
                        </a:rPr>
                        <a:t>Declarative Formats</a:t>
                      </a: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lang="en-US"/>
                    </a:p>
                  </a:txBody>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707143"/>
                  </a:ext>
                </a:extLst>
              </a:tr>
              <a:tr h="358489">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MCS YAML</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Foundry YAML</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bl>
          </a:graphicData>
        </a:graphic>
      </p:graphicFrame>
      <p:sp>
        <p:nvSpPr>
          <p:cNvPr id="38" name="Rounded Rectangle 11">
            <a:extLst>
              <a:ext uri="{FF2B5EF4-FFF2-40B4-BE49-F238E27FC236}">
                <a16:creationId xmlns:a16="http://schemas.microsoft.com/office/drawing/2014/main" id="{DB6AE3BE-971A-AED5-B5D4-07495806596B}"/>
              </a:ext>
              <a:ext uri="{C183D7F6-B498-43B3-948B-1728B52AA6E4}">
                <adec:decorative xmlns:adec="http://schemas.microsoft.com/office/drawing/2017/decorative" val="1"/>
              </a:ext>
            </a:extLst>
          </p:cNvPr>
          <p:cNvSpPr/>
          <p:nvPr/>
        </p:nvSpPr>
        <p:spPr bwMode="auto">
          <a:xfrm>
            <a:off x="8730208" y="3663806"/>
            <a:ext cx="2732032" cy="901841"/>
          </a:xfrm>
          <a:prstGeom prst="roundRect">
            <a:avLst>
              <a:gd name="adj" fmla="val 6873"/>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pic>
        <p:nvPicPr>
          <p:cNvPr id="40" name="Picture 39">
            <a:extLst>
              <a:ext uri="{FF2B5EF4-FFF2-40B4-BE49-F238E27FC236}">
                <a16:creationId xmlns:a16="http://schemas.microsoft.com/office/drawing/2014/main" id="{D0FB8B23-7AE5-868C-9C9F-5905F6442F2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073" y="4680458"/>
            <a:ext cx="260035" cy="260035"/>
          </a:xfrm>
          <a:prstGeom prst="rect">
            <a:avLst/>
          </a:prstGeom>
        </p:spPr>
      </p:pic>
      <p:pic>
        <p:nvPicPr>
          <p:cNvPr id="45" name="Picture 44" descr="A black background with a black square&#10;&#10;Description automatically generated with medium confidence">
            <a:extLst>
              <a:ext uri="{FF2B5EF4-FFF2-40B4-BE49-F238E27FC236}">
                <a16:creationId xmlns:a16="http://schemas.microsoft.com/office/drawing/2014/main" id="{91CFCD6A-1E31-0253-5CCE-A57DE7976A93}"/>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813859" y="1502993"/>
            <a:ext cx="266954" cy="270607"/>
          </a:xfrm>
          <a:prstGeom prst="rect">
            <a:avLst/>
          </a:prstGeom>
        </p:spPr>
      </p:pic>
      <p:pic>
        <p:nvPicPr>
          <p:cNvPr id="51" name="Picture 50">
            <a:extLst>
              <a:ext uri="{FF2B5EF4-FFF2-40B4-BE49-F238E27FC236}">
                <a16:creationId xmlns:a16="http://schemas.microsoft.com/office/drawing/2014/main" id="{BBC3230A-DCD5-2499-DEC6-2393202B3FA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707297" y="2186362"/>
            <a:ext cx="455997" cy="430942"/>
          </a:xfrm>
          <a:prstGeom prst="rect">
            <a:avLst/>
          </a:prstGeom>
        </p:spPr>
      </p:pic>
      <p:pic>
        <p:nvPicPr>
          <p:cNvPr id="53" name="Picture 52">
            <a:extLst>
              <a:ext uri="{FF2B5EF4-FFF2-40B4-BE49-F238E27FC236}">
                <a16:creationId xmlns:a16="http://schemas.microsoft.com/office/drawing/2014/main" id="{2CB358BF-E501-E111-4619-A6BBC7C80F40}"/>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46396" y1="89474" x2="46396" y2="89474"/>
                        <a14:backgroundMark x1="71171" y1="25359" x2="71171" y2="25359"/>
                        <a14:backgroundMark x1="66216" y1="81818" x2="66216" y2="81818"/>
                        <a14:backgroundMark x1="43694" y1="74641" x2="43694" y2="74641"/>
                      </a14:backgroundRemoval>
                    </a14:imgEffect>
                  </a14:imgLayer>
                </a14:imgProps>
              </a:ext>
            </a:extLst>
          </a:blip>
          <a:stretch>
            <a:fillRect/>
          </a:stretch>
        </p:blipFill>
        <p:spPr>
          <a:xfrm>
            <a:off x="2045086" y="2275279"/>
            <a:ext cx="336623" cy="316911"/>
          </a:xfrm>
          <a:prstGeom prst="rect">
            <a:avLst/>
          </a:prstGeom>
        </p:spPr>
      </p:pic>
      <p:pic>
        <p:nvPicPr>
          <p:cNvPr id="1034" name="Picture 10">
            <a:extLst>
              <a:ext uri="{FF2B5EF4-FFF2-40B4-BE49-F238E27FC236}">
                <a16:creationId xmlns:a16="http://schemas.microsoft.com/office/drawing/2014/main" id="{C10A41FE-22E8-03DC-3ABF-A45D152869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4706" y="1462393"/>
            <a:ext cx="337384" cy="33738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8" descr="Docker AI/ML Hackathon: Use Docker to get inspired and be productive within this exciting new ...">
            <a:extLst>
              <a:ext uri="{FF2B5EF4-FFF2-40B4-BE49-F238E27FC236}">
                <a16:creationId xmlns:a16="http://schemas.microsoft.com/office/drawing/2014/main" id="{03E67A4E-D4A3-D402-EAF0-766653212EE9}"/>
              </a:ext>
            </a:extLst>
          </p:cNvPr>
          <p:cNvPicPr>
            <a:picLocks noChangeAspect="1" noChangeArrowheads="1"/>
          </p:cNvPicPr>
          <p:nvPr/>
        </p:nvPicPr>
        <p:blipFill rotWithShape="1">
          <a:blip r:embed="rId10">
            <a:lum bright="70000" contrast="-70000"/>
            <a:extLst>
              <a:ext uri="{BEBA8EAE-BF5A-486C-A8C5-ECC9F3942E4B}">
                <a14:imgProps xmlns:a14="http://schemas.microsoft.com/office/drawing/2010/main">
                  <a14:imgLayer r:embed="rId11">
                    <a14:imgEffect>
                      <a14:backgroundRemoval t="9662" b="99034" l="9453" r="89552">
                        <a14:foregroundMark x1="18905" y1="94203" x2="18905" y2="94203"/>
                        <a14:foregroundMark x1="82090" y1="95652" x2="82090" y2="95652"/>
                        <a14:foregroundMark x1="19900" y1="99034" x2="19900" y2="99034"/>
                        <a14:foregroundMark x1="46269" y1="48792" x2="46269" y2="48792"/>
                        <a14:foregroundMark x1="51244" y1="57005" x2="51244" y2="57005"/>
                        <a14:foregroundMark x1="70149" y1="49275" x2="70149" y2="49275"/>
                        <a14:foregroundMark x1="33333" y1="49758" x2="33333" y2="49758"/>
                      </a14:backgroundRemoval>
                    </a14:imgEffect>
                  </a14:imgLayer>
                </a14:imgProps>
              </a:ext>
              <a:ext uri="{28A0092B-C50C-407E-A947-70E740481C1C}">
                <a14:useLocalDpi xmlns:a14="http://schemas.microsoft.com/office/drawing/2010/main" val="0"/>
              </a:ext>
            </a:extLst>
          </a:blip>
          <a:srcRect/>
          <a:stretch/>
        </p:blipFill>
        <p:spPr bwMode="auto">
          <a:xfrm>
            <a:off x="-6206724" y="948974"/>
            <a:ext cx="45719" cy="4709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D6300837-07E6-1DD1-E9B1-C3E10921396B}"/>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10000" b="90000" l="10000" r="90000">
                        <a14:backgroundMark x1="10345" y1="10000" x2="10345" y2="10000"/>
                      </a14:backgroundRemoval>
                    </a14:imgEffect>
                  </a14:imgLayer>
                </a14:imgProps>
              </a:ext>
            </a:extLst>
          </a:blip>
          <a:stretch>
            <a:fillRect/>
          </a:stretch>
        </p:blipFill>
        <p:spPr>
          <a:xfrm>
            <a:off x="709117" y="3585477"/>
            <a:ext cx="381461" cy="394615"/>
          </a:xfrm>
          <a:prstGeom prst="rect">
            <a:avLst/>
          </a:prstGeom>
        </p:spPr>
      </p:pic>
      <p:sp>
        <p:nvSpPr>
          <p:cNvPr id="59" name="AutoShape 12" descr="Microsoft Redesigns Its Logo for the First Time in 25 Years, Here It Is in All Its Glory">
            <a:extLst>
              <a:ext uri="{FF2B5EF4-FFF2-40B4-BE49-F238E27FC236}">
                <a16:creationId xmlns:a16="http://schemas.microsoft.com/office/drawing/2014/main" id="{4F25E21B-AA42-9BC7-92CF-EA4C41E1D52E}"/>
              </a:ext>
            </a:extLst>
          </p:cNvPr>
          <p:cNvSpPr>
            <a:spLocks noChangeAspect="1" noChangeArrowheads="1"/>
          </p:cNvSpPr>
          <p:nvPr/>
        </p:nvSpPr>
        <p:spPr bwMode="auto">
          <a:xfrm>
            <a:off x="-1020128" y="828696"/>
            <a:ext cx="45719" cy="45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038" name="Picture 14" descr="Microsoft Logo Icon PNG Image - PurePNG | Free transparent CC0 PNG Image Library">
            <a:extLst>
              <a:ext uri="{FF2B5EF4-FFF2-40B4-BE49-F238E27FC236}">
                <a16:creationId xmlns:a16="http://schemas.microsoft.com/office/drawing/2014/main" id="{83E54A06-3CF2-F1DD-08BF-DCAA031C1A9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45996" y="3658880"/>
            <a:ext cx="280221" cy="28022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8" descr="Docker AI/ML Hackathon: Use Docker to get inspired and be productive within this exciting new ...">
            <a:extLst>
              <a:ext uri="{FF2B5EF4-FFF2-40B4-BE49-F238E27FC236}">
                <a16:creationId xmlns:a16="http://schemas.microsoft.com/office/drawing/2014/main" id="{A0E355B4-97CA-7EC6-933C-06DDC82A293E}"/>
              </a:ext>
            </a:extLst>
          </p:cNvPr>
          <p:cNvPicPr>
            <a:picLocks noChangeAspect="1" noChangeArrowheads="1"/>
          </p:cNvPicPr>
          <p:nvPr/>
        </p:nvPicPr>
        <p:blipFill rotWithShape="1">
          <a:blip r:embed="rId10">
            <a:lum bright="70000" contrast="-70000"/>
            <a:extLst>
              <a:ext uri="{BEBA8EAE-BF5A-486C-A8C5-ECC9F3942E4B}">
                <a14:imgProps xmlns:a14="http://schemas.microsoft.com/office/drawing/2010/main">
                  <a14:imgLayer r:embed="rId11">
                    <a14:imgEffect>
                      <a14:backgroundRemoval t="9662" b="99034" l="9453" r="89552">
                        <a14:foregroundMark x1="18905" y1="94203" x2="18905" y2="94203"/>
                        <a14:foregroundMark x1="82090" y1="95652" x2="82090" y2="95652"/>
                        <a14:foregroundMark x1="19900" y1="99034" x2="19900" y2="99034"/>
                        <a14:foregroundMark x1="46269" y1="48792" x2="46269" y2="48792"/>
                        <a14:foregroundMark x1="51244" y1="57005" x2="51244" y2="57005"/>
                        <a14:foregroundMark x1="70149" y1="49275" x2="70149" y2="49275"/>
                        <a14:foregroundMark x1="33333" y1="49758" x2="33333" y2="49758"/>
                      </a14:backgroundRemoval>
                    </a14:imgEffect>
                  </a14:imgLayer>
                </a14:imgProps>
              </a:ext>
              <a:ext uri="{28A0092B-C50C-407E-A947-70E740481C1C}">
                <a14:useLocalDpi xmlns:a14="http://schemas.microsoft.com/office/drawing/2010/main" val="0"/>
              </a:ext>
            </a:extLst>
          </a:blip>
          <a:srcRect/>
          <a:stretch/>
        </p:blipFill>
        <p:spPr bwMode="auto">
          <a:xfrm>
            <a:off x="731155" y="3165858"/>
            <a:ext cx="337384" cy="34750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845A5629-3540-9F5B-A03A-B9E3A2F82388}"/>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a:stretch/>
        </p:blipFill>
        <p:spPr bwMode="auto">
          <a:xfrm>
            <a:off x="8938404" y="2672207"/>
            <a:ext cx="249117" cy="266558"/>
          </a:xfrm>
          <a:prstGeom prst="rect">
            <a:avLst/>
          </a:prstGeom>
          <a:noFill/>
          <a:extLst>
            <a:ext uri="{909E8E84-426E-40DD-AFC4-6F175D3DCCD1}">
              <a14:hiddenFill xmlns:a14="http://schemas.microsoft.com/office/drawing/2010/main">
                <a:solidFill>
                  <a:srgbClr val="FFFFFF"/>
                </a:solidFill>
              </a14:hiddenFill>
            </a:ext>
          </a:extLst>
        </p:spPr>
      </p:pic>
      <p:pic>
        <p:nvPicPr>
          <p:cNvPr id="61" name="Graphic 60">
            <a:extLst>
              <a:ext uri="{FF2B5EF4-FFF2-40B4-BE49-F238E27FC236}">
                <a16:creationId xmlns:a16="http://schemas.microsoft.com/office/drawing/2014/main" id="{B27F55CE-BEF8-B2B3-C5DC-387BD081A889}"/>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262218" y="3042173"/>
            <a:ext cx="228600" cy="228600"/>
          </a:xfrm>
          <a:prstGeom prst="rect">
            <a:avLst/>
          </a:prstGeom>
        </p:spPr>
      </p:pic>
      <p:pic>
        <p:nvPicPr>
          <p:cNvPr id="62" name="Graphic 61">
            <a:extLst>
              <a:ext uri="{FF2B5EF4-FFF2-40B4-BE49-F238E27FC236}">
                <a16:creationId xmlns:a16="http://schemas.microsoft.com/office/drawing/2014/main" id="{3F3F365E-ABF0-D39D-6059-30DCA11993D4}"/>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304741" y="5155971"/>
            <a:ext cx="228600" cy="228600"/>
          </a:xfrm>
          <a:prstGeom prst="rect">
            <a:avLst/>
          </a:prstGeom>
        </p:spPr>
      </p:pic>
      <p:pic>
        <p:nvPicPr>
          <p:cNvPr id="67" name="Picture 66" descr="A blue and yellow object with a circle&#10;&#10;Description automatically generated">
            <a:extLst>
              <a:ext uri="{FF2B5EF4-FFF2-40B4-BE49-F238E27FC236}">
                <a16:creationId xmlns:a16="http://schemas.microsoft.com/office/drawing/2014/main" id="{6AA70D45-518D-7646-6CF2-7C3BEF7580C9}"/>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5532" b="90000" l="5778" r="94000">
                        <a14:foregroundMark x1="79222" y1="20638" x2="79222" y2="20638"/>
                        <a14:foregroundMark x1="68889" y1="5638" x2="68889" y2="5638"/>
                        <a14:foregroundMark x1="94000" y1="29255" x2="94000" y2="29255"/>
                        <a14:foregroundMark x1="63111" y1="50426" x2="63111" y2="50426"/>
                        <a14:foregroundMark x1="52667" y1="25426" x2="52667" y2="25426"/>
                        <a14:foregroundMark x1="35222" y1="55957" x2="35222" y2="55957"/>
                        <a14:foregroundMark x1="15333" y1="77553" x2="15333" y2="77553"/>
                        <a14:foregroundMark x1="5778" y1="77128" x2="5778" y2="77128"/>
                      </a14:backgroundRemoval>
                    </a14:imgEffect>
                  </a14:imgLayer>
                </a14:imgProps>
              </a:ext>
              <a:ext uri="{28A0092B-C50C-407E-A947-70E740481C1C}">
                <a14:useLocalDpi xmlns:a14="http://schemas.microsoft.com/office/drawing/2010/main" val="0"/>
              </a:ext>
            </a:extLst>
          </a:blip>
          <a:stretch>
            <a:fillRect/>
          </a:stretch>
        </p:blipFill>
        <p:spPr>
          <a:xfrm>
            <a:off x="8815723" y="5046416"/>
            <a:ext cx="323765" cy="338155"/>
          </a:xfrm>
          <a:prstGeom prst="rect">
            <a:avLst/>
          </a:prstGeom>
        </p:spPr>
      </p:pic>
      <p:pic>
        <p:nvPicPr>
          <p:cNvPr id="69" name="Picture 68">
            <a:extLst>
              <a:ext uri="{FF2B5EF4-FFF2-40B4-BE49-F238E27FC236}">
                <a16:creationId xmlns:a16="http://schemas.microsoft.com/office/drawing/2014/main" id="{EB67A2F9-D3C1-E257-C3B9-3F5A23015C4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6381" b="97580" l="207" r="98244">
                        <a14:foregroundMark x1="21074" y1="49175" x2="21074" y2="49175"/>
                        <a14:foregroundMark x1="4649" y1="81628" x2="4649" y2="81628"/>
                        <a14:foregroundMark x1="15599" y1="95380" x2="15599" y2="95380"/>
                        <a14:foregroundMark x1="42045" y1="95380" x2="42045" y2="95380"/>
                        <a14:foregroundMark x1="90909" y1="87679" x2="90909" y2="87679"/>
                        <a14:foregroundMark x1="84504" y1="59516" x2="84504" y2="59516"/>
                        <a14:foregroundMark x1="46281" y1="6381" x2="46281" y2="6381"/>
                        <a14:foregroundMark x1="4132" y1="85919" x2="4132" y2="85919"/>
                        <a14:foregroundMark x1="4132" y1="85919" x2="7955" y2="77888"/>
                        <a14:foregroundMark x1="7955" y1="77888" x2="7541" y2="78878"/>
                        <a14:foregroundMark x1="3926" y1="89769" x2="10227" y2="94609"/>
                        <a14:foregroundMark x1="10227" y1="94609" x2="22107" y2="97580"/>
                        <a14:foregroundMark x1="22107" y1="97580" x2="26240" y2="96150"/>
                        <a14:foregroundMark x1="45764" y1="95380" x2="60331" y2="95050"/>
                        <a14:foregroundMark x1="60331" y1="95050" x2="87707" y2="95380"/>
                        <a14:foregroundMark x1="87707" y1="95380" x2="94628" y2="95270"/>
                        <a14:foregroundMark x1="94628" y1="95270" x2="94731" y2="95270"/>
                        <a14:foregroundMark x1="94835" y1="93289" x2="94628" y2="80638"/>
                        <a14:foregroundMark x1="94628" y1="80638" x2="90702" y2="74037"/>
                        <a14:foregroundMark x1="90702" y1="74037" x2="90702" y2="74037"/>
                        <a14:foregroundMark x1="98347" y1="87459" x2="98347" y2="87459"/>
                        <a14:foregroundMark x1="207" y1="86579" x2="207" y2="86579"/>
                      </a14:backgroundRemoval>
                    </a14:imgEffect>
                  </a14:imgLayer>
                </a14:imgProps>
              </a:ext>
            </a:extLst>
          </a:blip>
          <a:stretch>
            <a:fillRect/>
          </a:stretch>
        </p:blipFill>
        <p:spPr>
          <a:xfrm>
            <a:off x="8825532" y="5691290"/>
            <a:ext cx="276490" cy="259638"/>
          </a:xfrm>
          <a:prstGeom prst="rect">
            <a:avLst/>
          </a:prstGeom>
        </p:spPr>
      </p:pic>
      <p:pic>
        <p:nvPicPr>
          <p:cNvPr id="70" name="Picture 2" descr="Elasticsearch logo">
            <a:extLst>
              <a:ext uri="{FF2B5EF4-FFF2-40B4-BE49-F238E27FC236}">
                <a16:creationId xmlns:a16="http://schemas.microsoft.com/office/drawing/2014/main" id="{24E3533C-EC4D-0A45-B048-739591A470A3}"/>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r="59220"/>
          <a:stretch/>
        </p:blipFill>
        <p:spPr bwMode="auto">
          <a:xfrm>
            <a:off x="835016" y="5043295"/>
            <a:ext cx="328149" cy="452855"/>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a:extLst>
              <a:ext uri="{FF2B5EF4-FFF2-40B4-BE49-F238E27FC236}">
                <a16:creationId xmlns:a16="http://schemas.microsoft.com/office/drawing/2014/main" id="{78A6A80D-B631-4343-5C34-1EA0B7BEA2F4}"/>
              </a:ext>
            </a:extLst>
          </p:cNvPr>
          <p:cNvPicPr>
            <a:picLocks noChangeAspect="1"/>
          </p:cNvPicPr>
          <p:nvPr/>
        </p:nvPicPr>
        <p:blipFill>
          <a:blip r:embed="rId23">
            <a:extLst>
              <a:ext uri="{BEBA8EAE-BF5A-486C-A8C5-ECC9F3942E4B}">
                <a14:imgProps xmlns:a14="http://schemas.microsoft.com/office/drawing/2010/main">
                  <a14:imgLayer r:embed="rId24">
                    <a14:imgEffect>
                      <a14:backgroundRemoval t="10000" b="90000" l="10000" r="90000"/>
                    </a14:imgEffect>
                  </a14:imgLayer>
                </a14:imgProps>
              </a:ext>
            </a:extLst>
          </a:blip>
          <a:stretch>
            <a:fillRect/>
          </a:stretch>
        </p:blipFill>
        <p:spPr>
          <a:xfrm>
            <a:off x="786633" y="5541876"/>
            <a:ext cx="424914" cy="311832"/>
          </a:xfrm>
          <a:prstGeom prst="rect">
            <a:avLst/>
          </a:prstGeom>
        </p:spPr>
      </p:pic>
      <p:pic>
        <p:nvPicPr>
          <p:cNvPr id="74" name="Picture 73">
            <a:extLst>
              <a:ext uri="{FF2B5EF4-FFF2-40B4-BE49-F238E27FC236}">
                <a16:creationId xmlns:a16="http://schemas.microsoft.com/office/drawing/2014/main" id="{466494A3-D1E1-70CF-73CD-64AFAB0C7F82}"/>
              </a:ext>
            </a:extLst>
          </p:cNvPr>
          <p:cNvPicPr>
            <a:picLocks noChangeAspect="1"/>
          </p:cNvPicPr>
          <p:nvPr/>
        </p:nvPicPr>
        <p:blipFill>
          <a:blip r:embed="rId25">
            <a:extLst>
              <a:ext uri="{BEBA8EAE-BF5A-486C-A8C5-ECC9F3942E4B}">
                <a14:imgProps xmlns:a14="http://schemas.microsoft.com/office/drawing/2010/main">
                  <a14:imgLayer r:embed="rId26">
                    <a14:imgEffect>
                      <a14:backgroundRemoval t="10000" b="90000" l="10000" r="90000">
                        <a14:foregroundMark x1="51079" y1="50345" x2="51079" y2="50345"/>
                      </a14:backgroundRemoval>
                    </a14:imgEffect>
                  </a14:imgLayer>
                </a14:imgProps>
              </a:ext>
            </a:extLst>
          </a:blip>
          <a:stretch>
            <a:fillRect/>
          </a:stretch>
        </p:blipFill>
        <p:spPr>
          <a:xfrm>
            <a:off x="786633" y="5896458"/>
            <a:ext cx="424914" cy="443260"/>
          </a:xfrm>
          <a:prstGeom prst="rect">
            <a:avLst/>
          </a:prstGeom>
        </p:spPr>
      </p:pic>
      <p:pic>
        <p:nvPicPr>
          <p:cNvPr id="1048" name="Picture 24">
            <a:extLst>
              <a:ext uri="{FF2B5EF4-FFF2-40B4-BE49-F238E27FC236}">
                <a16:creationId xmlns:a16="http://schemas.microsoft.com/office/drawing/2014/main" id="{877BE320-F764-4870-3F14-50AF6EAB2FCB}"/>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087152" y="4702357"/>
            <a:ext cx="455924" cy="31879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1">
            <a:extLst>
              <a:ext uri="{FF2B5EF4-FFF2-40B4-BE49-F238E27FC236}">
                <a16:creationId xmlns:a16="http://schemas.microsoft.com/office/drawing/2014/main" id="{4ED46C91-9E05-E7E2-BEE3-E5BD57B811F8}"/>
              </a:ext>
            </a:extLst>
          </p:cNvPr>
          <p:cNvPicPr>
            <a:picLocks noChangeAspect="1"/>
          </p:cNvPicPr>
          <p:nvPr/>
        </p:nvPicPr>
        <p:blipFill>
          <a:blip r:embed="rId28">
            <a:extLst>
              <a:ext uri="{BEBA8EAE-BF5A-486C-A8C5-ECC9F3942E4B}">
                <a14:imgProps xmlns:a14="http://schemas.microsoft.com/office/drawing/2010/main">
                  <a14:imgLayer r:embed="rId29">
                    <a14:imgEffect>
                      <a14:backgroundRemoval t="7151" b="97430" l="6958" r="94915">
                        <a14:foregroundMark x1="52810" y1="7151" x2="52810" y2="7151"/>
                        <a14:foregroundMark x1="52810" y1="14860" x2="52810" y2="14860"/>
                        <a14:foregroundMark x1="51383" y1="15419" x2="50847" y2="14637"/>
                        <a14:foregroundMark x1="53345" y1="16536" x2="50045" y2="14860"/>
                        <a14:foregroundMark x1="30419" y1="27486" x2="33809" y2="25810"/>
                        <a14:foregroundMark x1="34255" y1="28268" x2="26940" y2="24469"/>
                        <a14:foregroundMark x1="47101" y1="35754" x2="51383" y2="35754"/>
                        <a14:foregroundMark x1="92864" y1="32402" x2="92864" y2="32402"/>
                        <a14:foregroundMark x1="94648" y1="49274" x2="94648" y2="49274"/>
                        <a14:foregroundMark x1="52007" y1="92737" x2="52007" y2="92737"/>
                        <a14:foregroundMark x1="7672" y1="66816" x2="7672" y2="66816"/>
                        <a14:foregroundMark x1="7136" y1="49497" x2="7136" y2="49497"/>
                        <a14:foregroundMark x1="95004" y1="66816" x2="95004" y2="66816"/>
                        <a14:foregroundMark x1="50223" y1="97430" x2="50223" y2="97430"/>
                      </a14:backgroundRemoval>
                    </a14:imgEffect>
                  </a14:imgLayer>
                </a14:imgProps>
              </a:ext>
            </a:extLst>
          </a:blip>
          <a:stretch>
            <a:fillRect/>
          </a:stretch>
        </p:blipFill>
        <p:spPr>
          <a:xfrm>
            <a:off x="2163024" y="5169167"/>
            <a:ext cx="291354" cy="232615"/>
          </a:xfrm>
          <a:prstGeom prst="rect">
            <a:avLst/>
          </a:prstGeom>
        </p:spPr>
      </p:pic>
      <p:pic>
        <p:nvPicPr>
          <p:cNvPr id="1054" name="Picture 30" descr="The Vector Database for Machine Learning | Pinecone">
            <a:extLst>
              <a:ext uri="{FF2B5EF4-FFF2-40B4-BE49-F238E27FC236}">
                <a16:creationId xmlns:a16="http://schemas.microsoft.com/office/drawing/2014/main" id="{A41C75D0-A482-E8F9-86CD-DF94E974DAC5}"/>
              </a:ext>
            </a:extLst>
          </p:cNvPr>
          <p:cNvPicPr>
            <a:picLocks noChangeAspect="1" noChangeArrowheads="1"/>
          </p:cNvPicPr>
          <p:nvPr/>
        </p:nvPicPr>
        <p:blipFill rotWithShape="1">
          <a:blip r:embed="rId30">
            <a:lum bright="70000" contrast="-70000"/>
            <a:extLst>
              <a:ext uri="{28A0092B-C50C-407E-A947-70E740481C1C}">
                <a14:useLocalDpi xmlns:a14="http://schemas.microsoft.com/office/drawing/2010/main" val="0"/>
              </a:ext>
            </a:extLst>
          </a:blip>
          <a:srcRect/>
          <a:stretch/>
        </p:blipFill>
        <p:spPr bwMode="auto">
          <a:xfrm>
            <a:off x="2114683" y="5473217"/>
            <a:ext cx="400863" cy="4432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697BFC-BCA5-13E8-7A7A-938E017D3586}"/>
              </a:ext>
            </a:extLst>
          </p:cNvPr>
          <p:cNvSpPr txBox="1"/>
          <p:nvPr/>
        </p:nvSpPr>
        <p:spPr>
          <a:xfrm>
            <a:off x="5311857" y="5739093"/>
            <a:ext cx="1466166" cy="338554"/>
          </a:xfrm>
          <a:prstGeom prst="rect">
            <a:avLst/>
          </a:prstGeom>
          <a:noFill/>
        </p:spPr>
        <p:txBody>
          <a:bodyPr wrap="square" lIns="91440" tIns="45720" rIns="91440" bIns="4572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Python</a:t>
            </a:r>
          </a:p>
        </p:txBody>
      </p:sp>
      <p:pic>
        <p:nvPicPr>
          <p:cNvPr id="5" name="Picture 4" descr="Python logo">
            <a:extLst>
              <a:ext uri="{FF2B5EF4-FFF2-40B4-BE49-F238E27FC236}">
                <a16:creationId xmlns:a16="http://schemas.microsoft.com/office/drawing/2014/main" id="{9F6E7B5B-2129-2537-6312-296C988340A7}"/>
              </a:ext>
              <a:ext uri="{C183D7F6-B498-43B3-948B-1728B52AA6E4}">
                <adec:decorative xmlns:adec="http://schemas.microsoft.com/office/drawing/2017/decorative" val="0"/>
              </a:ext>
            </a:extLst>
          </p:cNvPr>
          <p:cNvPicPr>
            <a:picLocks noChangeAspect="1"/>
          </p:cNvPicPr>
          <p:nvPr/>
        </p:nvPicPr>
        <p:blipFill>
          <a:blip r:embed="rId31" cstate="screen">
            <a:extLst>
              <a:ext uri="{28A0092B-C50C-407E-A947-70E740481C1C}">
                <a14:useLocalDpi xmlns:a14="http://schemas.microsoft.com/office/drawing/2010/main"/>
              </a:ext>
            </a:extLst>
          </a:blip>
          <a:stretch>
            <a:fillRect/>
          </a:stretch>
        </p:blipFill>
        <p:spPr>
          <a:xfrm>
            <a:off x="5748249" y="5121799"/>
            <a:ext cx="554393" cy="552266"/>
          </a:xfrm>
          <a:prstGeom prst="rect">
            <a:avLst/>
          </a:prstGeom>
        </p:spPr>
      </p:pic>
      <p:sp>
        <p:nvSpPr>
          <p:cNvPr id="7" name="TextBox 6">
            <a:extLst>
              <a:ext uri="{FF2B5EF4-FFF2-40B4-BE49-F238E27FC236}">
                <a16:creationId xmlns:a16="http://schemas.microsoft.com/office/drawing/2014/main" id="{34D52DD2-59F2-73CB-AB3C-DCA0FAEE7C5C}"/>
              </a:ext>
            </a:extLst>
          </p:cNvPr>
          <p:cNvSpPr txBox="1"/>
          <p:nvPr/>
        </p:nvSpPr>
        <p:spPr>
          <a:xfrm>
            <a:off x="6811379" y="5720311"/>
            <a:ext cx="928131" cy="338554"/>
          </a:xfrm>
          <a:prstGeom prst="rect">
            <a:avLst/>
          </a:prstGeom>
          <a:noFill/>
        </p:spPr>
        <p:txBody>
          <a:bodyPr wrap="square" lIns="91440" tIns="45720" rIns="91440" bIns="4572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Java*</a:t>
            </a:r>
          </a:p>
        </p:txBody>
      </p:sp>
      <p:pic>
        <p:nvPicPr>
          <p:cNvPr id="8" name="Picture 7" descr="Java logo">
            <a:extLst>
              <a:ext uri="{FF2B5EF4-FFF2-40B4-BE49-F238E27FC236}">
                <a16:creationId xmlns:a16="http://schemas.microsoft.com/office/drawing/2014/main" id="{8CD06F6C-126B-5247-A79C-691CE91F1492}"/>
              </a:ext>
              <a:ext uri="{C183D7F6-B498-43B3-948B-1728B52AA6E4}">
                <adec:decorative xmlns:adec="http://schemas.microsoft.com/office/drawing/2017/decorative" val="0"/>
              </a:ext>
            </a:extLst>
          </p:cNvPr>
          <p:cNvPicPr>
            <a:picLocks noChangeAspect="1"/>
          </p:cNvPicPr>
          <p:nvPr/>
        </p:nvPicPr>
        <p:blipFill>
          <a:blip r:embed="rId32" cstate="screen">
            <a:extLst>
              <a:ext uri="{28A0092B-C50C-407E-A947-70E740481C1C}">
                <a14:useLocalDpi xmlns:a14="http://schemas.microsoft.com/office/drawing/2010/main"/>
              </a:ext>
            </a:extLst>
          </a:blip>
          <a:stretch>
            <a:fillRect/>
          </a:stretch>
        </p:blipFill>
        <p:spPr>
          <a:xfrm>
            <a:off x="6975419" y="5090006"/>
            <a:ext cx="552266" cy="544868"/>
          </a:xfrm>
          <a:prstGeom prst="rect">
            <a:avLst/>
          </a:prstGeom>
        </p:spPr>
      </p:pic>
      <p:pic>
        <p:nvPicPr>
          <p:cNvPr id="9" name="Picture 8" descr=".NET logo">
            <a:extLst>
              <a:ext uri="{FF2B5EF4-FFF2-40B4-BE49-F238E27FC236}">
                <a16:creationId xmlns:a16="http://schemas.microsoft.com/office/drawing/2014/main" id="{D0F92B93-DD07-C98F-701D-AEF2C77C6BD4}"/>
              </a:ext>
              <a:ext uri="{C183D7F6-B498-43B3-948B-1728B52AA6E4}">
                <adec:decorative xmlns:adec="http://schemas.microsoft.com/office/drawing/2017/decorative" val="0"/>
              </a:ext>
            </a:extLst>
          </p:cNvPr>
          <p:cNvPicPr>
            <a:picLocks noChangeAspect="1"/>
          </p:cNvPicPr>
          <p:nvPr/>
        </p:nvPicPr>
        <p:blipFill>
          <a:blip r:embed="rId33" cstate="screen">
            <a:extLst>
              <a:ext uri="{28A0092B-C50C-407E-A947-70E740481C1C}">
                <a14:useLocalDpi xmlns:a14="http://schemas.microsoft.com/office/drawing/2010/main"/>
              </a:ext>
            </a:extLst>
          </a:blip>
          <a:stretch>
            <a:fillRect/>
          </a:stretch>
        </p:blipFill>
        <p:spPr>
          <a:xfrm>
            <a:off x="4610768" y="5090006"/>
            <a:ext cx="544868" cy="544868"/>
          </a:xfrm>
          <a:prstGeom prst="rect">
            <a:avLst/>
          </a:prstGeom>
        </p:spPr>
      </p:pic>
      <p:sp>
        <p:nvSpPr>
          <p:cNvPr id="11" name="TextBox 10">
            <a:extLst>
              <a:ext uri="{FF2B5EF4-FFF2-40B4-BE49-F238E27FC236}">
                <a16:creationId xmlns:a16="http://schemas.microsoft.com/office/drawing/2014/main" id="{7364DDC1-EEAD-F58E-6C8C-13D0406E4954}"/>
              </a:ext>
            </a:extLst>
          </p:cNvPr>
          <p:cNvSpPr txBox="1"/>
          <p:nvPr/>
        </p:nvSpPr>
        <p:spPr>
          <a:xfrm>
            <a:off x="4373511" y="5766854"/>
            <a:ext cx="968724" cy="338554"/>
          </a:xfrm>
          <a:prstGeom prst="rect">
            <a:avLst/>
          </a:prstGeom>
          <a:noFill/>
        </p:spPr>
        <p:txBody>
          <a:bodyPr wrap="square" lIns="91440" tIns="45720" rIns="91440" bIns="4572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.NET</a:t>
            </a:r>
          </a:p>
        </p:txBody>
      </p:sp>
      <p:graphicFrame>
        <p:nvGraphicFramePr>
          <p:cNvPr id="2" name="Table 1">
            <a:extLst>
              <a:ext uri="{FF2B5EF4-FFF2-40B4-BE49-F238E27FC236}">
                <a16:creationId xmlns:a16="http://schemas.microsoft.com/office/drawing/2014/main" id="{5E3E48BB-90E1-7D14-3F2C-15AAB08B4BF8}"/>
              </a:ext>
            </a:extLst>
          </p:cNvPr>
          <p:cNvGraphicFramePr>
            <a:graphicFrameLocks noGrp="1"/>
          </p:cNvGraphicFramePr>
          <p:nvPr/>
        </p:nvGraphicFramePr>
        <p:xfrm>
          <a:off x="9135429" y="710565"/>
          <a:ext cx="2265728" cy="950410"/>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2265728">
                  <a:extLst>
                    <a:ext uri="{9D8B030D-6E8A-4147-A177-3AD203B41FA5}">
                      <a16:colId xmlns:a16="http://schemas.microsoft.com/office/drawing/2014/main" val="2353794166"/>
                    </a:ext>
                  </a:extLst>
                </a:gridCol>
              </a:tblGrid>
              <a:tr h="237419">
                <a:tc>
                  <a:txBody>
                    <a:bodyPr/>
                    <a:lstStyle/>
                    <a:p>
                      <a:pPr algn="ctr"/>
                      <a:endParaRPr lang="en-US" sz="1000">
                        <a:solidFill>
                          <a:schemeClr val="tx2"/>
                        </a:solidFill>
                        <a:latin typeface="+mj-lt"/>
                      </a:endParaRP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2155533975"/>
                  </a:ext>
                </a:extLst>
              </a:tr>
              <a:tr h="615130">
                <a:tc>
                  <a:txBody>
                    <a:bodyPr/>
                    <a:lstStyle/>
                    <a:p>
                      <a:pPr algn="ctr"/>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bl>
          </a:graphicData>
        </a:graphic>
      </p:graphicFrame>
      <p:graphicFrame>
        <p:nvGraphicFramePr>
          <p:cNvPr id="3" name="Table 2">
            <a:extLst>
              <a:ext uri="{FF2B5EF4-FFF2-40B4-BE49-F238E27FC236}">
                <a16:creationId xmlns:a16="http://schemas.microsoft.com/office/drawing/2014/main" id="{335A3039-5505-5049-F76D-2EC151042EF9}"/>
              </a:ext>
            </a:extLst>
          </p:cNvPr>
          <p:cNvGraphicFramePr>
            <a:graphicFrameLocks noGrp="1"/>
          </p:cNvGraphicFramePr>
          <p:nvPr/>
        </p:nvGraphicFramePr>
        <p:xfrm>
          <a:off x="8829923" y="706934"/>
          <a:ext cx="2578378" cy="1193553"/>
        </p:xfrm>
        <a:graphic>
          <a:graphicData uri="http://schemas.openxmlformats.org/drawingml/2006/table">
            <a:tbl>
              <a:tblPr firstRow="1" bandRow="1">
                <a:effectLst>
                  <a:outerShdw blurRad="152400" dist="38100" dir="2700000" algn="tl" rotWithShape="0">
                    <a:prstClr val="black">
                      <a:alpha val="20000"/>
                    </a:prstClr>
                  </a:outerShdw>
                </a:effectLst>
                <a:tableStyleId>{2D5ABB26-0587-4C30-8999-92F81FD0307C}</a:tableStyleId>
              </a:tblPr>
              <a:tblGrid>
                <a:gridCol w="275214">
                  <a:extLst>
                    <a:ext uri="{9D8B030D-6E8A-4147-A177-3AD203B41FA5}">
                      <a16:colId xmlns:a16="http://schemas.microsoft.com/office/drawing/2014/main" val="945353485"/>
                    </a:ext>
                  </a:extLst>
                </a:gridCol>
                <a:gridCol w="1013975">
                  <a:extLst>
                    <a:ext uri="{9D8B030D-6E8A-4147-A177-3AD203B41FA5}">
                      <a16:colId xmlns:a16="http://schemas.microsoft.com/office/drawing/2014/main" val="899803852"/>
                    </a:ext>
                  </a:extLst>
                </a:gridCol>
                <a:gridCol w="429694">
                  <a:extLst>
                    <a:ext uri="{9D8B030D-6E8A-4147-A177-3AD203B41FA5}">
                      <a16:colId xmlns:a16="http://schemas.microsoft.com/office/drawing/2014/main" val="2231721167"/>
                    </a:ext>
                  </a:extLst>
                </a:gridCol>
                <a:gridCol w="859495">
                  <a:extLst>
                    <a:ext uri="{9D8B030D-6E8A-4147-A177-3AD203B41FA5}">
                      <a16:colId xmlns:a16="http://schemas.microsoft.com/office/drawing/2014/main" val="3493185966"/>
                    </a:ext>
                  </a:extLst>
                </a:gridCol>
              </a:tblGrid>
              <a:tr h="294120">
                <a:tc gridSpan="4">
                  <a:txBody>
                    <a:bodyPr/>
                    <a:lstStyle/>
                    <a:p>
                      <a:pPr algn="ctr"/>
                      <a:r>
                        <a:rPr lang="en-US" sz="1000" kern="1200">
                          <a:solidFill>
                            <a:schemeClr val="tx2"/>
                          </a:solidFill>
                          <a:latin typeface="+mn-lt"/>
                          <a:ea typeface="+mn-ea"/>
                          <a:cs typeface="+mn-cs"/>
                        </a:rPr>
                        <a:t>Agent Services</a:t>
                      </a:r>
                    </a:p>
                  </a:txBody>
                  <a:tcPr marT="91440" marB="91440" anchor="ct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hMerge="1">
                  <a:txBody>
                    <a:bodyPr/>
                    <a:lstStyle/>
                    <a:p>
                      <a:endParaRPr lang="en-US"/>
                    </a:p>
                  </a:txBody>
                  <a:tcPr/>
                </a:tc>
                <a:tc hMerge="1">
                  <a:txBody>
                    <a:bodyPr/>
                    <a:lstStyle/>
                    <a:p>
                      <a:pPr algn="ctr"/>
                      <a:endParaRPr lang="en-US" sz="1000"/>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09941"/>
                  </a:ext>
                </a:extLst>
              </a:tr>
              <a:tr h="280751">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Foundry Agent Service</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Bedrock Agents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698261653"/>
                  </a:ext>
                </a:extLst>
              </a:tr>
              <a:tr h="401073">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a:t>Copilot Studio</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endParaRPr lang="en-US" sz="900"/>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tc>
                  <a:txBody>
                    <a:bodyPr/>
                    <a:lstStyle/>
                    <a:p>
                      <a:pPr algn="l"/>
                      <a:r>
                        <a:rPr lang="en-US" sz="900" err="1"/>
                        <a:t>LangGraph</a:t>
                      </a:r>
                      <a:r>
                        <a:rPr lang="en-US" sz="900"/>
                        <a:t>*</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80000"/>
                      </a:schemeClr>
                    </a:solidFill>
                  </a:tcPr>
                </a:tc>
                <a:extLst>
                  <a:ext uri="{0D108BD9-81ED-4DB2-BD59-A6C34878D82A}">
                    <a16:rowId xmlns:a16="http://schemas.microsoft.com/office/drawing/2014/main" val="3767706648"/>
                  </a:ext>
                </a:extLst>
              </a:tr>
            </a:tbl>
          </a:graphicData>
        </a:graphic>
      </p:graphicFrame>
      <p:sp>
        <p:nvSpPr>
          <p:cNvPr id="15" name="Rounded Rectangle 13">
            <a:extLst>
              <a:ext uri="{FF2B5EF4-FFF2-40B4-BE49-F238E27FC236}">
                <a16:creationId xmlns:a16="http://schemas.microsoft.com/office/drawing/2014/main" id="{435B5503-7A60-0A4D-AAE9-B43A721AA8F8}"/>
              </a:ext>
              <a:ext uri="{C183D7F6-B498-43B3-948B-1728B52AA6E4}">
                <adec:decorative xmlns:adec="http://schemas.microsoft.com/office/drawing/2017/decorative" val="1"/>
              </a:ext>
            </a:extLst>
          </p:cNvPr>
          <p:cNvSpPr/>
          <p:nvPr/>
        </p:nvSpPr>
        <p:spPr bwMode="auto">
          <a:xfrm>
            <a:off x="8742437" y="687461"/>
            <a:ext cx="2726970" cy="1383464"/>
          </a:xfrm>
          <a:prstGeom prst="roundRect">
            <a:avLst>
              <a:gd name="adj" fmla="val 6873"/>
            </a:avLst>
          </a:prstGeom>
          <a:noFill/>
          <a:ln w="12700" cap="rnd">
            <a:solidFill>
              <a:srgbClr val="65707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FD47FF47-8B30-8288-8CB4-E95BB91CB113}"/>
              </a:ext>
              <a:ext uri="{C183D7F6-B498-43B3-948B-1728B52AA6E4}">
                <adec:decorative xmlns:adec="http://schemas.microsoft.com/office/drawing/2017/decorative" val="1"/>
              </a:ext>
            </a:extLst>
          </p:cNvPr>
          <p:cNvPicPr>
            <a:picLocks noChangeAspect="1"/>
          </p:cNvPicPr>
          <p:nvPr/>
        </p:nvPicPr>
        <p:blipFill>
          <a:blip r:embed="rId34"/>
          <a:stretch>
            <a:fillRect/>
          </a:stretch>
        </p:blipFill>
        <p:spPr>
          <a:xfrm>
            <a:off x="8869185" y="1092564"/>
            <a:ext cx="287787" cy="287787"/>
          </a:xfrm>
          <a:prstGeom prst="rect">
            <a:avLst/>
          </a:prstGeom>
        </p:spPr>
      </p:pic>
      <p:pic>
        <p:nvPicPr>
          <p:cNvPr id="21" name="Picture 20">
            <a:extLst>
              <a:ext uri="{FF2B5EF4-FFF2-40B4-BE49-F238E27FC236}">
                <a16:creationId xmlns:a16="http://schemas.microsoft.com/office/drawing/2014/main" id="{D51C6A06-B544-1D95-19D7-D4D865587C67}"/>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46396" y1="89474" x2="46396" y2="89474"/>
                        <a14:backgroundMark x1="71171" y1="25359" x2="71171" y2="25359"/>
                        <a14:backgroundMark x1="66216" y1="81818" x2="66216" y2="81818"/>
                        <a14:backgroundMark x1="43694" y1="74641" x2="43694" y2="74641"/>
                      </a14:backgroundRemoval>
                    </a14:imgEffect>
                  </a14:imgLayer>
                </a14:imgProps>
              </a:ext>
            </a:extLst>
          </a:blip>
          <a:stretch>
            <a:fillRect/>
          </a:stretch>
        </p:blipFill>
        <p:spPr>
          <a:xfrm>
            <a:off x="10253496" y="1076652"/>
            <a:ext cx="336623" cy="316911"/>
          </a:xfrm>
          <a:prstGeom prst="rect">
            <a:avLst/>
          </a:prstGeom>
        </p:spPr>
      </p:pic>
      <p:pic>
        <p:nvPicPr>
          <p:cNvPr id="35" name="Picture 34">
            <a:extLst>
              <a:ext uri="{FF2B5EF4-FFF2-40B4-BE49-F238E27FC236}">
                <a16:creationId xmlns:a16="http://schemas.microsoft.com/office/drawing/2014/main" id="{60F93C08-279E-F5BB-0CCF-4FFD5D23DCF0}"/>
              </a:ext>
              <a:ext uri="{C183D7F6-B498-43B3-948B-1728B52AA6E4}">
                <adec:decorative xmlns:adec="http://schemas.microsoft.com/office/drawing/2017/decorative" val="1"/>
              </a:ext>
            </a:extLst>
          </p:cNvPr>
          <p:cNvPicPr>
            <a:picLocks noChangeAspect="1"/>
          </p:cNvPicPr>
          <p:nvPr/>
        </p:nvPicPr>
        <p:blipFill>
          <a:blip r:embed="rId35">
            <a:extLst>
              <a:ext uri="{28A0092B-C50C-407E-A947-70E740481C1C}">
                <a14:useLocalDpi xmlns:a14="http://schemas.microsoft.com/office/drawing/2010/main" val="0"/>
              </a:ext>
            </a:extLst>
          </a:blip>
          <a:srcRect/>
          <a:stretch/>
        </p:blipFill>
        <p:spPr>
          <a:xfrm>
            <a:off x="10262218" y="5665195"/>
            <a:ext cx="300243" cy="300242"/>
          </a:xfrm>
          <a:prstGeom prst="rect">
            <a:avLst/>
          </a:prstGeom>
        </p:spPr>
      </p:pic>
      <p:pic>
        <p:nvPicPr>
          <p:cNvPr id="36" name="Picture 35" descr="Azure Open AI Service Icon">
            <a:extLst>
              <a:ext uri="{FF2B5EF4-FFF2-40B4-BE49-F238E27FC236}">
                <a16:creationId xmlns:a16="http://schemas.microsoft.com/office/drawing/2014/main" id="{17DE8068-3C83-4266-223B-F0A922973F31}"/>
              </a:ext>
              <a:ext uri="{C183D7F6-B498-43B3-948B-1728B52AA6E4}">
                <adec:decorative xmlns:adec="http://schemas.microsoft.com/office/drawing/2017/decorative" val="0"/>
              </a:ext>
            </a:extLst>
          </p:cNvPr>
          <p:cNvPicPr>
            <a:picLocks noChangeAspect="1"/>
          </p:cNvPicPr>
          <p:nvPr/>
        </p:nvPicPr>
        <p:blipFill>
          <a:blip r:embed="rId36"/>
          <a:stretch>
            <a:fillRect/>
          </a:stretch>
        </p:blipFill>
        <p:spPr>
          <a:xfrm>
            <a:off x="749232" y="986069"/>
            <a:ext cx="414062" cy="414062"/>
          </a:xfrm>
          <a:prstGeom prst="rect">
            <a:avLst/>
          </a:prstGeom>
        </p:spPr>
      </p:pic>
      <p:pic>
        <p:nvPicPr>
          <p:cNvPr id="37" name="Picture 4" descr="Deepseek Logo PNG Text Only image for Free Download">
            <a:extLst>
              <a:ext uri="{FF2B5EF4-FFF2-40B4-BE49-F238E27FC236}">
                <a16:creationId xmlns:a16="http://schemas.microsoft.com/office/drawing/2014/main" id="{11797F35-0EEF-4FF8-EFAC-A4B98CB84EA5}"/>
              </a:ext>
            </a:extLst>
          </p:cNvPr>
          <p:cNvPicPr>
            <a:picLocks noChangeAspect="1" noChangeArrowheads="1"/>
          </p:cNvPicPr>
          <p:nvPr/>
        </p:nvPicPr>
        <p:blipFill rotWithShape="1">
          <a:blip r:embed="rId37">
            <a:duotone>
              <a:schemeClr val="bg2">
                <a:shade val="45000"/>
                <a:satMod val="135000"/>
              </a:schemeClr>
              <a:prstClr val="white"/>
            </a:duotone>
            <a:extLst>
              <a:ext uri="{BEBA8EAE-BF5A-486C-A8C5-ECC9F3942E4B}">
                <a14:imgProps xmlns:a14="http://schemas.microsoft.com/office/drawing/2010/main">
                  <a14:imgLayer r:embed="rId38">
                    <a14:imgEffect>
                      <a14:saturation sat="0"/>
                    </a14:imgEffect>
                  </a14:imgLayer>
                </a14:imgProps>
              </a:ext>
              <a:ext uri="{28A0092B-C50C-407E-A947-70E740481C1C}">
                <a14:useLocalDpi xmlns:a14="http://schemas.microsoft.com/office/drawing/2010/main" val="0"/>
              </a:ext>
            </a:extLst>
          </a:blip>
          <a:srcRect/>
          <a:stretch/>
        </p:blipFill>
        <p:spPr bwMode="auto">
          <a:xfrm>
            <a:off x="2075561" y="1851074"/>
            <a:ext cx="355129" cy="376150"/>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Group 38">
            <a:extLst>
              <a:ext uri="{FF2B5EF4-FFF2-40B4-BE49-F238E27FC236}">
                <a16:creationId xmlns:a16="http://schemas.microsoft.com/office/drawing/2014/main" id="{1AE05F75-CA54-3924-59A6-958E7F178739}"/>
              </a:ext>
              <a:ext uri="{C183D7F6-B498-43B3-948B-1728B52AA6E4}">
                <adec:decorative xmlns:adec="http://schemas.microsoft.com/office/drawing/2017/decorative" val="1"/>
              </a:ext>
            </a:extLst>
          </p:cNvPr>
          <p:cNvGrpSpPr/>
          <p:nvPr/>
        </p:nvGrpSpPr>
        <p:grpSpPr>
          <a:xfrm>
            <a:off x="2093928" y="1044108"/>
            <a:ext cx="283323" cy="283323"/>
            <a:chOff x="5464628" y="65020"/>
            <a:chExt cx="283323" cy="283323"/>
          </a:xfrm>
        </p:grpSpPr>
        <p:sp>
          <p:nvSpPr>
            <p:cNvPr id="44" name="Oval 43">
              <a:extLst>
                <a:ext uri="{FF2B5EF4-FFF2-40B4-BE49-F238E27FC236}">
                  <a16:creationId xmlns:a16="http://schemas.microsoft.com/office/drawing/2014/main" id="{FE69CDBF-038C-0CE0-6F1E-28712F5C7CD1}"/>
                </a:ext>
                <a:ext uri="{C183D7F6-B498-43B3-948B-1728B52AA6E4}">
                  <adec:decorative xmlns:adec="http://schemas.microsoft.com/office/drawing/2017/decorative" val="1"/>
                </a:ext>
              </a:extLst>
            </p:cNvPr>
            <p:cNvSpPr/>
            <p:nvPr/>
          </p:nvSpPr>
          <p:spPr bwMode="auto">
            <a:xfrm>
              <a:off x="5464628" y="65020"/>
              <a:ext cx="283323" cy="28332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91F2C"/>
                </a:solidFill>
                <a:effectLst/>
                <a:uLnTx/>
                <a:uFillTx/>
                <a:latin typeface="Segoe UI"/>
                <a:ea typeface="Segoe UI" pitchFamily="34" charset="0"/>
                <a:cs typeface="Segoe UI" pitchFamily="34" charset="0"/>
              </a:endParaRPr>
            </a:p>
          </p:txBody>
        </p:sp>
        <p:pic>
          <p:nvPicPr>
            <p:cNvPr id="46" name="Graphic 45">
              <a:extLst>
                <a:ext uri="{FF2B5EF4-FFF2-40B4-BE49-F238E27FC236}">
                  <a16:creationId xmlns:a16="http://schemas.microsoft.com/office/drawing/2014/main" id="{67546310-FA77-5803-43D2-AC2340E42E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5532031" y="132423"/>
              <a:ext cx="148517" cy="148516"/>
            </a:xfrm>
            <a:prstGeom prst="rect">
              <a:avLst/>
            </a:prstGeom>
            <a:effectLst/>
          </p:spPr>
        </p:pic>
      </p:grpSp>
      <p:pic>
        <p:nvPicPr>
          <p:cNvPr id="17" name="Picture 16" descr="A green and black logo&#10;&#10;AI-generated content may be incorrect.">
            <a:extLst>
              <a:ext uri="{FF2B5EF4-FFF2-40B4-BE49-F238E27FC236}">
                <a16:creationId xmlns:a16="http://schemas.microsoft.com/office/drawing/2014/main" id="{D778588A-7183-D6E0-8B68-21FB592A4ED4}"/>
              </a:ext>
            </a:extLst>
          </p:cNvPr>
          <p:cNvPicPr>
            <a:picLocks noChangeAspect="1"/>
          </p:cNvPicPr>
          <p:nvPr/>
        </p:nvPicPr>
        <p:blipFill>
          <a:blip r:embed="rId40">
            <a:extLst>
              <a:ext uri="{28A0092B-C50C-407E-A947-70E740481C1C}">
                <a14:useLocalDpi xmlns:a14="http://schemas.microsoft.com/office/drawing/2010/main" val="0"/>
              </a:ext>
            </a:extLst>
          </a:blip>
          <a:srcRect/>
          <a:stretch/>
        </p:blipFill>
        <p:spPr>
          <a:xfrm>
            <a:off x="740305" y="1845717"/>
            <a:ext cx="414062" cy="291355"/>
          </a:xfrm>
          <a:prstGeom prst="rect">
            <a:avLst/>
          </a:prstGeom>
        </p:spPr>
      </p:pic>
      <p:pic>
        <p:nvPicPr>
          <p:cNvPr id="18" name="Graphic 17">
            <a:extLst>
              <a:ext uri="{FF2B5EF4-FFF2-40B4-BE49-F238E27FC236}">
                <a16:creationId xmlns:a16="http://schemas.microsoft.com/office/drawing/2014/main" id="{D09D9325-A1F5-0464-21DC-FCA112DFE603}"/>
              </a:ext>
            </a:extLst>
          </p:cNvPr>
          <p:cNvPicPr>
            <a:picLocks noChangeAspect="1"/>
          </p:cNvPicPr>
          <p:nvPr/>
        </p:nvPicPr>
        <p:blipFill>
          <a:blip>
            <a:extLst>
              <a:ext uri="{96DAC541-7B7A-43D3-8B79-37D633B846F1}">
                <asvg:svgBlip xmlns:asvg="http://schemas.microsoft.com/office/drawing/2016/SVG/main" r:embed="rId41"/>
              </a:ext>
            </a:extLst>
          </a:blip>
          <a:srcRect r="84157"/>
          <a:stretch/>
        </p:blipFill>
        <p:spPr>
          <a:xfrm>
            <a:off x="10185503" y="2582664"/>
            <a:ext cx="348220" cy="320329"/>
          </a:xfrm>
          <a:prstGeom prst="rect">
            <a:avLst/>
          </a:prstGeom>
        </p:spPr>
      </p:pic>
      <p:pic>
        <p:nvPicPr>
          <p:cNvPr id="16" name="Picture 15">
            <a:extLst>
              <a:ext uri="{FF2B5EF4-FFF2-40B4-BE49-F238E27FC236}">
                <a16:creationId xmlns:a16="http://schemas.microsoft.com/office/drawing/2014/main" id="{901E7064-EAE0-933C-F077-099D3243DC5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8875985" y="2978864"/>
            <a:ext cx="311536" cy="294418"/>
          </a:xfrm>
          <a:prstGeom prst="rect">
            <a:avLst/>
          </a:prstGeom>
        </p:spPr>
      </p:pic>
      <p:pic>
        <p:nvPicPr>
          <p:cNvPr id="22" name="Picture 21" descr="A purple logo with black background&#10;&#10;AI-generated content may be incorrect.">
            <a:extLst>
              <a:ext uri="{FF2B5EF4-FFF2-40B4-BE49-F238E27FC236}">
                <a16:creationId xmlns:a16="http://schemas.microsoft.com/office/drawing/2014/main" id="{FE5B3574-69A8-620B-26A4-AD395757D201}"/>
              </a:ext>
            </a:extLst>
          </p:cNvPr>
          <p:cNvPicPr>
            <a:picLocks noChangeAspect="1"/>
          </p:cNvPicPr>
          <p:nvPr/>
        </p:nvPicPr>
        <p:blipFill>
          <a:blip r:embed="rId42"/>
          <a:stretch>
            <a:fillRect/>
          </a:stretch>
        </p:blipFill>
        <p:spPr>
          <a:xfrm>
            <a:off x="4829985" y="966019"/>
            <a:ext cx="2564790" cy="2564790"/>
          </a:xfrm>
          <a:prstGeom prst="rect">
            <a:avLst/>
          </a:prstGeom>
        </p:spPr>
      </p:pic>
      <p:pic>
        <p:nvPicPr>
          <p:cNvPr id="23" name="Picture 22" descr="Azure AI logo">
            <a:extLst>
              <a:ext uri="{FF2B5EF4-FFF2-40B4-BE49-F238E27FC236}">
                <a16:creationId xmlns:a16="http://schemas.microsoft.com/office/drawing/2014/main" id="{F45EEF42-151A-132B-AB02-380C7F5CDE43}"/>
              </a:ext>
            </a:extLst>
          </p:cNvPr>
          <p:cNvPicPr>
            <a:picLocks noChangeAspect="1"/>
          </p:cNvPicPr>
          <p:nvPr/>
        </p:nvPicPr>
        <p:blipFill>
          <a:blip r:embed="rId43">
            <a:extLst>
              <a:ext uri="{28A0092B-C50C-407E-A947-70E740481C1C}">
                <a14:useLocalDpi xmlns:a14="http://schemas.microsoft.com/office/drawing/2010/main" val="0"/>
              </a:ext>
            </a:extLst>
          </a:blip>
          <a:srcRect l="7605"/>
          <a:stretch>
            <a:fillRect/>
          </a:stretch>
        </p:blipFill>
        <p:spPr>
          <a:xfrm>
            <a:off x="2072152" y="3224905"/>
            <a:ext cx="282490" cy="305744"/>
          </a:xfrm>
          <a:prstGeom prst="rect">
            <a:avLst/>
          </a:prstGeom>
        </p:spPr>
      </p:pic>
      <p:pic>
        <p:nvPicPr>
          <p:cNvPr id="24" name="Picture 4" descr="Microsoft Copilot Studio Training - Flexmind">
            <a:extLst>
              <a:ext uri="{FF2B5EF4-FFF2-40B4-BE49-F238E27FC236}">
                <a16:creationId xmlns:a16="http://schemas.microsoft.com/office/drawing/2014/main" id="{42C169D5-7B94-166D-C6AE-E416322471A3}"/>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8893012" y="1569712"/>
            <a:ext cx="249296" cy="24929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43CAF5C6-FFB6-309A-04B0-0175A05E24A0}"/>
              </a:ext>
            </a:extLst>
          </p:cNvPr>
          <p:cNvPicPr>
            <a:picLocks noChangeAspect="1"/>
          </p:cNvPicPr>
          <p:nvPr/>
        </p:nvPicPr>
        <p:blipFill>
          <a:blip r:embed="rId45">
            <a:extLst>
              <a:ext uri="{BEBA8EAE-BF5A-486C-A8C5-ECC9F3942E4B}">
                <a14:imgProps xmlns:a14="http://schemas.microsoft.com/office/drawing/2010/main">
                  <a14:imgLayer r:embed="rId46">
                    <a14:imgEffect>
                      <a14:backgroundRemoval t="10000" b="90000" l="10000" r="90000">
                        <a14:foregroundMark x1="36943" y1="43103" x2="36943" y2="43103"/>
                        <a14:foregroundMark x1="36943" y1="43103" x2="31847" y2="40517"/>
                        <a14:foregroundMark x1="35032" y1="43103" x2="38217" y2="56897"/>
                        <a14:foregroundMark x1="58599" y1="50000" x2="58599" y2="50000"/>
                        <a14:foregroundMark x1="64968" y1="37931" x2="64968" y2="37931"/>
                        <a14:foregroundMark x1="73248" y1="47414" x2="73248" y2="47414"/>
                        <a14:foregroundMark x1="66879" y1="60345" x2="66879" y2="60345"/>
                      </a14:backgroundRemoval>
                    </a14:imgEffect>
                  </a14:imgLayer>
                </a14:imgProps>
              </a:ext>
            </a:extLst>
          </a:blip>
          <a:stretch>
            <a:fillRect/>
          </a:stretch>
        </p:blipFill>
        <p:spPr>
          <a:xfrm>
            <a:off x="10004832" y="1484920"/>
            <a:ext cx="599817" cy="443177"/>
          </a:xfrm>
          <a:prstGeom prst="rect">
            <a:avLst/>
          </a:prstGeom>
        </p:spPr>
      </p:pic>
      <p:sp>
        <p:nvSpPr>
          <p:cNvPr id="29" name="TextBox 28">
            <a:extLst>
              <a:ext uri="{FF2B5EF4-FFF2-40B4-BE49-F238E27FC236}">
                <a16:creationId xmlns:a16="http://schemas.microsoft.com/office/drawing/2014/main" id="{7DD416D1-21F9-B50B-00D4-D8C80E51BBD6}"/>
              </a:ext>
            </a:extLst>
          </p:cNvPr>
          <p:cNvSpPr txBox="1"/>
          <p:nvPr/>
        </p:nvSpPr>
        <p:spPr>
          <a:xfrm>
            <a:off x="8875985" y="6272069"/>
            <a:ext cx="2461747" cy="261610"/>
          </a:xfrm>
          <a:prstGeom prst="rect">
            <a:avLst/>
          </a:prstGeom>
          <a:noFill/>
        </p:spPr>
        <p:txBody>
          <a:bodyPr wrap="square" lIns="91440" tIns="45720" rIns="91440" bIns="4572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*After Public Preview on Oct 1</a:t>
            </a:r>
          </a:p>
        </p:txBody>
      </p:sp>
      <p:pic>
        <p:nvPicPr>
          <p:cNvPr id="31" name="Picture 30">
            <a:extLst>
              <a:ext uri="{FF2B5EF4-FFF2-40B4-BE49-F238E27FC236}">
                <a16:creationId xmlns:a16="http://schemas.microsoft.com/office/drawing/2014/main" id="{C5803303-3BD7-B03F-9E57-370D65AB4C65}"/>
              </a:ext>
            </a:extLst>
          </p:cNvPr>
          <p:cNvPicPr>
            <a:picLocks noChangeAspect="1"/>
          </p:cNvPicPr>
          <p:nvPr/>
        </p:nvPicPr>
        <p:blipFill>
          <a:blip r:embed="rId47">
            <a:lum bright="70000" contrast="-70000"/>
            <a:extLst>
              <a:ext uri="{BEBA8EAE-BF5A-486C-A8C5-ECC9F3942E4B}">
                <a14:imgProps xmlns:a14="http://schemas.microsoft.com/office/drawing/2010/main">
                  <a14:imgLayer r:embed="rId48">
                    <a14:imgEffect>
                      <a14:backgroundRemoval t="10000" b="90000" l="10000" r="90000">
                        <a14:foregroundMark x1="37278" y1="40116" x2="37278" y2="40116"/>
                        <a14:foregroundMark x1="20118" y1="37791" x2="20118" y2="37791"/>
                        <a14:foregroundMark x1="25444" y1="28488" x2="25444" y2="28488"/>
                        <a14:foregroundMark x1="15385" y1="51163" x2="15385" y2="51163"/>
                        <a14:foregroundMark x1="22485" y1="63372" x2="22485" y2="63372"/>
                        <a14:foregroundMark x1="24260" y1="76744" x2="24260" y2="76744"/>
                        <a14:foregroundMark x1="36095" y1="78488" x2="36095" y2="78488"/>
                        <a14:foregroundMark x1="58580" y1="78488" x2="58580" y2="78488"/>
                        <a14:foregroundMark x1="47337" y1="87209" x2="47337" y2="87209"/>
                        <a14:foregroundMark x1="71006" y1="79070" x2="71006" y2="79070"/>
                        <a14:foregroundMark x1="71006" y1="53488" x2="71006" y2="53488"/>
                        <a14:foregroundMark x1="85207" y1="55814" x2="85207" y2="55814"/>
                        <a14:foregroundMark x1="78698" y1="43023" x2="78698" y2="43023"/>
                        <a14:foregroundMark x1="75148" y1="29651" x2="75148" y2="29651"/>
                        <a14:foregroundMark x1="60355" y1="26163" x2="60355" y2="26163"/>
                        <a14:foregroundMark x1="51479" y1="19186" x2="51479" y2="19186"/>
                        <a14:backgroundMark x1="36686" y1="57558" x2="39645" y2="60465"/>
                      </a14:backgroundRemoval>
                    </a14:imgEffect>
                  </a14:imgLayer>
                </a14:imgProps>
              </a:ext>
            </a:extLst>
          </a:blip>
          <a:stretch>
            <a:fillRect/>
          </a:stretch>
        </p:blipFill>
        <p:spPr>
          <a:xfrm>
            <a:off x="2171661" y="5942655"/>
            <a:ext cx="320317" cy="326003"/>
          </a:xfrm>
          <a:prstGeom prst="rect">
            <a:avLst/>
          </a:prstGeom>
        </p:spPr>
      </p:pic>
      <p:pic>
        <p:nvPicPr>
          <p:cNvPr id="41" name="Picture 4" descr="Microsoft Copilot Studio Training - Flexmind">
            <a:extLst>
              <a:ext uri="{FF2B5EF4-FFF2-40B4-BE49-F238E27FC236}">
                <a16:creationId xmlns:a16="http://schemas.microsoft.com/office/drawing/2014/main" id="{396857F9-6FA3-BFCA-7775-6EA6AC1F6288}"/>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8907987" y="4174898"/>
            <a:ext cx="249296" cy="24929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Azure AI logo">
            <a:extLst>
              <a:ext uri="{FF2B5EF4-FFF2-40B4-BE49-F238E27FC236}">
                <a16:creationId xmlns:a16="http://schemas.microsoft.com/office/drawing/2014/main" id="{7EFC9B4C-8144-AF49-F525-11CD633134EB}"/>
              </a:ext>
            </a:extLst>
          </p:cNvPr>
          <p:cNvPicPr>
            <a:picLocks noChangeAspect="1"/>
          </p:cNvPicPr>
          <p:nvPr/>
        </p:nvPicPr>
        <p:blipFill>
          <a:blip r:embed="rId43">
            <a:extLst>
              <a:ext uri="{28A0092B-C50C-407E-A947-70E740481C1C}">
                <a14:useLocalDpi xmlns:a14="http://schemas.microsoft.com/office/drawing/2010/main" val="0"/>
              </a:ext>
            </a:extLst>
          </a:blip>
          <a:srcRect l="7605"/>
          <a:stretch>
            <a:fillRect/>
          </a:stretch>
        </p:blipFill>
        <p:spPr>
          <a:xfrm>
            <a:off x="10271094" y="4103969"/>
            <a:ext cx="282490" cy="305744"/>
          </a:xfrm>
          <a:prstGeom prst="rect">
            <a:avLst/>
          </a:prstGeom>
        </p:spPr>
      </p:pic>
    </p:spTree>
    <p:extLst>
      <p:ext uri="{BB962C8B-B14F-4D97-AF65-F5344CB8AC3E}">
        <p14:creationId xmlns:p14="http://schemas.microsoft.com/office/powerpoint/2010/main" val="2706142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42" presetClass="path" presetSubtype="0" decel="100000" fill="hold" nodeType="withEffect">
                                  <p:stCondLst>
                                    <p:cond delay="0"/>
                                  </p:stCondLst>
                                  <p:childTnLst>
                                    <p:animMotion origin="layout" path="M -4.16667E-7 -1.11111E-6 L -4.16667E-7 0.03542 " pathEditMode="relative" rAng="0" ptsTypes="AA">
                                      <p:cBhvr>
                                        <p:cTn id="9" dur="700" spd="-100000" fill="hold"/>
                                        <p:tgtEl>
                                          <p:spTgt spid="23"/>
                                        </p:tgtEl>
                                        <p:attrNameLst>
                                          <p:attrName>ppt_x</p:attrName>
                                          <p:attrName>ppt_y</p:attrName>
                                        </p:attrNameLst>
                                      </p:cBhvr>
                                      <p:rCtr x="0" y="1759"/>
                                    </p:animMotion>
                                  </p:childTnLst>
                                </p:cTn>
                              </p:par>
                              <p:par>
                                <p:cTn id="10" presetID="10" presetClass="entr" presetSubtype="0" fill="hold" nodeType="with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42" presetClass="path" presetSubtype="0" decel="100000" fill="hold" nodeType="withEffect">
                                  <p:stCondLst>
                                    <p:cond delay="0"/>
                                  </p:stCondLst>
                                  <p:childTnLst>
                                    <p:animMotion origin="layout" path="M 3.54167E-6 -1.85185E-6 L 3.54167E-6 0.03542 " pathEditMode="relative" rAng="0" ptsTypes="AA">
                                      <p:cBhvr>
                                        <p:cTn id="14" dur="700" spd="-100000" fill="hold"/>
                                        <p:tgtEl>
                                          <p:spTgt spid="4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8DE7F26-4E32-D85C-206D-B6F30BF5E43D}"/>
              </a:ext>
              <a:ext uri="{C183D7F6-B498-43B3-948B-1728B52AA6E4}">
                <adec:decorative xmlns:adec="http://schemas.microsoft.com/office/drawing/2017/decorative" val="1"/>
              </a:ext>
            </a:extLst>
          </p:cNvPr>
          <p:cNvSpPr/>
          <p:nvPr/>
        </p:nvSpPr>
        <p:spPr bwMode="auto">
          <a:xfrm>
            <a:off x="5059509" y="823377"/>
            <a:ext cx="6659603" cy="5446769"/>
          </a:xfrm>
          <a:prstGeom prst="roundRect">
            <a:avLst>
              <a:gd name="adj" fmla="val 3055"/>
            </a:avLst>
          </a:prstGeom>
          <a:solidFill>
            <a:srgbClr val="1F1F1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16" name="Title 1">
            <a:extLst>
              <a:ext uri="{FF2B5EF4-FFF2-40B4-BE49-F238E27FC236}">
                <a16:creationId xmlns:a16="http://schemas.microsoft.com/office/drawing/2014/main" id="{D023AC57-2B1C-042E-E3DD-C86E1E3A1522}"/>
              </a:ext>
            </a:extLst>
          </p:cNvPr>
          <p:cNvSpPr>
            <a:spLocks noGrp="1"/>
          </p:cNvSpPr>
          <p:nvPr>
            <p:ph type="title"/>
          </p:nvPr>
        </p:nvSpPr>
        <p:spPr>
          <a:xfrm>
            <a:off x="588264" y="921844"/>
            <a:ext cx="4127692" cy="1107996"/>
          </a:xfrm>
        </p:spPr>
        <p:txBody>
          <a:bodyPr anchor="t" anchorCtr="0"/>
          <a:lstStyle/>
          <a:p>
            <a:pPr defTabSz="1427220">
              <a:spcBef>
                <a:spcPts val="400"/>
              </a:spcBef>
              <a:defRPr/>
            </a:pPr>
            <a:r>
              <a:rPr lang="en-US">
                <a:ln>
                  <a:noFill/>
                </a:ln>
                <a:latin typeface="Segoe UI Variable Display Semib" pitchFamily="2" charset="0"/>
              </a:rPr>
              <a:t>Microsoft Foundry API and SDK </a:t>
            </a:r>
          </a:p>
        </p:txBody>
      </p:sp>
      <p:sp>
        <p:nvSpPr>
          <p:cNvPr id="23" name="Rectangle: Rounded Corners 10">
            <a:extLst>
              <a:ext uri="{FF2B5EF4-FFF2-40B4-BE49-F238E27FC236}">
                <a16:creationId xmlns:a16="http://schemas.microsoft.com/office/drawing/2014/main" id="{0A7CFFFE-3D70-8980-540D-F097ED975515}"/>
              </a:ext>
            </a:extLst>
          </p:cNvPr>
          <p:cNvSpPr/>
          <p:nvPr/>
        </p:nvSpPr>
        <p:spPr>
          <a:xfrm>
            <a:off x="588264" y="2030990"/>
            <a:ext cx="3752242"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a:defRPr/>
            </a:pPr>
            <a:r>
              <a:rPr lang="en-US" sz="2400" kern="0">
                <a:gradFill>
                  <a:gsLst>
                    <a:gs pos="0">
                      <a:srgbClr val="998CE4"/>
                    </a:gs>
                    <a:gs pos="100000">
                      <a:srgbClr val="432EC8"/>
                    </a:gs>
                  </a:gsLst>
                  <a:lin ang="4800000" scaled="0"/>
                </a:gradFill>
                <a:latin typeface="Segoe UI Variable Display Semib" pitchFamily="2" charset="0"/>
              </a:rPr>
              <a:t>A unified AI development toolchain.  </a:t>
            </a:r>
          </a:p>
        </p:txBody>
      </p:sp>
      <p:sp>
        <p:nvSpPr>
          <p:cNvPr id="24" name="Rectangle: Rounded Corners 10">
            <a:extLst>
              <a:ext uri="{FF2B5EF4-FFF2-40B4-BE49-F238E27FC236}">
                <a16:creationId xmlns:a16="http://schemas.microsoft.com/office/drawing/2014/main" id="{62389771-59A8-FB3B-0899-0F79566DF641}"/>
              </a:ext>
            </a:extLst>
          </p:cNvPr>
          <p:cNvSpPr/>
          <p:nvPr/>
        </p:nvSpPr>
        <p:spPr>
          <a:xfrm>
            <a:off x="588263" y="3254904"/>
            <a:ext cx="3648070" cy="2020421"/>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marL="285750" marR="0" lvl="0" indent="-285750" algn="l" defTabSz="914367" rtl="0" eaLnBrk="1" fontAlgn="base" latinLnBrk="0" hangingPunct="1">
              <a:lnSpc>
                <a:spcPct val="100000"/>
              </a:lnSpc>
              <a:spcBef>
                <a:spcPct val="0"/>
              </a:spcBef>
              <a:spcAft>
                <a:spcPts val="1000"/>
              </a:spcAft>
              <a:buClrTx/>
              <a:buSzTx/>
              <a:buFont typeface="Arial" panose="020B0604020202020204" pitchFamily="34" charset="0"/>
              <a:buChar char="•"/>
              <a:tabLst/>
              <a:defRPr/>
            </a:pPr>
            <a:r>
              <a:rPr kumimoji="0" lang="en-US" sz="1800" b="1" i="0" u="none" strike="noStrike" kern="1200" cap="none" spc="0" normalizeH="0" baseline="0" noProof="0">
                <a:ln>
                  <a:noFill/>
                </a:ln>
                <a:solidFill>
                  <a:schemeClr val="tx1"/>
                </a:solidFill>
                <a:effectLst/>
                <a:uLnTx/>
                <a:uFillTx/>
                <a:latin typeface="Segoe UI Variable Display Semib" pitchFamily="2" charset="0"/>
                <a:ea typeface="+mn-ea"/>
                <a:cs typeface="Segoe Sans Text Semibold"/>
              </a:rPr>
              <a:t>Simplifies coding</a:t>
            </a:r>
          </a:p>
          <a:p>
            <a:pPr marL="285750" marR="0" lvl="0" indent="-285750" algn="l" defTabSz="914367" rtl="0" eaLnBrk="1" fontAlgn="base" latinLnBrk="0" hangingPunct="1">
              <a:lnSpc>
                <a:spcPct val="100000"/>
              </a:lnSpc>
              <a:spcBef>
                <a:spcPct val="0"/>
              </a:spcBef>
              <a:spcAft>
                <a:spcPts val="1000"/>
              </a:spcAft>
              <a:buClrTx/>
              <a:buSzTx/>
              <a:buFont typeface="Arial" panose="020B0604020202020204" pitchFamily="34" charset="0"/>
              <a:buChar char="•"/>
              <a:tabLst/>
              <a:defRPr/>
            </a:pPr>
            <a:r>
              <a:rPr kumimoji="0" lang="en-US" sz="1800" b="1" i="0" u="none" strike="noStrike" kern="1200" cap="none" spc="0" normalizeH="0" baseline="0" noProof="0">
                <a:ln>
                  <a:noFill/>
                </a:ln>
                <a:solidFill>
                  <a:schemeClr val="tx1"/>
                </a:solidFill>
                <a:effectLst/>
                <a:uLnTx/>
                <a:uFillTx/>
                <a:latin typeface="Segoe UI Variable Display Semib" pitchFamily="2" charset="0"/>
                <a:ea typeface="+mn-ea"/>
                <a:cs typeface="Segoe Sans Text Semibold"/>
              </a:rPr>
              <a:t>Improves development productivity</a:t>
            </a:r>
          </a:p>
          <a:p>
            <a:pPr marL="285750" marR="0" lvl="0" indent="-285750" algn="l" defTabSz="914367" rtl="0" eaLnBrk="1" fontAlgn="base" latinLnBrk="0" hangingPunct="1">
              <a:lnSpc>
                <a:spcPct val="100000"/>
              </a:lnSpc>
              <a:spcBef>
                <a:spcPct val="0"/>
              </a:spcBef>
              <a:spcAft>
                <a:spcPts val="1000"/>
              </a:spcAft>
              <a:buClrTx/>
              <a:buSzTx/>
              <a:buFont typeface="Arial" panose="020B0604020202020204" pitchFamily="34" charset="0"/>
              <a:buChar char="•"/>
              <a:tabLst/>
              <a:defRPr/>
            </a:pPr>
            <a:r>
              <a:rPr kumimoji="0" lang="en-US" sz="1800" b="1" i="0" u="none" strike="noStrike" kern="1200" cap="none" spc="0" normalizeH="0" baseline="0" noProof="0">
                <a:ln>
                  <a:noFill/>
                </a:ln>
                <a:solidFill>
                  <a:schemeClr val="tx1"/>
                </a:solidFill>
                <a:effectLst/>
                <a:uLnTx/>
                <a:uFillTx/>
                <a:latin typeface="Segoe UI Variable Display Semib" pitchFamily="2" charset="0"/>
                <a:ea typeface="+mn-ea"/>
                <a:cs typeface="Segoe Sans Text Semibold"/>
              </a:rPr>
              <a:t>Enables organizations to responsibly scale their AI applications and agents</a:t>
            </a:r>
          </a:p>
        </p:txBody>
      </p:sp>
      <p:sp>
        <p:nvSpPr>
          <p:cNvPr id="2" name="TextBox 1">
            <a:extLst>
              <a:ext uri="{FF2B5EF4-FFF2-40B4-BE49-F238E27FC236}">
                <a16:creationId xmlns:a16="http://schemas.microsoft.com/office/drawing/2014/main" id="{53056630-2CA3-9D9D-0E8E-EDB849F31181}"/>
              </a:ext>
            </a:extLst>
          </p:cNvPr>
          <p:cNvSpPr txBox="1"/>
          <p:nvPr/>
        </p:nvSpPr>
        <p:spPr>
          <a:xfrm>
            <a:off x="588263" y="6023925"/>
            <a:ext cx="2256545" cy="276999"/>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32449" rtl="0" eaLnBrk="1" fontAlgn="auto" latinLnBrk="0" hangingPunct="1">
              <a:lnSpc>
                <a:spcPct val="100000"/>
              </a:lnSpc>
              <a:spcBef>
                <a:spcPts val="200"/>
              </a:spcBef>
              <a:spcAft>
                <a:spcPts val="0"/>
              </a:spcAft>
              <a:buClrTx/>
              <a:buSzTx/>
              <a:buFontTx/>
              <a:buNone/>
              <a:tabLst/>
              <a:defRPr/>
            </a:pPr>
            <a:r>
              <a:rPr kumimoji="0" lang="en-GB" sz="1800" b="1" i="0" u="none" strike="noStrike" kern="1200" cap="none" spc="0" normalizeH="0" baseline="0" noProof="0">
                <a:ln>
                  <a:noFill/>
                </a:ln>
                <a:solidFill>
                  <a:schemeClr val="tx1"/>
                </a:solidFill>
                <a:effectLst/>
                <a:uLnTx/>
                <a:uFillTx/>
                <a:latin typeface="Segoe UI Variable Display Semib" pitchFamily="2" charset="0"/>
                <a:ea typeface="+mn-ea"/>
                <a:cs typeface="Segoe Sans Text Semibold"/>
              </a:rPr>
              <a:t>Download the SDK</a:t>
            </a:r>
          </a:p>
        </p:txBody>
      </p:sp>
      <p:sp>
        <p:nvSpPr>
          <p:cNvPr id="8" name="TextBox 7">
            <a:extLst>
              <a:ext uri="{FF2B5EF4-FFF2-40B4-BE49-F238E27FC236}">
                <a16:creationId xmlns:a16="http://schemas.microsoft.com/office/drawing/2014/main" id="{5BB2BFF8-D766-4A20-A83C-80D31FDF9BA6}"/>
              </a:ext>
            </a:extLst>
          </p:cNvPr>
          <p:cNvSpPr txBox="1"/>
          <p:nvPr/>
        </p:nvSpPr>
        <p:spPr>
          <a:xfrm>
            <a:off x="2412298" y="6054702"/>
            <a:ext cx="2092985" cy="21544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Segoe UI Variable Display Semib" pitchFamily="2" charset="0"/>
                <a:ea typeface="+mn-ea"/>
                <a:cs typeface="Segoe Sans Text Semibold" pitchFamily="2" charset="0"/>
                <a:hlinkClick r:id="rId3"/>
              </a:rPr>
              <a:t>aka.ms/</a:t>
            </a:r>
            <a:r>
              <a:rPr kumimoji="0" lang="en-GB" sz="1400" b="0" i="0" u="none" strike="noStrike" kern="1200" cap="none" spc="0" normalizeH="0" baseline="0" noProof="0" err="1">
                <a:ln>
                  <a:noFill/>
                </a:ln>
                <a:solidFill>
                  <a:srgbClr val="000000"/>
                </a:solidFill>
                <a:effectLst/>
                <a:uLnTx/>
                <a:uFillTx/>
                <a:latin typeface="Segoe UI Variable Display Semib" pitchFamily="2" charset="0"/>
                <a:ea typeface="+mn-ea"/>
                <a:cs typeface="Segoe Sans Text Semibold" pitchFamily="2" charset="0"/>
                <a:hlinkClick r:id="rId3"/>
              </a:rPr>
              <a:t>aifoundrysdk</a:t>
            </a:r>
            <a:endParaRPr kumimoji="0" lang="en-GB" sz="1400" b="0" i="0" u="none" strike="noStrike" kern="1200" cap="none" spc="0" normalizeH="0" baseline="0" noProof="0">
              <a:ln>
                <a:noFill/>
              </a:ln>
              <a:solidFill>
                <a:srgbClr val="000000"/>
              </a:solidFill>
              <a:effectLst/>
              <a:uLnTx/>
              <a:uFillTx/>
              <a:latin typeface="Segoe UI Variable Display Semib" pitchFamily="2" charset="0"/>
              <a:ea typeface="+mn-ea"/>
              <a:cs typeface="Segoe Sans Text Semibold" pitchFamily="2" charset="0"/>
            </a:endParaRPr>
          </a:p>
        </p:txBody>
      </p:sp>
      <p:pic>
        <p:nvPicPr>
          <p:cNvPr id="4098" name="Picture 2" descr="Screen shot of code">
            <a:extLst>
              <a:ext uri="{FF2B5EF4-FFF2-40B4-BE49-F238E27FC236}">
                <a16:creationId xmlns:a16="http://schemas.microsoft.com/office/drawing/2014/main" id="{CDFF6DA7-217E-1917-802D-AF6A83592A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263" y="922994"/>
            <a:ext cx="6477097" cy="5111629"/>
          </a:xfrm>
          <a:prstGeom prst="roundRect">
            <a:avLst>
              <a:gd name="adj" fmla="val 1592"/>
            </a:avLst>
          </a:prstGeom>
          <a:noFill/>
          <a:extLst>
            <a:ext uri="{909E8E84-426E-40DD-AFC4-6F175D3DCCD1}">
              <a14:hiddenFill xmlns:a14="http://schemas.microsoft.com/office/drawing/2010/main">
                <a:solidFill>
                  <a:srgbClr val="FFFFFF"/>
                </a:solidFill>
              </a14:hiddenFill>
            </a:ext>
          </a:extLst>
        </p:spPr>
      </p:pic>
      <p:grpSp>
        <p:nvGrpSpPr>
          <p:cNvPr id="3" name="Group 2" descr="image may not reflect actual user interface">
            <a:extLst>
              <a:ext uri="{FF2B5EF4-FFF2-40B4-BE49-F238E27FC236}">
                <a16:creationId xmlns:a16="http://schemas.microsoft.com/office/drawing/2014/main" id="{E51A5022-67ED-3B41-40E3-CE4D2FFF45D2}"/>
              </a:ext>
            </a:extLst>
          </p:cNvPr>
          <p:cNvGrpSpPr/>
          <p:nvPr/>
        </p:nvGrpSpPr>
        <p:grpSpPr>
          <a:xfrm>
            <a:off x="7246322" y="6036654"/>
            <a:ext cx="2304977" cy="195171"/>
            <a:chOff x="4827666" y="6662829"/>
            <a:chExt cx="2304977" cy="195171"/>
          </a:xfrm>
        </p:grpSpPr>
        <p:sp>
          <p:nvSpPr>
            <p:cNvPr id="4" name="Rounded Rectangle 12">
              <a:extLst>
                <a:ext uri="{FF2B5EF4-FFF2-40B4-BE49-F238E27FC236}">
                  <a16:creationId xmlns:a16="http://schemas.microsoft.com/office/drawing/2014/main" id="{DD6F921F-4C23-1CD0-69FA-7C5B66866FEE}"/>
                </a:ext>
              </a:extLst>
            </p:cNvPr>
            <p:cNvSpPr/>
            <p:nvPr/>
          </p:nvSpPr>
          <p:spPr>
            <a:xfrm>
              <a:off x="4872506" y="6662829"/>
              <a:ext cx="2212270" cy="186752"/>
            </a:xfrm>
            <a:prstGeom prst="roundRect">
              <a:avLst>
                <a:gd name="adj" fmla="val 50000"/>
              </a:avLst>
            </a:prstGeom>
            <a:solidFill>
              <a:srgbClr val="A02B93">
                <a:lumMod val="7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ysClr val="window" lastClr="FFFFFF"/>
                  </a:solidFill>
                  <a:latin typeface="Aptos" panose="020B0004020202020204"/>
                </a:defRPr>
              </a:lvl1pPr>
              <a:lvl2pPr marL="457200" algn="l" defTabSz="914400" rtl="0" eaLnBrk="1" latinLnBrk="0" hangingPunct="1">
                <a:defRPr sz="1800" kern="1200">
                  <a:solidFill>
                    <a:sysClr val="window" lastClr="FFFFFF"/>
                  </a:solidFill>
                  <a:latin typeface="Aptos" panose="020B0004020202020204"/>
                </a:defRPr>
              </a:lvl2pPr>
              <a:lvl3pPr marL="914400" algn="l" defTabSz="914400" rtl="0" eaLnBrk="1" latinLnBrk="0" hangingPunct="1">
                <a:defRPr sz="1800" kern="1200">
                  <a:solidFill>
                    <a:sysClr val="window" lastClr="FFFFFF"/>
                  </a:solidFill>
                  <a:latin typeface="Aptos" panose="020B0004020202020204"/>
                </a:defRPr>
              </a:lvl3pPr>
              <a:lvl4pPr marL="1371600" algn="l" defTabSz="914400" rtl="0" eaLnBrk="1" latinLnBrk="0" hangingPunct="1">
                <a:defRPr sz="1800" kern="1200">
                  <a:solidFill>
                    <a:sysClr val="window" lastClr="FFFFFF"/>
                  </a:solidFill>
                  <a:latin typeface="Aptos" panose="020B0004020202020204"/>
                </a:defRPr>
              </a:lvl4pPr>
              <a:lvl5pPr marL="1828800" algn="l" defTabSz="914400" rtl="0" eaLnBrk="1" latinLnBrk="0" hangingPunct="1">
                <a:defRPr sz="1800" kern="1200">
                  <a:solidFill>
                    <a:sysClr val="window" lastClr="FFFFFF"/>
                  </a:solidFill>
                  <a:latin typeface="Aptos" panose="020B0004020202020204"/>
                </a:defRPr>
              </a:lvl5pPr>
              <a:lvl6pPr marL="2286000" algn="l" defTabSz="914400" rtl="0" eaLnBrk="1" latinLnBrk="0" hangingPunct="1">
                <a:defRPr sz="1800" kern="1200">
                  <a:solidFill>
                    <a:sysClr val="window" lastClr="FFFFFF"/>
                  </a:solidFill>
                  <a:latin typeface="Aptos" panose="020B0004020202020204"/>
                </a:defRPr>
              </a:lvl6pPr>
              <a:lvl7pPr marL="2743200" algn="l" defTabSz="914400" rtl="0" eaLnBrk="1" latinLnBrk="0" hangingPunct="1">
                <a:defRPr sz="1800" kern="1200">
                  <a:solidFill>
                    <a:sysClr val="window" lastClr="FFFFFF"/>
                  </a:solidFill>
                  <a:latin typeface="Aptos" panose="020B0004020202020204"/>
                </a:defRPr>
              </a:lvl7pPr>
              <a:lvl8pPr marL="3200400" algn="l" defTabSz="914400" rtl="0" eaLnBrk="1" latinLnBrk="0" hangingPunct="1">
                <a:defRPr sz="1800" kern="1200">
                  <a:solidFill>
                    <a:sysClr val="window" lastClr="FFFFFF"/>
                  </a:solidFill>
                  <a:latin typeface="Aptos" panose="020B0004020202020204"/>
                </a:defRPr>
              </a:lvl8pPr>
              <a:lvl9pPr marL="3657600" algn="l" defTabSz="914400" rtl="0" eaLnBrk="1" latinLnBrk="0" hangingPunct="1">
                <a:defRPr sz="1800" kern="1200">
                  <a:solidFill>
                    <a:sysClr val="window" lastClr="FFFFFF"/>
                  </a:solidFill>
                  <a:latin typeface="Aptos" panose="020B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 lastClr="FFFFFF"/>
                </a:solidFill>
                <a:effectLst/>
                <a:uLnTx/>
                <a:uFillTx/>
                <a:latin typeface="Aptos" panose="020B0004020202020204"/>
                <a:ea typeface="+mn-ea"/>
                <a:cs typeface="+mn-cs"/>
              </a:endParaRPr>
            </a:p>
          </p:txBody>
        </p:sp>
        <p:sp>
          <p:nvSpPr>
            <p:cNvPr id="5" name="TextBox 4">
              <a:extLst>
                <a:ext uri="{FF2B5EF4-FFF2-40B4-BE49-F238E27FC236}">
                  <a16:creationId xmlns:a16="http://schemas.microsoft.com/office/drawing/2014/main" id="{5B59F9C9-2737-1D60-77FB-3B6A7C9C9148}"/>
                </a:ext>
              </a:extLst>
            </p:cNvPr>
            <p:cNvSpPr txBox="1"/>
            <p:nvPr/>
          </p:nvSpPr>
          <p:spPr>
            <a:xfrm>
              <a:off x="4827666" y="6663581"/>
              <a:ext cx="2304977" cy="194419"/>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Aptos" panose="020B0004020202020204"/>
                </a:defRPr>
              </a:lvl1pPr>
              <a:lvl2pPr marL="457200" algn="l" defTabSz="914400" rtl="0" eaLnBrk="1" latinLnBrk="0" hangingPunct="1">
                <a:defRPr sz="1800" kern="1200">
                  <a:solidFill>
                    <a:sysClr val="windowText" lastClr="000000"/>
                  </a:solidFill>
                  <a:latin typeface="Aptos" panose="020B0004020202020204"/>
                </a:defRPr>
              </a:lvl2pPr>
              <a:lvl3pPr marL="914400" algn="l" defTabSz="914400" rtl="0" eaLnBrk="1" latinLnBrk="0" hangingPunct="1">
                <a:defRPr sz="1800" kern="1200">
                  <a:solidFill>
                    <a:sysClr val="windowText" lastClr="000000"/>
                  </a:solidFill>
                  <a:latin typeface="Aptos" panose="020B0004020202020204"/>
                </a:defRPr>
              </a:lvl3pPr>
              <a:lvl4pPr marL="1371600" algn="l" defTabSz="914400" rtl="0" eaLnBrk="1" latinLnBrk="0" hangingPunct="1">
                <a:defRPr sz="1800" kern="1200">
                  <a:solidFill>
                    <a:sysClr val="windowText" lastClr="000000"/>
                  </a:solidFill>
                  <a:latin typeface="Aptos" panose="020B0004020202020204"/>
                </a:defRPr>
              </a:lvl4pPr>
              <a:lvl5pPr marL="1828800" algn="l" defTabSz="914400" rtl="0" eaLnBrk="1" latinLnBrk="0" hangingPunct="1">
                <a:defRPr sz="1800" kern="1200">
                  <a:solidFill>
                    <a:sysClr val="windowText" lastClr="000000"/>
                  </a:solidFill>
                  <a:latin typeface="Aptos" panose="020B0004020202020204"/>
                </a:defRPr>
              </a:lvl5pPr>
              <a:lvl6pPr marL="2286000" algn="l" defTabSz="914400" rtl="0" eaLnBrk="1" latinLnBrk="0" hangingPunct="1">
                <a:defRPr sz="1800" kern="1200">
                  <a:solidFill>
                    <a:sysClr val="windowText" lastClr="000000"/>
                  </a:solidFill>
                  <a:latin typeface="Aptos" panose="020B0004020202020204"/>
                </a:defRPr>
              </a:lvl6pPr>
              <a:lvl7pPr marL="2743200" algn="l" defTabSz="914400" rtl="0" eaLnBrk="1" latinLnBrk="0" hangingPunct="1">
                <a:defRPr sz="1800" kern="1200">
                  <a:solidFill>
                    <a:sysClr val="windowText" lastClr="000000"/>
                  </a:solidFill>
                  <a:latin typeface="Aptos" panose="020B0004020202020204"/>
                </a:defRPr>
              </a:lvl7pPr>
              <a:lvl8pPr marL="3200400" algn="l" defTabSz="914400" rtl="0" eaLnBrk="1" latinLnBrk="0" hangingPunct="1">
                <a:defRPr sz="1800" kern="1200">
                  <a:solidFill>
                    <a:sysClr val="windowText" lastClr="000000"/>
                  </a:solidFill>
                  <a:latin typeface="Aptos" panose="020B0004020202020204"/>
                </a:defRPr>
              </a:lvl8pPr>
              <a:lvl9pPr marL="3657600" algn="l" defTabSz="914400" rtl="0" eaLnBrk="1" latinLnBrk="0" hangingPunct="1">
                <a:defRPr sz="1800" kern="1200">
                  <a:solidFill>
                    <a:sysClr val="windowText" lastClr="000000"/>
                  </a:solidFill>
                  <a:latin typeface="Aptos" panose="020B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ysClr val="window" lastClr="FFFFFF"/>
                  </a:solidFill>
                  <a:effectLst/>
                  <a:uLnTx/>
                  <a:uFillTx/>
                  <a:latin typeface="Segoe UI" panose="020B0502040204020203" pitchFamily="34" charset="0"/>
                  <a:ea typeface="+mn-ea"/>
                  <a:cs typeface="Segoe UI" panose="020B0502040204020203" pitchFamily="34" charset="0"/>
                </a:rPr>
                <a:t>Image may not reflect actual user interface.</a:t>
              </a:r>
            </a:p>
          </p:txBody>
        </p:sp>
      </p:grpSp>
    </p:spTree>
    <p:extLst>
      <p:ext uri="{BB962C8B-B14F-4D97-AF65-F5344CB8AC3E}">
        <p14:creationId xmlns:p14="http://schemas.microsoft.com/office/powerpoint/2010/main" val="3342905957"/>
      </p:ext>
    </p:extLst>
  </p:cSld>
  <p:clrMapOvr>
    <a:masterClrMapping/>
  </p:clrMapOvr>
  <p:transition advClick="0">
    <p:fad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A9C722-B43C-04D7-4722-552811CD8A25}"/>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D675304F-B486-8CBF-C6E8-EB58B82A00FA}"/>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Unified SDK &amp; Simple Agent Primitives</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3F534576-D1A9-F147-C00D-C3BCD1D7F132}"/>
              </a:ext>
            </a:extLst>
          </p:cNvPr>
          <p:cNvSpPr>
            <a:spLocks noGrp="1"/>
          </p:cNvSpPr>
          <p:nvPr>
            <p:ph type="body" sz="quarter" idx="10"/>
          </p:nvPr>
        </p:nvSpPr>
        <p:spPr>
          <a:xfrm>
            <a:off x="588966" y="2252795"/>
            <a:ext cx="3821670" cy="3539430"/>
          </a:xfrm>
        </p:spPr>
        <p:txBody>
          <a:bodyPr/>
          <a:lstStyle/>
          <a:p>
            <a:r>
              <a:rPr lang="en-US" sz="2000"/>
              <a:t>Agent Framework introduces unified primitives (</a:t>
            </a:r>
            <a:r>
              <a:rPr lang="en-US" sz="2000" err="1">
                <a:latin typeface="Courier New" panose="02070309020205020404" pitchFamily="49" charset="0"/>
              </a:rPr>
              <a:t>AIAgent</a:t>
            </a:r>
            <a:r>
              <a:rPr lang="en-US" sz="2000"/>
              <a:t>, </a:t>
            </a:r>
            <a:r>
              <a:rPr lang="en-US" sz="2000" err="1">
                <a:latin typeface="Courier New" panose="02070309020205020404" pitchFamily="49" charset="0"/>
              </a:rPr>
              <a:t>AgentThread</a:t>
            </a:r>
            <a:r>
              <a:rPr lang="en-US" sz="2000"/>
              <a:t>, </a:t>
            </a:r>
            <a:r>
              <a:rPr lang="en-US" sz="2000" err="1">
                <a:latin typeface="Courier New" panose="02070309020205020404" pitchFamily="49" charset="0"/>
              </a:rPr>
              <a:t>AgentTool</a:t>
            </a:r>
            <a:r>
              <a:rPr lang="en-US" sz="2000"/>
              <a:t>) built on </a:t>
            </a:r>
            <a:r>
              <a:rPr lang="en-US" sz="2000">
                <a:latin typeface="Courier New" panose="02070309020205020404" pitchFamily="49" charset="0"/>
              </a:rPr>
              <a:t>Microsoft.Extensions.AI</a:t>
            </a:r>
            <a:r>
              <a:rPr lang="en-US" sz="2000"/>
              <a:t>.</a:t>
            </a:r>
          </a:p>
          <a:p>
            <a:endParaRPr lang="en-US" sz="2000"/>
          </a:p>
          <a:p>
            <a:r>
              <a:rPr lang="en-US" sz="2000"/>
              <a:t>Developers can create and run agents with minimal code and reuse the same abstractions across OpenAI, Foundry SDK, or any LLM backend.</a:t>
            </a:r>
          </a:p>
        </p:txBody>
      </p:sp>
      <p:sp>
        <p:nvSpPr>
          <p:cNvPr id="3" name="Segnaposto testo 2">
            <a:extLst>
              <a:ext uri="{FF2B5EF4-FFF2-40B4-BE49-F238E27FC236}">
                <a16:creationId xmlns:a16="http://schemas.microsoft.com/office/drawing/2014/main" id="{7ED64F7D-3C9B-D924-85A4-78D9242A8353}"/>
              </a:ext>
            </a:extLst>
          </p:cNvPr>
          <p:cNvSpPr>
            <a:spLocks noGrp="1"/>
          </p:cNvSpPr>
          <p:nvPr>
            <p:ph type="body" sz="quarter" idx="11"/>
          </p:nvPr>
        </p:nvSpPr>
        <p:spPr/>
        <p:txBody>
          <a:bodyPr/>
          <a:lstStyle/>
          <a:p>
            <a:pPr algn="ctr"/>
            <a:r>
              <a:rPr lang="en-US"/>
              <a:t>Run Agent </a:t>
            </a:r>
          </a:p>
        </p:txBody>
      </p:sp>
      <p:cxnSp>
        <p:nvCxnSpPr>
          <p:cNvPr id="2" name="Straight Connector 1">
            <a:extLst>
              <a:ext uri="{FF2B5EF4-FFF2-40B4-BE49-F238E27FC236}">
                <a16:creationId xmlns:a16="http://schemas.microsoft.com/office/drawing/2014/main" id="{81DFCB36-DC84-46B1-82AF-3210AED0F57B}"/>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2050" name="Picture 2" descr="A black screen with white text&#10;&#10;AI-generated content may be incorrect.">
            <a:extLst>
              <a:ext uri="{FF2B5EF4-FFF2-40B4-BE49-F238E27FC236}">
                <a16:creationId xmlns:a16="http://schemas.microsoft.com/office/drawing/2014/main" id="{D31BCE84-C91B-348F-F51C-F91330600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952" y="833403"/>
            <a:ext cx="5694673" cy="108966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BE58A09-588C-8FEC-A91E-988FD494A406}"/>
              </a:ext>
            </a:extLst>
          </p:cNvPr>
          <p:cNvSpPr txBox="1"/>
          <p:nvPr/>
        </p:nvSpPr>
        <p:spPr>
          <a:xfrm>
            <a:off x="5076670" y="511206"/>
            <a:ext cx="19526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70C0"/>
                </a:solidFill>
                <a:effectLst/>
                <a:uLnTx/>
                <a:uFillTx/>
                <a:latin typeface="Segoe UI Semilight"/>
                <a:ea typeface="+mn-ea"/>
                <a:cs typeface="+mn-cs"/>
              </a:rPr>
              <a:t>Create</a:t>
            </a:r>
          </a:p>
        </p:txBody>
      </p:sp>
      <p:sp>
        <p:nvSpPr>
          <p:cNvPr id="9" name="TextBox 8">
            <a:extLst>
              <a:ext uri="{FF2B5EF4-FFF2-40B4-BE49-F238E27FC236}">
                <a16:creationId xmlns:a16="http://schemas.microsoft.com/office/drawing/2014/main" id="{4A3BC646-5A8D-FAB6-5F49-B1C10B5CFD3E}"/>
              </a:ext>
            </a:extLst>
          </p:cNvPr>
          <p:cNvSpPr txBox="1"/>
          <p:nvPr/>
        </p:nvSpPr>
        <p:spPr>
          <a:xfrm>
            <a:off x="5070435" y="1956378"/>
            <a:ext cx="19526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70C0"/>
                </a:solidFill>
                <a:effectLst/>
                <a:uLnTx/>
                <a:uFillTx/>
                <a:latin typeface="Segoe UI Semilight"/>
                <a:ea typeface="+mn-ea"/>
                <a:cs typeface="+mn-cs"/>
              </a:rPr>
              <a:t>Tools</a:t>
            </a:r>
          </a:p>
        </p:txBody>
      </p:sp>
      <p:pic>
        <p:nvPicPr>
          <p:cNvPr id="2052" name="Picture 4" descr="A screen shot of a computer code&#10;&#10;AI-generated content may be incorrect.">
            <a:extLst>
              <a:ext uri="{FF2B5EF4-FFF2-40B4-BE49-F238E27FC236}">
                <a16:creationId xmlns:a16="http://schemas.microsoft.com/office/drawing/2014/main" id="{6E9722D7-0726-CDBA-6BE5-9AE5B37116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305" y="2264155"/>
            <a:ext cx="5693858" cy="182847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3233D0B-B08A-6D46-A5F6-EE1638B79D73}"/>
              </a:ext>
            </a:extLst>
          </p:cNvPr>
          <p:cNvSpPr txBox="1"/>
          <p:nvPr/>
        </p:nvSpPr>
        <p:spPr>
          <a:xfrm>
            <a:off x="5070435" y="4125944"/>
            <a:ext cx="19526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70C0"/>
                </a:solidFill>
                <a:effectLst/>
                <a:uLnTx/>
                <a:uFillTx/>
                <a:latin typeface="Segoe UI Semilight"/>
                <a:ea typeface="+mn-ea"/>
                <a:cs typeface="+mn-cs"/>
              </a:rPr>
              <a:t>Threads</a:t>
            </a:r>
          </a:p>
        </p:txBody>
      </p:sp>
      <p:pic>
        <p:nvPicPr>
          <p:cNvPr id="2054" name="Picture 6" descr="A screen shot of a computer program&#10;&#10;AI-generated content may be incorrect.">
            <a:extLst>
              <a:ext uri="{FF2B5EF4-FFF2-40B4-BE49-F238E27FC236}">
                <a16:creationId xmlns:a16="http://schemas.microsoft.com/office/drawing/2014/main" id="{DC0E6122-C479-4D52-E621-E2D5E92CB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5972" y="4455473"/>
            <a:ext cx="57245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74729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CF5C1E-624A-C633-4C28-27388D0165F7}"/>
            </a:ext>
          </a:extLst>
        </p:cNvPr>
        <p:cNvGrpSpPr/>
        <p:nvPr/>
      </p:nvGrpSpPr>
      <p:grpSpPr>
        <a:xfrm>
          <a:off x="0" y="0"/>
          <a:ext cx="0" cy="0"/>
          <a:chOff x="0" y="0"/>
          <a:chExt cx="0" cy="0"/>
        </a:xfrm>
      </p:grpSpPr>
      <p:sp>
        <p:nvSpPr>
          <p:cNvPr id="26" name="Title 25">
            <a:extLst>
              <a:ext uri="{FF2B5EF4-FFF2-40B4-BE49-F238E27FC236}">
                <a16:creationId xmlns:a16="http://schemas.microsoft.com/office/drawing/2014/main" id="{139A1F19-200C-4685-DE24-8FAAE81FA995}"/>
              </a:ext>
            </a:extLst>
          </p:cNvPr>
          <p:cNvSpPr>
            <a:spLocks noGrp="1"/>
          </p:cNvSpPr>
          <p:nvPr>
            <p:ph type="title"/>
          </p:nvPr>
        </p:nvSpPr>
        <p:spPr>
          <a:xfrm>
            <a:off x="4445481" y="457200"/>
            <a:ext cx="7161302" cy="553998"/>
          </a:xfrm>
        </p:spPr>
        <p:txBody>
          <a:bodyPr/>
          <a:lstStyle/>
          <a:p>
            <a:pPr algn="ctr"/>
            <a:r>
              <a:rPr lang="en-US"/>
              <a:t>Leverage the widest selection of models on any cloud</a:t>
            </a:r>
          </a:p>
        </p:txBody>
      </p:sp>
      <p:sp>
        <p:nvSpPr>
          <p:cNvPr id="80" name="Rectangle 79">
            <a:extLst>
              <a:ext uri="{FF2B5EF4-FFF2-40B4-BE49-F238E27FC236}">
                <a16:creationId xmlns:a16="http://schemas.microsoft.com/office/drawing/2014/main" id="{55F07721-482D-0396-395D-6AAA8688DFA4}"/>
              </a:ext>
              <a:ext uri="{C183D7F6-B498-43B3-948B-1728B52AA6E4}">
                <adec:decorative xmlns:adec="http://schemas.microsoft.com/office/drawing/2017/decorative" val="1"/>
              </a:ext>
            </a:extLst>
          </p:cNvPr>
          <p:cNvSpPr/>
          <p:nvPr/>
        </p:nvSpPr>
        <p:spPr>
          <a:xfrm>
            <a:off x="0" y="0"/>
            <a:ext cx="3840708" cy="6858000"/>
          </a:xfrm>
          <a:prstGeom prst="rect">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5760" rIns="91440" bIns="91440" numCol="1" spcCol="0" rtlCol="0" fromWordArt="0" anchor="t"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Segoe Sans Text Semibold"/>
              <a:ea typeface="+mn-ea"/>
              <a:cs typeface="Segoe Sans Text" pitchFamily="2" charset="0"/>
            </a:endParaRPr>
          </a:p>
        </p:txBody>
      </p:sp>
      <p:cxnSp>
        <p:nvCxnSpPr>
          <p:cNvPr id="82" name="Straight Connector 81">
            <a:extLst>
              <a:ext uri="{FF2B5EF4-FFF2-40B4-BE49-F238E27FC236}">
                <a16:creationId xmlns:a16="http://schemas.microsoft.com/office/drawing/2014/main" id="{D1E750F9-2B5A-98C6-6271-2742E31F00DD}"/>
              </a:ext>
              <a:ext uri="{C183D7F6-B498-43B3-948B-1728B52AA6E4}">
                <adec:decorative xmlns:adec="http://schemas.microsoft.com/office/drawing/2017/decorative" val="1"/>
              </a:ext>
            </a:extLst>
          </p:cNvPr>
          <p:cNvCxnSpPr>
            <a:cxnSpLocks/>
          </p:cNvCxnSpPr>
          <p:nvPr/>
        </p:nvCxnSpPr>
        <p:spPr>
          <a:xfrm>
            <a:off x="585788" y="3354806"/>
            <a:ext cx="798512" cy="0"/>
          </a:xfrm>
          <a:prstGeom prst="line">
            <a:avLst/>
          </a:prstGeom>
          <a:noFill/>
          <a:ln w="12700" cap="flat" cmpd="sng" algn="ctr">
            <a:solidFill>
              <a:schemeClr val="bg2">
                <a:lumMod val="75000"/>
              </a:schemeClr>
            </a:solidFill>
            <a:prstDash val="solid"/>
            <a:headEnd type="none" w="lg" len="med"/>
            <a:tailEnd type="none" w="lg" len="med"/>
          </a:ln>
          <a:effectLst/>
        </p:spPr>
      </p:cxnSp>
      <p:sp>
        <p:nvSpPr>
          <p:cNvPr id="81" name="TextBox 80">
            <a:extLst>
              <a:ext uri="{FF2B5EF4-FFF2-40B4-BE49-F238E27FC236}">
                <a16:creationId xmlns:a16="http://schemas.microsoft.com/office/drawing/2014/main" id="{E0396C84-BC47-964A-5E5D-5D7671494860}"/>
              </a:ext>
            </a:extLst>
          </p:cNvPr>
          <p:cNvSpPr txBox="1"/>
          <p:nvPr/>
        </p:nvSpPr>
        <p:spPr>
          <a:xfrm>
            <a:off x="572114" y="2082561"/>
            <a:ext cx="2807180" cy="923330"/>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Every model.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Every use case.</a:t>
            </a:r>
            <a:br>
              <a:rPr kumimoji="0" lang="en-US" sz="20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br>
            <a:r>
              <a:rPr kumimoji="0" lang="en-US" sz="20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One platform.</a:t>
            </a:r>
          </a:p>
        </p:txBody>
      </p:sp>
      <p:sp>
        <p:nvSpPr>
          <p:cNvPr id="85" name="TextBox 84">
            <a:extLst>
              <a:ext uri="{FF2B5EF4-FFF2-40B4-BE49-F238E27FC236}">
                <a16:creationId xmlns:a16="http://schemas.microsoft.com/office/drawing/2014/main" id="{A416E3F9-ABC6-4316-B6FA-B8B22A86F587}"/>
              </a:ext>
            </a:extLst>
          </p:cNvPr>
          <p:cNvSpPr txBox="1"/>
          <p:nvPr/>
        </p:nvSpPr>
        <p:spPr>
          <a:xfrm>
            <a:off x="572114" y="3703721"/>
            <a:ext cx="2807180"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C03BC4"/>
                </a:solidFill>
                <a:effectLst/>
                <a:uLnTx/>
                <a:uFillTx/>
                <a:latin typeface="Segoe Sans Text Semibold"/>
                <a:ea typeface="+mn-ea"/>
                <a:cs typeface="+mn-cs"/>
              </a:rPr>
              <a:t>Avoid model lock-in:</a:t>
            </a:r>
          </a:p>
          <a:p>
            <a:pPr marL="173038" marR="0" lvl="0" indent="-1730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t>Flexible model selection</a:t>
            </a:r>
          </a:p>
          <a:p>
            <a:pPr marL="173038" marR="0" lvl="0" indent="-1730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t>Curated for enterprise</a:t>
            </a:r>
          </a:p>
          <a:p>
            <a:pPr marL="173038" marR="0" lvl="0" indent="-1730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t>Explore, compare, and </a:t>
            </a:r>
            <a:br>
              <a:rPr kumimoji="0" lang="en-US" sz="14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br>
            <a:r>
              <a:rPr kumimoji="0" lang="en-US" sz="14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rPr>
              <a:t>swap models quickly</a:t>
            </a:r>
          </a:p>
        </p:txBody>
      </p:sp>
      <p:sp>
        <p:nvSpPr>
          <p:cNvPr id="31" name="Title 2">
            <a:extLst>
              <a:ext uri="{FF2B5EF4-FFF2-40B4-BE49-F238E27FC236}">
                <a16:creationId xmlns:a16="http://schemas.microsoft.com/office/drawing/2014/main" id="{BF147863-F24B-4EDD-A1EE-1817E9B3A563}"/>
              </a:ext>
            </a:extLst>
          </p:cNvPr>
          <p:cNvSpPr txBox="1">
            <a:spLocks/>
          </p:cNvSpPr>
          <p:nvPr/>
        </p:nvSpPr>
        <p:spPr>
          <a:xfrm>
            <a:off x="4538179" y="1916718"/>
            <a:ext cx="6975906" cy="719440"/>
          </a:xfrm>
          <a:prstGeom prst="roundRect">
            <a:avLst>
              <a:gd name="adj" fmla="val 50000"/>
            </a:avLst>
          </a:prstGeom>
          <a:gradFill flip="none" rotWithShape="1">
            <a:gsLst>
              <a:gs pos="0">
                <a:schemeClr val="accent6"/>
              </a:gs>
              <a:gs pos="100000">
                <a:schemeClr val="tx2"/>
              </a:gs>
            </a:gsLst>
            <a:lin ang="0" scaled="1"/>
            <a:tileRect/>
          </a:gradFill>
        </p:spPr>
        <p:txBody>
          <a:bodyPr wrap="none" lIns="108857" tIns="21771" rIns="108857" bIns="43543" rtlCol="0" anchor="ctr" anchorCtr="0">
            <a:noAutofit/>
          </a:bodyPr>
          <a:lstStyle>
            <a:defPPr>
              <a:defRPr lang="en-US"/>
            </a:defPPr>
            <a:lvl1pPr algn="ctr" defTabSz="914367" fontAlgn="base">
              <a:spcBef>
                <a:spcPct val="0"/>
              </a:spcBef>
              <a:spcAft>
                <a:spcPct val="0"/>
              </a:spcAft>
              <a:defRPr sz="2000" b="1">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rPr>
              <a:t>11,000+ foundational, open, reasoning, multimodal, </a:t>
            </a:r>
          </a:p>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rPr>
              <a:t>and industry-specific models</a:t>
            </a:r>
          </a:p>
        </p:txBody>
      </p:sp>
      <p:sp>
        <p:nvSpPr>
          <p:cNvPr id="32" name="Title 2">
            <a:extLst>
              <a:ext uri="{FF2B5EF4-FFF2-40B4-BE49-F238E27FC236}">
                <a16:creationId xmlns:a16="http://schemas.microsoft.com/office/drawing/2014/main" id="{965A445C-F4ED-31D5-980B-9CBC59AFA569}"/>
              </a:ext>
              <a:ext uri="{C183D7F6-B498-43B3-948B-1728B52AA6E4}">
                <adec:decorative xmlns:adec="http://schemas.microsoft.com/office/drawing/2017/decorative" val="1"/>
              </a:ext>
            </a:extLst>
          </p:cNvPr>
          <p:cNvSpPr txBox="1">
            <a:spLocks/>
          </p:cNvSpPr>
          <p:nvPr/>
        </p:nvSpPr>
        <p:spPr>
          <a:xfrm>
            <a:off x="4069079" y="2928549"/>
            <a:ext cx="7955281" cy="1528129"/>
          </a:xfrm>
          <a:prstGeom prst="roundRect">
            <a:avLst>
              <a:gd name="adj" fmla="val 7266"/>
            </a:avLst>
          </a:prstGeom>
          <a:solidFill>
            <a:schemeClr val="bg2"/>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0" numCol="1" spcCol="0" rtlCol="0" fromWordArt="0" anchor="t" anchorCtr="0" forceAA="0" compatLnSpc="1">
            <a:prstTxWarp prst="textNoShape">
              <a:avLst/>
            </a:prstTxWarp>
            <a:noAutofit/>
          </a:bodyPr>
          <a:lstStyle>
            <a:defPPr>
              <a:defRPr lang="en-US"/>
            </a:defPPr>
            <a:lvl1pPr algn="ctr">
              <a:defRPr sz="1600" kern="0">
                <a:solidFill>
                  <a:srgbClr val="000000"/>
                </a:solidFill>
                <a:latin typeface="+mj-lt"/>
                <a:cs typeface="Segoe Sans Tex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Text Semibold"/>
              <a:ea typeface="+mn-ea"/>
              <a:cs typeface="Segoe Sans Text" pitchFamily="2" charset="0"/>
            </a:endParaRPr>
          </a:p>
        </p:txBody>
      </p:sp>
      <p:sp>
        <p:nvSpPr>
          <p:cNvPr id="33" name="Title 2">
            <a:extLst>
              <a:ext uri="{FF2B5EF4-FFF2-40B4-BE49-F238E27FC236}">
                <a16:creationId xmlns:a16="http://schemas.microsoft.com/office/drawing/2014/main" id="{B74BA528-5DBE-5BE8-ECFD-58D199FE99CA}"/>
              </a:ext>
            </a:extLst>
          </p:cNvPr>
          <p:cNvSpPr txBox="1">
            <a:spLocks/>
          </p:cNvSpPr>
          <p:nvPr/>
        </p:nvSpPr>
        <p:spPr>
          <a:xfrm>
            <a:off x="4538179" y="4723880"/>
            <a:ext cx="6975906" cy="1348354"/>
          </a:xfrm>
          <a:prstGeom prst="roundRect">
            <a:avLst>
              <a:gd name="adj" fmla="val 8308"/>
            </a:avLst>
          </a:prstGeom>
          <a:solidFill>
            <a:schemeClr val="bg2"/>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0" numCol="1" spcCol="0" rtlCol="0" fromWordArt="0" anchor="t" anchorCtr="0" forceAA="0" compatLnSpc="1">
            <a:prstTxWarp prst="textNoShape">
              <a:avLst/>
            </a:prstTxWarp>
            <a:noAutofit/>
          </a:bodyPr>
          <a:lstStyle>
            <a:defPPr>
              <a:defRPr lang="en-US"/>
            </a:defPPr>
            <a:lvl1pPr algn="ctr">
              <a:defRPr kern="0">
                <a:solidFill>
                  <a:srgbClr val="000000"/>
                </a:solidFill>
                <a:latin typeface="+mj-lt"/>
                <a:cs typeface="Segoe Sans Tex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Segoe Sans Text Semibold"/>
                <a:ea typeface="+mn-ea"/>
                <a:cs typeface="Segoe Sans Text" pitchFamily="2" charset="0"/>
              </a:rPr>
              <a:t>and models from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Text Semibold"/>
              <a:ea typeface="+mn-ea"/>
              <a:cs typeface="Segoe Sans Text" pitchFamily="2" charset="0"/>
            </a:endParaRPr>
          </a:p>
        </p:txBody>
      </p:sp>
      <p:sp>
        <p:nvSpPr>
          <p:cNvPr id="2" name="Title 2">
            <a:extLst>
              <a:ext uri="{FF2B5EF4-FFF2-40B4-BE49-F238E27FC236}">
                <a16:creationId xmlns:a16="http://schemas.microsoft.com/office/drawing/2014/main" id="{FA5E0A09-69D1-E590-448B-557C2B420FD1}"/>
              </a:ext>
            </a:extLst>
          </p:cNvPr>
          <p:cNvSpPr txBox="1">
            <a:spLocks/>
          </p:cNvSpPr>
          <p:nvPr/>
        </p:nvSpPr>
        <p:spPr>
          <a:xfrm>
            <a:off x="548815" y="1020472"/>
            <a:ext cx="2743077" cy="430887"/>
          </a:xfrm>
          <a:prstGeom prst="rect">
            <a:avLst/>
          </a:prstGeom>
        </p:spPr>
        <p:txBody>
          <a:bodyPr vert="horz" wrap="square" lIns="0" tIns="0" rIns="0" bIns="0" rtlCol="0" anchor="t">
            <a:spAutoFit/>
          </a:bodyPr>
          <a:lstStyle>
            <a:lvl1pPr algn="ctr" defTabSz="932742">
              <a:lnSpc>
                <a:spcPct val="100000"/>
              </a:lnSpc>
              <a:spcBef>
                <a:spcPct val="0"/>
              </a:spcBef>
              <a:buNone/>
              <a:defRPr lang="en-US" sz="3600" b="0" cap="none" spc="-50" baseline="0" dirty="0" smtClean="0">
                <a:ln w="3175">
                  <a:noFill/>
                </a:ln>
                <a:solidFill>
                  <a:schemeClr val="tx2"/>
                </a:solidFill>
                <a:effectLst/>
                <a:latin typeface="+mj-lt"/>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000000"/>
                </a:solidFill>
                <a:effectLst/>
                <a:uLnTx/>
                <a:uFillTx/>
                <a:latin typeface="Segoe Sans Text Semibold"/>
                <a:ea typeface="+mn-ea"/>
                <a:cs typeface="Segoe Sans Text" pitchFamily="2" charset="0"/>
              </a:rPr>
              <a:t>Foundry Models</a:t>
            </a:r>
          </a:p>
        </p:txBody>
      </p:sp>
      <p:pic>
        <p:nvPicPr>
          <p:cNvPr id="6" name="Picture 5">
            <a:extLst>
              <a:ext uri="{FF2B5EF4-FFF2-40B4-BE49-F238E27FC236}">
                <a16:creationId xmlns:a16="http://schemas.microsoft.com/office/drawing/2014/main" id="{1272E3EE-339D-8FFA-E22E-73C31821284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7" y="438885"/>
            <a:ext cx="572313" cy="572313"/>
          </a:xfrm>
          <a:prstGeom prst="rect">
            <a:avLst/>
          </a:prstGeom>
        </p:spPr>
      </p:pic>
      <p:pic>
        <p:nvPicPr>
          <p:cNvPr id="8" name="Picture 7" descr="Flux 1.0 | [New Open-Source AI Model is Here] 🔥">
            <a:extLst>
              <a:ext uri="{FF2B5EF4-FFF2-40B4-BE49-F238E27FC236}">
                <a16:creationId xmlns:a16="http://schemas.microsoft.com/office/drawing/2014/main" id="{3BF8A0E7-DDED-2FA6-E9F6-08AFAA9A99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44760" y="3057921"/>
            <a:ext cx="542545" cy="51206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23383242-E4FB-70BD-3236-C0811474B8C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238141" y="3092538"/>
            <a:ext cx="600075" cy="600075"/>
          </a:xfrm>
          <a:prstGeom prst="rect">
            <a:avLst/>
          </a:prstGeom>
        </p:spPr>
      </p:pic>
      <p:pic>
        <p:nvPicPr>
          <p:cNvPr id="53" name="Picture 52" descr="Grok color icon in PNG, SVG">
            <a:extLst>
              <a:ext uri="{FF2B5EF4-FFF2-40B4-BE49-F238E27FC236}">
                <a16:creationId xmlns:a16="http://schemas.microsoft.com/office/drawing/2014/main" id="{5AD15CDE-994F-60F9-DDA1-F7419E03DA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0830" y="3111061"/>
            <a:ext cx="465040" cy="438912"/>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a:extLst>
              <a:ext uri="{FF2B5EF4-FFF2-40B4-BE49-F238E27FC236}">
                <a16:creationId xmlns:a16="http://schemas.microsoft.com/office/drawing/2014/main" id="{16EA5B49-3BCA-4E40-29D6-8959ED30867F}"/>
              </a:ext>
              <a:ext uri="{C183D7F6-B498-43B3-948B-1728B52AA6E4}">
                <adec:decorative xmlns:adec="http://schemas.microsoft.com/office/drawing/2017/decorative" val="1"/>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649" b="89474" l="9910" r="93694">
                        <a14:foregroundMark x1="93694" y1="28947" x2="92793" y2="28947"/>
                      </a14:backgroundRemoval>
                    </a14:imgEffect>
                  </a14:imgLayer>
                </a14:imgProps>
              </a:ext>
            </a:extLst>
          </a:blip>
          <a:stretch>
            <a:fillRect/>
          </a:stretch>
        </p:blipFill>
        <p:spPr>
          <a:xfrm>
            <a:off x="6223186" y="3063129"/>
            <a:ext cx="584869" cy="566928"/>
          </a:xfrm>
          <a:prstGeom prst="rect">
            <a:avLst/>
          </a:prstGeom>
        </p:spPr>
      </p:pic>
      <p:pic>
        <p:nvPicPr>
          <p:cNvPr id="55" name="Picture 54">
            <a:extLst>
              <a:ext uri="{FF2B5EF4-FFF2-40B4-BE49-F238E27FC236}">
                <a16:creationId xmlns:a16="http://schemas.microsoft.com/office/drawing/2014/main" id="{C9C3EA4A-B14B-D942-1538-64706A5B9DE2}"/>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248803" y="3131073"/>
            <a:ext cx="454060" cy="438912"/>
          </a:xfrm>
          <a:prstGeom prst="rect">
            <a:avLst/>
          </a:prstGeom>
        </p:spPr>
      </p:pic>
      <p:pic>
        <p:nvPicPr>
          <p:cNvPr id="56" name="Graphic 55">
            <a:extLst>
              <a:ext uri="{FF2B5EF4-FFF2-40B4-BE49-F238E27FC236}">
                <a16:creationId xmlns:a16="http://schemas.microsoft.com/office/drawing/2014/main" id="{C364645D-644A-0287-3694-CA187A17B6C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68982" y="3086896"/>
            <a:ext cx="690206" cy="512064"/>
          </a:xfrm>
          <a:prstGeom prst="rect">
            <a:avLst/>
          </a:prstGeom>
        </p:spPr>
      </p:pic>
      <p:sp>
        <p:nvSpPr>
          <p:cNvPr id="57" name="TextBox 56">
            <a:extLst>
              <a:ext uri="{FF2B5EF4-FFF2-40B4-BE49-F238E27FC236}">
                <a16:creationId xmlns:a16="http://schemas.microsoft.com/office/drawing/2014/main" id="{25723F3D-795D-D255-AAE0-E0EE171B894E}"/>
              </a:ext>
            </a:extLst>
          </p:cNvPr>
          <p:cNvSpPr txBox="1"/>
          <p:nvPr/>
        </p:nvSpPr>
        <p:spPr>
          <a:xfrm>
            <a:off x="4250303" y="3739751"/>
            <a:ext cx="597383" cy="64633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OpenAI</a:t>
            </a:r>
            <a:br>
              <a:rPr kumimoji="0" lang="en-US" sz="1400" b="0" i="0" u="none" strike="noStrike" kern="0" cap="none" spc="0" normalizeH="0" baseline="0" noProof="0">
                <a:ln>
                  <a:noFill/>
                </a:ln>
                <a:solidFill>
                  <a:srgbClr val="000000"/>
                </a:solidFill>
                <a:effectLst/>
                <a:uLnTx/>
                <a:uFillTx/>
                <a:latin typeface="Segoe Sans Text"/>
                <a:ea typeface="+mn-ea"/>
                <a:cs typeface="+mn-cs"/>
              </a:rPr>
            </a:br>
            <a:endParaRPr kumimoji="0" lang="en-US" sz="1400" b="0" i="0" u="none" strike="noStrike" kern="0" cap="none" spc="0" normalizeH="0" baseline="0" noProof="0">
              <a:ln>
                <a:noFill/>
              </a:ln>
              <a:solidFill>
                <a:srgbClr val="000000"/>
              </a:solidFill>
              <a:effectLst/>
              <a:uLnTx/>
              <a:uFillTx/>
              <a:latin typeface="Segoe Sans Text"/>
              <a:ea typeface="+mn-ea"/>
              <a:cs typeface="+mn-cs"/>
            </a:endParaRPr>
          </a:p>
        </p:txBody>
      </p:sp>
      <p:pic>
        <p:nvPicPr>
          <p:cNvPr id="58" name="Picture 2" descr="Claude Logo 免費下載 SVG, PNG, 矢量圖標 · LobeHub">
            <a:extLst>
              <a:ext uri="{FF2B5EF4-FFF2-40B4-BE49-F238E27FC236}">
                <a16:creationId xmlns:a16="http://schemas.microsoft.com/office/drawing/2014/main" id="{ED08D97A-D323-84A2-A74F-847422A598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94486" y="3132113"/>
            <a:ext cx="520262" cy="520262"/>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22E39EF1-D93A-0417-7F00-A35B89997F28}"/>
              </a:ext>
            </a:extLst>
          </p:cNvPr>
          <p:cNvSpPr txBox="1"/>
          <p:nvPr/>
        </p:nvSpPr>
        <p:spPr>
          <a:xfrm>
            <a:off x="5053593" y="3739750"/>
            <a:ext cx="1002048" cy="64633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Claude in Microsoft Foundry</a:t>
            </a:r>
          </a:p>
        </p:txBody>
      </p:sp>
      <p:sp>
        <p:nvSpPr>
          <p:cNvPr id="60" name="TextBox 59">
            <a:extLst>
              <a:ext uri="{FF2B5EF4-FFF2-40B4-BE49-F238E27FC236}">
                <a16:creationId xmlns:a16="http://schemas.microsoft.com/office/drawing/2014/main" id="{0EA1FE9A-ACA0-9478-A6CD-4E597E129B66}"/>
              </a:ext>
            </a:extLst>
          </p:cNvPr>
          <p:cNvSpPr txBox="1"/>
          <p:nvPr/>
        </p:nvSpPr>
        <p:spPr>
          <a:xfrm>
            <a:off x="6069750" y="3739751"/>
            <a:ext cx="891740"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DeepSeek</a:t>
            </a:r>
          </a:p>
        </p:txBody>
      </p:sp>
      <p:sp>
        <p:nvSpPr>
          <p:cNvPr id="61" name="TextBox 60">
            <a:extLst>
              <a:ext uri="{FF2B5EF4-FFF2-40B4-BE49-F238E27FC236}">
                <a16:creationId xmlns:a16="http://schemas.microsoft.com/office/drawing/2014/main" id="{2775F1DD-D942-8E8B-1AB2-BD761228E4D7}"/>
              </a:ext>
            </a:extLst>
          </p:cNvPr>
          <p:cNvSpPr txBox="1"/>
          <p:nvPr/>
        </p:nvSpPr>
        <p:spPr>
          <a:xfrm>
            <a:off x="7029963" y="3725801"/>
            <a:ext cx="891740"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Mistral</a:t>
            </a:r>
          </a:p>
        </p:txBody>
      </p:sp>
      <p:sp>
        <p:nvSpPr>
          <p:cNvPr id="62" name="TextBox 61">
            <a:extLst>
              <a:ext uri="{FF2B5EF4-FFF2-40B4-BE49-F238E27FC236}">
                <a16:creationId xmlns:a16="http://schemas.microsoft.com/office/drawing/2014/main" id="{342C2FBA-157D-CFDA-BF40-0A794AFA769F}"/>
              </a:ext>
            </a:extLst>
          </p:cNvPr>
          <p:cNvSpPr txBox="1"/>
          <p:nvPr/>
        </p:nvSpPr>
        <p:spPr>
          <a:xfrm>
            <a:off x="7990176" y="3725800"/>
            <a:ext cx="847537"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Grok</a:t>
            </a:r>
          </a:p>
        </p:txBody>
      </p:sp>
      <p:sp>
        <p:nvSpPr>
          <p:cNvPr id="78" name="TextBox 77">
            <a:extLst>
              <a:ext uri="{FF2B5EF4-FFF2-40B4-BE49-F238E27FC236}">
                <a16:creationId xmlns:a16="http://schemas.microsoft.com/office/drawing/2014/main" id="{2F13AFEA-B1BD-8D03-D84A-8629D6924107}"/>
              </a:ext>
            </a:extLst>
          </p:cNvPr>
          <p:cNvSpPr txBox="1"/>
          <p:nvPr/>
        </p:nvSpPr>
        <p:spPr>
          <a:xfrm>
            <a:off x="9921178" y="3714423"/>
            <a:ext cx="1021152"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Black Forest Labs</a:t>
            </a:r>
          </a:p>
        </p:txBody>
      </p:sp>
      <p:sp>
        <p:nvSpPr>
          <p:cNvPr id="79" name="TextBox 78">
            <a:extLst>
              <a:ext uri="{FF2B5EF4-FFF2-40B4-BE49-F238E27FC236}">
                <a16:creationId xmlns:a16="http://schemas.microsoft.com/office/drawing/2014/main" id="{1799CB73-5779-6196-6AC0-E5C06BF981AE}"/>
              </a:ext>
            </a:extLst>
          </p:cNvPr>
          <p:cNvSpPr txBox="1"/>
          <p:nvPr/>
        </p:nvSpPr>
        <p:spPr>
          <a:xfrm>
            <a:off x="11103297" y="3723878"/>
            <a:ext cx="776124"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Llama</a:t>
            </a:r>
          </a:p>
        </p:txBody>
      </p:sp>
      <p:pic>
        <p:nvPicPr>
          <p:cNvPr id="84" name="Graphic 83">
            <a:extLst>
              <a:ext uri="{FF2B5EF4-FFF2-40B4-BE49-F238E27FC236}">
                <a16:creationId xmlns:a16="http://schemas.microsoft.com/office/drawing/2014/main" id="{320604E2-EB72-6DFB-BB98-23E812135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rcRect t="1" r="80033" b="2005"/>
          <a:stretch>
            <a:fillRect/>
          </a:stretch>
        </p:blipFill>
        <p:spPr>
          <a:xfrm>
            <a:off x="9100157" y="3127484"/>
            <a:ext cx="517997" cy="430888"/>
          </a:xfrm>
          <a:prstGeom prst="rect">
            <a:avLst/>
          </a:prstGeom>
        </p:spPr>
      </p:pic>
      <p:sp>
        <p:nvSpPr>
          <p:cNvPr id="86" name="TextBox 85">
            <a:extLst>
              <a:ext uri="{FF2B5EF4-FFF2-40B4-BE49-F238E27FC236}">
                <a16:creationId xmlns:a16="http://schemas.microsoft.com/office/drawing/2014/main" id="{01770AEB-4F22-A6FA-BD71-6C8704CDE99E}"/>
              </a:ext>
            </a:extLst>
          </p:cNvPr>
          <p:cNvSpPr txBox="1"/>
          <p:nvPr/>
        </p:nvSpPr>
        <p:spPr>
          <a:xfrm>
            <a:off x="8887028" y="3723878"/>
            <a:ext cx="847537" cy="430887"/>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Text"/>
                <a:ea typeface="+mn-ea"/>
                <a:cs typeface="+mn-cs"/>
              </a:rPr>
              <a:t>Azure Cohere</a:t>
            </a:r>
          </a:p>
        </p:txBody>
      </p:sp>
      <p:grpSp>
        <p:nvGrpSpPr>
          <p:cNvPr id="102" name="Group 101">
            <a:extLst>
              <a:ext uri="{FF2B5EF4-FFF2-40B4-BE49-F238E27FC236}">
                <a16:creationId xmlns:a16="http://schemas.microsoft.com/office/drawing/2014/main" id="{DFF3D2E8-4032-E111-2C52-02296B952759}"/>
              </a:ext>
              <a:ext uri="{C183D7F6-B498-43B3-948B-1728B52AA6E4}">
                <adec:decorative xmlns:adec="http://schemas.microsoft.com/office/drawing/2017/decorative" val="1"/>
              </a:ext>
            </a:extLst>
          </p:cNvPr>
          <p:cNvGrpSpPr/>
          <p:nvPr/>
        </p:nvGrpSpPr>
        <p:grpSpPr>
          <a:xfrm>
            <a:off x="4637667" y="5312502"/>
            <a:ext cx="6711813" cy="644092"/>
            <a:chOff x="4888002" y="5649133"/>
            <a:chExt cx="5797989" cy="555876"/>
          </a:xfrm>
        </p:grpSpPr>
        <p:sp>
          <p:nvSpPr>
            <p:cNvPr id="103" name="TextBox 102">
              <a:extLst>
                <a:ext uri="{FF2B5EF4-FFF2-40B4-BE49-F238E27FC236}">
                  <a16:creationId xmlns:a16="http://schemas.microsoft.com/office/drawing/2014/main" id="{1ADD8733-FFCC-50BA-A997-47EA5BD960B4}"/>
                </a:ext>
              </a:extLst>
            </p:cNvPr>
            <p:cNvSpPr txBox="1"/>
            <p:nvPr/>
          </p:nvSpPr>
          <p:spPr>
            <a:xfrm>
              <a:off x="6406170" y="5915753"/>
              <a:ext cx="739982" cy="245700"/>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Text"/>
                  <a:ea typeface="+mn-ea"/>
                  <a:cs typeface="+mn-cs"/>
                </a:rPr>
                <a:t>Databricks</a:t>
              </a:r>
              <a:br>
                <a:rPr kumimoji="0" lang="en-US" sz="1050" b="0" i="0" u="none" strike="noStrike" kern="0" cap="none" spc="0" normalizeH="0" baseline="0" noProof="0">
                  <a:ln>
                    <a:noFill/>
                  </a:ln>
                  <a:solidFill>
                    <a:srgbClr val="000000"/>
                  </a:solidFill>
                  <a:effectLst/>
                  <a:uLnTx/>
                  <a:uFillTx/>
                  <a:latin typeface="Segoe Sans Text"/>
                  <a:ea typeface="+mn-ea"/>
                  <a:cs typeface="+mn-cs"/>
                </a:rPr>
              </a:br>
              <a:endParaRPr kumimoji="0" lang="en-US" sz="1050" b="0" i="0" u="none" strike="noStrike" kern="0" cap="none" spc="0" normalizeH="0" baseline="0" noProof="0">
                <a:ln>
                  <a:noFill/>
                </a:ln>
                <a:solidFill>
                  <a:srgbClr val="000000"/>
                </a:solidFill>
                <a:effectLst/>
                <a:uLnTx/>
                <a:uFillTx/>
                <a:latin typeface="Segoe Sans Text"/>
                <a:ea typeface="+mn-ea"/>
                <a:cs typeface="+mn-cs"/>
              </a:endParaRPr>
            </a:p>
          </p:txBody>
        </p:sp>
        <p:sp>
          <p:nvSpPr>
            <p:cNvPr id="104" name="TextBox 103">
              <a:extLst>
                <a:ext uri="{FF2B5EF4-FFF2-40B4-BE49-F238E27FC236}">
                  <a16:creationId xmlns:a16="http://schemas.microsoft.com/office/drawing/2014/main" id="{766504C7-8DCB-63BF-FF27-7CBC053CB795}"/>
                </a:ext>
              </a:extLst>
            </p:cNvPr>
            <p:cNvSpPr txBox="1"/>
            <p:nvPr/>
          </p:nvSpPr>
          <p:spPr>
            <a:xfrm>
              <a:off x="4888002" y="5920316"/>
              <a:ext cx="739982" cy="28469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Text"/>
                  <a:ea typeface="+mn-ea"/>
                  <a:cs typeface="+mn-cs"/>
                </a:rPr>
                <a:t>Hugging Face</a:t>
              </a:r>
              <a:br>
                <a:rPr kumimoji="0" lang="en-US" sz="1050" b="0" i="0" u="none" strike="noStrike" kern="0" cap="none" spc="0" normalizeH="0" baseline="0" noProof="0">
                  <a:ln>
                    <a:noFill/>
                  </a:ln>
                  <a:solidFill>
                    <a:srgbClr val="000000"/>
                  </a:solidFill>
                  <a:effectLst/>
                  <a:uLnTx/>
                  <a:uFillTx/>
                  <a:latin typeface="Segoe Sans Text"/>
                  <a:ea typeface="+mn-ea"/>
                  <a:cs typeface="+mn-cs"/>
                </a:rPr>
              </a:br>
              <a:endParaRPr kumimoji="0" lang="en-US" sz="1050" b="0" i="0" u="none" strike="noStrike" kern="0" cap="none" spc="0" normalizeH="0" baseline="0" noProof="0">
                <a:ln>
                  <a:noFill/>
                </a:ln>
                <a:solidFill>
                  <a:srgbClr val="000000"/>
                </a:solidFill>
                <a:effectLst/>
                <a:uLnTx/>
                <a:uFillTx/>
                <a:latin typeface="Segoe Sans Text"/>
                <a:ea typeface="+mn-ea"/>
                <a:cs typeface="+mn-cs"/>
              </a:endParaRPr>
            </a:p>
          </p:txBody>
        </p:sp>
        <p:grpSp>
          <p:nvGrpSpPr>
            <p:cNvPr id="105" name="Group 104">
              <a:extLst>
                <a:ext uri="{FF2B5EF4-FFF2-40B4-BE49-F238E27FC236}">
                  <a16:creationId xmlns:a16="http://schemas.microsoft.com/office/drawing/2014/main" id="{D0801093-75A6-7BFC-7206-F52620E5DF35}"/>
                </a:ext>
              </a:extLst>
            </p:cNvPr>
            <p:cNvGrpSpPr/>
            <p:nvPr/>
          </p:nvGrpSpPr>
          <p:grpSpPr>
            <a:xfrm>
              <a:off x="5121922" y="5649133"/>
              <a:ext cx="5564069" cy="395565"/>
              <a:chOff x="5121922" y="5649133"/>
              <a:chExt cx="5564069" cy="395565"/>
            </a:xfrm>
          </p:grpSpPr>
          <p:pic>
            <p:nvPicPr>
              <p:cNvPr id="106" name="Graphic 105">
                <a:extLst>
                  <a:ext uri="{FF2B5EF4-FFF2-40B4-BE49-F238E27FC236}">
                    <a16:creationId xmlns:a16="http://schemas.microsoft.com/office/drawing/2014/main" id="{F28CFC80-0135-8028-4B06-4CBEF86DD72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86006" y="5697898"/>
                <a:ext cx="203478" cy="134834"/>
              </a:xfrm>
              <a:prstGeom prst="rect">
                <a:avLst/>
              </a:prstGeom>
            </p:spPr>
          </p:pic>
          <p:pic>
            <p:nvPicPr>
              <p:cNvPr id="107" name="Picture 2">
                <a:extLst>
                  <a:ext uri="{FF2B5EF4-FFF2-40B4-BE49-F238E27FC236}">
                    <a16:creationId xmlns:a16="http://schemas.microsoft.com/office/drawing/2014/main" id="{B567CCE0-DE42-76CC-46F0-7D141A7ACFF4}"/>
                  </a:ext>
                  <a:ext uri="{C183D7F6-B498-43B3-948B-1728B52AA6E4}">
                    <adec:decorative xmlns:adec="http://schemas.microsoft.com/office/drawing/2017/decorative" val="1"/>
                  </a:ext>
                </a:extLst>
              </p:cNvPr>
              <p:cNvPicPr>
                <a:picLocks noChangeAspect="1" noChangeArrowheads="1"/>
              </p:cNvPicPr>
              <p:nvPr/>
            </p:nvPicPr>
            <p:blipFill rotWithShape="1">
              <a:blip r:embed="rId14" cstate="screen">
                <a:clrChange>
                  <a:clrFrom>
                    <a:srgbClr val="F8F8F8"/>
                  </a:clrFrom>
                  <a:clrTo>
                    <a:srgbClr val="F8F8F8">
                      <a:alpha val="0"/>
                    </a:srgbClr>
                  </a:clrTo>
                </a:clrChange>
                <a:extLst>
                  <a:ext uri="{28A0092B-C50C-407E-A947-70E740481C1C}">
                    <a14:useLocalDpi xmlns:a14="http://schemas.microsoft.com/office/drawing/2010/main"/>
                  </a:ext>
                </a:extLst>
              </a:blip>
              <a:srcRect l="14476" t="24955" r="14476" b="24955"/>
              <a:stretch/>
            </p:blipFill>
            <p:spPr bwMode="auto">
              <a:xfrm>
                <a:off x="6156267" y="5666964"/>
                <a:ext cx="305275" cy="202565"/>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
                <a:extLst>
                  <a:ext uri="{FF2B5EF4-FFF2-40B4-BE49-F238E27FC236}">
                    <a16:creationId xmlns:a16="http://schemas.microsoft.com/office/drawing/2014/main" id="{8D2AF901-404E-B33C-6F3E-1C433D1A12FC}"/>
                  </a:ext>
                  <a:ext uri="{C183D7F6-B498-43B3-948B-1728B52AA6E4}">
                    <adec:decorative xmlns:adec="http://schemas.microsoft.com/office/drawing/2017/decorative" val="1"/>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l="10477" t="36119" r="75600" b="36385"/>
              <a:stretch/>
            </p:blipFill>
            <p:spPr bwMode="auto">
              <a:xfrm>
                <a:off x="6616797" y="5667697"/>
                <a:ext cx="257911" cy="212863"/>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4" descr="Sight Machine">
                <a:extLst>
                  <a:ext uri="{FF2B5EF4-FFF2-40B4-BE49-F238E27FC236}">
                    <a16:creationId xmlns:a16="http://schemas.microsoft.com/office/drawing/2014/main" id="{0DCC0765-E5EC-6DEF-E6A9-64210C10CE04}"/>
                  </a:ext>
                </a:extLst>
              </p:cNvPr>
              <p:cNvPicPr>
                <a:picLocks noChangeAspect="1" noChangeArrowheads="1"/>
              </p:cNvPicPr>
              <p:nvPr/>
            </p:nvPicPr>
            <p:blipFill>
              <a:blip r:embed="rId1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146152" y="5696844"/>
                <a:ext cx="712495" cy="203594"/>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09" descr="saifr">
                <a:extLst>
                  <a:ext uri="{FF2B5EF4-FFF2-40B4-BE49-F238E27FC236}">
                    <a16:creationId xmlns:a16="http://schemas.microsoft.com/office/drawing/2014/main" id="{4CC8EF49-25DB-8336-B029-FFC2779046C6}"/>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7935084" y="5678291"/>
                <a:ext cx="649486" cy="199784"/>
              </a:xfrm>
              <a:prstGeom prst="rect">
                <a:avLst/>
              </a:prstGeom>
            </p:spPr>
          </p:pic>
          <p:pic>
            <p:nvPicPr>
              <p:cNvPr id="111" name="Picture 110" descr="bayer">
                <a:extLst>
                  <a:ext uri="{FF2B5EF4-FFF2-40B4-BE49-F238E27FC236}">
                    <a16:creationId xmlns:a16="http://schemas.microsoft.com/office/drawing/2014/main" id="{7B8267FF-2D7C-F1FB-DC18-F5C19D406CF1}"/>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8679239" y="5657098"/>
                <a:ext cx="239784" cy="240619"/>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2" descr="Rockwell Automation">
                <a:extLst>
                  <a:ext uri="{FF2B5EF4-FFF2-40B4-BE49-F238E27FC236}">
                    <a16:creationId xmlns:a16="http://schemas.microsoft.com/office/drawing/2014/main" id="{B2A8F096-3BF0-0CC4-530C-F44630BE20B0}"/>
                  </a:ext>
                </a:extLst>
              </p:cNvPr>
              <p:cNvPicPr>
                <a:picLocks noChangeAspect="1" noChangeArrowheads="1"/>
              </p:cNvPicPr>
              <p:nvPr/>
            </p:nvPicPr>
            <p:blipFill rotWithShape="1">
              <a:blip r:embed="rId19"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9055321" y="5657098"/>
                <a:ext cx="847536" cy="219633"/>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descr="Paige">
                <a:extLst>
                  <a:ext uri="{FF2B5EF4-FFF2-40B4-BE49-F238E27FC236}">
                    <a16:creationId xmlns:a16="http://schemas.microsoft.com/office/drawing/2014/main" id="{D15F8960-46C8-8DD5-625C-27514F403AF1}"/>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10058112" y="5672813"/>
                <a:ext cx="627879" cy="193049"/>
              </a:xfrm>
              <a:prstGeom prst="rect">
                <a:avLst/>
              </a:prstGeom>
            </p:spPr>
          </p:pic>
          <p:sp>
            <p:nvSpPr>
              <p:cNvPr id="114" name="TextBox 113">
                <a:extLst>
                  <a:ext uri="{FF2B5EF4-FFF2-40B4-BE49-F238E27FC236}">
                    <a16:creationId xmlns:a16="http://schemas.microsoft.com/office/drawing/2014/main" id="{F89D0D01-0B1F-5A99-3598-A3063A64E025}"/>
                  </a:ext>
                </a:extLst>
              </p:cNvPr>
              <p:cNvSpPr txBox="1"/>
              <p:nvPr/>
            </p:nvSpPr>
            <p:spPr>
              <a:xfrm>
                <a:off x="5935871" y="5920316"/>
                <a:ext cx="739982" cy="12311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err="1">
                    <a:ln>
                      <a:noFill/>
                    </a:ln>
                    <a:solidFill>
                      <a:srgbClr val="000000"/>
                    </a:solidFill>
                    <a:effectLst/>
                    <a:uLnTx/>
                    <a:uFillTx/>
                    <a:latin typeface="Segoe Sans Text"/>
                    <a:ea typeface="+mn-ea"/>
                    <a:cs typeface="+mn-cs"/>
                  </a:rPr>
                  <a:t>Nixtla</a:t>
                </a:r>
                <a:endParaRPr kumimoji="0" lang="en-US" sz="800" b="0" i="0" u="none" strike="noStrike" kern="0" cap="none" spc="0" normalizeH="0" baseline="0" noProof="0">
                  <a:ln>
                    <a:noFill/>
                  </a:ln>
                  <a:solidFill>
                    <a:srgbClr val="000000"/>
                  </a:solidFill>
                  <a:effectLst/>
                  <a:uLnTx/>
                  <a:uFillTx/>
                  <a:latin typeface="Segoe Sans Text"/>
                  <a:ea typeface="+mn-ea"/>
                  <a:cs typeface="+mn-cs"/>
                </a:endParaRPr>
              </a:p>
            </p:txBody>
          </p:sp>
          <p:sp>
            <p:nvSpPr>
              <p:cNvPr id="115" name="TextBox 114">
                <a:extLst>
                  <a:ext uri="{FF2B5EF4-FFF2-40B4-BE49-F238E27FC236}">
                    <a16:creationId xmlns:a16="http://schemas.microsoft.com/office/drawing/2014/main" id="{6D671C00-E89C-BB22-7F12-82354415E041}"/>
                  </a:ext>
                </a:extLst>
              </p:cNvPr>
              <p:cNvSpPr txBox="1"/>
              <p:nvPr/>
            </p:nvSpPr>
            <p:spPr>
              <a:xfrm>
                <a:off x="5444019" y="5921587"/>
                <a:ext cx="739982"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Text"/>
                    <a:ea typeface="+mn-ea"/>
                    <a:cs typeface="+mn-cs"/>
                  </a:rPr>
                  <a:t>NVIDIA</a:t>
                </a:r>
              </a:p>
            </p:txBody>
          </p:sp>
          <p:pic>
            <p:nvPicPr>
              <p:cNvPr id="116" name="Graphic 115">
                <a:extLst>
                  <a:ext uri="{FF2B5EF4-FFF2-40B4-BE49-F238E27FC236}">
                    <a16:creationId xmlns:a16="http://schemas.microsoft.com/office/drawing/2014/main" id="{15C1F3D2-7A31-69BA-920A-2EAF8A7BEAE8}"/>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5121922" y="5649133"/>
                <a:ext cx="203477" cy="203477"/>
              </a:xfrm>
              <a:prstGeom prst="rect">
                <a:avLst/>
              </a:prstGeom>
            </p:spPr>
          </p:pic>
        </p:grpSp>
      </p:grpSp>
    </p:spTree>
    <p:extLst>
      <p:ext uri="{BB962C8B-B14F-4D97-AF65-F5344CB8AC3E}">
        <p14:creationId xmlns:p14="http://schemas.microsoft.com/office/powerpoint/2010/main" val="1289497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p:tgtEl>
                                          <p:spTgt spid="31"/>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500" fill="hold"/>
                                        <p:tgtEl>
                                          <p:spTgt spid="31"/>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250"/>
                                        <p:tgtEl>
                                          <p:spTgt spid="32"/>
                                        </p:tgtEl>
                                      </p:cBhvr>
                                    </p:animEffect>
                                  </p:childTnLst>
                                </p:cTn>
                              </p:par>
                              <p:par>
                                <p:cTn id="13" presetID="42" presetClass="path" presetSubtype="0" decel="100000" fill="hold" grpId="1" nodeType="withEffect">
                                  <p:stCondLst>
                                    <p:cond delay="100"/>
                                  </p:stCondLst>
                                  <p:childTnLst>
                                    <p:animMotion origin="layout" path="M 1.25E-6 0.03889 L 1.25E-6 1.85185E-6 " pathEditMode="relative" rAng="0" ptsTypes="AA">
                                      <p:cBhvr>
                                        <p:cTn id="14" dur="500" fill="hold"/>
                                        <p:tgtEl>
                                          <p:spTgt spid="32"/>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250"/>
                                        <p:tgtEl>
                                          <p:spTgt spid="33"/>
                                        </p:tgtEl>
                                      </p:cBhvr>
                                    </p:animEffect>
                                  </p:childTnLst>
                                </p:cTn>
                              </p:par>
                              <p:par>
                                <p:cTn id="18" presetID="42" presetClass="path" presetSubtype="0" decel="100000" fill="hold" grpId="1" nodeType="withEffect">
                                  <p:stCondLst>
                                    <p:cond delay="200"/>
                                  </p:stCondLst>
                                  <p:childTnLst>
                                    <p:animMotion origin="layout" path="M 1.25E-6 0.03889 L 1.25E-6 1.85185E-6 " pathEditMode="relative" rAng="0" ptsTypes="AA">
                                      <p:cBhvr>
                                        <p:cTn id="19" dur="500" fill="hold"/>
                                        <p:tgtEl>
                                          <p:spTgt spid="3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2" grpId="0" animBg="1"/>
      <p:bldP spid="32" grpId="1" animBg="1"/>
      <p:bldP spid="33" grpId="0" animBg="1"/>
      <p:bldP spid="33"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E14F9-A634-AC06-41D7-E656F175D2A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CAE4A10-478E-9AE0-D0BF-A66699C94DFA}"/>
              </a:ext>
              <a:ext uri="{C183D7F6-B498-43B3-948B-1728B52AA6E4}">
                <adec:decorative xmlns:adec="http://schemas.microsoft.com/office/drawing/2017/decorative" val="1"/>
              </a:ext>
            </a:extLst>
          </p:cNvPr>
          <p:cNvCxnSpPr>
            <a:cxnSpLocks/>
          </p:cNvCxnSpPr>
          <p:nvPr/>
        </p:nvCxnSpPr>
        <p:spPr>
          <a:xfrm>
            <a:off x="597874" y="3873631"/>
            <a:ext cx="2132800" cy="0"/>
          </a:xfrm>
          <a:prstGeom prst="line">
            <a:avLst/>
          </a:prstGeom>
          <a:noFill/>
          <a:ln w="12700" cap="flat" cmpd="sng" algn="ctr">
            <a:solidFill>
              <a:schemeClr val="tx1">
                <a:alpha val="20000"/>
              </a:schemeClr>
            </a:solidFill>
            <a:prstDash val="solid"/>
            <a:headEnd type="none" w="lg" len="med"/>
            <a:tailEnd type="none" w="lg" len="med"/>
          </a:ln>
          <a:effectLst/>
        </p:spPr>
      </p:cxnSp>
      <p:sp>
        <p:nvSpPr>
          <p:cNvPr id="6" name="Title 5">
            <a:extLst>
              <a:ext uri="{FF2B5EF4-FFF2-40B4-BE49-F238E27FC236}">
                <a16:creationId xmlns:a16="http://schemas.microsoft.com/office/drawing/2014/main" id="{B2D42F16-0577-83A7-92FA-3E51E45AC578}"/>
              </a:ext>
            </a:extLst>
          </p:cNvPr>
          <p:cNvSpPr>
            <a:spLocks noGrp="1"/>
          </p:cNvSpPr>
          <p:nvPr>
            <p:ph type="title"/>
          </p:nvPr>
        </p:nvSpPr>
        <p:spPr>
          <a:xfrm>
            <a:off x="588264" y="1322911"/>
            <a:ext cx="2305248" cy="779802"/>
          </a:xfrm>
        </p:spPr>
        <p:txBody>
          <a:bodyPr/>
          <a:lstStyle/>
          <a:p>
            <a:r>
              <a:rPr lang="en-GB"/>
              <a:t>Foundry Models</a:t>
            </a:r>
            <a:endParaRPr lang="en-UA"/>
          </a:p>
        </p:txBody>
      </p:sp>
      <p:sp>
        <p:nvSpPr>
          <p:cNvPr id="7" name="TextBox 6">
            <a:extLst>
              <a:ext uri="{FF2B5EF4-FFF2-40B4-BE49-F238E27FC236}">
                <a16:creationId xmlns:a16="http://schemas.microsoft.com/office/drawing/2014/main" id="{FF77FE5D-6603-BF03-A4BB-2CADDE25C956}"/>
              </a:ext>
            </a:extLst>
          </p:cNvPr>
          <p:cNvSpPr txBox="1"/>
          <p:nvPr/>
        </p:nvSpPr>
        <p:spPr>
          <a:xfrm>
            <a:off x="605945" y="2628792"/>
            <a:ext cx="2152240" cy="923330"/>
          </a:xfrm>
          <a:prstGeom prst="rect">
            <a:avLst/>
          </a:prstGeom>
          <a:noFill/>
        </p:spPr>
        <p:txBody>
          <a:bodyPr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36AAEE"/>
                </a:solidFill>
                <a:effectLst/>
                <a:uLnTx/>
                <a:uFillTx/>
                <a:latin typeface="Segoe UI"/>
                <a:ea typeface="+mn-ea"/>
                <a:cs typeface="+mn-cs"/>
              </a:rPr>
              <a:t>Every model.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36AAEE"/>
                </a:solidFill>
                <a:effectLst/>
                <a:uLnTx/>
                <a:uFillTx/>
                <a:latin typeface="Segoe UI"/>
                <a:ea typeface="+mn-ea"/>
                <a:cs typeface="+mn-cs"/>
              </a:rPr>
              <a:t>Every use case.</a:t>
            </a:r>
            <a:br>
              <a:rPr kumimoji="0" lang="en-US" sz="2000" b="1" i="0" u="none" strike="noStrike" kern="0" cap="none" spc="0" normalizeH="0" baseline="0" noProof="0">
                <a:ln>
                  <a:noFill/>
                </a:ln>
                <a:solidFill>
                  <a:srgbClr val="36AAEE"/>
                </a:solidFill>
                <a:effectLst/>
                <a:uLnTx/>
                <a:uFillTx/>
                <a:latin typeface="Segoe UI"/>
                <a:ea typeface="+mn-ea"/>
                <a:cs typeface="+mn-cs"/>
              </a:rPr>
            </a:br>
            <a:r>
              <a:rPr kumimoji="0" lang="en-US" sz="2000" b="1" i="0" u="none" strike="noStrike" kern="0" cap="none" spc="0" normalizeH="0" baseline="0" noProof="0">
                <a:ln>
                  <a:noFill/>
                </a:ln>
                <a:solidFill>
                  <a:srgbClr val="36AAEE"/>
                </a:solidFill>
                <a:effectLst/>
                <a:uLnTx/>
                <a:uFillTx/>
                <a:latin typeface="Segoe UI"/>
                <a:ea typeface="+mn-ea"/>
                <a:cs typeface="+mn-cs"/>
              </a:rPr>
              <a:t>One platform.</a:t>
            </a:r>
          </a:p>
        </p:txBody>
      </p:sp>
      <p:sp>
        <p:nvSpPr>
          <p:cNvPr id="40" name="Rectangle 39">
            <a:extLst>
              <a:ext uri="{FF2B5EF4-FFF2-40B4-BE49-F238E27FC236}">
                <a16:creationId xmlns:a16="http://schemas.microsoft.com/office/drawing/2014/main" id="{BE233C02-7C76-3887-020E-5ADD64267D2A}"/>
              </a:ext>
            </a:extLst>
          </p:cNvPr>
          <p:cNvSpPr>
            <a:spLocks/>
          </p:cNvSpPr>
          <p:nvPr/>
        </p:nvSpPr>
        <p:spPr bwMode="auto">
          <a:xfrm>
            <a:off x="2893512" y="1208323"/>
            <a:ext cx="8966397" cy="888436"/>
          </a:xfrm>
          <a:prstGeom prst="rect">
            <a:avLst/>
          </a:prstGeom>
          <a:solidFill>
            <a:srgbClr val="36AAEE"/>
          </a:solidFill>
          <a:ln w="12700">
            <a:solidFill>
              <a:srgbClr val="36AA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w="3175">
                  <a:noFill/>
                </a:ln>
                <a:solidFill>
                  <a:srgbClr val="000000"/>
                </a:solidFill>
                <a:effectLst/>
                <a:uLnTx/>
                <a:uFillTx/>
                <a:latin typeface="Segoe UI"/>
                <a:ea typeface="+mn-ea"/>
                <a:cs typeface="Segoe UI" panose="020B0502040204020203" pitchFamily="34" charset="0"/>
              </a:rPr>
              <a:t>11,000+ foundational, open, reasoning, multimodal,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w="3175">
                  <a:noFill/>
                </a:ln>
                <a:solidFill>
                  <a:srgbClr val="000000"/>
                </a:solidFill>
                <a:effectLst/>
                <a:uLnTx/>
                <a:uFillTx/>
                <a:latin typeface="Segoe UI"/>
                <a:ea typeface="+mn-ea"/>
                <a:cs typeface="Segoe UI" panose="020B0502040204020203" pitchFamily="34" charset="0"/>
              </a:rPr>
              <a:t>and industry-specific models</a:t>
            </a:r>
          </a:p>
        </p:txBody>
      </p:sp>
      <p:pic>
        <p:nvPicPr>
          <p:cNvPr id="26" name="Picture 25">
            <a:extLst>
              <a:ext uri="{FF2B5EF4-FFF2-40B4-BE49-F238E27FC236}">
                <a16:creationId xmlns:a16="http://schemas.microsoft.com/office/drawing/2014/main" id="{46432F80-E2D0-8E36-886F-0263EA3D0752}"/>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264" y="518362"/>
            <a:ext cx="572313" cy="572313"/>
          </a:xfrm>
          <a:prstGeom prst="rect">
            <a:avLst/>
          </a:prstGeom>
        </p:spPr>
      </p:pic>
      <p:sp>
        <p:nvSpPr>
          <p:cNvPr id="10" name="TextBox 9">
            <a:extLst>
              <a:ext uri="{FF2B5EF4-FFF2-40B4-BE49-F238E27FC236}">
                <a16:creationId xmlns:a16="http://schemas.microsoft.com/office/drawing/2014/main" id="{016E3B25-0B1A-379C-4F73-998FB2C3E955}"/>
              </a:ext>
            </a:extLst>
          </p:cNvPr>
          <p:cNvSpPr txBox="1"/>
          <p:nvPr/>
        </p:nvSpPr>
        <p:spPr>
          <a:xfrm>
            <a:off x="3004241" y="3026467"/>
            <a:ext cx="816149"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Microsoft</a:t>
            </a:r>
            <a:br>
              <a:rPr kumimoji="0" lang="en-US" sz="1400" b="0" i="0" u="none" strike="noStrike" kern="0" cap="none" spc="0" normalizeH="0" baseline="0" noProof="0">
                <a:ln>
                  <a:noFill/>
                </a:ln>
                <a:solidFill>
                  <a:srgbClr val="FFFFFF"/>
                </a:solidFill>
                <a:effectLst/>
                <a:uLnTx/>
                <a:uFillTx/>
                <a:latin typeface="Segoe UI"/>
                <a:ea typeface="+mn-ea"/>
                <a:cs typeface="+mn-cs"/>
              </a:rPr>
            </a:br>
            <a:endParaRPr kumimoji="0" lang="en-US" sz="1400" b="0" i="0" u="none" strike="noStrike" kern="0" cap="none" spc="0" normalizeH="0" baseline="0" noProof="0">
              <a:ln>
                <a:noFill/>
              </a:ln>
              <a:solidFill>
                <a:srgbClr val="FFFFFF"/>
              </a:solidFill>
              <a:effectLst/>
              <a:uLnTx/>
              <a:uFillTx/>
              <a:latin typeface="Segoe UI"/>
              <a:ea typeface="+mn-ea"/>
              <a:cs typeface="+mn-cs"/>
            </a:endParaRPr>
          </a:p>
        </p:txBody>
      </p:sp>
      <p:sp>
        <p:nvSpPr>
          <p:cNvPr id="18" name="TextBox 17">
            <a:extLst>
              <a:ext uri="{FF2B5EF4-FFF2-40B4-BE49-F238E27FC236}">
                <a16:creationId xmlns:a16="http://schemas.microsoft.com/office/drawing/2014/main" id="{012A3424-E5DC-4EB2-E20E-8C4F6C65B0C5}"/>
              </a:ext>
            </a:extLst>
          </p:cNvPr>
          <p:cNvSpPr txBox="1"/>
          <p:nvPr/>
        </p:nvSpPr>
        <p:spPr>
          <a:xfrm>
            <a:off x="4012538" y="3021093"/>
            <a:ext cx="597383" cy="646331"/>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OpenAI</a:t>
            </a:r>
            <a:br>
              <a:rPr kumimoji="0" lang="en-US" sz="1400" b="0" i="0" u="none" strike="noStrike" kern="0" cap="none" spc="0" normalizeH="0" baseline="0" noProof="0">
                <a:ln>
                  <a:noFill/>
                </a:ln>
                <a:solidFill>
                  <a:srgbClr val="FFFFFF"/>
                </a:solidFill>
                <a:effectLst/>
                <a:uLnTx/>
                <a:uFillTx/>
                <a:latin typeface="Segoe UI"/>
                <a:ea typeface="+mn-ea"/>
                <a:cs typeface="+mn-cs"/>
              </a:rPr>
            </a:br>
            <a:endParaRPr kumimoji="0" lang="en-US" sz="1400" b="0" i="0" u="none" strike="noStrike" kern="0" cap="none" spc="0" normalizeH="0" baseline="0" noProof="0">
              <a:ln>
                <a:noFill/>
              </a:ln>
              <a:solidFill>
                <a:srgbClr val="FFFFFF"/>
              </a:solidFill>
              <a:effectLst/>
              <a:uLnTx/>
              <a:uFillTx/>
              <a:latin typeface="Segoe UI"/>
              <a:ea typeface="+mn-ea"/>
              <a:cs typeface="+mn-cs"/>
            </a:endParaRPr>
          </a:p>
        </p:txBody>
      </p:sp>
      <p:sp>
        <p:nvSpPr>
          <p:cNvPr id="20" name="TextBox 19">
            <a:extLst>
              <a:ext uri="{FF2B5EF4-FFF2-40B4-BE49-F238E27FC236}">
                <a16:creationId xmlns:a16="http://schemas.microsoft.com/office/drawing/2014/main" id="{71642972-9130-144B-2C67-4C4CE22A89B7}"/>
              </a:ext>
            </a:extLst>
          </p:cNvPr>
          <p:cNvSpPr txBox="1"/>
          <p:nvPr/>
        </p:nvSpPr>
        <p:spPr>
          <a:xfrm>
            <a:off x="4744536" y="3021093"/>
            <a:ext cx="1002048" cy="646331"/>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Claude in Microsoft Foundry</a:t>
            </a:r>
          </a:p>
        </p:txBody>
      </p:sp>
      <p:sp>
        <p:nvSpPr>
          <p:cNvPr id="21" name="TextBox 20">
            <a:extLst>
              <a:ext uri="{FF2B5EF4-FFF2-40B4-BE49-F238E27FC236}">
                <a16:creationId xmlns:a16="http://schemas.microsoft.com/office/drawing/2014/main" id="{301BBB22-3CC7-9123-69E1-A12197A26233}"/>
              </a:ext>
            </a:extLst>
          </p:cNvPr>
          <p:cNvSpPr txBox="1"/>
          <p:nvPr/>
        </p:nvSpPr>
        <p:spPr>
          <a:xfrm>
            <a:off x="5841700" y="3021093"/>
            <a:ext cx="891740"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DeepSeek</a:t>
            </a:r>
          </a:p>
        </p:txBody>
      </p:sp>
      <p:sp>
        <p:nvSpPr>
          <p:cNvPr id="22" name="TextBox 21">
            <a:extLst>
              <a:ext uri="{FF2B5EF4-FFF2-40B4-BE49-F238E27FC236}">
                <a16:creationId xmlns:a16="http://schemas.microsoft.com/office/drawing/2014/main" id="{9DDF6A7F-9A25-B997-8558-259405F9B4B1}"/>
              </a:ext>
            </a:extLst>
          </p:cNvPr>
          <p:cNvSpPr txBox="1"/>
          <p:nvPr/>
        </p:nvSpPr>
        <p:spPr>
          <a:xfrm>
            <a:off x="6807183" y="3021093"/>
            <a:ext cx="891740"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Mistral</a:t>
            </a:r>
          </a:p>
        </p:txBody>
      </p:sp>
      <p:sp>
        <p:nvSpPr>
          <p:cNvPr id="23" name="TextBox 22">
            <a:extLst>
              <a:ext uri="{FF2B5EF4-FFF2-40B4-BE49-F238E27FC236}">
                <a16:creationId xmlns:a16="http://schemas.microsoft.com/office/drawing/2014/main" id="{C12A2E67-EEDD-7082-578D-E546EC0E02A4}"/>
              </a:ext>
            </a:extLst>
          </p:cNvPr>
          <p:cNvSpPr txBox="1"/>
          <p:nvPr/>
        </p:nvSpPr>
        <p:spPr>
          <a:xfrm>
            <a:off x="7747493" y="3021093"/>
            <a:ext cx="847537"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Grok</a:t>
            </a:r>
          </a:p>
        </p:txBody>
      </p:sp>
      <p:sp>
        <p:nvSpPr>
          <p:cNvPr id="56" name="TextBox 55">
            <a:extLst>
              <a:ext uri="{FF2B5EF4-FFF2-40B4-BE49-F238E27FC236}">
                <a16:creationId xmlns:a16="http://schemas.microsoft.com/office/drawing/2014/main" id="{D5B1E6BC-C892-45C3-0DE2-460FD0FDCA07}"/>
              </a:ext>
            </a:extLst>
          </p:cNvPr>
          <p:cNvSpPr txBox="1"/>
          <p:nvPr/>
        </p:nvSpPr>
        <p:spPr>
          <a:xfrm>
            <a:off x="8676559" y="3021093"/>
            <a:ext cx="847537"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Cohere</a:t>
            </a:r>
          </a:p>
        </p:txBody>
      </p:sp>
      <p:sp>
        <p:nvSpPr>
          <p:cNvPr id="53" name="TextBox 52">
            <a:extLst>
              <a:ext uri="{FF2B5EF4-FFF2-40B4-BE49-F238E27FC236}">
                <a16:creationId xmlns:a16="http://schemas.microsoft.com/office/drawing/2014/main" id="{C516EEF4-94C4-B360-CA0A-B5F9F7C17566}"/>
              </a:ext>
            </a:extLst>
          </p:cNvPr>
          <p:cNvSpPr txBox="1"/>
          <p:nvPr/>
        </p:nvSpPr>
        <p:spPr>
          <a:xfrm>
            <a:off x="9643849" y="3021093"/>
            <a:ext cx="1021152"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Black Forest Labs</a:t>
            </a:r>
          </a:p>
        </p:txBody>
      </p:sp>
      <p:sp>
        <p:nvSpPr>
          <p:cNvPr id="54" name="TextBox 53">
            <a:extLst>
              <a:ext uri="{FF2B5EF4-FFF2-40B4-BE49-F238E27FC236}">
                <a16:creationId xmlns:a16="http://schemas.microsoft.com/office/drawing/2014/main" id="{51DCF5FC-8548-91D2-9597-8B4D507B67AA}"/>
              </a:ext>
            </a:extLst>
          </p:cNvPr>
          <p:cNvSpPr txBox="1"/>
          <p:nvPr/>
        </p:nvSpPr>
        <p:spPr>
          <a:xfrm>
            <a:off x="10817655" y="3021093"/>
            <a:ext cx="776124" cy="430887"/>
          </a:xfrm>
          <a:prstGeom prst="rect">
            <a:avLst/>
          </a:prstGeom>
          <a:noFill/>
        </p:spPr>
        <p:txBody>
          <a:bodyPr wrap="square" lIns="0" tIns="0" rIns="0" bIns="0" rtlCol="0" anchor="t">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0" i="0" u="none" strike="noStrike" kern="0"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a:ea typeface="+mn-ea"/>
                <a:cs typeface="+mn-cs"/>
              </a:rPr>
              <a:t>Azure Llama</a:t>
            </a:r>
          </a:p>
        </p:txBody>
      </p:sp>
      <p:sp>
        <p:nvSpPr>
          <p:cNvPr id="8" name="TextBox 7">
            <a:extLst>
              <a:ext uri="{FF2B5EF4-FFF2-40B4-BE49-F238E27FC236}">
                <a16:creationId xmlns:a16="http://schemas.microsoft.com/office/drawing/2014/main" id="{5537CA84-E994-5528-8C8E-8AF4DABE316E}"/>
              </a:ext>
            </a:extLst>
          </p:cNvPr>
          <p:cNvSpPr txBox="1"/>
          <p:nvPr/>
        </p:nvSpPr>
        <p:spPr>
          <a:xfrm>
            <a:off x="584200" y="4221228"/>
            <a:ext cx="2427078" cy="122341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a:ln>
                  <a:noFill/>
                </a:ln>
                <a:solidFill>
                  <a:srgbClr val="36AAEE"/>
                </a:solidFill>
                <a:effectLst/>
                <a:uLnTx/>
                <a:uFillTx/>
                <a:latin typeface="Segoe UI"/>
                <a:ea typeface="+mn-ea"/>
                <a:cs typeface="+mn-cs"/>
              </a:rPr>
              <a:t>Avoid model lock-in:</a:t>
            </a: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Segoe UI"/>
                <a:ea typeface="+mn-ea"/>
                <a:cs typeface="Segoe UI" panose="020B0502040204020203" pitchFamily="34" charset="0"/>
              </a:rPr>
              <a:t>Flexible model selection</a:t>
            </a: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Segoe UI"/>
                <a:ea typeface="+mn-ea"/>
                <a:cs typeface="Segoe UI" panose="020B0502040204020203" pitchFamily="34" charset="0"/>
              </a:rPr>
              <a:t>Curated for enterprise</a:t>
            </a:r>
          </a:p>
          <a:p>
            <a:pPr marL="177800" marR="0" lvl="0" indent="-1778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Segoe UI"/>
                <a:ea typeface="+mn-ea"/>
                <a:cs typeface="Segoe UI" panose="020B0502040204020203" pitchFamily="34" charset="0"/>
              </a:rPr>
              <a:t>Explore, compare, and </a:t>
            </a:r>
            <a:br>
              <a:rPr kumimoji="0" lang="en-US" sz="1400" b="0" i="0" u="none" strike="noStrike" kern="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400" b="0" i="0" u="none" strike="noStrike" kern="0" cap="none" spc="0" normalizeH="0" baseline="0" noProof="0">
                <a:ln>
                  <a:noFill/>
                </a:ln>
                <a:solidFill>
                  <a:srgbClr val="FFFFFF"/>
                </a:solidFill>
                <a:effectLst/>
                <a:uLnTx/>
                <a:uFillTx/>
                <a:latin typeface="Segoe UI"/>
                <a:ea typeface="+mn-ea"/>
                <a:cs typeface="Segoe UI" panose="020B0502040204020203" pitchFamily="34" charset="0"/>
              </a:rPr>
              <a:t>swap models quickly</a:t>
            </a:r>
          </a:p>
        </p:txBody>
      </p:sp>
      <p:sp>
        <p:nvSpPr>
          <p:cNvPr id="59" name="TextBox 58">
            <a:extLst>
              <a:ext uri="{FF2B5EF4-FFF2-40B4-BE49-F238E27FC236}">
                <a16:creationId xmlns:a16="http://schemas.microsoft.com/office/drawing/2014/main" id="{59EE979D-0190-1D89-9887-843A80E717CD}"/>
              </a:ext>
            </a:extLst>
          </p:cNvPr>
          <p:cNvSpPr txBox="1"/>
          <p:nvPr/>
        </p:nvSpPr>
        <p:spPr>
          <a:xfrm>
            <a:off x="3098308" y="4910864"/>
            <a:ext cx="945907" cy="16158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Hugging Face</a:t>
            </a:r>
          </a:p>
        </p:txBody>
      </p:sp>
      <p:sp>
        <p:nvSpPr>
          <p:cNvPr id="70" name="TextBox 69">
            <a:extLst>
              <a:ext uri="{FF2B5EF4-FFF2-40B4-BE49-F238E27FC236}">
                <a16:creationId xmlns:a16="http://schemas.microsoft.com/office/drawing/2014/main" id="{446D5A2C-638A-7A71-5B86-78F36BB24C68}"/>
              </a:ext>
            </a:extLst>
          </p:cNvPr>
          <p:cNvSpPr txBox="1"/>
          <p:nvPr/>
        </p:nvSpPr>
        <p:spPr>
          <a:xfrm>
            <a:off x="4217227" y="4928347"/>
            <a:ext cx="569373"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NVIDIA</a:t>
            </a:r>
          </a:p>
        </p:txBody>
      </p:sp>
      <p:sp>
        <p:nvSpPr>
          <p:cNvPr id="69" name="TextBox 68">
            <a:extLst>
              <a:ext uri="{FF2B5EF4-FFF2-40B4-BE49-F238E27FC236}">
                <a16:creationId xmlns:a16="http://schemas.microsoft.com/office/drawing/2014/main" id="{80B1A7EA-CD3B-8DEC-2A99-7E5C9FB6BAEC}"/>
              </a:ext>
            </a:extLst>
          </p:cNvPr>
          <p:cNvSpPr txBox="1"/>
          <p:nvPr/>
        </p:nvSpPr>
        <p:spPr>
          <a:xfrm>
            <a:off x="5053561" y="4910864"/>
            <a:ext cx="544423"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err="1">
                <a:ln>
                  <a:noFill/>
                </a:ln>
                <a:solidFill>
                  <a:srgbClr val="FFFFFF"/>
                </a:solidFill>
                <a:effectLst/>
                <a:uLnTx/>
                <a:uFillTx/>
                <a:latin typeface="Segoe UI" panose="020B0502040204020203" pitchFamily="34" charset="0"/>
                <a:ea typeface="+mn-ea"/>
                <a:cs typeface="+mn-cs"/>
              </a:rPr>
              <a:t>Nixtla</a:t>
            </a:r>
            <a:endPar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58" name="TextBox 57">
            <a:extLst>
              <a:ext uri="{FF2B5EF4-FFF2-40B4-BE49-F238E27FC236}">
                <a16:creationId xmlns:a16="http://schemas.microsoft.com/office/drawing/2014/main" id="{1AFDE42D-33BE-9E18-B8C2-DDCFB94B7004}"/>
              </a:ext>
            </a:extLst>
          </p:cNvPr>
          <p:cNvSpPr txBox="1"/>
          <p:nvPr/>
        </p:nvSpPr>
        <p:spPr>
          <a:xfrm>
            <a:off x="5749442" y="4928397"/>
            <a:ext cx="693116"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Databricks</a:t>
            </a:r>
          </a:p>
        </p:txBody>
      </p:sp>
      <p:pic>
        <p:nvPicPr>
          <p:cNvPr id="13" name="Picture 12">
            <a:extLst>
              <a:ext uri="{FF2B5EF4-FFF2-40B4-BE49-F238E27FC236}">
                <a16:creationId xmlns:a16="http://schemas.microsoft.com/office/drawing/2014/main" id="{22FE4187-F158-615E-F6F7-3BB3C1EBA38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011192" y="2310467"/>
            <a:ext cx="600075" cy="600075"/>
          </a:xfrm>
          <a:prstGeom prst="rect">
            <a:avLst/>
          </a:prstGeom>
        </p:spPr>
      </p:pic>
      <p:pic>
        <p:nvPicPr>
          <p:cNvPr id="15" name="Picture 14">
            <a:extLst>
              <a:ext uri="{FF2B5EF4-FFF2-40B4-BE49-F238E27FC236}">
                <a16:creationId xmlns:a16="http://schemas.microsoft.com/office/drawing/2014/main" id="{197E618E-8531-A6D7-33DC-400860729E48}"/>
              </a:ext>
              <a:ext uri="{C183D7F6-B498-43B3-948B-1728B52AA6E4}">
                <adec:decorative xmlns:adec="http://schemas.microsoft.com/office/drawing/2017/decorative" val="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649" b="89474" l="9910" r="93694">
                        <a14:foregroundMark x1="93694" y1="28947" x2="92793" y2="28947"/>
                      </a14:backgroundRemoval>
                    </a14:imgEffect>
                  </a14:imgLayer>
                </a14:imgProps>
              </a:ext>
            </a:extLst>
          </a:blip>
          <a:stretch>
            <a:fillRect/>
          </a:stretch>
        </p:blipFill>
        <p:spPr>
          <a:xfrm>
            <a:off x="5977536" y="2327040"/>
            <a:ext cx="584869" cy="566928"/>
          </a:xfrm>
          <a:prstGeom prst="rect">
            <a:avLst/>
          </a:prstGeom>
        </p:spPr>
      </p:pic>
      <p:pic>
        <p:nvPicPr>
          <p:cNvPr id="16" name="Picture 15">
            <a:extLst>
              <a:ext uri="{FF2B5EF4-FFF2-40B4-BE49-F238E27FC236}">
                <a16:creationId xmlns:a16="http://schemas.microsoft.com/office/drawing/2014/main" id="{5D58CB7A-0514-FA56-BA55-50E1CAF911D9}"/>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026118" y="2391048"/>
            <a:ext cx="454060" cy="438912"/>
          </a:xfrm>
          <a:prstGeom prst="rect">
            <a:avLst/>
          </a:prstGeom>
        </p:spPr>
      </p:pic>
      <p:pic>
        <p:nvPicPr>
          <p:cNvPr id="17" name="Graphic 16">
            <a:extLst>
              <a:ext uri="{FF2B5EF4-FFF2-40B4-BE49-F238E27FC236}">
                <a16:creationId xmlns:a16="http://schemas.microsoft.com/office/drawing/2014/main" id="{C2BCCC4A-E7AA-4C2A-E739-60ED6469D86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860614" y="2391048"/>
            <a:ext cx="640906" cy="475488"/>
          </a:xfrm>
          <a:prstGeom prst="rect">
            <a:avLst/>
          </a:prstGeom>
        </p:spPr>
      </p:pic>
      <p:sp>
        <p:nvSpPr>
          <p:cNvPr id="11" name="TextBox 10">
            <a:extLst>
              <a:ext uri="{FF2B5EF4-FFF2-40B4-BE49-F238E27FC236}">
                <a16:creationId xmlns:a16="http://schemas.microsoft.com/office/drawing/2014/main" id="{8E76F4D9-0805-43BF-5CC0-5A6083992DF9}"/>
              </a:ext>
            </a:extLst>
          </p:cNvPr>
          <p:cNvSpPr txBox="1"/>
          <p:nvPr/>
        </p:nvSpPr>
        <p:spPr>
          <a:xfrm>
            <a:off x="6580573" y="4928398"/>
            <a:ext cx="941215"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Sight Machine</a:t>
            </a:r>
          </a:p>
        </p:txBody>
      </p:sp>
      <p:sp>
        <p:nvSpPr>
          <p:cNvPr id="12" name="TextBox 11">
            <a:extLst>
              <a:ext uri="{FF2B5EF4-FFF2-40B4-BE49-F238E27FC236}">
                <a16:creationId xmlns:a16="http://schemas.microsoft.com/office/drawing/2014/main" id="{1C8710CF-8481-3CD0-432E-1FC1D81AEC74}"/>
              </a:ext>
            </a:extLst>
          </p:cNvPr>
          <p:cNvSpPr txBox="1"/>
          <p:nvPr/>
        </p:nvSpPr>
        <p:spPr>
          <a:xfrm>
            <a:off x="7824703" y="4929755"/>
            <a:ext cx="693116"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err="1">
                <a:ln>
                  <a:noFill/>
                </a:ln>
                <a:solidFill>
                  <a:srgbClr val="FFFFFF"/>
                </a:solidFill>
                <a:effectLst/>
                <a:uLnTx/>
                <a:uFillTx/>
                <a:latin typeface="Segoe UI" panose="020B0502040204020203" pitchFamily="34" charset="0"/>
                <a:ea typeface="+mn-ea"/>
                <a:cs typeface="+mn-cs"/>
              </a:rPr>
              <a:t>Saifr</a:t>
            </a:r>
            <a:endPar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endParaRPr>
          </a:p>
        </p:txBody>
      </p:sp>
      <p:sp>
        <p:nvSpPr>
          <p:cNvPr id="14" name="TextBox 13">
            <a:extLst>
              <a:ext uri="{FF2B5EF4-FFF2-40B4-BE49-F238E27FC236}">
                <a16:creationId xmlns:a16="http://schemas.microsoft.com/office/drawing/2014/main" id="{D6B34EB5-DCCF-746A-2373-0309896097F8}"/>
              </a:ext>
            </a:extLst>
          </p:cNvPr>
          <p:cNvSpPr txBox="1"/>
          <p:nvPr/>
        </p:nvSpPr>
        <p:spPr>
          <a:xfrm>
            <a:off x="8697525" y="4929755"/>
            <a:ext cx="693116"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Bayer</a:t>
            </a:r>
          </a:p>
        </p:txBody>
      </p:sp>
      <p:sp>
        <p:nvSpPr>
          <p:cNvPr id="24" name="TextBox 23">
            <a:extLst>
              <a:ext uri="{FF2B5EF4-FFF2-40B4-BE49-F238E27FC236}">
                <a16:creationId xmlns:a16="http://schemas.microsoft.com/office/drawing/2014/main" id="{8659CECE-2BF1-B1B4-1C44-734F73FB8341}"/>
              </a:ext>
            </a:extLst>
          </p:cNvPr>
          <p:cNvSpPr txBox="1"/>
          <p:nvPr/>
        </p:nvSpPr>
        <p:spPr>
          <a:xfrm>
            <a:off x="9447472" y="4929754"/>
            <a:ext cx="1406674"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Rockwell Automation</a:t>
            </a:r>
          </a:p>
        </p:txBody>
      </p:sp>
      <p:sp>
        <p:nvSpPr>
          <p:cNvPr id="25" name="TextBox 24">
            <a:extLst>
              <a:ext uri="{FF2B5EF4-FFF2-40B4-BE49-F238E27FC236}">
                <a16:creationId xmlns:a16="http://schemas.microsoft.com/office/drawing/2014/main" id="{68C11B0C-A1AA-445B-8ABE-ED9655A674AE}"/>
              </a:ext>
            </a:extLst>
          </p:cNvPr>
          <p:cNvSpPr txBox="1"/>
          <p:nvPr/>
        </p:nvSpPr>
        <p:spPr>
          <a:xfrm>
            <a:off x="10918161" y="4910864"/>
            <a:ext cx="693116" cy="161583"/>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latin typeface="Segoe UI" panose="020B0502040204020203" pitchFamily="34" charset="0"/>
                <a:ea typeface="+mn-ea"/>
                <a:cs typeface="+mn-cs"/>
              </a:rPr>
              <a:t>Paige</a:t>
            </a:r>
          </a:p>
        </p:txBody>
      </p:sp>
      <p:pic>
        <p:nvPicPr>
          <p:cNvPr id="19" name="Picture 2">
            <a:extLst>
              <a:ext uri="{FF2B5EF4-FFF2-40B4-BE49-F238E27FC236}">
                <a16:creationId xmlns:a16="http://schemas.microsoft.com/office/drawing/2014/main" id="{10D257CD-513F-BBED-372F-10DFD44F802C}"/>
              </a:ext>
              <a:ext uri="{C183D7F6-B498-43B3-948B-1728B52AA6E4}">
                <adec:decorative xmlns:adec="http://schemas.microsoft.com/office/drawing/2017/decorative" val="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93561" y="2350373"/>
            <a:ext cx="520262" cy="520262"/>
          </a:xfrm>
          <a:prstGeom prst="rect">
            <a:avLst/>
          </a:prstGeom>
          <a:noFill/>
          <a:extLst>
            <a:ext uri="{909E8E84-426E-40DD-AFC4-6F175D3DCCD1}">
              <a14:hiddenFill xmlns:a14="http://schemas.microsoft.com/office/drawing/2010/main">
                <a:solidFill>
                  <a:srgbClr val="FFFFFF"/>
                </a:solidFill>
              </a14:hiddenFill>
            </a:ext>
          </a:extLst>
        </p:spPr>
      </p:pic>
      <p:pic>
        <p:nvPicPr>
          <p:cNvPr id="55" name="Graphic 54">
            <a:extLst>
              <a:ext uri="{FF2B5EF4-FFF2-40B4-BE49-F238E27FC236}">
                <a16:creationId xmlns:a16="http://schemas.microsoft.com/office/drawing/2014/main" id="{F5827B36-2521-B4D8-67F3-4284EF8D5BB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rcRect t="1" r="80033" b="2005"/>
          <a:stretch>
            <a:fillRect/>
          </a:stretch>
        </p:blipFill>
        <p:spPr>
          <a:xfrm>
            <a:off x="8872644" y="2395060"/>
            <a:ext cx="517997" cy="430888"/>
          </a:xfrm>
          <a:prstGeom prst="rect">
            <a:avLst/>
          </a:prstGeom>
        </p:spPr>
      </p:pic>
      <p:pic>
        <p:nvPicPr>
          <p:cNvPr id="73" name="Picture 72">
            <a:extLst>
              <a:ext uri="{FF2B5EF4-FFF2-40B4-BE49-F238E27FC236}">
                <a16:creationId xmlns:a16="http://schemas.microsoft.com/office/drawing/2014/main" id="{057BDA4B-6481-8D72-F707-B11E5BCC1609}"/>
              </a:ext>
              <a:ext uri="{C183D7F6-B498-43B3-948B-1728B52AA6E4}">
                <adec:decorative xmlns:adec="http://schemas.microsoft.com/office/drawing/2017/decorative" val="1"/>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artisticPaintStrokes/>
                    </a14:imgEffect>
                  </a14:imgLayer>
                </a14:imgProps>
              </a:ext>
              <a:ext uri="{28A0092B-C50C-407E-A947-70E740481C1C}">
                <a14:useLocalDpi xmlns:a14="http://schemas.microsoft.com/office/drawing/2010/main" val="0"/>
              </a:ext>
            </a:extLst>
          </a:blip>
          <a:srcRect/>
          <a:stretch>
            <a:fillRect/>
          </a:stretch>
        </p:blipFill>
        <p:spPr bwMode="auto">
          <a:xfrm>
            <a:off x="7943891" y="2391048"/>
            <a:ext cx="465040" cy="438912"/>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a:extLst>
              <a:ext uri="{FF2B5EF4-FFF2-40B4-BE49-F238E27FC236}">
                <a16:creationId xmlns:a16="http://schemas.microsoft.com/office/drawing/2014/main" id="{F74C4C8C-F6AB-D695-EDFD-F0E91C4E1851}"/>
              </a:ext>
              <a:ext uri="{C183D7F6-B498-43B3-948B-1728B52AA6E4}">
                <adec:decorative xmlns:adec="http://schemas.microsoft.com/office/drawing/2017/decorative" val="1"/>
              </a:ext>
            </a:extLst>
          </p:cNvPr>
          <p:cNvPicPr>
            <a:picLocks noChangeAspect="1" noChangeArrowheads="1"/>
          </p:cNvPicPr>
          <p:nvPr/>
        </p:nvPicPr>
        <p:blipFill>
          <a:blip r:embed="rId13" cstate="print">
            <a:lum bright="70000" contrast="-70000"/>
            <a:extLst>
              <a:ext uri="{28A0092B-C50C-407E-A947-70E740481C1C}">
                <a14:useLocalDpi xmlns:a14="http://schemas.microsoft.com/office/drawing/2010/main" val="0"/>
              </a:ext>
            </a:extLst>
          </a:blip>
          <a:srcRect/>
          <a:stretch>
            <a:fillRect/>
          </a:stretch>
        </p:blipFill>
        <p:spPr bwMode="auto">
          <a:xfrm>
            <a:off x="9854354" y="2354472"/>
            <a:ext cx="542545" cy="512064"/>
          </a:xfrm>
          <a:prstGeom prst="rect">
            <a:avLst/>
          </a:prstGeom>
          <a:noFill/>
          <a:extLst>
            <a:ext uri="{909E8E84-426E-40DD-AFC4-6F175D3DCCD1}">
              <a14:hiddenFill xmlns:a14="http://schemas.microsoft.com/office/drawing/2010/main">
                <a:solidFill>
                  <a:srgbClr val="FFFFFF"/>
                </a:solidFill>
              </a14:hiddenFill>
            </a:ext>
          </a:extLst>
        </p:spPr>
      </p:pic>
      <p:sp>
        <p:nvSpPr>
          <p:cNvPr id="46" name="Freeform 45">
            <a:extLst>
              <a:ext uri="{FF2B5EF4-FFF2-40B4-BE49-F238E27FC236}">
                <a16:creationId xmlns:a16="http://schemas.microsoft.com/office/drawing/2014/main" id="{CA598D06-9E55-4DF9-6A0B-8FC326FA0B1A}"/>
              </a:ext>
              <a:ext uri="{C183D7F6-B498-43B3-948B-1728B52AA6E4}">
                <adec:decorative xmlns:adec="http://schemas.microsoft.com/office/drawing/2017/decorative" val="1"/>
              </a:ext>
            </a:extLst>
          </p:cNvPr>
          <p:cNvSpPr>
            <a:spLocks/>
          </p:cNvSpPr>
          <p:nvPr/>
        </p:nvSpPr>
        <p:spPr bwMode="auto">
          <a:xfrm>
            <a:off x="2893512" y="2096759"/>
            <a:ext cx="8966397" cy="1776872"/>
          </a:xfrm>
          <a:custGeom>
            <a:avLst/>
            <a:gdLst>
              <a:gd name="csX0" fmla="*/ 0 w 7570828"/>
              <a:gd name="csY0" fmla="*/ 0 h 1776872"/>
              <a:gd name="csX1" fmla="*/ 7570828 w 7570828"/>
              <a:gd name="csY1" fmla="*/ 0 h 1776872"/>
              <a:gd name="csX2" fmla="*/ 7570828 w 7570828"/>
              <a:gd name="csY2" fmla="*/ 888436 h 1776872"/>
              <a:gd name="csX3" fmla="*/ 7570828 w 7570828"/>
              <a:gd name="csY3" fmla="*/ 1776872 h 1776872"/>
              <a:gd name="csX4" fmla="*/ 0 w 7570828"/>
              <a:gd name="csY4" fmla="*/ 1776872 h 1776872"/>
              <a:gd name="csX5" fmla="*/ 0 w 7570828"/>
              <a:gd name="csY5" fmla="*/ 888436 h 1776872"/>
            </a:gdLst>
            <a:ahLst/>
            <a:cxnLst>
              <a:cxn ang="0">
                <a:pos x="csX0" y="csY0"/>
              </a:cxn>
              <a:cxn ang="0">
                <a:pos x="csX1" y="csY1"/>
              </a:cxn>
              <a:cxn ang="0">
                <a:pos x="csX2" y="csY2"/>
              </a:cxn>
              <a:cxn ang="0">
                <a:pos x="csX3" y="csY3"/>
              </a:cxn>
              <a:cxn ang="0">
                <a:pos x="csX4" y="csY4"/>
              </a:cxn>
              <a:cxn ang="0">
                <a:pos x="csX5" y="csY5"/>
              </a:cxn>
            </a:cxnLst>
            <a:rect l="l" t="t" r="r" b="b"/>
            <a:pathLst>
              <a:path w="7570828" h="1776872">
                <a:moveTo>
                  <a:pt x="0" y="0"/>
                </a:moveTo>
                <a:lnTo>
                  <a:pt x="7570828" y="0"/>
                </a:lnTo>
                <a:lnTo>
                  <a:pt x="7570828" y="888436"/>
                </a:lnTo>
                <a:lnTo>
                  <a:pt x="7570828" y="1776872"/>
                </a:lnTo>
                <a:lnTo>
                  <a:pt x="0" y="1776872"/>
                </a:lnTo>
                <a:lnTo>
                  <a:pt x="0" y="888436"/>
                </a:lnTo>
                <a:close/>
              </a:path>
            </a:pathLst>
          </a:custGeom>
          <a:noFill/>
          <a:ln w="12700">
            <a:solidFill>
              <a:srgbClr val="36AA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47" name="Freeform 46">
            <a:extLst>
              <a:ext uri="{FF2B5EF4-FFF2-40B4-BE49-F238E27FC236}">
                <a16:creationId xmlns:a16="http://schemas.microsoft.com/office/drawing/2014/main" id="{C758BCBE-A090-31BB-C7D9-13552DA9B6A7}"/>
              </a:ext>
              <a:ext uri="{C183D7F6-B498-43B3-948B-1728B52AA6E4}">
                <adec:decorative xmlns:adec="http://schemas.microsoft.com/office/drawing/2017/decorative" val="1"/>
              </a:ext>
            </a:extLst>
          </p:cNvPr>
          <p:cNvSpPr>
            <a:spLocks/>
          </p:cNvSpPr>
          <p:nvPr/>
        </p:nvSpPr>
        <p:spPr bwMode="auto">
          <a:xfrm>
            <a:off x="2893512" y="3870762"/>
            <a:ext cx="8966397" cy="1779741"/>
          </a:xfrm>
          <a:custGeom>
            <a:avLst/>
            <a:gdLst>
              <a:gd name="csX0" fmla="*/ 0 w 7570828"/>
              <a:gd name="csY0" fmla="*/ 0 h 1776872"/>
              <a:gd name="csX1" fmla="*/ 7570828 w 7570828"/>
              <a:gd name="csY1" fmla="*/ 0 h 1776872"/>
              <a:gd name="csX2" fmla="*/ 7570828 w 7570828"/>
              <a:gd name="csY2" fmla="*/ 888436 h 1776872"/>
              <a:gd name="csX3" fmla="*/ 7570828 w 7570828"/>
              <a:gd name="csY3" fmla="*/ 1776872 h 1776872"/>
              <a:gd name="csX4" fmla="*/ 0 w 7570828"/>
              <a:gd name="csY4" fmla="*/ 1776872 h 1776872"/>
              <a:gd name="csX5" fmla="*/ 0 w 7570828"/>
              <a:gd name="csY5" fmla="*/ 888436 h 1776872"/>
            </a:gdLst>
            <a:ahLst/>
            <a:cxnLst>
              <a:cxn ang="0">
                <a:pos x="csX0" y="csY0"/>
              </a:cxn>
              <a:cxn ang="0">
                <a:pos x="csX1" y="csY1"/>
              </a:cxn>
              <a:cxn ang="0">
                <a:pos x="csX2" y="csY2"/>
              </a:cxn>
              <a:cxn ang="0">
                <a:pos x="csX3" y="csY3"/>
              </a:cxn>
              <a:cxn ang="0">
                <a:pos x="csX4" y="csY4"/>
              </a:cxn>
              <a:cxn ang="0">
                <a:pos x="csX5" y="csY5"/>
              </a:cxn>
            </a:cxnLst>
            <a:rect l="l" t="t" r="r" b="b"/>
            <a:pathLst>
              <a:path w="7570828" h="1776872">
                <a:moveTo>
                  <a:pt x="0" y="0"/>
                </a:moveTo>
                <a:lnTo>
                  <a:pt x="7570828" y="0"/>
                </a:lnTo>
                <a:lnTo>
                  <a:pt x="7570828" y="888436"/>
                </a:lnTo>
                <a:lnTo>
                  <a:pt x="7570828" y="1776872"/>
                </a:lnTo>
                <a:lnTo>
                  <a:pt x="0" y="1776872"/>
                </a:lnTo>
                <a:lnTo>
                  <a:pt x="0" y="888436"/>
                </a:lnTo>
                <a:close/>
              </a:path>
            </a:pathLst>
          </a:custGeom>
          <a:noFill/>
          <a:ln w="12700">
            <a:solidFill>
              <a:srgbClr val="36AA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A"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pic>
        <p:nvPicPr>
          <p:cNvPr id="42" name="Picture 14">
            <a:extLst>
              <a:ext uri="{FF2B5EF4-FFF2-40B4-BE49-F238E27FC236}">
                <a16:creationId xmlns:a16="http://schemas.microsoft.com/office/drawing/2014/main" id="{F6DFB4B6-74A3-C33E-9427-93190D2B65F6}"/>
              </a:ext>
              <a:ext uri="{C183D7F6-B498-43B3-948B-1728B52AA6E4}">
                <adec:decorative xmlns:adec="http://schemas.microsoft.com/office/drawing/2017/decorative" val="1"/>
              </a:ext>
            </a:extLst>
          </p:cNvPr>
          <p:cNvPicPr>
            <a:picLocks noChangeAspect="1" noChangeArrowheads="1"/>
          </p:cNvPicPr>
          <p:nvPr/>
        </p:nvPicPr>
        <p:blipFill>
          <a:blip r:embed="rId14" cstate="screen">
            <a:clrChange>
              <a:clrFrom>
                <a:srgbClr val="FFFFFF"/>
              </a:clrFrom>
              <a:clrTo>
                <a:srgbClr val="FFFFFF">
                  <a:alpha val="0"/>
                </a:srgbClr>
              </a:clrTo>
            </a:clrChange>
            <a:lum bright="70000" contrast="-70000"/>
            <a:extLst>
              <a:ext uri="{28A0092B-C50C-407E-A947-70E740481C1C}">
                <a14:useLocalDpi xmlns:a14="http://schemas.microsoft.com/office/drawing/2010/main"/>
              </a:ext>
            </a:extLst>
          </a:blip>
          <a:srcRect/>
          <a:stretch>
            <a:fillRect/>
          </a:stretch>
        </p:blipFill>
        <p:spPr bwMode="auto">
          <a:xfrm>
            <a:off x="6545824" y="4522336"/>
            <a:ext cx="828813" cy="235879"/>
          </a:xfrm>
          <a:prstGeom prst="rect">
            <a:avLst/>
          </a:prstGeom>
          <a:noFill/>
          <a:extLst>
            <a:ext uri="{909E8E84-426E-40DD-AFC4-6F175D3DCCD1}">
              <a14:hiddenFill xmlns:a14="http://schemas.microsoft.com/office/drawing/2010/main">
                <a:solidFill>
                  <a:srgbClr val="FFFFFF"/>
                </a:solidFill>
              </a14:hiddenFill>
            </a:ext>
          </a:extLst>
        </p:spPr>
      </p:pic>
      <p:pic>
        <p:nvPicPr>
          <p:cNvPr id="61" name="Graphic 60">
            <a:extLst>
              <a:ext uri="{FF2B5EF4-FFF2-40B4-BE49-F238E27FC236}">
                <a16:creationId xmlns:a16="http://schemas.microsoft.com/office/drawing/2014/main" id="{7C41740F-78E0-3510-2E63-D1AD12A1AB8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323223" y="4509933"/>
            <a:ext cx="274002" cy="181007"/>
          </a:xfrm>
          <a:prstGeom prst="rect">
            <a:avLst/>
          </a:prstGeom>
        </p:spPr>
      </p:pic>
      <p:pic>
        <p:nvPicPr>
          <p:cNvPr id="63" name="Picture 2">
            <a:extLst>
              <a:ext uri="{FF2B5EF4-FFF2-40B4-BE49-F238E27FC236}">
                <a16:creationId xmlns:a16="http://schemas.microsoft.com/office/drawing/2014/main" id="{4E275738-13CA-3380-AFC8-68700F5D45EF}"/>
              </a:ext>
              <a:ext uri="{C183D7F6-B498-43B3-948B-1728B52AA6E4}">
                <adec:decorative xmlns:adec="http://schemas.microsoft.com/office/drawing/2017/decorative" val="1"/>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l="10477" t="36119" r="75600" b="36385"/>
          <a:stretch/>
        </p:blipFill>
        <p:spPr bwMode="auto">
          <a:xfrm>
            <a:off x="5885347" y="4503661"/>
            <a:ext cx="347302" cy="285756"/>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66285ED7-3D31-61C2-8DFF-B5D281A3ECF8}"/>
              </a:ext>
              <a:ext uri="{C183D7F6-B498-43B3-948B-1728B52AA6E4}">
                <adec:decorative xmlns:adec="http://schemas.microsoft.com/office/drawing/2017/decorative" val="1"/>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7637708" y="4499915"/>
            <a:ext cx="874595" cy="268198"/>
          </a:xfrm>
          <a:prstGeom prst="rect">
            <a:avLst/>
          </a:prstGeom>
        </p:spPr>
      </p:pic>
      <p:pic>
        <p:nvPicPr>
          <p:cNvPr id="71" name="Graphic 70">
            <a:extLst>
              <a:ext uri="{FF2B5EF4-FFF2-40B4-BE49-F238E27FC236}">
                <a16:creationId xmlns:a16="http://schemas.microsoft.com/office/drawing/2014/main" id="{3EEFE612-2D30-ADA5-86A2-AED901ACE66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414163" y="4473465"/>
            <a:ext cx="274001" cy="273155"/>
          </a:xfrm>
          <a:prstGeom prst="rect">
            <a:avLst/>
          </a:prstGeom>
        </p:spPr>
      </p:pic>
      <p:pic>
        <p:nvPicPr>
          <p:cNvPr id="75" name="Picture 74">
            <a:extLst>
              <a:ext uri="{FF2B5EF4-FFF2-40B4-BE49-F238E27FC236}">
                <a16:creationId xmlns:a16="http://schemas.microsoft.com/office/drawing/2014/main" id="{78195BBC-5386-4939-44F5-473EDDFD973B}"/>
              </a:ext>
              <a:ext uri="{C183D7F6-B498-43B3-948B-1728B52AA6E4}">
                <adec:decorative xmlns:adec="http://schemas.microsoft.com/office/drawing/2017/decorative" val="1"/>
              </a:ext>
            </a:extLst>
          </p:cNvPr>
          <p:cNvPicPr>
            <a:picLocks noChangeAspect="1"/>
          </p:cNvPicPr>
          <p:nvPr/>
        </p:nvPicPr>
        <p:blipFill>
          <a:blip r:embed="rId19" cstate="print">
            <a:extLst>
              <a:ext uri="{28A0092B-C50C-407E-A947-70E740481C1C}">
                <a14:useLocalDpi xmlns:a14="http://schemas.microsoft.com/office/drawing/2010/main" val="0"/>
              </a:ext>
            </a:extLst>
          </a:blip>
          <a:srcRect l="20972" r="21125"/>
          <a:stretch>
            <a:fillRect/>
          </a:stretch>
        </p:blipFill>
        <p:spPr>
          <a:xfrm>
            <a:off x="8850530" y="4453566"/>
            <a:ext cx="373000" cy="360894"/>
          </a:xfrm>
          <a:prstGeom prst="rect">
            <a:avLst/>
          </a:prstGeom>
        </p:spPr>
      </p:pic>
      <p:pic>
        <p:nvPicPr>
          <p:cNvPr id="76" name="Picture 75">
            <a:extLst>
              <a:ext uri="{FF2B5EF4-FFF2-40B4-BE49-F238E27FC236}">
                <a16:creationId xmlns:a16="http://schemas.microsoft.com/office/drawing/2014/main" id="{0BDC8A74-EA71-6FB0-2DFC-A8F5AADEED44}"/>
              </a:ext>
              <a:ext uri="{C183D7F6-B498-43B3-948B-1728B52AA6E4}">
                <adec:decorative xmlns:adec="http://schemas.microsoft.com/office/drawing/2017/decorative" val="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524179" y="4522573"/>
            <a:ext cx="1008461" cy="235408"/>
          </a:xfrm>
          <a:prstGeom prst="rect">
            <a:avLst/>
          </a:prstGeom>
        </p:spPr>
      </p:pic>
      <p:pic>
        <p:nvPicPr>
          <p:cNvPr id="77" name="Picture 76">
            <a:extLst>
              <a:ext uri="{FF2B5EF4-FFF2-40B4-BE49-F238E27FC236}">
                <a16:creationId xmlns:a16="http://schemas.microsoft.com/office/drawing/2014/main" id="{B8498A79-2926-BF8F-EC39-9C14548BAB93}"/>
              </a:ext>
              <a:ext uri="{C183D7F6-B498-43B3-948B-1728B52AA6E4}">
                <adec:decorative xmlns:adec="http://schemas.microsoft.com/office/drawing/2017/decorative" val="1"/>
              </a:ext>
            </a:extLst>
          </p:cNvPr>
          <p:cNvPicPr>
            <a:picLocks noChangeAspect="1"/>
          </p:cNvPicPr>
          <p:nvPr/>
        </p:nvPicPr>
        <p:blipFill>
          <a:blip r:embed="rId21" cstate="screen">
            <a:lum bright="70000" contrast="-70000"/>
            <a:extLst>
              <a:ext uri="{28A0092B-C50C-407E-A947-70E740481C1C}">
                <a14:useLocalDpi xmlns:a14="http://schemas.microsoft.com/office/drawing/2010/main"/>
              </a:ext>
            </a:extLst>
          </a:blip>
          <a:stretch>
            <a:fillRect/>
          </a:stretch>
        </p:blipFill>
        <p:spPr>
          <a:xfrm>
            <a:off x="10833288" y="4528446"/>
            <a:ext cx="730383" cy="223662"/>
          </a:xfrm>
          <a:prstGeom prst="rect">
            <a:avLst/>
          </a:prstGeom>
        </p:spPr>
      </p:pic>
      <p:pic>
        <p:nvPicPr>
          <p:cNvPr id="78" name="Picture 2">
            <a:extLst>
              <a:ext uri="{FF2B5EF4-FFF2-40B4-BE49-F238E27FC236}">
                <a16:creationId xmlns:a16="http://schemas.microsoft.com/office/drawing/2014/main" id="{B4BB8AA5-591B-EC5F-1528-24B53736A537}"/>
              </a:ext>
              <a:ext uri="{C183D7F6-B498-43B3-948B-1728B52AA6E4}">
                <adec:decorative xmlns:adec="http://schemas.microsoft.com/office/drawing/2017/decorative" val="1"/>
              </a:ext>
            </a:extLst>
          </p:cNvPr>
          <p:cNvPicPr>
            <a:picLocks noChangeAspect="1" noChangeArrowheads="1"/>
          </p:cNvPicPr>
          <p:nvPr/>
        </p:nvPicPr>
        <p:blipFill rotWithShape="1">
          <a:blip r:embed="rId22" cstate="screen">
            <a:clrChange>
              <a:clrFrom>
                <a:srgbClr val="F8F8F8"/>
              </a:clrFrom>
              <a:clrTo>
                <a:srgbClr val="F8F8F8">
                  <a:alpha val="0"/>
                </a:srgbClr>
              </a:clrTo>
            </a:clrChange>
            <a:lum bright="70000" contrast="-70000"/>
            <a:extLst>
              <a:ext uri="{28A0092B-C50C-407E-A947-70E740481C1C}">
                <a14:useLocalDpi xmlns:a14="http://schemas.microsoft.com/office/drawing/2010/main"/>
              </a:ext>
            </a:extLst>
          </a:blip>
          <a:srcRect l="14476" t="24955" r="14476" b="24955"/>
          <a:stretch/>
        </p:blipFill>
        <p:spPr bwMode="auto">
          <a:xfrm>
            <a:off x="5123114" y="4504144"/>
            <a:ext cx="355113" cy="23468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3F9AFFF-8F49-1D5F-4E16-241664717C89}"/>
              </a:ext>
              <a:ext uri="{C183D7F6-B498-43B3-948B-1728B52AA6E4}">
                <adec:decorative xmlns:adec="http://schemas.microsoft.com/office/drawing/2017/decorative" val="1"/>
              </a:ext>
            </a:extLst>
          </p:cNvPr>
          <p:cNvPicPr>
            <a:picLocks noChangeAspect="1"/>
          </p:cNvPicPr>
          <p:nvPr/>
        </p:nvPicPr>
        <p:blipFill>
          <a:blip r:embed="rId23"/>
          <a:stretch>
            <a:fillRect/>
          </a:stretch>
        </p:blipFill>
        <p:spPr>
          <a:xfrm>
            <a:off x="3196086" y="2422855"/>
            <a:ext cx="375298" cy="375298"/>
          </a:xfrm>
          <a:prstGeom prst="rect">
            <a:avLst/>
          </a:prstGeom>
        </p:spPr>
      </p:pic>
    </p:spTree>
    <p:extLst>
      <p:ext uri="{BB962C8B-B14F-4D97-AF65-F5344CB8AC3E}">
        <p14:creationId xmlns:p14="http://schemas.microsoft.com/office/powerpoint/2010/main" val="29433147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C5003-5CE9-2C64-0AF7-93C62420E9B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D3FBDF3-EA12-B193-1F7F-B838C7392C53}"/>
              </a:ext>
            </a:extLst>
          </p:cNvPr>
          <p:cNvSpPr>
            <a:spLocks noGrp="1"/>
          </p:cNvSpPr>
          <p:nvPr>
            <p:ph type="title"/>
          </p:nvPr>
        </p:nvSpPr>
        <p:spPr>
          <a:xfrm>
            <a:off x="588263" y="457200"/>
            <a:ext cx="11018520" cy="553998"/>
          </a:xfrm>
        </p:spPr>
        <p:txBody>
          <a:bodyPr anchor="t" anchorCtr="0"/>
          <a:lstStyle/>
          <a:p>
            <a:pPr algn="ctr"/>
            <a:r>
              <a:rPr lang="en-US" spc="0">
                <a:ln>
                  <a:noFill/>
                </a:ln>
                <a:cs typeface="Segoe UI Semibold"/>
              </a:rPr>
              <a:t>Benchmarking in Foundry Models</a:t>
            </a:r>
          </a:p>
        </p:txBody>
      </p:sp>
      <p:sp>
        <p:nvSpPr>
          <p:cNvPr id="6" name="Rectangle: Rounded Corners 10">
            <a:extLst>
              <a:ext uri="{FF2B5EF4-FFF2-40B4-BE49-F238E27FC236}">
                <a16:creationId xmlns:a16="http://schemas.microsoft.com/office/drawing/2014/main" id="{D9F99A7B-39A8-0752-BA74-49C9043E9733}"/>
              </a:ext>
            </a:extLst>
          </p:cNvPr>
          <p:cNvSpPr/>
          <p:nvPr/>
        </p:nvSpPr>
        <p:spPr>
          <a:xfrm>
            <a:off x="584200" y="1042416"/>
            <a:ext cx="11025187" cy="803438"/>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w="3175">
                  <a:noFill/>
                </a:ln>
                <a:solidFill>
                  <a:srgbClr val="998CE4"/>
                </a:solidFill>
                <a:effectLst/>
                <a:uLnTx/>
                <a:uFillTx/>
                <a:latin typeface="Segoe UI Variable Display Semib" pitchFamily="2" charset="0"/>
                <a:ea typeface="+mn-ea"/>
                <a:cs typeface="Segoe UI" pitchFamily="34" charset="0"/>
              </a:rPr>
              <a:t>Simplify model selection – r</a:t>
            </a:r>
            <a:r>
              <a:rPr kumimoji="0" lang="en-US" sz="2400" b="1" i="0" u="none" strike="noStrike" kern="1200" cap="none" spc="0" normalizeH="0" baseline="0" noProof="0" err="1">
                <a:ln w="3175">
                  <a:noFill/>
                </a:ln>
                <a:solidFill>
                  <a:srgbClr val="998CE4"/>
                </a:solidFill>
                <a:effectLst/>
                <a:uLnTx/>
                <a:uFillTx/>
                <a:latin typeface="Segoe UI Variable Display Semib" pitchFamily="2" charset="0"/>
                <a:ea typeface="+mn-ea"/>
                <a:cs typeface="Segoe UI" pitchFamily="34" charset="0"/>
              </a:rPr>
              <a:t>eview</a:t>
            </a:r>
            <a:r>
              <a:rPr kumimoji="0" lang="en-US" sz="2400" b="1" i="0" u="none" strike="noStrike" kern="1200" cap="none" spc="0" normalizeH="0" baseline="0" noProof="0">
                <a:ln w="3175">
                  <a:noFill/>
                </a:ln>
                <a:solidFill>
                  <a:srgbClr val="998CE4"/>
                </a:solidFill>
                <a:effectLst/>
                <a:uLnTx/>
                <a:uFillTx/>
                <a:latin typeface="Segoe UI Variable Display Semib" pitchFamily="2" charset="0"/>
                <a:ea typeface="+mn-ea"/>
                <a:cs typeface="Segoe UI" pitchFamily="34" charset="0"/>
              </a:rPr>
              <a:t> and compare the performance of AI models</a:t>
            </a:r>
          </a:p>
        </p:txBody>
      </p:sp>
      <p:pic>
        <p:nvPicPr>
          <p:cNvPr id="7" name="Picture 6" descr="Screenshot of Azure AI Foundry">
            <a:extLst>
              <a:ext uri="{FF2B5EF4-FFF2-40B4-BE49-F238E27FC236}">
                <a16:creationId xmlns:a16="http://schemas.microsoft.com/office/drawing/2014/main" id="{3938691F-B5B5-DF91-0377-7457FC1A95E9}"/>
              </a:ext>
            </a:extLst>
          </p:cNvPr>
          <p:cNvPicPr>
            <a:picLocks noChangeAspect="1"/>
          </p:cNvPicPr>
          <p:nvPr/>
        </p:nvPicPr>
        <p:blipFill>
          <a:blip r:embed="rId4"/>
          <a:stretch>
            <a:fillRect/>
          </a:stretch>
        </p:blipFill>
        <p:spPr>
          <a:xfrm>
            <a:off x="14235019" y="688032"/>
            <a:ext cx="7679378" cy="4431641"/>
          </a:xfrm>
          <a:prstGeom prst="roundRect">
            <a:avLst>
              <a:gd name="adj" fmla="val 2376"/>
            </a:avLst>
          </a:prstGeom>
          <a:solidFill>
            <a:schemeClr val="bg1"/>
          </a:solidFill>
          <a:ln w="19050">
            <a:noFill/>
            <a:headEnd type="none" w="med" len="med"/>
            <a:tailEnd type="none" w="med" len="med"/>
          </a:ln>
          <a:effectLst>
            <a:outerShdw blurRad="50800" dist="38100" dir="2700000" algn="tl" rotWithShape="0">
              <a:prstClr val="black">
                <a:alpha val="20000"/>
              </a:prstClr>
            </a:outerShdw>
          </a:effectLst>
        </p:spPr>
      </p:pic>
      <p:pic>
        <p:nvPicPr>
          <p:cNvPr id="8" name="Picture 7">
            <a:extLst>
              <a:ext uri="{FF2B5EF4-FFF2-40B4-BE49-F238E27FC236}">
                <a16:creationId xmlns:a16="http://schemas.microsoft.com/office/drawing/2014/main" id="{254E3BDF-A6E6-580E-CCFE-1267F765D9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27584" y="1969405"/>
            <a:ext cx="8136833" cy="4441971"/>
          </a:xfrm>
          <a:prstGeom prst="roundRect">
            <a:avLst>
              <a:gd name="adj" fmla="val 2722"/>
            </a:avLst>
          </a:prstGeom>
          <a:solidFill>
            <a:srgbClr val="1F1F1F"/>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pic>
    </p:spTree>
    <p:custDataLst>
      <p:tags r:id="rId1"/>
    </p:custDataLst>
    <p:extLst>
      <p:ext uri="{BB962C8B-B14F-4D97-AF65-F5344CB8AC3E}">
        <p14:creationId xmlns:p14="http://schemas.microsoft.com/office/powerpoint/2010/main" val="18295577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B5DFA-7DC5-57AD-C738-A0AC80D9CB9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FE1BDDB-FDF0-7CCF-3240-9484ED8D6F8E}"/>
              </a:ext>
            </a:extLst>
          </p:cNvPr>
          <p:cNvSpPr>
            <a:spLocks noGrp="1"/>
          </p:cNvSpPr>
          <p:nvPr>
            <p:ph type="title"/>
          </p:nvPr>
        </p:nvSpPr>
        <p:spPr>
          <a:xfrm>
            <a:off x="588263" y="457200"/>
            <a:ext cx="11018520" cy="553998"/>
          </a:xfrm>
        </p:spPr>
        <p:txBody>
          <a:bodyPr anchor="t" anchorCtr="0"/>
          <a:lstStyle/>
          <a:p>
            <a:pPr algn="ctr"/>
            <a:r>
              <a:rPr lang="en-US" spc="0">
                <a:ln>
                  <a:noFill/>
                </a:ln>
                <a:cs typeface="Segoe UI Semibold"/>
              </a:rPr>
              <a:t>Leaderboard in Foundry Models</a:t>
            </a:r>
          </a:p>
        </p:txBody>
      </p:sp>
      <p:sp>
        <p:nvSpPr>
          <p:cNvPr id="12" name="Rectangle: Rounded Corners 10">
            <a:extLst>
              <a:ext uri="{FF2B5EF4-FFF2-40B4-BE49-F238E27FC236}">
                <a16:creationId xmlns:a16="http://schemas.microsoft.com/office/drawing/2014/main" id="{55B10973-ACED-45F5-9BE9-AEC911FF748C}"/>
              </a:ext>
            </a:extLst>
          </p:cNvPr>
          <p:cNvSpPr/>
          <p:nvPr/>
        </p:nvSpPr>
        <p:spPr>
          <a:xfrm>
            <a:off x="588263" y="1036359"/>
            <a:ext cx="11025187" cy="803438"/>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w="3175">
                  <a:noFill/>
                </a:ln>
                <a:solidFill>
                  <a:srgbClr val="998CE4"/>
                </a:solidFill>
                <a:effectLst/>
                <a:uLnTx/>
                <a:uFillTx/>
                <a:latin typeface="Segoe UI Variable Display Semib" pitchFamily="2" charset="0"/>
                <a:ea typeface="+mn-ea"/>
                <a:cs typeface="Segoe UI" pitchFamily="34" charset="0"/>
              </a:rPr>
              <a:t>Identify top-performing AI models across different categories and tasks</a:t>
            </a:r>
          </a:p>
        </p:txBody>
      </p:sp>
      <p:pic>
        <p:nvPicPr>
          <p:cNvPr id="13" name="Picture 12" descr="Screenshot of Azure AI Foundry">
            <a:extLst>
              <a:ext uri="{FF2B5EF4-FFF2-40B4-BE49-F238E27FC236}">
                <a16:creationId xmlns:a16="http://schemas.microsoft.com/office/drawing/2014/main" id="{847FDE09-ED3E-58AF-7245-040A1772681B}"/>
              </a:ext>
            </a:extLst>
          </p:cNvPr>
          <p:cNvPicPr>
            <a:picLocks noChangeAspect="1"/>
          </p:cNvPicPr>
          <p:nvPr/>
        </p:nvPicPr>
        <p:blipFill>
          <a:blip r:embed="rId4"/>
          <a:stretch>
            <a:fillRect/>
          </a:stretch>
        </p:blipFill>
        <p:spPr>
          <a:xfrm>
            <a:off x="13729301" y="1042220"/>
            <a:ext cx="7687182" cy="4430806"/>
          </a:xfrm>
          <a:prstGeom prst="roundRect">
            <a:avLst>
              <a:gd name="adj" fmla="val 2376"/>
            </a:avLst>
          </a:prstGeom>
          <a:solidFill>
            <a:schemeClr val="bg1"/>
          </a:solidFill>
          <a:ln w="19050">
            <a:noFill/>
            <a:headEnd type="none" w="med" len="med"/>
            <a:tailEnd type="none" w="med" len="med"/>
          </a:ln>
          <a:effectLst>
            <a:outerShdw blurRad="50800" dist="38100" dir="2700000" algn="tl" rotWithShape="0">
              <a:prstClr val="black">
                <a:alpha val="20000"/>
              </a:prstClr>
            </a:outerShdw>
          </a:effectLst>
        </p:spPr>
      </p:pic>
      <p:pic>
        <p:nvPicPr>
          <p:cNvPr id="14" name="Picture 13">
            <a:extLst>
              <a:ext uri="{FF2B5EF4-FFF2-40B4-BE49-F238E27FC236}">
                <a16:creationId xmlns:a16="http://schemas.microsoft.com/office/drawing/2014/main" id="{CEAB90C9-CDAC-948F-9BE3-C9E983AB9D9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05170" y="1839797"/>
            <a:ext cx="8981661" cy="4882758"/>
          </a:xfrm>
          <a:prstGeom prst="rect">
            <a:avLst/>
          </a:prstGeom>
        </p:spPr>
      </p:pic>
    </p:spTree>
    <p:custDataLst>
      <p:tags r:id="rId1"/>
    </p:custDataLst>
    <p:extLst>
      <p:ext uri="{BB962C8B-B14F-4D97-AF65-F5344CB8AC3E}">
        <p14:creationId xmlns:p14="http://schemas.microsoft.com/office/powerpoint/2010/main" val="10637035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A24B-2C7C-D63F-2655-12897B564B0F}"/>
            </a:ext>
          </a:extLst>
        </p:cNvPr>
        <p:cNvGrpSpPr/>
        <p:nvPr/>
      </p:nvGrpSpPr>
      <p:grpSpPr>
        <a:xfrm>
          <a:off x="0" y="0"/>
          <a:ext cx="0" cy="0"/>
          <a:chOff x="0" y="0"/>
          <a:chExt cx="0" cy="0"/>
        </a:xfrm>
      </p:grpSpPr>
      <p:sp>
        <p:nvSpPr>
          <p:cNvPr id="68" name="Title 67">
            <a:extLst>
              <a:ext uri="{FF2B5EF4-FFF2-40B4-BE49-F238E27FC236}">
                <a16:creationId xmlns:a16="http://schemas.microsoft.com/office/drawing/2014/main" id="{D8611A48-2BD4-CB28-5218-B7F5617E16B6}"/>
              </a:ext>
            </a:extLst>
          </p:cNvPr>
          <p:cNvSpPr>
            <a:spLocks noGrp="1"/>
          </p:cNvSpPr>
          <p:nvPr>
            <p:ph type="title" idx="4294967295"/>
          </p:nvPr>
        </p:nvSpPr>
        <p:spPr bwMode="auto">
          <a:xfrm>
            <a:off x="677070" y="1847088"/>
            <a:ext cx="10837860" cy="754374"/>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552583" rtl="0" eaLnBrk="1" fontAlgn="base" latinLnBrk="0" hangingPunct="1">
              <a:lnSpc>
                <a:spcPct val="100000"/>
              </a:lnSpc>
              <a:spcBef>
                <a:spcPct val="0"/>
              </a:spcBef>
              <a:spcAft>
                <a:spcPct val="0"/>
              </a:spcAft>
              <a:buClrTx/>
              <a:buSzTx/>
              <a:buFontTx/>
              <a:buNone/>
              <a:tabLst/>
              <a:defRPr/>
            </a:pPr>
            <a:r>
              <a:rPr kumimoji="0" lang="en-US" sz="4800" b="1" i="0" u="none" strike="noStrike" kern="1200" cap="none" spc="0" normalizeH="0" baseline="0" noProof="0">
                <a:ln>
                  <a:noFill/>
                </a:ln>
                <a:gradFill>
                  <a:gsLst>
                    <a:gs pos="34862">
                      <a:schemeClr val="tx1"/>
                    </a:gs>
                    <a:gs pos="46000">
                      <a:schemeClr val="tx1"/>
                    </a:gs>
                  </a:gsLst>
                  <a:path path="circle">
                    <a:fillToRect l="100000" t="100000"/>
                  </a:path>
                </a:gradFill>
                <a:effectLst/>
                <a:uLnTx/>
                <a:uFillTx/>
                <a:latin typeface="+mn-lt"/>
                <a:ea typeface="+mn-ea"/>
                <a:cs typeface="Segoe UI" pitchFamily="34" charset="0"/>
              </a:rPr>
              <a:t>New Microsoft AI models</a:t>
            </a:r>
          </a:p>
        </p:txBody>
      </p:sp>
      <p:sp>
        <p:nvSpPr>
          <p:cNvPr id="3" name="Freeform: Shape 32">
            <a:extLst>
              <a:ext uri="{FF2B5EF4-FFF2-40B4-BE49-F238E27FC236}">
                <a16:creationId xmlns:a16="http://schemas.microsoft.com/office/drawing/2014/main" id="{FEE60031-041C-7D39-7957-FDF3E93E8860}"/>
              </a:ext>
              <a:ext uri="{C183D7F6-B498-43B3-948B-1728B52AA6E4}">
                <adec:decorative xmlns:adec="http://schemas.microsoft.com/office/drawing/2017/decorative" val="1"/>
              </a:ext>
            </a:extLst>
          </p:cNvPr>
          <p:cNvSpPr/>
          <p:nvPr/>
        </p:nvSpPr>
        <p:spPr>
          <a:xfrm>
            <a:off x="3790788" y="0"/>
            <a:ext cx="4617720" cy="812800"/>
          </a:xfrm>
          <a:custGeom>
            <a:avLst/>
            <a:gdLst>
              <a:gd name="csX0" fmla="*/ 0 w 1436750"/>
              <a:gd name="csY0" fmla="*/ 0 h 1436750"/>
              <a:gd name="csX1" fmla="*/ 1436751 w 1436750"/>
              <a:gd name="csY1" fmla="*/ 0 h 1436750"/>
              <a:gd name="csX2" fmla="*/ 1436751 w 1436750"/>
              <a:gd name="csY2" fmla="*/ 1436751 h 1436750"/>
              <a:gd name="csX3" fmla="*/ 0 w 1436750"/>
              <a:gd name="csY3" fmla="*/ 1436751 h 1436750"/>
              <a:gd name="csX4" fmla="*/ 0 w 1436750"/>
              <a:gd name="csY4" fmla="*/ 0 h 1436750"/>
              <a:gd name="csX5" fmla="*/ 0 w 1436750"/>
              <a:gd name="csY5" fmla="*/ 0 h 1436750"/>
            </a:gdLst>
            <a:ahLst/>
            <a:cxnLst>
              <a:cxn ang="0">
                <a:pos x="csX0" y="csY0"/>
              </a:cxn>
              <a:cxn ang="0">
                <a:pos x="csX1" y="csY1"/>
              </a:cxn>
              <a:cxn ang="0">
                <a:pos x="csX2" y="csY2"/>
              </a:cxn>
              <a:cxn ang="0">
                <a:pos x="csX3" y="csY3"/>
              </a:cxn>
              <a:cxn ang="0">
                <a:pos x="csX4" y="csY4"/>
              </a:cxn>
              <a:cxn ang="0">
                <a:pos x="csX5" y="csY5"/>
              </a:cxn>
            </a:cxnLst>
            <a:rect l="l" t="t" r="r" b="b"/>
            <a:pathLst>
              <a:path w="1436750" h="1436750">
                <a:moveTo>
                  <a:pt x="0" y="0"/>
                </a:moveTo>
                <a:lnTo>
                  <a:pt x="1436751" y="0"/>
                </a:lnTo>
                <a:lnTo>
                  <a:pt x="1436751" y="1436751"/>
                </a:lnTo>
                <a:lnTo>
                  <a:pt x="0" y="1436751"/>
                </a:lnTo>
                <a:lnTo>
                  <a:pt x="0" y="0"/>
                </a:lnTo>
                <a:lnTo>
                  <a:pt x="0" y="0"/>
                </a:lnTo>
                <a:close/>
              </a:path>
            </a:pathLst>
          </a:custGeom>
          <a:solidFill>
            <a:schemeClr val="tx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37" b="0" i="0" u="none" strike="noStrike" kern="1200" cap="none" spc="0" normalizeH="0" baseline="0" noProof="0">
              <a:ln>
                <a:noFill/>
              </a:ln>
              <a:solidFill>
                <a:srgbClr val="FFFFFF"/>
              </a:solidFill>
              <a:effectLst/>
              <a:uLnTx/>
              <a:uFillTx/>
              <a:latin typeface="Segoe UI"/>
              <a:ea typeface="+mn-ea"/>
              <a:cs typeface="+mn-cs"/>
            </a:endParaRPr>
          </a:p>
        </p:txBody>
      </p:sp>
      <p:sp>
        <p:nvSpPr>
          <p:cNvPr id="4" name="Subtitle 13">
            <a:extLst>
              <a:ext uri="{FF2B5EF4-FFF2-40B4-BE49-F238E27FC236}">
                <a16:creationId xmlns:a16="http://schemas.microsoft.com/office/drawing/2014/main" id="{841EA6AA-9A85-29D8-E9F3-01BC41768CFA}"/>
              </a:ext>
            </a:extLst>
          </p:cNvPr>
          <p:cNvSpPr txBox="1">
            <a:spLocks/>
          </p:cNvSpPr>
          <p:nvPr/>
        </p:nvSpPr>
        <p:spPr>
          <a:xfrm>
            <a:off x="4334669" y="252512"/>
            <a:ext cx="3522662" cy="307777"/>
          </a:xfrm>
          <a:prstGeom prst="rect">
            <a:avLst/>
          </a:prstGeom>
        </p:spPr>
        <p:txBody>
          <a:bodyPr lIns="0" anchor="ctr"/>
          <a:lstStyle>
            <a:lvl1pPr marL="135465" marR="0" indent="-135465"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572" kern="1200" spc="0" baseline="0">
                <a:solidFill>
                  <a:schemeClr val="tx1"/>
                </a:solidFill>
                <a:latin typeface="+mn-lt"/>
                <a:ea typeface="+mn-ea"/>
                <a:cs typeface="Segoe UI" panose="020B0502040204020203" pitchFamily="34" charset="0"/>
              </a:defRPr>
            </a:lvl1pPr>
            <a:lvl2pPr marL="270930" marR="0" indent="-135465"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43" kern="1200" spc="0" baseline="0">
                <a:solidFill>
                  <a:schemeClr val="tx1"/>
                </a:solidFill>
                <a:latin typeface="+mn-lt"/>
                <a:ea typeface="+mn-ea"/>
                <a:cs typeface="+mn-cs"/>
              </a:defRPr>
            </a:lvl2pPr>
            <a:lvl3pPr marL="389462" marR="0" indent="-118532"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952" kern="1200" spc="0" baseline="0">
                <a:solidFill>
                  <a:schemeClr val="tx1"/>
                </a:solidFill>
                <a:latin typeface="+mn-lt"/>
                <a:ea typeface="+mn-ea"/>
                <a:cs typeface="+mn-cs"/>
              </a:defRPr>
            </a:lvl3pPr>
            <a:lvl4pPr marL="499528" marR="0" indent="-107243"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62" kern="1200" spc="0" baseline="0">
                <a:solidFill>
                  <a:schemeClr val="tx1"/>
                </a:solidFill>
                <a:latin typeface="+mn-lt"/>
                <a:ea typeface="+mn-ea"/>
                <a:cs typeface="+mn-cs"/>
              </a:defRPr>
            </a:lvl4pPr>
            <a:lvl5pPr marL="606771" marR="0" indent="-99717"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62" kern="1200" spc="0" baseline="0">
                <a:solidFill>
                  <a:schemeClr val="tx1"/>
                </a:solidFill>
                <a:latin typeface="+mn-lt"/>
                <a:ea typeface="+mn-ea"/>
                <a:cs typeface="+mn-cs"/>
              </a:defRPr>
            </a:lvl5pPr>
            <a:lvl6pPr marL="1520007"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6pPr>
            <a:lvl7pPr marL="1796372"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7pPr>
            <a:lvl8pPr marL="2072736"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8pPr>
            <a:lvl9pPr marL="2349102"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9pPr>
          </a:lstStyle>
          <a:p>
            <a:pPr marL="0" marR="0" lvl="0" indent="0" algn="ctr" defTabSz="552730"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Announcing</a:t>
            </a:r>
          </a:p>
        </p:txBody>
      </p:sp>
      <p:sp>
        <p:nvSpPr>
          <p:cNvPr id="69" name="Rectangle 68">
            <a:extLst>
              <a:ext uri="{FF2B5EF4-FFF2-40B4-BE49-F238E27FC236}">
                <a16:creationId xmlns:a16="http://schemas.microsoft.com/office/drawing/2014/main" id="{28331CA1-D047-5A6E-7173-C0019D049756}"/>
              </a:ext>
            </a:extLst>
          </p:cNvPr>
          <p:cNvSpPr/>
          <p:nvPr/>
        </p:nvSpPr>
        <p:spPr bwMode="auto">
          <a:xfrm>
            <a:off x="677070" y="2862072"/>
            <a:ext cx="10837861"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28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An efficient multimodal stack across chat, image, voice, and speech</a:t>
            </a:r>
          </a:p>
        </p:txBody>
      </p:sp>
      <p:sp>
        <p:nvSpPr>
          <p:cNvPr id="70" name="Rectangle 69">
            <a:extLst>
              <a:ext uri="{FF2B5EF4-FFF2-40B4-BE49-F238E27FC236}">
                <a16:creationId xmlns:a16="http://schemas.microsoft.com/office/drawing/2014/main" id="{26A82243-B040-3AAE-BFBC-29B53008FDFD}"/>
              </a:ext>
            </a:extLst>
          </p:cNvPr>
          <p:cNvSpPr/>
          <p:nvPr/>
        </p:nvSpPr>
        <p:spPr bwMode="auto">
          <a:xfrm>
            <a:off x="150834" y="4080045"/>
            <a:ext cx="2016000" cy="5745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Thinking</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MAI-Thinking-1</a:t>
            </a:r>
          </a:p>
        </p:txBody>
      </p:sp>
      <p:cxnSp>
        <p:nvCxnSpPr>
          <p:cNvPr id="71" name="!!Straight Connector 49">
            <a:extLst>
              <a:ext uri="{FF2B5EF4-FFF2-40B4-BE49-F238E27FC236}">
                <a16:creationId xmlns:a16="http://schemas.microsoft.com/office/drawing/2014/main" id="{9B60F1E8-23D3-9C73-255C-038CCB58940E}"/>
              </a:ext>
              <a:ext uri="{C183D7F6-B498-43B3-948B-1728B52AA6E4}">
                <adec:decorative xmlns:adec="http://schemas.microsoft.com/office/drawing/2017/decorative" val="1"/>
              </a:ext>
            </a:extLst>
          </p:cNvPr>
          <p:cNvCxnSpPr>
            <a:cxnSpLocks/>
          </p:cNvCxnSpPr>
          <p:nvPr/>
        </p:nvCxnSpPr>
        <p:spPr>
          <a:xfrm>
            <a:off x="2514278" y="4105730"/>
            <a:ext cx="0" cy="1152000"/>
          </a:xfrm>
          <a:prstGeom prst="line">
            <a:avLst/>
          </a:prstGeom>
          <a:ln w="12700" cap="sq">
            <a:solidFill>
              <a:schemeClr val="tx1">
                <a:alpha val="50000"/>
              </a:schemeClr>
            </a:soli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9C81F8F8-6FA6-1BD7-D886-B263A45CAE8B}"/>
              </a:ext>
            </a:extLst>
          </p:cNvPr>
          <p:cNvSpPr/>
          <p:nvPr/>
        </p:nvSpPr>
        <p:spPr bwMode="auto">
          <a:xfrm>
            <a:off x="2861722" y="4080045"/>
            <a:ext cx="2438398" cy="87203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Image</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MAI-Image-2.5</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MAI-Image-2.5-Flash</a:t>
            </a:r>
          </a:p>
        </p:txBody>
      </p:sp>
      <p:sp>
        <p:nvSpPr>
          <p:cNvPr id="74" name="Rectangle 73">
            <a:extLst>
              <a:ext uri="{FF2B5EF4-FFF2-40B4-BE49-F238E27FC236}">
                <a16:creationId xmlns:a16="http://schemas.microsoft.com/office/drawing/2014/main" id="{BA1A31BD-3961-09E8-15A7-6189F5515047}"/>
              </a:ext>
            </a:extLst>
          </p:cNvPr>
          <p:cNvSpPr/>
          <p:nvPr/>
        </p:nvSpPr>
        <p:spPr bwMode="auto">
          <a:xfrm>
            <a:off x="6770732" y="4042397"/>
            <a:ext cx="2438398" cy="5745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Code</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MAI-Code-1-Flash</a:t>
            </a:r>
          </a:p>
        </p:txBody>
      </p:sp>
      <p:sp>
        <p:nvSpPr>
          <p:cNvPr id="81" name="Rectangle 80">
            <a:extLst>
              <a:ext uri="{FF2B5EF4-FFF2-40B4-BE49-F238E27FC236}">
                <a16:creationId xmlns:a16="http://schemas.microsoft.com/office/drawing/2014/main" id="{05F4CECB-1FF0-93FE-5758-D46E5CE4F162}"/>
              </a:ext>
            </a:extLst>
          </p:cNvPr>
          <p:cNvSpPr/>
          <p:nvPr/>
        </p:nvSpPr>
        <p:spPr bwMode="auto">
          <a:xfrm>
            <a:off x="9904019" y="4042397"/>
            <a:ext cx="2016000" cy="1169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Audio</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MAI-Transcribe-1.5</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MAI-Voice-2</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MAI-Voice-2-Flash </a:t>
            </a:r>
          </a:p>
        </p:txBody>
      </p:sp>
      <p:sp>
        <p:nvSpPr>
          <p:cNvPr id="75" name="Rectangle 74">
            <a:extLst>
              <a:ext uri="{FF2B5EF4-FFF2-40B4-BE49-F238E27FC236}">
                <a16:creationId xmlns:a16="http://schemas.microsoft.com/office/drawing/2014/main" id="{001DF2C2-3ABF-E518-ADD9-2DFA31FDE6EF}"/>
              </a:ext>
            </a:extLst>
          </p:cNvPr>
          <p:cNvSpPr/>
          <p:nvPr/>
        </p:nvSpPr>
        <p:spPr bwMode="auto">
          <a:xfrm>
            <a:off x="3522663" y="6060536"/>
            <a:ext cx="5146675" cy="2709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400" b="0" i="1"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aka.ms/</a:t>
            </a:r>
            <a:r>
              <a:rPr kumimoji="0" lang="en-US" sz="1400" b="0" i="1" u="none" strike="noStrike" kern="1200" cap="none" spc="0" normalizeH="0" baseline="0" noProof="0" err="1">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MAIonFoundry</a:t>
            </a:r>
            <a:endParaRPr kumimoji="0" lang="en-US" sz="1400" b="0" i="1"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endParaRP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endParaRPr kumimoji="0" lang="en-US" sz="1400" b="1"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endParaRPr>
          </a:p>
        </p:txBody>
      </p:sp>
      <p:cxnSp>
        <p:nvCxnSpPr>
          <p:cNvPr id="80" name="!!Straight Connector 49">
            <a:extLst>
              <a:ext uri="{FF2B5EF4-FFF2-40B4-BE49-F238E27FC236}">
                <a16:creationId xmlns:a16="http://schemas.microsoft.com/office/drawing/2014/main" id="{B6A5B6F1-11A5-14DD-B880-0A1D9E1FDC69}"/>
              </a:ext>
              <a:ext uri="{C183D7F6-B498-43B3-948B-1728B52AA6E4}">
                <adec:decorative xmlns:adec="http://schemas.microsoft.com/office/drawing/2017/decorative" val="1"/>
              </a:ext>
            </a:extLst>
          </p:cNvPr>
          <p:cNvCxnSpPr>
            <a:cxnSpLocks/>
          </p:cNvCxnSpPr>
          <p:nvPr/>
        </p:nvCxnSpPr>
        <p:spPr>
          <a:xfrm>
            <a:off x="9556574" y="4068082"/>
            <a:ext cx="0" cy="1152000"/>
          </a:xfrm>
          <a:prstGeom prst="line">
            <a:avLst/>
          </a:prstGeom>
          <a:ln w="12700" cap="sq">
            <a:solidFill>
              <a:schemeClr val="tx1">
                <a:alpha val="50000"/>
              </a:schemeClr>
            </a:soli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reeform: Shape 38">
            <a:extLst>
              <a:ext uri="{FF2B5EF4-FFF2-40B4-BE49-F238E27FC236}">
                <a16:creationId xmlns:a16="http://schemas.microsoft.com/office/drawing/2014/main" id="{1A54A522-0997-ACCB-CF8B-7191F068FCAF}"/>
              </a:ext>
              <a:ext uri="{C183D7F6-B498-43B3-948B-1728B52AA6E4}">
                <adec:decorative xmlns:adec="http://schemas.microsoft.com/office/drawing/2017/decorative" val="1"/>
              </a:ext>
            </a:extLst>
          </p:cNvPr>
          <p:cNvSpPr/>
          <p:nvPr/>
        </p:nvSpPr>
        <p:spPr>
          <a:xfrm>
            <a:off x="3251201" y="0"/>
            <a:ext cx="541338" cy="812800"/>
          </a:xfrm>
          <a:custGeom>
            <a:avLst/>
            <a:gdLst>
              <a:gd name="csX0" fmla="*/ 0 w 1436751"/>
              <a:gd name="csY0" fmla="*/ 0 h 1436751"/>
              <a:gd name="csX1" fmla="*/ 1436751 w 1436751"/>
              <a:gd name="csY1" fmla="*/ 0 h 1436751"/>
              <a:gd name="csX2" fmla="*/ 1436751 w 1436751"/>
              <a:gd name="csY2" fmla="*/ 1436751 h 1436751"/>
              <a:gd name="csX3" fmla="*/ 0 w 1436751"/>
              <a:gd name="csY3" fmla="*/ 1436751 h 1436751"/>
              <a:gd name="csX4" fmla="*/ 0 w 1436751"/>
              <a:gd name="csY4" fmla="*/ 0 h 1436751"/>
              <a:gd name="csX5" fmla="*/ 0 w 1436751"/>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1" h="1436751">
                <a:moveTo>
                  <a:pt x="0" y="0"/>
                </a:moveTo>
                <a:lnTo>
                  <a:pt x="1436751" y="0"/>
                </a:lnTo>
                <a:lnTo>
                  <a:pt x="1436751" y="1436751"/>
                </a:lnTo>
                <a:lnTo>
                  <a:pt x="0" y="1436751"/>
                </a:lnTo>
                <a:lnTo>
                  <a:pt x="0" y="0"/>
                </a:lnTo>
                <a:lnTo>
                  <a:pt x="0" y="0"/>
                </a:lnTo>
                <a:close/>
              </a:path>
            </a:pathLst>
          </a:custGeom>
          <a:solidFill>
            <a:srgbClr val="EB462C"/>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Freeform: Shape 37">
            <a:extLst>
              <a:ext uri="{FF2B5EF4-FFF2-40B4-BE49-F238E27FC236}">
                <a16:creationId xmlns:a16="http://schemas.microsoft.com/office/drawing/2014/main" id="{E8C12913-3E82-10EE-49B3-E700FDC8B5D0}"/>
              </a:ext>
              <a:ext uri="{C183D7F6-B498-43B3-948B-1728B52AA6E4}">
                <adec:decorative xmlns:adec="http://schemas.microsoft.com/office/drawing/2017/decorative" val="1"/>
              </a:ext>
            </a:extLst>
          </p:cNvPr>
          <p:cNvSpPr/>
          <p:nvPr/>
        </p:nvSpPr>
        <p:spPr>
          <a:xfrm>
            <a:off x="2712209" y="0"/>
            <a:ext cx="541338" cy="812800"/>
          </a:xfrm>
          <a:custGeom>
            <a:avLst/>
            <a:gdLst>
              <a:gd name="csX0" fmla="*/ 0 w 1436751"/>
              <a:gd name="csY0" fmla="*/ 0 h 1436750"/>
              <a:gd name="csX1" fmla="*/ 1436751 w 1436751"/>
              <a:gd name="csY1" fmla="*/ 0 h 1436750"/>
              <a:gd name="csX2" fmla="*/ 1436751 w 1436751"/>
              <a:gd name="csY2" fmla="*/ 1436751 h 1436750"/>
              <a:gd name="csX3" fmla="*/ 0 w 1436751"/>
              <a:gd name="csY3" fmla="*/ 1436751 h 1436750"/>
              <a:gd name="csX4" fmla="*/ 0 w 1436751"/>
              <a:gd name="csY4" fmla="*/ 0 h 1436750"/>
              <a:gd name="csX5" fmla="*/ 0 w 1436751"/>
              <a:gd name="csY5" fmla="*/ 0 h 1436750"/>
            </a:gdLst>
            <a:ahLst/>
            <a:cxnLst>
              <a:cxn ang="0">
                <a:pos x="csX0" y="csY0"/>
              </a:cxn>
              <a:cxn ang="0">
                <a:pos x="csX1" y="csY1"/>
              </a:cxn>
              <a:cxn ang="0">
                <a:pos x="csX2" y="csY2"/>
              </a:cxn>
              <a:cxn ang="0">
                <a:pos x="csX3" y="csY3"/>
              </a:cxn>
              <a:cxn ang="0">
                <a:pos x="csX4" y="csY4"/>
              </a:cxn>
              <a:cxn ang="0">
                <a:pos x="csX5" y="csY5"/>
              </a:cxn>
            </a:cxnLst>
            <a:rect l="l" t="t" r="r" b="b"/>
            <a:pathLst>
              <a:path w="1436751" h="1436750">
                <a:moveTo>
                  <a:pt x="0" y="0"/>
                </a:moveTo>
                <a:lnTo>
                  <a:pt x="1436751" y="0"/>
                </a:lnTo>
                <a:lnTo>
                  <a:pt x="1436751" y="1436751"/>
                </a:lnTo>
                <a:lnTo>
                  <a:pt x="0" y="1436751"/>
                </a:lnTo>
                <a:lnTo>
                  <a:pt x="0" y="0"/>
                </a:lnTo>
                <a:lnTo>
                  <a:pt x="0" y="0"/>
                </a:lnTo>
                <a:close/>
              </a:path>
            </a:pathLst>
          </a:custGeom>
          <a:solidFill>
            <a:srgbClr val="F06B2B"/>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Freeform: Shape 35">
            <a:extLst>
              <a:ext uri="{FF2B5EF4-FFF2-40B4-BE49-F238E27FC236}">
                <a16:creationId xmlns:a16="http://schemas.microsoft.com/office/drawing/2014/main" id="{E7158E08-F7AF-9BFF-4CDB-BDA133CAD07D}"/>
              </a:ext>
              <a:ext uri="{C183D7F6-B498-43B3-948B-1728B52AA6E4}">
                <adec:decorative xmlns:adec="http://schemas.microsoft.com/office/drawing/2017/decorative" val="1"/>
              </a:ext>
            </a:extLst>
          </p:cNvPr>
          <p:cNvSpPr/>
          <p:nvPr/>
        </p:nvSpPr>
        <p:spPr>
          <a:xfrm>
            <a:off x="2173216"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Freeform: Shape 35">
            <a:extLst>
              <a:ext uri="{FF2B5EF4-FFF2-40B4-BE49-F238E27FC236}">
                <a16:creationId xmlns:a16="http://schemas.microsoft.com/office/drawing/2014/main" id="{35972601-CA30-4534-DE20-5CE842E6B04F}"/>
              </a:ext>
              <a:ext uri="{C183D7F6-B498-43B3-948B-1728B52AA6E4}">
                <adec:decorative xmlns:adec="http://schemas.microsoft.com/office/drawing/2017/decorative" val="1"/>
              </a:ext>
            </a:extLst>
          </p:cNvPr>
          <p:cNvSpPr/>
          <p:nvPr/>
        </p:nvSpPr>
        <p:spPr>
          <a:xfrm>
            <a:off x="1634223"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alpha val="50000"/>
            </a:srgbClr>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 name="Freeform: Shape 35">
            <a:extLst>
              <a:ext uri="{FF2B5EF4-FFF2-40B4-BE49-F238E27FC236}">
                <a16:creationId xmlns:a16="http://schemas.microsoft.com/office/drawing/2014/main" id="{C1E86A28-525E-E10B-0255-37E61A65C658}"/>
              </a:ext>
              <a:ext uri="{C183D7F6-B498-43B3-948B-1728B52AA6E4}">
                <adec:decorative xmlns:adec="http://schemas.microsoft.com/office/drawing/2017/decorative" val="1"/>
              </a:ext>
            </a:extLst>
          </p:cNvPr>
          <p:cNvSpPr/>
          <p:nvPr/>
        </p:nvSpPr>
        <p:spPr>
          <a:xfrm>
            <a:off x="1095230"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alpha val="30000"/>
            </a:srgbClr>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 name="Freeform: Shape 35">
            <a:extLst>
              <a:ext uri="{FF2B5EF4-FFF2-40B4-BE49-F238E27FC236}">
                <a16:creationId xmlns:a16="http://schemas.microsoft.com/office/drawing/2014/main" id="{B0806F5F-C93F-3F59-A10C-24CA6FC5596E}"/>
              </a:ext>
              <a:ext uri="{C183D7F6-B498-43B3-948B-1728B52AA6E4}">
                <adec:decorative xmlns:adec="http://schemas.microsoft.com/office/drawing/2017/decorative" val="1"/>
              </a:ext>
            </a:extLst>
          </p:cNvPr>
          <p:cNvSpPr/>
          <p:nvPr/>
        </p:nvSpPr>
        <p:spPr>
          <a:xfrm>
            <a:off x="556237"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alpha val="10000"/>
            </a:srgbClr>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 name="Freeform: Shape 38">
            <a:extLst>
              <a:ext uri="{FF2B5EF4-FFF2-40B4-BE49-F238E27FC236}">
                <a16:creationId xmlns:a16="http://schemas.microsoft.com/office/drawing/2014/main" id="{03A55B0F-0464-0E72-D6E9-45A0F22A19D1}"/>
              </a:ext>
              <a:ext uri="{C183D7F6-B498-43B3-948B-1728B52AA6E4}">
                <adec:decorative xmlns:adec="http://schemas.microsoft.com/office/drawing/2017/decorative" val="1"/>
              </a:ext>
            </a:extLst>
          </p:cNvPr>
          <p:cNvSpPr/>
          <p:nvPr/>
        </p:nvSpPr>
        <p:spPr>
          <a:xfrm>
            <a:off x="11096509" y="0"/>
            <a:ext cx="541338" cy="812800"/>
          </a:xfrm>
          <a:custGeom>
            <a:avLst/>
            <a:gdLst>
              <a:gd name="csX0" fmla="*/ 0 w 1436751"/>
              <a:gd name="csY0" fmla="*/ 0 h 1436751"/>
              <a:gd name="csX1" fmla="*/ 1436751 w 1436751"/>
              <a:gd name="csY1" fmla="*/ 0 h 1436751"/>
              <a:gd name="csX2" fmla="*/ 1436751 w 1436751"/>
              <a:gd name="csY2" fmla="*/ 1436751 h 1436751"/>
              <a:gd name="csX3" fmla="*/ 0 w 1436751"/>
              <a:gd name="csY3" fmla="*/ 1436751 h 1436751"/>
              <a:gd name="csX4" fmla="*/ 0 w 1436751"/>
              <a:gd name="csY4" fmla="*/ 0 h 1436751"/>
              <a:gd name="csX5" fmla="*/ 0 w 1436751"/>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1" h="1436751">
                <a:moveTo>
                  <a:pt x="0" y="0"/>
                </a:moveTo>
                <a:lnTo>
                  <a:pt x="1436751" y="0"/>
                </a:lnTo>
                <a:lnTo>
                  <a:pt x="1436751" y="1436751"/>
                </a:lnTo>
                <a:lnTo>
                  <a:pt x="0" y="1436751"/>
                </a:lnTo>
                <a:lnTo>
                  <a:pt x="0" y="0"/>
                </a:lnTo>
                <a:lnTo>
                  <a:pt x="0" y="0"/>
                </a:lnTo>
                <a:close/>
              </a:path>
            </a:pathLst>
          </a:custGeom>
          <a:solidFill>
            <a:srgbClr val="85BC24">
              <a:alpha val="10000"/>
            </a:srgbClr>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3" name="Freeform: Shape 37">
            <a:extLst>
              <a:ext uri="{FF2B5EF4-FFF2-40B4-BE49-F238E27FC236}">
                <a16:creationId xmlns:a16="http://schemas.microsoft.com/office/drawing/2014/main" id="{FEF8FE84-6404-C384-622A-F828961E35BC}"/>
              </a:ext>
              <a:ext uri="{C183D7F6-B498-43B3-948B-1728B52AA6E4}">
                <adec:decorative xmlns:adec="http://schemas.microsoft.com/office/drawing/2017/decorative" val="1"/>
              </a:ext>
            </a:extLst>
          </p:cNvPr>
          <p:cNvSpPr/>
          <p:nvPr/>
        </p:nvSpPr>
        <p:spPr>
          <a:xfrm>
            <a:off x="10557517" y="0"/>
            <a:ext cx="541338" cy="812800"/>
          </a:xfrm>
          <a:custGeom>
            <a:avLst/>
            <a:gdLst>
              <a:gd name="csX0" fmla="*/ 0 w 1436751"/>
              <a:gd name="csY0" fmla="*/ 0 h 1436750"/>
              <a:gd name="csX1" fmla="*/ 1436751 w 1436751"/>
              <a:gd name="csY1" fmla="*/ 0 h 1436750"/>
              <a:gd name="csX2" fmla="*/ 1436751 w 1436751"/>
              <a:gd name="csY2" fmla="*/ 1436751 h 1436750"/>
              <a:gd name="csX3" fmla="*/ 0 w 1436751"/>
              <a:gd name="csY3" fmla="*/ 1436751 h 1436750"/>
              <a:gd name="csX4" fmla="*/ 0 w 1436751"/>
              <a:gd name="csY4" fmla="*/ 0 h 1436750"/>
              <a:gd name="csX5" fmla="*/ 0 w 1436751"/>
              <a:gd name="csY5" fmla="*/ 0 h 1436750"/>
            </a:gdLst>
            <a:ahLst/>
            <a:cxnLst>
              <a:cxn ang="0">
                <a:pos x="csX0" y="csY0"/>
              </a:cxn>
              <a:cxn ang="0">
                <a:pos x="csX1" y="csY1"/>
              </a:cxn>
              <a:cxn ang="0">
                <a:pos x="csX2" y="csY2"/>
              </a:cxn>
              <a:cxn ang="0">
                <a:pos x="csX3" y="csY3"/>
              </a:cxn>
              <a:cxn ang="0">
                <a:pos x="csX4" y="csY4"/>
              </a:cxn>
              <a:cxn ang="0">
                <a:pos x="csX5" y="csY5"/>
              </a:cxn>
            </a:cxnLst>
            <a:rect l="l" t="t" r="r" b="b"/>
            <a:pathLst>
              <a:path w="1436751" h="1436750">
                <a:moveTo>
                  <a:pt x="0" y="0"/>
                </a:moveTo>
                <a:lnTo>
                  <a:pt x="1436751" y="0"/>
                </a:lnTo>
                <a:lnTo>
                  <a:pt x="1436751" y="1436751"/>
                </a:lnTo>
                <a:lnTo>
                  <a:pt x="0" y="1436751"/>
                </a:lnTo>
                <a:lnTo>
                  <a:pt x="0" y="0"/>
                </a:lnTo>
                <a:lnTo>
                  <a:pt x="0" y="0"/>
                </a:lnTo>
                <a:close/>
              </a:path>
            </a:pathLst>
          </a:custGeom>
          <a:solidFill>
            <a:srgbClr val="85BC24">
              <a:alpha val="30000"/>
            </a:srgbClr>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EE15F874-C26F-75C6-4686-AF2BE092A0AD}"/>
              </a:ext>
              <a:ext uri="{C183D7F6-B498-43B3-948B-1728B52AA6E4}">
                <adec:decorative xmlns:adec="http://schemas.microsoft.com/office/drawing/2017/decorative" val="1"/>
              </a:ext>
            </a:extLst>
          </p:cNvPr>
          <p:cNvSpPr/>
          <p:nvPr/>
        </p:nvSpPr>
        <p:spPr>
          <a:xfrm>
            <a:off x="10018524"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85BC24">
              <a:alpha val="50000"/>
            </a:srgbClr>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5" name="Freeform: Shape 35">
            <a:extLst>
              <a:ext uri="{FF2B5EF4-FFF2-40B4-BE49-F238E27FC236}">
                <a16:creationId xmlns:a16="http://schemas.microsoft.com/office/drawing/2014/main" id="{549C1B62-C12B-DD3C-FC54-B6F680827FC5}"/>
              </a:ext>
              <a:ext uri="{C183D7F6-B498-43B3-948B-1728B52AA6E4}">
                <adec:decorative xmlns:adec="http://schemas.microsoft.com/office/drawing/2017/decorative" val="1"/>
              </a:ext>
            </a:extLst>
          </p:cNvPr>
          <p:cNvSpPr/>
          <p:nvPr/>
        </p:nvSpPr>
        <p:spPr>
          <a:xfrm>
            <a:off x="9479531"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85BC24"/>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6" name="Freeform: Shape 35">
            <a:extLst>
              <a:ext uri="{FF2B5EF4-FFF2-40B4-BE49-F238E27FC236}">
                <a16:creationId xmlns:a16="http://schemas.microsoft.com/office/drawing/2014/main" id="{A35E7E3C-A136-C0CF-0DB6-779F0A0BA902}"/>
              </a:ext>
              <a:ext uri="{C183D7F6-B498-43B3-948B-1728B52AA6E4}">
                <adec:decorative xmlns:adec="http://schemas.microsoft.com/office/drawing/2017/decorative" val="1"/>
              </a:ext>
            </a:extLst>
          </p:cNvPr>
          <p:cNvSpPr/>
          <p:nvPr/>
        </p:nvSpPr>
        <p:spPr>
          <a:xfrm>
            <a:off x="8940538"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5EB389"/>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Freeform: Shape 35">
            <a:extLst>
              <a:ext uri="{FF2B5EF4-FFF2-40B4-BE49-F238E27FC236}">
                <a16:creationId xmlns:a16="http://schemas.microsoft.com/office/drawing/2014/main" id="{D9085F49-5BDB-B92E-B95F-B4EDFAAC8BCE}"/>
              </a:ext>
              <a:ext uri="{C183D7F6-B498-43B3-948B-1728B52AA6E4}">
                <adec:decorative xmlns:adec="http://schemas.microsoft.com/office/drawing/2017/decorative" val="1"/>
              </a:ext>
            </a:extLst>
          </p:cNvPr>
          <p:cNvSpPr/>
          <p:nvPr/>
        </p:nvSpPr>
        <p:spPr>
          <a:xfrm>
            <a:off x="8401545"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36AAEE"/>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C41AE01C-9C6C-95D5-56DE-F28C5D719E3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08815" y="4027531"/>
            <a:ext cx="1204514" cy="1204514"/>
          </a:xfrm>
          <a:prstGeom prst="rect">
            <a:avLst/>
          </a:prstGeom>
        </p:spPr>
      </p:pic>
    </p:spTree>
    <p:extLst>
      <p:ext uri="{BB962C8B-B14F-4D97-AF65-F5344CB8AC3E}">
        <p14:creationId xmlns:p14="http://schemas.microsoft.com/office/powerpoint/2010/main" val="241990107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1D86-8579-6CA3-A762-3F568FBD41F2}"/>
            </a:ext>
          </a:extLst>
        </p:cNvPr>
        <p:cNvGrpSpPr/>
        <p:nvPr/>
      </p:nvGrpSpPr>
      <p:grpSpPr>
        <a:xfrm>
          <a:off x="0" y="0"/>
          <a:ext cx="0" cy="0"/>
          <a:chOff x="0" y="0"/>
          <a:chExt cx="0" cy="0"/>
        </a:xfrm>
      </p:grpSpPr>
      <p:sp>
        <p:nvSpPr>
          <p:cNvPr id="68" name="Title 67">
            <a:extLst>
              <a:ext uri="{FF2B5EF4-FFF2-40B4-BE49-F238E27FC236}">
                <a16:creationId xmlns:a16="http://schemas.microsoft.com/office/drawing/2014/main" id="{96927A97-D055-03D8-234B-D9A0A5ED2526}"/>
              </a:ext>
            </a:extLst>
          </p:cNvPr>
          <p:cNvSpPr>
            <a:spLocks noGrp="1"/>
          </p:cNvSpPr>
          <p:nvPr>
            <p:ph type="title" idx="4294967295"/>
          </p:nvPr>
        </p:nvSpPr>
        <p:spPr bwMode="auto">
          <a:xfrm>
            <a:off x="677070" y="1276641"/>
            <a:ext cx="10837860" cy="492443"/>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552583"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gradFill>
                  <a:gsLst>
                    <a:gs pos="34862">
                      <a:schemeClr val="tx1"/>
                    </a:gs>
                    <a:gs pos="46000">
                      <a:schemeClr val="tx1"/>
                    </a:gs>
                  </a:gsLst>
                  <a:path path="circle">
                    <a:fillToRect l="100000" t="100000"/>
                  </a:path>
                </a:gradFill>
                <a:effectLst/>
                <a:uLnTx/>
                <a:uFillTx/>
                <a:latin typeface="+mn-lt"/>
                <a:ea typeface="+mn-ea"/>
                <a:cs typeface="Segoe UI" pitchFamily="34" charset="0"/>
              </a:rPr>
              <a:t>Simplifying model selection with model router</a:t>
            </a:r>
          </a:p>
        </p:txBody>
      </p:sp>
      <p:sp>
        <p:nvSpPr>
          <p:cNvPr id="3" name="Freeform: Shape 32">
            <a:extLst>
              <a:ext uri="{FF2B5EF4-FFF2-40B4-BE49-F238E27FC236}">
                <a16:creationId xmlns:a16="http://schemas.microsoft.com/office/drawing/2014/main" id="{2C1A3350-608E-05D7-4464-F338680186F5}"/>
              </a:ext>
              <a:ext uri="{C183D7F6-B498-43B3-948B-1728B52AA6E4}">
                <adec:decorative xmlns:adec="http://schemas.microsoft.com/office/drawing/2017/decorative" val="1"/>
              </a:ext>
            </a:extLst>
          </p:cNvPr>
          <p:cNvSpPr/>
          <p:nvPr/>
        </p:nvSpPr>
        <p:spPr>
          <a:xfrm>
            <a:off x="3790788" y="0"/>
            <a:ext cx="4617720" cy="812800"/>
          </a:xfrm>
          <a:custGeom>
            <a:avLst/>
            <a:gdLst>
              <a:gd name="csX0" fmla="*/ 0 w 1436750"/>
              <a:gd name="csY0" fmla="*/ 0 h 1436750"/>
              <a:gd name="csX1" fmla="*/ 1436751 w 1436750"/>
              <a:gd name="csY1" fmla="*/ 0 h 1436750"/>
              <a:gd name="csX2" fmla="*/ 1436751 w 1436750"/>
              <a:gd name="csY2" fmla="*/ 1436751 h 1436750"/>
              <a:gd name="csX3" fmla="*/ 0 w 1436750"/>
              <a:gd name="csY3" fmla="*/ 1436751 h 1436750"/>
              <a:gd name="csX4" fmla="*/ 0 w 1436750"/>
              <a:gd name="csY4" fmla="*/ 0 h 1436750"/>
              <a:gd name="csX5" fmla="*/ 0 w 1436750"/>
              <a:gd name="csY5" fmla="*/ 0 h 1436750"/>
            </a:gdLst>
            <a:ahLst/>
            <a:cxnLst>
              <a:cxn ang="0">
                <a:pos x="csX0" y="csY0"/>
              </a:cxn>
              <a:cxn ang="0">
                <a:pos x="csX1" y="csY1"/>
              </a:cxn>
              <a:cxn ang="0">
                <a:pos x="csX2" y="csY2"/>
              </a:cxn>
              <a:cxn ang="0">
                <a:pos x="csX3" y="csY3"/>
              </a:cxn>
              <a:cxn ang="0">
                <a:pos x="csX4" y="csY4"/>
              </a:cxn>
              <a:cxn ang="0">
                <a:pos x="csX5" y="csY5"/>
              </a:cxn>
            </a:cxnLst>
            <a:rect l="l" t="t" r="r" b="b"/>
            <a:pathLst>
              <a:path w="1436750" h="1436750">
                <a:moveTo>
                  <a:pt x="0" y="0"/>
                </a:moveTo>
                <a:lnTo>
                  <a:pt x="1436751" y="0"/>
                </a:lnTo>
                <a:lnTo>
                  <a:pt x="1436751" y="1436751"/>
                </a:lnTo>
                <a:lnTo>
                  <a:pt x="0" y="1436751"/>
                </a:lnTo>
                <a:lnTo>
                  <a:pt x="0" y="0"/>
                </a:lnTo>
                <a:lnTo>
                  <a:pt x="0" y="0"/>
                </a:lnTo>
                <a:close/>
              </a:path>
            </a:pathLst>
          </a:custGeom>
          <a:solidFill>
            <a:schemeClr val="tx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37" b="0" i="0" u="none" strike="noStrike" kern="1200" cap="none" spc="0" normalizeH="0" baseline="0" noProof="0">
              <a:ln>
                <a:noFill/>
              </a:ln>
              <a:solidFill>
                <a:srgbClr val="FFFFFF"/>
              </a:solidFill>
              <a:effectLst/>
              <a:uLnTx/>
              <a:uFillTx/>
              <a:latin typeface="Segoe UI"/>
              <a:ea typeface="+mn-ea"/>
              <a:cs typeface="+mn-cs"/>
            </a:endParaRPr>
          </a:p>
        </p:txBody>
      </p:sp>
      <p:sp>
        <p:nvSpPr>
          <p:cNvPr id="4" name="Subtitle 13">
            <a:extLst>
              <a:ext uri="{FF2B5EF4-FFF2-40B4-BE49-F238E27FC236}">
                <a16:creationId xmlns:a16="http://schemas.microsoft.com/office/drawing/2014/main" id="{F45A31FC-EEC2-B5A0-A457-4DAABD274972}"/>
              </a:ext>
            </a:extLst>
          </p:cNvPr>
          <p:cNvSpPr txBox="1">
            <a:spLocks/>
          </p:cNvSpPr>
          <p:nvPr/>
        </p:nvSpPr>
        <p:spPr>
          <a:xfrm>
            <a:off x="4334669" y="252512"/>
            <a:ext cx="3522662" cy="307777"/>
          </a:xfrm>
          <a:prstGeom prst="rect">
            <a:avLst/>
          </a:prstGeom>
        </p:spPr>
        <p:txBody>
          <a:bodyPr lIns="0" anchor="ctr"/>
          <a:lstStyle>
            <a:lvl1pPr marL="135465" marR="0" indent="-135465"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572" kern="1200" spc="0" baseline="0">
                <a:solidFill>
                  <a:schemeClr val="tx1"/>
                </a:solidFill>
                <a:latin typeface="+mn-lt"/>
                <a:ea typeface="+mn-ea"/>
                <a:cs typeface="Segoe UI" panose="020B0502040204020203" pitchFamily="34" charset="0"/>
              </a:defRPr>
            </a:lvl1pPr>
            <a:lvl2pPr marL="270930" marR="0" indent="-135465"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43" kern="1200" spc="0" baseline="0">
                <a:solidFill>
                  <a:schemeClr val="tx1"/>
                </a:solidFill>
                <a:latin typeface="+mn-lt"/>
                <a:ea typeface="+mn-ea"/>
                <a:cs typeface="+mn-cs"/>
              </a:defRPr>
            </a:lvl2pPr>
            <a:lvl3pPr marL="389462" marR="0" indent="-118532"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952" kern="1200" spc="0" baseline="0">
                <a:solidFill>
                  <a:schemeClr val="tx1"/>
                </a:solidFill>
                <a:latin typeface="+mn-lt"/>
                <a:ea typeface="+mn-ea"/>
                <a:cs typeface="+mn-cs"/>
              </a:defRPr>
            </a:lvl3pPr>
            <a:lvl4pPr marL="499528" marR="0" indent="-107243"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62" kern="1200" spc="0" baseline="0">
                <a:solidFill>
                  <a:schemeClr val="tx1"/>
                </a:solidFill>
                <a:latin typeface="+mn-lt"/>
                <a:ea typeface="+mn-ea"/>
                <a:cs typeface="+mn-cs"/>
              </a:defRPr>
            </a:lvl4pPr>
            <a:lvl5pPr marL="606771" marR="0" indent="-99717"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62" kern="1200" spc="0" baseline="0">
                <a:solidFill>
                  <a:schemeClr val="tx1"/>
                </a:solidFill>
                <a:latin typeface="+mn-lt"/>
                <a:ea typeface="+mn-ea"/>
                <a:cs typeface="+mn-cs"/>
              </a:defRPr>
            </a:lvl5pPr>
            <a:lvl6pPr marL="1520007"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6pPr>
            <a:lvl7pPr marL="1796372"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7pPr>
            <a:lvl8pPr marL="2072736"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8pPr>
            <a:lvl9pPr marL="2349102"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9pPr>
          </a:lstStyle>
          <a:p>
            <a:pPr marL="0" marR="0" lvl="0" indent="0" algn="ctr" defTabSz="552730"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Announcing</a:t>
            </a:r>
          </a:p>
        </p:txBody>
      </p:sp>
      <p:sp>
        <p:nvSpPr>
          <p:cNvPr id="70" name="Rectangle 69">
            <a:extLst>
              <a:ext uri="{FF2B5EF4-FFF2-40B4-BE49-F238E27FC236}">
                <a16:creationId xmlns:a16="http://schemas.microsoft.com/office/drawing/2014/main" id="{C774615F-AB59-B60F-0355-1408F102820A}"/>
              </a:ext>
            </a:extLst>
          </p:cNvPr>
          <p:cNvSpPr/>
          <p:nvPr/>
        </p:nvSpPr>
        <p:spPr bwMode="auto">
          <a:xfrm>
            <a:off x="1519482" y="2305867"/>
            <a:ext cx="3559208" cy="8207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solidFill>
                  <a:srgbClr val="00A4EF"/>
                </a:solidFill>
                <a:effectLst/>
                <a:uLnTx/>
                <a:uFillTx/>
                <a:latin typeface="Segoe UI"/>
                <a:ea typeface="+mn-ea"/>
                <a:cs typeface="Segoe UI" pitchFamily="34" charset="0"/>
              </a:rPr>
              <a:t>New model availability</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28 frontier models including GPT-5.5 and Claude Opus 4.7</a:t>
            </a:r>
          </a:p>
        </p:txBody>
      </p:sp>
      <p:sp>
        <p:nvSpPr>
          <p:cNvPr id="72" name="Rectangle 71">
            <a:extLst>
              <a:ext uri="{FF2B5EF4-FFF2-40B4-BE49-F238E27FC236}">
                <a16:creationId xmlns:a16="http://schemas.microsoft.com/office/drawing/2014/main" id="{AB754C50-D6CA-9F79-0615-FBD23A8E7EB1}"/>
              </a:ext>
            </a:extLst>
          </p:cNvPr>
          <p:cNvSpPr/>
          <p:nvPr/>
        </p:nvSpPr>
        <p:spPr bwMode="auto">
          <a:xfrm>
            <a:off x="1519483" y="3590077"/>
            <a:ext cx="3559208" cy="8207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solidFill>
                  <a:srgbClr val="00A4EF"/>
                </a:solidFill>
                <a:effectLst/>
                <a:uLnTx/>
                <a:uFillTx/>
                <a:latin typeface="Segoe UI"/>
                <a:ea typeface="+mn-ea"/>
                <a:cs typeface="Segoe UI" pitchFamily="34" charset="0"/>
              </a:rPr>
              <a:t>Azure Policy Support</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Define and enforce routing standards across their environment</a:t>
            </a:r>
            <a:endParaRPr kumimoji="0" lang="en-US" sz="14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endParaRPr>
          </a:p>
        </p:txBody>
      </p:sp>
      <p:sp>
        <p:nvSpPr>
          <p:cNvPr id="81" name="Rectangle 80">
            <a:extLst>
              <a:ext uri="{FF2B5EF4-FFF2-40B4-BE49-F238E27FC236}">
                <a16:creationId xmlns:a16="http://schemas.microsoft.com/office/drawing/2014/main" id="{6B9E904E-17CD-29AB-B2A4-49CA611FE401}"/>
              </a:ext>
            </a:extLst>
          </p:cNvPr>
          <p:cNvSpPr/>
          <p:nvPr/>
        </p:nvSpPr>
        <p:spPr bwMode="auto">
          <a:xfrm>
            <a:off x="1423715" y="4872813"/>
            <a:ext cx="3654971" cy="106695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800" b="1" i="0" u="none" strike="noStrike" kern="1200" cap="none" spc="0" normalizeH="0" baseline="0" noProof="0">
                <a:ln>
                  <a:noFill/>
                </a:ln>
                <a:solidFill>
                  <a:srgbClr val="00A4EF"/>
                </a:solidFill>
                <a:effectLst/>
                <a:uLnTx/>
                <a:uFillTx/>
                <a:latin typeface="Segoe UI"/>
                <a:ea typeface="+mn-ea"/>
                <a:cs typeface="Segoe UI" pitchFamily="34" charset="0"/>
              </a:rPr>
              <a:t>Public preview for finetuning</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600" b="0"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Bring your own data and customize the model router’s routing logic to your enterprise’s needs</a:t>
            </a:r>
          </a:p>
        </p:txBody>
      </p:sp>
      <p:sp>
        <p:nvSpPr>
          <p:cNvPr id="75" name="Rectangle 74">
            <a:extLst>
              <a:ext uri="{FF2B5EF4-FFF2-40B4-BE49-F238E27FC236}">
                <a16:creationId xmlns:a16="http://schemas.microsoft.com/office/drawing/2014/main" id="{8BE3D854-4410-429F-EC49-9B3FEDF7A056}"/>
              </a:ext>
            </a:extLst>
          </p:cNvPr>
          <p:cNvSpPr/>
          <p:nvPr/>
        </p:nvSpPr>
        <p:spPr bwMode="auto">
          <a:xfrm>
            <a:off x="3351213" y="6401770"/>
            <a:ext cx="5146675" cy="2709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1400" b="0" i="1"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rPr>
              <a:t>https://aka.ms/modelrouterfinetuning</a:t>
            </a:r>
          </a:p>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endParaRPr kumimoji="0" lang="en-US" sz="1400" b="1" i="0" u="none" strike="noStrike" kern="1200" cap="none" spc="0" normalizeH="0" baseline="0" noProof="0">
              <a:ln>
                <a:noFill/>
              </a:ln>
              <a:gradFill>
                <a:gsLst>
                  <a:gs pos="34862">
                    <a:srgbClr val="FFFFFF"/>
                  </a:gs>
                  <a:gs pos="46000">
                    <a:srgbClr val="FFFFFF"/>
                  </a:gs>
                </a:gsLst>
                <a:path path="circle">
                  <a:fillToRect l="100000" t="100000"/>
                </a:path>
              </a:gradFill>
              <a:effectLst/>
              <a:uLnTx/>
              <a:uFillTx/>
              <a:latin typeface="Segoe UI"/>
              <a:ea typeface="+mn-ea"/>
              <a:cs typeface="Segoe UI" pitchFamily="34" charset="0"/>
            </a:endParaRPr>
          </a:p>
        </p:txBody>
      </p:sp>
      <p:sp>
        <p:nvSpPr>
          <p:cNvPr id="5" name="Freeform: Shape 38">
            <a:extLst>
              <a:ext uri="{FF2B5EF4-FFF2-40B4-BE49-F238E27FC236}">
                <a16:creationId xmlns:a16="http://schemas.microsoft.com/office/drawing/2014/main" id="{98916007-ED9F-DF80-BDB1-1C3C2A5E4890}"/>
              </a:ext>
              <a:ext uri="{C183D7F6-B498-43B3-948B-1728B52AA6E4}">
                <adec:decorative xmlns:adec="http://schemas.microsoft.com/office/drawing/2017/decorative" val="1"/>
              </a:ext>
            </a:extLst>
          </p:cNvPr>
          <p:cNvSpPr/>
          <p:nvPr/>
        </p:nvSpPr>
        <p:spPr>
          <a:xfrm>
            <a:off x="3251201" y="0"/>
            <a:ext cx="541338" cy="812800"/>
          </a:xfrm>
          <a:custGeom>
            <a:avLst/>
            <a:gdLst>
              <a:gd name="csX0" fmla="*/ 0 w 1436751"/>
              <a:gd name="csY0" fmla="*/ 0 h 1436751"/>
              <a:gd name="csX1" fmla="*/ 1436751 w 1436751"/>
              <a:gd name="csY1" fmla="*/ 0 h 1436751"/>
              <a:gd name="csX2" fmla="*/ 1436751 w 1436751"/>
              <a:gd name="csY2" fmla="*/ 1436751 h 1436751"/>
              <a:gd name="csX3" fmla="*/ 0 w 1436751"/>
              <a:gd name="csY3" fmla="*/ 1436751 h 1436751"/>
              <a:gd name="csX4" fmla="*/ 0 w 1436751"/>
              <a:gd name="csY4" fmla="*/ 0 h 1436751"/>
              <a:gd name="csX5" fmla="*/ 0 w 1436751"/>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1" h="1436751">
                <a:moveTo>
                  <a:pt x="0" y="0"/>
                </a:moveTo>
                <a:lnTo>
                  <a:pt x="1436751" y="0"/>
                </a:lnTo>
                <a:lnTo>
                  <a:pt x="1436751" y="1436751"/>
                </a:lnTo>
                <a:lnTo>
                  <a:pt x="0" y="1436751"/>
                </a:lnTo>
                <a:lnTo>
                  <a:pt x="0" y="0"/>
                </a:lnTo>
                <a:lnTo>
                  <a:pt x="0" y="0"/>
                </a:lnTo>
                <a:close/>
              </a:path>
            </a:pathLst>
          </a:custGeom>
          <a:solidFill>
            <a:srgbClr val="EB462C"/>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Freeform: Shape 37">
            <a:extLst>
              <a:ext uri="{FF2B5EF4-FFF2-40B4-BE49-F238E27FC236}">
                <a16:creationId xmlns:a16="http://schemas.microsoft.com/office/drawing/2014/main" id="{A43BBEB3-78C0-B7EA-F80C-0E02A0168D8D}"/>
              </a:ext>
              <a:ext uri="{C183D7F6-B498-43B3-948B-1728B52AA6E4}">
                <adec:decorative xmlns:adec="http://schemas.microsoft.com/office/drawing/2017/decorative" val="1"/>
              </a:ext>
            </a:extLst>
          </p:cNvPr>
          <p:cNvSpPr/>
          <p:nvPr/>
        </p:nvSpPr>
        <p:spPr>
          <a:xfrm>
            <a:off x="2712209" y="0"/>
            <a:ext cx="541338" cy="812800"/>
          </a:xfrm>
          <a:custGeom>
            <a:avLst/>
            <a:gdLst>
              <a:gd name="csX0" fmla="*/ 0 w 1436751"/>
              <a:gd name="csY0" fmla="*/ 0 h 1436750"/>
              <a:gd name="csX1" fmla="*/ 1436751 w 1436751"/>
              <a:gd name="csY1" fmla="*/ 0 h 1436750"/>
              <a:gd name="csX2" fmla="*/ 1436751 w 1436751"/>
              <a:gd name="csY2" fmla="*/ 1436751 h 1436750"/>
              <a:gd name="csX3" fmla="*/ 0 w 1436751"/>
              <a:gd name="csY3" fmla="*/ 1436751 h 1436750"/>
              <a:gd name="csX4" fmla="*/ 0 w 1436751"/>
              <a:gd name="csY4" fmla="*/ 0 h 1436750"/>
              <a:gd name="csX5" fmla="*/ 0 w 1436751"/>
              <a:gd name="csY5" fmla="*/ 0 h 1436750"/>
            </a:gdLst>
            <a:ahLst/>
            <a:cxnLst>
              <a:cxn ang="0">
                <a:pos x="csX0" y="csY0"/>
              </a:cxn>
              <a:cxn ang="0">
                <a:pos x="csX1" y="csY1"/>
              </a:cxn>
              <a:cxn ang="0">
                <a:pos x="csX2" y="csY2"/>
              </a:cxn>
              <a:cxn ang="0">
                <a:pos x="csX3" y="csY3"/>
              </a:cxn>
              <a:cxn ang="0">
                <a:pos x="csX4" y="csY4"/>
              </a:cxn>
              <a:cxn ang="0">
                <a:pos x="csX5" y="csY5"/>
              </a:cxn>
            </a:cxnLst>
            <a:rect l="l" t="t" r="r" b="b"/>
            <a:pathLst>
              <a:path w="1436751" h="1436750">
                <a:moveTo>
                  <a:pt x="0" y="0"/>
                </a:moveTo>
                <a:lnTo>
                  <a:pt x="1436751" y="0"/>
                </a:lnTo>
                <a:lnTo>
                  <a:pt x="1436751" y="1436751"/>
                </a:lnTo>
                <a:lnTo>
                  <a:pt x="0" y="1436751"/>
                </a:lnTo>
                <a:lnTo>
                  <a:pt x="0" y="0"/>
                </a:lnTo>
                <a:lnTo>
                  <a:pt x="0" y="0"/>
                </a:lnTo>
                <a:close/>
              </a:path>
            </a:pathLst>
          </a:custGeom>
          <a:solidFill>
            <a:srgbClr val="F06B2B"/>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Freeform: Shape 35">
            <a:extLst>
              <a:ext uri="{FF2B5EF4-FFF2-40B4-BE49-F238E27FC236}">
                <a16:creationId xmlns:a16="http://schemas.microsoft.com/office/drawing/2014/main" id="{FDCEB22A-29B6-DF00-8C64-059470D80CB6}"/>
              </a:ext>
              <a:ext uri="{C183D7F6-B498-43B3-948B-1728B52AA6E4}">
                <adec:decorative xmlns:adec="http://schemas.microsoft.com/office/drawing/2017/decorative" val="1"/>
              </a:ext>
            </a:extLst>
          </p:cNvPr>
          <p:cNvSpPr/>
          <p:nvPr/>
        </p:nvSpPr>
        <p:spPr>
          <a:xfrm>
            <a:off x="2173216"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Freeform: Shape 35">
            <a:extLst>
              <a:ext uri="{FF2B5EF4-FFF2-40B4-BE49-F238E27FC236}">
                <a16:creationId xmlns:a16="http://schemas.microsoft.com/office/drawing/2014/main" id="{B72DFA69-6C5F-CF56-7477-D8657977B1E5}"/>
              </a:ext>
              <a:ext uri="{C183D7F6-B498-43B3-948B-1728B52AA6E4}">
                <adec:decorative xmlns:adec="http://schemas.microsoft.com/office/drawing/2017/decorative" val="1"/>
              </a:ext>
            </a:extLst>
          </p:cNvPr>
          <p:cNvSpPr/>
          <p:nvPr/>
        </p:nvSpPr>
        <p:spPr>
          <a:xfrm>
            <a:off x="1634223"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alpha val="50000"/>
            </a:srgbClr>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 name="Freeform: Shape 35">
            <a:extLst>
              <a:ext uri="{FF2B5EF4-FFF2-40B4-BE49-F238E27FC236}">
                <a16:creationId xmlns:a16="http://schemas.microsoft.com/office/drawing/2014/main" id="{06834D0B-6670-26C9-C919-C07834301E46}"/>
              </a:ext>
              <a:ext uri="{C183D7F6-B498-43B3-948B-1728B52AA6E4}">
                <adec:decorative xmlns:adec="http://schemas.microsoft.com/office/drawing/2017/decorative" val="1"/>
              </a:ext>
            </a:extLst>
          </p:cNvPr>
          <p:cNvSpPr/>
          <p:nvPr/>
        </p:nvSpPr>
        <p:spPr>
          <a:xfrm>
            <a:off x="1095230"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alpha val="30000"/>
            </a:srgbClr>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 name="Freeform: Shape 35">
            <a:extLst>
              <a:ext uri="{FF2B5EF4-FFF2-40B4-BE49-F238E27FC236}">
                <a16:creationId xmlns:a16="http://schemas.microsoft.com/office/drawing/2014/main" id="{65D2E1C5-CB6A-90EC-598D-1F4A9A858847}"/>
              </a:ext>
              <a:ext uri="{C183D7F6-B498-43B3-948B-1728B52AA6E4}">
                <adec:decorative xmlns:adec="http://schemas.microsoft.com/office/drawing/2017/decorative" val="1"/>
              </a:ext>
            </a:extLst>
          </p:cNvPr>
          <p:cNvSpPr/>
          <p:nvPr/>
        </p:nvSpPr>
        <p:spPr>
          <a:xfrm>
            <a:off x="556237"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FAB62A">
              <a:alpha val="10000"/>
            </a:srgbClr>
          </a:solidFill>
          <a:ln w="882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2" name="Freeform: Shape 38">
            <a:extLst>
              <a:ext uri="{FF2B5EF4-FFF2-40B4-BE49-F238E27FC236}">
                <a16:creationId xmlns:a16="http://schemas.microsoft.com/office/drawing/2014/main" id="{E9B234E5-A90C-2BEA-0913-99D12389306A}"/>
              </a:ext>
              <a:ext uri="{C183D7F6-B498-43B3-948B-1728B52AA6E4}">
                <adec:decorative xmlns:adec="http://schemas.microsoft.com/office/drawing/2017/decorative" val="1"/>
              </a:ext>
            </a:extLst>
          </p:cNvPr>
          <p:cNvSpPr/>
          <p:nvPr/>
        </p:nvSpPr>
        <p:spPr>
          <a:xfrm>
            <a:off x="11096509" y="0"/>
            <a:ext cx="541338" cy="812800"/>
          </a:xfrm>
          <a:custGeom>
            <a:avLst/>
            <a:gdLst>
              <a:gd name="csX0" fmla="*/ 0 w 1436751"/>
              <a:gd name="csY0" fmla="*/ 0 h 1436751"/>
              <a:gd name="csX1" fmla="*/ 1436751 w 1436751"/>
              <a:gd name="csY1" fmla="*/ 0 h 1436751"/>
              <a:gd name="csX2" fmla="*/ 1436751 w 1436751"/>
              <a:gd name="csY2" fmla="*/ 1436751 h 1436751"/>
              <a:gd name="csX3" fmla="*/ 0 w 1436751"/>
              <a:gd name="csY3" fmla="*/ 1436751 h 1436751"/>
              <a:gd name="csX4" fmla="*/ 0 w 1436751"/>
              <a:gd name="csY4" fmla="*/ 0 h 1436751"/>
              <a:gd name="csX5" fmla="*/ 0 w 1436751"/>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1" h="1436751">
                <a:moveTo>
                  <a:pt x="0" y="0"/>
                </a:moveTo>
                <a:lnTo>
                  <a:pt x="1436751" y="0"/>
                </a:lnTo>
                <a:lnTo>
                  <a:pt x="1436751" y="1436751"/>
                </a:lnTo>
                <a:lnTo>
                  <a:pt x="0" y="1436751"/>
                </a:lnTo>
                <a:lnTo>
                  <a:pt x="0" y="0"/>
                </a:lnTo>
                <a:lnTo>
                  <a:pt x="0" y="0"/>
                </a:lnTo>
                <a:close/>
              </a:path>
            </a:pathLst>
          </a:custGeom>
          <a:solidFill>
            <a:srgbClr val="85BC24">
              <a:alpha val="10000"/>
            </a:srgbClr>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3" name="Freeform: Shape 37">
            <a:extLst>
              <a:ext uri="{FF2B5EF4-FFF2-40B4-BE49-F238E27FC236}">
                <a16:creationId xmlns:a16="http://schemas.microsoft.com/office/drawing/2014/main" id="{280E8123-AA54-1049-F179-84A712C2C472}"/>
              </a:ext>
              <a:ext uri="{C183D7F6-B498-43B3-948B-1728B52AA6E4}">
                <adec:decorative xmlns:adec="http://schemas.microsoft.com/office/drawing/2017/decorative" val="1"/>
              </a:ext>
            </a:extLst>
          </p:cNvPr>
          <p:cNvSpPr/>
          <p:nvPr/>
        </p:nvSpPr>
        <p:spPr>
          <a:xfrm>
            <a:off x="10557517" y="0"/>
            <a:ext cx="541338" cy="812800"/>
          </a:xfrm>
          <a:custGeom>
            <a:avLst/>
            <a:gdLst>
              <a:gd name="csX0" fmla="*/ 0 w 1436751"/>
              <a:gd name="csY0" fmla="*/ 0 h 1436750"/>
              <a:gd name="csX1" fmla="*/ 1436751 w 1436751"/>
              <a:gd name="csY1" fmla="*/ 0 h 1436750"/>
              <a:gd name="csX2" fmla="*/ 1436751 w 1436751"/>
              <a:gd name="csY2" fmla="*/ 1436751 h 1436750"/>
              <a:gd name="csX3" fmla="*/ 0 w 1436751"/>
              <a:gd name="csY3" fmla="*/ 1436751 h 1436750"/>
              <a:gd name="csX4" fmla="*/ 0 w 1436751"/>
              <a:gd name="csY4" fmla="*/ 0 h 1436750"/>
              <a:gd name="csX5" fmla="*/ 0 w 1436751"/>
              <a:gd name="csY5" fmla="*/ 0 h 1436750"/>
            </a:gdLst>
            <a:ahLst/>
            <a:cxnLst>
              <a:cxn ang="0">
                <a:pos x="csX0" y="csY0"/>
              </a:cxn>
              <a:cxn ang="0">
                <a:pos x="csX1" y="csY1"/>
              </a:cxn>
              <a:cxn ang="0">
                <a:pos x="csX2" y="csY2"/>
              </a:cxn>
              <a:cxn ang="0">
                <a:pos x="csX3" y="csY3"/>
              </a:cxn>
              <a:cxn ang="0">
                <a:pos x="csX4" y="csY4"/>
              </a:cxn>
              <a:cxn ang="0">
                <a:pos x="csX5" y="csY5"/>
              </a:cxn>
            </a:cxnLst>
            <a:rect l="l" t="t" r="r" b="b"/>
            <a:pathLst>
              <a:path w="1436751" h="1436750">
                <a:moveTo>
                  <a:pt x="0" y="0"/>
                </a:moveTo>
                <a:lnTo>
                  <a:pt x="1436751" y="0"/>
                </a:lnTo>
                <a:lnTo>
                  <a:pt x="1436751" y="1436751"/>
                </a:lnTo>
                <a:lnTo>
                  <a:pt x="0" y="1436751"/>
                </a:lnTo>
                <a:lnTo>
                  <a:pt x="0" y="0"/>
                </a:lnTo>
                <a:lnTo>
                  <a:pt x="0" y="0"/>
                </a:lnTo>
                <a:close/>
              </a:path>
            </a:pathLst>
          </a:custGeom>
          <a:solidFill>
            <a:srgbClr val="85BC24">
              <a:alpha val="30000"/>
            </a:srgbClr>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9DE2B331-FA61-3198-49D2-7C2FAA2844C3}"/>
              </a:ext>
              <a:ext uri="{C183D7F6-B498-43B3-948B-1728B52AA6E4}">
                <adec:decorative xmlns:adec="http://schemas.microsoft.com/office/drawing/2017/decorative" val="1"/>
              </a:ext>
            </a:extLst>
          </p:cNvPr>
          <p:cNvSpPr/>
          <p:nvPr/>
        </p:nvSpPr>
        <p:spPr>
          <a:xfrm>
            <a:off x="10018524"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85BC24">
              <a:alpha val="50000"/>
            </a:srgbClr>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5" name="Freeform: Shape 35">
            <a:extLst>
              <a:ext uri="{FF2B5EF4-FFF2-40B4-BE49-F238E27FC236}">
                <a16:creationId xmlns:a16="http://schemas.microsoft.com/office/drawing/2014/main" id="{79FDB3F5-B4C8-9046-8BD2-55450D4BE0E9}"/>
              </a:ext>
              <a:ext uri="{C183D7F6-B498-43B3-948B-1728B52AA6E4}">
                <adec:decorative xmlns:adec="http://schemas.microsoft.com/office/drawing/2017/decorative" val="1"/>
              </a:ext>
            </a:extLst>
          </p:cNvPr>
          <p:cNvSpPr/>
          <p:nvPr/>
        </p:nvSpPr>
        <p:spPr>
          <a:xfrm>
            <a:off x="9479531"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85BC24"/>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6" name="Freeform: Shape 35">
            <a:extLst>
              <a:ext uri="{FF2B5EF4-FFF2-40B4-BE49-F238E27FC236}">
                <a16:creationId xmlns:a16="http://schemas.microsoft.com/office/drawing/2014/main" id="{C2785644-2D1D-E68A-C456-F5EED5EFE4D5}"/>
              </a:ext>
              <a:ext uri="{C183D7F6-B498-43B3-948B-1728B52AA6E4}">
                <adec:decorative xmlns:adec="http://schemas.microsoft.com/office/drawing/2017/decorative" val="1"/>
              </a:ext>
            </a:extLst>
          </p:cNvPr>
          <p:cNvSpPr/>
          <p:nvPr/>
        </p:nvSpPr>
        <p:spPr>
          <a:xfrm>
            <a:off x="8940538"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5EB389"/>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Freeform: Shape 35">
            <a:extLst>
              <a:ext uri="{FF2B5EF4-FFF2-40B4-BE49-F238E27FC236}">
                <a16:creationId xmlns:a16="http://schemas.microsoft.com/office/drawing/2014/main" id="{401A6ABD-2E17-7382-F721-DCD01CE105B7}"/>
              </a:ext>
              <a:ext uri="{C183D7F6-B498-43B3-948B-1728B52AA6E4}">
                <adec:decorative xmlns:adec="http://schemas.microsoft.com/office/drawing/2017/decorative" val="1"/>
              </a:ext>
            </a:extLst>
          </p:cNvPr>
          <p:cNvSpPr/>
          <p:nvPr/>
        </p:nvSpPr>
        <p:spPr>
          <a:xfrm>
            <a:off x="8401545" y="0"/>
            <a:ext cx="541338" cy="812800"/>
          </a:xfrm>
          <a:custGeom>
            <a:avLst/>
            <a:gdLst>
              <a:gd name="csX0" fmla="*/ 0 w 1436750"/>
              <a:gd name="csY0" fmla="*/ 0 h 1436751"/>
              <a:gd name="csX1" fmla="*/ 1436751 w 1436750"/>
              <a:gd name="csY1" fmla="*/ 0 h 1436751"/>
              <a:gd name="csX2" fmla="*/ 1436751 w 1436750"/>
              <a:gd name="csY2" fmla="*/ 1436751 h 1436751"/>
              <a:gd name="csX3" fmla="*/ 0 w 1436750"/>
              <a:gd name="csY3" fmla="*/ 1436751 h 1436751"/>
              <a:gd name="csX4" fmla="*/ 0 w 1436750"/>
              <a:gd name="csY4" fmla="*/ 0 h 1436751"/>
              <a:gd name="csX5" fmla="*/ 0 w 1436750"/>
              <a:gd name="csY5" fmla="*/ 0 h 1436751"/>
            </a:gdLst>
            <a:ahLst/>
            <a:cxnLst>
              <a:cxn ang="0">
                <a:pos x="csX0" y="csY0"/>
              </a:cxn>
              <a:cxn ang="0">
                <a:pos x="csX1" y="csY1"/>
              </a:cxn>
              <a:cxn ang="0">
                <a:pos x="csX2" y="csY2"/>
              </a:cxn>
              <a:cxn ang="0">
                <a:pos x="csX3" y="csY3"/>
              </a:cxn>
              <a:cxn ang="0">
                <a:pos x="csX4" y="csY4"/>
              </a:cxn>
              <a:cxn ang="0">
                <a:pos x="csX5" y="csY5"/>
              </a:cxn>
            </a:cxnLst>
            <a:rect l="l" t="t" r="r" b="b"/>
            <a:pathLst>
              <a:path w="1436750" h="1436751">
                <a:moveTo>
                  <a:pt x="0" y="0"/>
                </a:moveTo>
                <a:lnTo>
                  <a:pt x="1436751" y="0"/>
                </a:lnTo>
                <a:lnTo>
                  <a:pt x="1436751" y="1436751"/>
                </a:lnTo>
                <a:lnTo>
                  <a:pt x="0" y="1436751"/>
                </a:lnTo>
                <a:lnTo>
                  <a:pt x="0" y="0"/>
                </a:lnTo>
                <a:lnTo>
                  <a:pt x="0" y="0"/>
                </a:lnTo>
                <a:close/>
              </a:path>
            </a:pathLst>
          </a:custGeom>
          <a:solidFill>
            <a:srgbClr val="36AAEE"/>
          </a:solidFill>
          <a:ln w="9525" cap="flat">
            <a:noFill/>
            <a:prstDash val="solid"/>
            <a:miter/>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pic>
        <p:nvPicPr>
          <p:cNvPr id="18" name="Picture 17">
            <a:extLst>
              <a:ext uri="{FF2B5EF4-FFF2-40B4-BE49-F238E27FC236}">
                <a16:creationId xmlns:a16="http://schemas.microsoft.com/office/drawing/2014/main" id="{E3BB59C7-7582-EAA1-9E53-E9043CBC8CC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l="21412" r="21412"/>
          <a:stretch/>
        </p:blipFill>
        <p:spPr>
          <a:xfrm>
            <a:off x="6291934" y="1941440"/>
            <a:ext cx="4193973" cy="3946740"/>
          </a:xfrm>
          <a:prstGeom prst="roundRect">
            <a:avLst>
              <a:gd name="adj" fmla="val 4466"/>
            </a:avLst>
          </a:prstGeom>
        </p:spPr>
      </p:pic>
      <p:pic>
        <p:nvPicPr>
          <p:cNvPr id="20" name="Picture 19">
            <a:extLst>
              <a:ext uri="{FF2B5EF4-FFF2-40B4-BE49-F238E27FC236}">
                <a16:creationId xmlns:a16="http://schemas.microsoft.com/office/drawing/2014/main" id="{6F08D703-AE52-3E47-3DA0-B10C41FA314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54895" t="16685" r="177" b="72899"/>
          <a:stretch>
            <a:fillRect/>
          </a:stretch>
        </p:blipFill>
        <p:spPr>
          <a:xfrm>
            <a:off x="6096000" y="3736430"/>
            <a:ext cx="4632537" cy="577898"/>
          </a:xfrm>
          <a:prstGeom prst="roundRect">
            <a:avLst>
              <a:gd name="adj" fmla="val 18599"/>
            </a:avLst>
          </a:prstGeom>
          <a:ln w="19050">
            <a:gradFill flip="none" rotWithShape="1">
              <a:gsLst>
                <a:gs pos="0">
                  <a:srgbClr val="0078D4"/>
                </a:gs>
                <a:gs pos="100000">
                  <a:srgbClr val="49C5B1"/>
                </a:gs>
              </a:gsLst>
              <a:lin ang="2700000" scaled="1"/>
              <a:tileRect/>
            </a:gradFill>
          </a:ln>
          <a:effectLst>
            <a:outerShdw blurRad="784911" sx="102000" sy="102000" algn="ctr" rotWithShape="0">
              <a:prstClr val="black">
                <a:alpha val="40000"/>
              </a:prstClr>
            </a:outerShdw>
          </a:effectLst>
        </p:spPr>
      </p:pic>
    </p:spTree>
    <p:extLst>
      <p:ext uri="{BB962C8B-B14F-4D97-AF65-F5344CB8AC3E}">
        <p14:creationId xmlns:p14="http://schemas.microsoft.com/office/powerpoint/2010/main" val="27947293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8C4B0-24F5-6FE5-D4F4-0B672E241444}"/>
            </a:ext>
          </a:extLst>
        </p:cNvPr>
        <p:cNvGrpSpPr/>
        <p:nvPr/>
      </p:nvGrpSpPr>
      <p:grpSpPr>
        <a:xfrm>
          <a:off x="0" y="0"/>
          <a:ext cx="0" cy="0"/>
          <a:chOff x="0" y="0"/>
          <a:chExt cx="0" cy="0"/>
        </a:xfrm>
      </p:grpSpPr>
      <p:sp>
        <p:nvSpPr>
          <p:cNvPr id="4" name="Rectangle: Rounded Corners 10">
            <a:extLst>
              <a:ext uri="{FF2B5EF4-FFF2-40B4-BE49-F238E27FC236}">
                <a16:creationId xmlns:a16="http://schemas.microsoft.com/office/drawing/2014/main" id="{D9A883E7-9659-F800-8560-403E4EB5A7B9}"/>
              </a:ext>
            </a:extLst>
          </p:cNvPr>
          <p:cNvSpPr/>
          <p:nvPr/>
        </p:nvSpPr>
        <p:spPr>
          <a:xfrm>
            <a:off x="588265" y="4509235"/>
            <a:ext cx="3585530" cy="1659550"/>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marL="285750" marR="0" lvl="0" indent="-285750" algn="l" defTabSz="914367"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000000"/>
                </a:solidFill>
                <a:effectLst/>
                <a:uLnTx/>
                <a:uFillTx/>
                <a:latin typeface="Segoe UI Variable Display Semib" pitchFamily="2" charset="0"/>
                <a:ea typeface="+mn-ea"/>
                <a:cs typeface="Segoe Sans Text Semibold"/>
              </a:rPr>
              <a:t>Prebuilt and custom AI skills for agents</a:t>
            </a:r>
          </a:p>
          <a:p>
            <a:pPr marL="285750" marR="0" lvl="0" indent="-285750" algn="l" defTabSz="914367"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000000"/>
                </a:solidFill>
                <a:effectLst/>
                <a:uLnTx/>
                <a:uFillTx/>
                <a:latin typeface="Segoe UI Variable Display Semib" pitchFamily="2" charset="0"/>
                <a:ea typeface="+mn-ea"/>
                <a:cs typeface="Segoe Sans Text Semibold"/>
              </a:rPr>
              <a:t>Plug-and-play MCP servers</a:t>
            </a:r>
          </a:p>
          <a:p>
            <a:pPr marL="285750" marR="0" lvl="0" indent="-285750" algn="l" defTabSz="914367"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000000"/>
                </a:solidFill>
                <a:effectLst/>
                <a:uLnTx/>
                <a:uFillTx/>
                <a:latin typeface="Segoe UI Variable Display Semib" pitchFamily="2" charset="0"/>
                <a:ea typeface="+mn-ea"/>
                <a:cs typeface="Segoe Sans Text Semibold"/>
              </a:rPr>
              <a:t>Enterprise-grade scalability</a:t>
            </a:r>
          </a:p>
        </p:txBody>
      </p:sp>
      <p:sp>
        <p:nvSpPr>
          <p:cNvPr id="3" name="Rectangle: Rounded Corners 10">
            <a:extLst>
              <a:ext uri="{FF2B5EF4-FFF2-40B4-BE49-F238E27FC236}">
                <a16:creationId xmlns:a16="http://schemas.microsoft.com/office/drawing/2014/main" id="{294A3104-DCCA-DCBB-2FC2-19BC22AE43DB}"/>
              </a:ext>
            </a:extLst>
          </p:cNvPr>
          <p:cNvSpPr/>
          <p:nvPr/>
        </p:nvSpPr>
        <p:spPr>
          <a:xfrm>
            <a:off x="628818" y="2409390"/>
            <a:ext cx="3721504" cy="1880222"/>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50" normalizeH="0" baseline="0" noProof="0">
                <a:ln w="3175">
                  <a:noFill/>
                </a:ln>
                <a:solidFill>
                  <a:srgbClr val="000000"/>
                </a:solidFill>
                <a:effectLst/>
                <a:uLnTx/>
                <a:uFillTx/>
                <a:latin typeface="Segoe Sans Display Semibold" pitchFamily="2" charset="0"/>
                <a:ea typeface="+mn-ea"/>
                <a:cs typeface="Segoe Sans Display Semibold" pitchFamily="2" charset="0"/>
              </a:rPr>
              <a:t>Empower agents to act on your business context</a:t>
            </a:r>
          </a:p>
        </p:txBody>
      </p:sp>
      <p:sp>
        <p:nvSpPr>
          <p:cNvPr id="6" name="TextBox 5">
            <a:extLst>
              <a:ext uri="{FF2B5EF4-FFF2-40B4-BE49-F238E27FC236}">
                <a16:creationId xmlns:a16="http://schemas.microsoft.com/office/drawing/2014/main" id="{511EC5E3-C7AC-A185-3154-5393EB152F50}"/>
              </a:ext>
            </a:extLst>
          </p:cNvPr>
          <p:cNvSpPr txBox="1"/>
          <p:nvPr/>
        </p:nvSpPr>
        <p:spPr>
          <a:xfrm>
            <a:off x="588264" y="1826811"/>
            <a:ext cx="3762058" cy="521955"/>
          </a:xfrm>
          <a:prstGeom prst="roundRect">
            <a:avLst>
              <a:gd name="adj" fmla="val 50000"/>
            </a:avLst>
          </a:prstGeom>
          <a:gradFill flip="none" rotWithShape="1">
            <a:gsLst>
              <a:gs pos="74000">
                <a:srgbClr val="432EC8"/>
              </a:gs>
              <a:gs pos="100000">
                <a:srgbClr val="998CE4"/>
              </a:gs>
            </a:gsLst>
            <a:lin ang="0" scaled="1"/>
            <a:tileRect/>
          </a:gradFill>
        </p:spPr>
        <p:txBody>
          <a:bodyPr wrap="none" lIns="108857" tIns="21771" rIns="108857" bIns="43543" rtlCol="0" anchor="ctr" anchorCtr="0">
            <a:noAutofit/>
          </a:bodyPr>
          <a:lstStyle>
            <a:defPPr>
              <a:defRPr lang="en-US"/>
            </a:defPPr>
            <a:lvl1pPr marR="0" lvl="0" indent="0" algn="ctr" defTabSz="914367" fontAlgn="base">
              <a:lnSpc>
                <a:spcPct val="100000"/>
              </a:lnSpc>
              <a:spcBef>
                <a:spcPct val="0"/>
              </a:spcBef>
              <a:spcAft>
                <a:spcPct val="0"/>
              </a:spcAft>
              <a:buClrTx/>
              <a:buSzTx/>
              <a:buFontTx/>
              <a:buNone/>
              <a:tabLst/>
              <a:defRPr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GB" sz="18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rPr>
              <a:t>Foundry Tools</a:t>
            </a:r>
            <a:endParaRPr kumimoji="0" lang="en-US" sz="18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pic>
        <p:nvPicPr>
          <p:cNvPr id="10" name="Picture 9" descr="A blue ribbon in a shape of a star&#10;&#10;AI-generated content may be incorrect.">
            <a:extLst>
              <a:ext uri="{FF2B5EF4-FFF2-40B4-BE49-F238E27FC236}">
                <a16:creationId xmlns:a16="http://schemas.microsoft.com/office/drawing/2014/main" id="{5B481BFB-0DBB-7705-5DDF-E51015F7C85B}"/>
              </a:ext>
            </a:extLst>
          </p:cNvPr>
          <p:cNvPicPr>
            <a:picLocks noChangeAspect="1"/>
          </p:cNvPicPr>
          <p:nvPr/>
        </p:nvPicPr>
        <p:blipFill>
          <a:blip r:embed="rId3"/>
          <a:stretch>
            <a:fillRect/>
          </a:stretch>
        </p:blipFill>
        <p:spPr>
          <a:xfrm>
            <a:off x="2092344" y="985463"/>
            <a:ext cx="762453" cy="762453"/>
          </a:xfrm>
          <a:prstGeom prst="rect">
            <a:avLst/>
          </a:prstGeom>
        </p:spPr>
      </p:pic>
      <p:pic>
        <p:nvPicPr>
          <p:cNvPr id="11" name="Picture 10">
            <a:extLst>
              <a:ext uri="{FF2B5EF4-FFF2-40B4-BE49-F238E27FC236}">
                <a16:creationId xmlns:a16="http://schemas.microsoft.com/office/drawing/2014/main" id="{5EFAD316-7510-164D-5B10-5602F12012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16358" y="1747916"/>
            <a:ext cx="7838916" cy="4266865"/>
          </a:xfrm>
          <a:prstGeom prst="roundRect">
            <a:avLst>
              <a:gd name="adj" fmla="val 2769"/>
            </a:avLst>
          </a:prstGeom>
          <a:solidFill>
            <a:srgbClr val="101010"/>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pic>
    </p:spTree>
    <p:extLst>
      <p:ext uri="{BB962C8B-B14F-4D97-AF65-F5344CB8AC3E}">
        <p14:creationId xmlns:p14="http://schemas.microsoft.com/office/powerpoint/2010/main" val="311590443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E3FF-AEA8-B14C-6D2C-E03D8790110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FB849D40-F6FB-9E1A-2B51-902238071267}"/>
              </a:ext>
              <a:ext uri="{C183D7F6-B498-43B3-948B-1728B52AA6E4}">
                <adec:decorative xmlns:adec="http://schemas.microsoft.com/office/drawing/2017/decorative" val="1"/>
              </a:ext>
            </a:extLst>
          </p:cNvPr>
          <p:cNvGrpSpPr/>
          <p:nvPr/>
        </p:nvGrpSpPr>
        <p:grpSpPr>
          <a:xfrm>
            <a:off x="4660389" y="1444632"/>
            <a:ext cx="1938371" cy="3968737"/>
            <a:chOff x="4164588" y="1091044"/>
            <a:chExt cx="2283402" cy="4675174"/>
          </a:xfrm>
        </p:grpSpPr>
        <p:sp>
          <p:nvSpPr>
            <p:cNvPr id="6" name="Rectangle: Rounded Corners 5">
              <a:extLst>
                <a:ext uri="{FF2B5EF4-FFF2-40B4-BE49-F238E27FC236}">
                  <a16:creationId xmlns:a16="http://schemas.microsoft.com/office/drawing/2014/main" id="{C83E06E5-4D93-2321-BA9D-16F3D1958B8D}"/>
                </a:ext>
              </a:extLst>
            </p:cNvPr>
            <p:cNvSpPr/>
            <p:nvPr/>
          </p:nvSpPr>
          <p:spPr>
            <a:xfrm>
              <a:off x="4164588" y="1091044"/>
              <a:ext cx="2283402" cy="4675174"/>
            </a:xfrm>
            <a:prstGeom prst="roundRect">
              <a:avLst>
                <a:gd name="adj" fmla="val 5648"/>
              </a:avLst>
            </a:prstGeom>
            <a:solidFill>
              <a:srgbClr val="ECECEA">
                <a:alpha val="15000"/>
              </a:srgbClr>
            </a:solidFill>
          </p:spPr>
          <p:txBody>
            <a:bodyPr wrap="square" lIns="91440" tIns="5486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400" b="1" i="0" u="none" strike="noStrike" kern="1200" cap="none" spc="0" normalizeH="0" baseline="0" noProof="0">
                <a:ln w="3175">
                  <a:noFill/>
                </a:ln>
                <a:gradFill>
                  <a:gsLst>
                    <a:gs pos="22936">
                      <a:srgbClr val="F4F3F5"/>
                    </a:gs>
                    <a:gs pos="38000">
                      <a:srgbClr val="F4F3F5"/>
                    </a:gs>
                  </a:gsLst>
                  <a:path path="circle">
                    <a:fillToRect l="100000" t="100000"/>
                  </a:path>
                </a:gradFill>
                <a:effectLst/>
                <a:uLnTx/>
                <a:uFillTx/>
                <a:latin typeface="Segoe UI Variable Display Semibold" pitchFamily="2" charset="0"/>
                <a:ea typeface="+mn-ea"/>
                <a:cs typeface="Segoe UI" pitchFamily="34" charset="0"/>
              </a:endParaRPr>
            </a:p>
          </p:txBody>
        </p:sp>
        <p:pic>
          <p:nvPicPr>
            <p:cNvPr id="7" name="Picture 6">
              <a:extLst>
                <a:ext uri="{FF2B5EF4-FFF2-40B4-BE49-F238E27FC236}">
                  <a16:creationId xmlns:a16="http://schemas.microsoft.com/office/drawing/2014/main" id="{FEB014F7-82AC-6B2D-510F-97661A1E8032}"/>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305300" y="1226205"/>
              <a:ext cx="2042160" cy="83644"/>
            </a:xfrm>
            <a:prstGeom prst="rect">
              <a:avLst/>
            </a:prstGeom>
            <a:ln>
              <a:noFill/>
            </a:ln>
          </p:spPr>
        </p:pic>
      </p:grpSp>
      <p:sp>
        <p:nvSpPr>
          <p:cNvPr id="13" name="Title 2">
            <a:extLst>
              <a:ext uri="{FF2B5EF4-FFF2-40B4-BE49-F238E27FC236}">
                <a16:creationId xmlns:a16="http://schemas.microsoft.com/office/drawing/2014/main" id="{DCB73622-38F6-E774-3A8C-1B8F93A3573E}"/>
              </a:ext>
            </a:extLst>
          </p:cNvPr>
          <p:cNvSpPr txBox="1">
            <a:spLocks noGrp="1"/>
          </p:cNvSpPr>
          <p:nvPr>
            <p:ph type="title"/>
          </p:nvPr>
        </p:nvSpPr>
        <p:spPr>
          <a:xfrm>
            <a:off x="588264" y="2322576"/>
            <a:ext cx="4127692" cy="1754326"/>
          </a:xfr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lvl="0"/>
            <a:r>
              <a:rPr lang="en-US" noProof="0">
                <a:solidFill>
                  <a:schemeClr val="bg1"/>
                </a:solidFill>
              </a:rPr>
              <a:t>Empower agents </a:t>
            </a:r>
            <a:br>
              <a:rPr lang="en-US" noProof="0">
                <a:solidFill>
                  <a:schemeClr val="bg1"/>
                </a:solidFill>
              </a:rPr>
            </a:br>
            <a:r>
              <a:rPr lang="en-US" noProof="0">
                <a:solidFill>
                  <a:schemeClr val="bg1"/>
                </a:solidFill>
              </a:rPr>
              <a:t>to act on your</a:t>
            </a:r>
            <a:br>
              <a:rPr lang="en-US" noProof="0"/>
            </a:br>
            <a:r>
              <a:rPr lang="en-US" noProof="0">
                <a:solidFill>
                  <a:srgbClr val="998CE4"/>
                </a:solidFill>
              </a:rPr>
              <a:t>business context</a:t>
            </a:r>
          </a:p>
        </p:txBody>
      </p:sp>
      <p:cxnSp>
        <p:nvCxnSpPr>
          <p:cNvPr id="2" name="Straight Connector 1">
            <a:extLst>
              <a:ext uri="{FF2B5EF4-FFF2-40B4-BE49-F238E27FC236}">
                <a16:creationId xmlns:a16="http://schemas.microsoft.com/office/drawing/2014/main" id="{7593FB2A-A9B6-784F-4824-2D2C242639DD}"/>
              </a:ext>
              <a:ext uri="{C183D7F6-B498-43B3-948B-1728B52AA6E4}">
                <adec:decorative xmlns:adec="http://schemas.microsoft.com/office/drawing/2017/decorative" val="1"/>
              </a:ext>
            </a:extLst>
          </p:cNvPr>
          <p:cNvCxnSpPr>
            <a:cxnSpLocks/>
          </p:cNvCxnSpPr>
          <p:nvPr/>
        </p:nvCxnSpPr>
        <p:spPr>
          <a:xfrm>
            <a:off x="6598761" y="3872986"/>
            <a:ext cx="5593239" cy="0"/>
          </a:xfrm>
          <a:prstGeom prst="line">
            <a:avLst/>
          </a:prstGeom>
          <a:noFill/>
          <a:ln w="9525" cap="flat" cmpd="sng" algn="ctr">
            <a:solidFill>
              <a:schemeClr val="bg1">
                <a:lumMod val="65000"/>
                <a:lumOff val="35000"/>
                <a:alpha val="25000"/>
              </a:schemeClr>
            </a:solidFill>
            <a:prstDash val="solid"/>
            <a:headEnd type="none" w="lg" len="med"/>
            <a:tailEnd type="none" w="lg" len="med"/>
          </a:ln>
          <a:effectLst/>
        </p:spPr>
      </p:cxnSp>
      <p:sp>
        <p:nvSpPr>
          <p:cNvPr id="3" name="Rectangle: Rounded Corners 2">
            <a:extLst>
              <a:ext uri="{FF2B5EF4-FFF2-40B4-BE49-F238E27FC236}">
                <a16:creationId xmlns:a16="http://schemas.microsoft.com/office/drawing/2014/main" id="{A32391E7-3A74-8E49-F23B-5AB6FB629958}"/>
              </a:ext>
              <a:ext uri="{C183D7F6-B498-43B3-948B-1728B52AA6E4}">
                <adec:decorative xmlns:adec="http://schemas.microsoft.com/office/drawing/2017/decorative" val="1"/>
              </a:ext>
            </a:extLst>
          </p:cNvPr>
          <p:cNvSpPr/>
          <p:nvPr/>
        </p:nvSpPr>
        <p:spPr bwMode="auto">
          <a:xfrm>
            <a:off x="4724401" y="1752601"/>
            <a:ext cx="1800224" cy="3028950"/>
          </a:xfrm>
          <a:prstGeom prst="roundRect">
            <a:avLst>
              <a:gd name="adj" fmla="val 7685"/>
            </a:avLst>
          </a:prstGeom>
          <a:solidFill>
            <a:schemeClr val="bg1">
              <a:lumMod val="95000"/>
              <a:lumOff val="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7" name="Rounded Rectangle 84">
            <a:extLst>
              <a:ext uri="{FF2B5EF4-FFF2-40B4-BE49-F238E27FC236}">
                <a16:creationId xmlns:a16="http://schemas.microsoft.com/office/drawing/2014/main" id="{CE8AF122-ED2B-1A92-66BA-F1C5DA2BB62B}"/>
              </a:ext>
              <a:ext uri="{C183D7F6-B498-43B3-948B-1728B52AA6E4}">
                <adec:decorative xmlns:adec="http://schemas.microsoft.com/office/drawing/2017/decorative" val="1"/>
              </a:ext>
            </a:extLst>
          </p:cNvPr>
          <p:cNvSpPr/>
          <p:nvPr/>
        </p:nvSpPr>
        <p:spPr>
          <a:xfrm>
            <a:off x="4834351" y="2297536"/>
            <a:ext cx="1580325" cy="333642"/>
          </a:xfrm>
          <a:prstGeom prst="roundRect">
            <a:avLst>
              <a:gd name="adj" fmla="val 33129"/>
            </a:avLst>
          </a:prstGeom>
          <a:gradFill flip="none" rotWithShape="1">
            <a:gsLst>
              <a:gs pos="50000">
                <a:srgbClr val="432EC8"/>
              </a:gs>
              <a:gs pos="100000">
                <a:srgbClr val="998CE4"/>
              </a:gs>
            </a:gsLst>
            <a:lin ang="0" scaled="1"/>
            <a:tileRect/>
          </a:gradFill>
          <a:ln w="10795"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Segoe Sans Text Semibold"/>
              <a:ea typeface="+mn-ea"/>
              <a:cs typeface="Segoe Sans Text" pitchFamily="2" charset="0"/>
            </a:endParaRPr>
          </a:p>
        </p:txBody>
      </p:sp>
      <p:pic>
        <p:nvPicPr>
          <p:cNvPr id="41" name="Graphic 40">
            <a:extLst>
              <a:ext uri="{FF2B5EF4-FFF2-40B4-BE49-F238E27FC236}">
                <a16:creationId xmlns:a16="http://schemas.microsoft.com/office/drawing/2014/main" id="{8D97CE19-2614-42C7-478F-FF149F99883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80182" y="2309522"/>
            <a:ext cx="571001" cy="333642"/>
          </a:xfrm>
          <a:prstGeom prst="rect">
            <a:avLst/>
          </a:prstGeom>
        </p:spPr>
      </p:pic>
      <p:grpSp>
        <p:nvGrpSpPr>
          <p:cNvPr id="42" name="Group 41">
            <a:extLst>
              <a:ext uri="{FF2B5EF4-FFF2-40B4-BE49-F238E27FC236}">
                <a16:creationId xmlns:a16="http://schemas.microsoft.com/office/drawing/2014/main" id="{4334A279-765D-564F-067B-CA3D622A4B5A}"/>
              </a:ext>
              <a:ext uri="{C183D7F6-B498-43B3-948B-1728B52AA6E4}">
                <adec:decorative xmlns:adec="http://schemas.microsoft.com/office/drawing/2017/decorative" val="1"/>
              </a:ext>
            </a:extLst>
          </p:cNvPr>
          <p:cNvGrpSpPr/>
          <p:nvPr/>
        </p:nvGrpSpPr>
        <p:grpSpPr>
          <a:xfrm>
            <a:off x="4920844" y="2383914"/>
            <a:ext cx="175131" cy="175131"/>
            <a:chOff x="-2666083" y="5993175"/>
            <a:chExt cx="517793" cy="517793"/>
          </a:xfrm>
        </p:grpSpPr>
        <p:sp>
          <p:nvSpPr>
            <p:cNvPr id="43" name="Oval 42">
              <a:extLst>
                <a:ext uri="{FF2B5EF4-FFF2-40B4-BE49-F238E27FC236}">
                  <a16:creationId xmlns:a16="http://schemas.microsoft.com/office/drawing/2014/main" id="{E8D81D5E-2D0E-EBB5-86EE-35DEE8481333}"/>
                </a:ext>
              </a:extLst>
            </p:cNvPr>
            <p:cNvSpPr/>
            <p:nvPr/>
          </p:nvSpPr>
          <p:spPr bwMode="auto">
            <a:xfrm>
              <a:off x="-2666083" y="5993175"/>
              <a:ext cx="517793" cy="517793"/>
            </a:xfrm>
            <a:prstGeom prst="ellipse">
              <a:avLst/>
            </a:prstGeom>
            <a:noFill/>
            <a:ln w="95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48" name="Graphic 47" descr="Play with solid fill">
              <a:extLst>
                <a:ext uri="{FF2B5EF4-FFF2-40B4-BE49-F238E27FC236}">
                  <a16:creationId xmlns:a16="http://schemas.microsoft.com/office/drawing/2014/main" id="{A766CADE-AC45-F0DA-56C3-E5FD03DF39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84156" y="6075102"/>
              <a:ext cx="353940" cy="353940"/>
            </a:xfrm>
            <a:prstGeom prst="rect">
              <a:avLst/>
            </a:prstGeom>
          </p:spPr>
        </p:pic>
      </p:grpSp>
      <p:sp>
        <p:nvSpPr>
          <p:cNvPr id="49" name="TextBox 48">
            <a:extLst>
              <a:ext uri="{FF2B5EF4-FFF2-40B4-BE49-F238E27FC236}">
                <a16:creationId xmlns:a16="http://schemas.microsoft.com/office/drawing/2014/main" id="{F0BE22AD-E4FE-17F8-5944-09E67DEE3338}"/>
              </a:ext>
            </a:extLst>
          </p:cNvPr>
          <p:cNvSpPr txBox="1"/>
          <p:nvPr/>
        </p:nvSpPr>
        <p:spPr>
          <a:xfrm>
            <a:off x="585845" y="5220643"/>
            <a:ext cx="3601795" cy="923330"/>
          </a:xfrm>
          <a:prstGeom prst="rect">
            <a:avLst/>
          </a:prstGeom>
        </p:spPr>
        <p:txBody>
          <a:bodyPr/>
          <a:lstStyle>
            <a:defPPr>
              <a:defRPr lang="en-US"/>
            </a:defPPr>
            <a:lvl1pPr marR="0" lvl="0" indent="0" defTabSz="932742" fontAlgn="auto">
              <a:lnSpc>
                <a:spcPct val="100000"/>
              </a:lnSpc>
              <a:spcBef>
                <a:spcPts val="1200"/>
              </a:spcBef>
              <a:spcAft>
                <a:spcPts val="0"/>
              </a:spcAft>
              <a:buClrTx/>
              <a:buSzPct val="90000"/>
              <a:buFont typeface="Wingdings" panose="05000000000000000000" pitchFamily="2" charset="2"/>
              <a:buNone/>
              <a:tabLst/>
              <a:defRPr kumimoji="0" b="1" i="0" u="none" strike="noStrike" cap="none" spc="0" normalizeH="0" baseline="0">
                <a:ln w="3175">
                  <a:noFill/>
                </a:ln>
                <a:solidFill>
                  <a:srgbClr val="998CE4"/>
                </a:solidFill>
                <a:effectLst/>
                <a:uLnTx/>
                <a:uFillTx/>
                <a:latin typeface="Segoe UI Variable Display Semib" pitchFamily="2" charset="0"/>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anose="020B0502040204020203" pitchFamily="34" charset="0"/>
              </a:rPr>
              <a:t>Agents can take a simple request and chain multiple tool calls together to complete a task</a:t>
            </a:r>
          </a:p>
        </p:txBody>
      </p:sp>
      <p:sp>
        <p:nvSpPr>
          <p:cNvPr id="52" name="Rounded Rectangle 84">
            <a:extLst>
              <a:ext uri="{FF2B5EF4-FFF2-40B4-BE49-F238E27FC236}">
                <a16:creationId xmlns:a16="http://schemas.microsoft.com/office/drawing/2014/main" id="{33BA7E08-87F2-5531-E208-F6DBBB440980}"/>
              </a:ext>
            </a:extLst>
          </p:cNvPr>
          <p:cNvSpPr/>
          <p:nvPr/>
        </p:nvSpPr>
        <p:spPr>
          <a:xfrm>
            <a:off x="4834351" y="1914525"/>
            <a:ext cx="1580325" cy="333642"/>
          </a:xfrm>
          <a:prstGeom prst="roundRect">
            <a:avLst>
              <a:gd name="adj" fmla="val 33129"/>
            </a:avLst>
          </a:prstGeom>
          <a:gradFill flip="none" rotWithShape="1">
            <a:gsLst>
              <a:gs pos="50000">
                <a:srgbClr val="432EC8"/>
              </a:gs>
              <a:gs pos="100000">
                <a:srgbClr val="998CE4"/>
              </a:gs>
            </a:gsLst>
            <a:lin ang="0" scaled="1"/>
            <a:tileRect/>
          </a:gradFill>
          <a:ln w="10795"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Segoe Sans Text Semibold"/>
                <a:ea typeface="+mn-ea"/>
                <a:cs typeface="Segoe Sans Text" pitchFamily="2" charset="0"/>
              </a:rPr>
              <a:t>Fill out and submit a workorder</a:t>
            </a:r>
          </a:p>
        </p:txBody>
      </p:sp>
      <p:sp>
        <p:nvSpPr>
          <p:cNvPr id="53" name="TextBox 52">
            <a:extLst>
              <a:ext uri="{FF2B5EF4-FFF2-40B4-BE49-F238E27FC236}">
                <a16:creationId xmlns:a16="http://schemas.microsoft.com/office/drawing/2014/main" id="{92225CCC-504C-7448-E956-5895C7972DAC}"/>
              </a:ext>
            </a:extLst>
          </p:cNvPr>
          <p:cNvSpPr txBox="1"/>
          <p:nvPr/>
        </p:nvSpPr>
        <p:spPr>
          <a:xfrm>
            <a:off x="4995174" y="2736889"/>
            <a:ext cx="1258678"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98CE4"/>
                </a:solidFill>
                <a:effectLst/>
                <a:uLnTx/>
                <a:uFillTx/>
                <a:latin typeface="Segoe Sans Text Semibold"/>
                <a:ea typeface="+mn-ea"/>
                <a:cs typeface="Segoe Sans Text" pitchFamily="2" charset="0"/>
              </a:rPr>
              <a:t>☑  Voice memo processed</a:t>
            </a:r>
          </a:p>
        </p:txBody>
      </p:sp>
      <p:sp>
        <p:nvSpPr>
          <p:cNvPr id="54" name="TextBox 53">
            <a:extLst>
              <a:ext uri="{FF2B5EF4-FFF2-40B4-BE49-F238E27FC236}">
                <a16:creationId xmlns:a16="http://schemas.microsoft.com/office/drawing/2014/main" id="{6453C188-FF16-DB4D-E6EA-1C3E0E8D0D97}"/>
              </a:ext>
            </a:extLst>
          </p:cNvPr>
          <p:cNvSpPr txBox="1"/>
          <p:nvPr/>
        </p:nvSpPr>
        <p:spPr>
          <a:xfrm>
            <a:off x="5022425" y="2882036"/>
            <a:ext cx="120417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98CE4"/>
                </a:solidFill>
                <a:effectLst/>
                <a:uLnTx/>
                <a:uFillTx/>
                <a:latin typeface="Segoe Sans Text Semibold"/>
                <a:ea typeface="+mn-ea"/>
                <a:cs typeface="Segoe Sans Text" pitchFamily="2" charset="0"/>
              </a:rPr>
              <a:t>☑  Name field populated</a:t>
            </a:r>
          </a:p>
        </p:txBody>
      </p:sp>
      <p:sp>
        <p:nvSpPr>
          <p:cNvPr id="56" name="TextBox 55">
            <a:extLst>
              <a:ext uri="{FF2B5EF4-FFF2-40B4-BE49-F238E27FC236}">
                <a16:creationId xmlns:a16="http://schemas.microsoft.com/office/drawing/2014/main" id="{FAB6113D-8961-7EE7-0EC4-F3DB42720B51}"/>
              </a:ext>
            </a:extLst>
          </p:cNvPr>
          <p:cNvSpPr txBox="1"/>
          <p:nvPr/>
        </p:nvSpPr>
        <p:spPr>
          <a:xfrm>
            <a:off x="5042463" y="3027007"/>
            <a:ext cx="1164101"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98CE4"/>
                </a:solidFill>
                <a:effectLst/>
                <a:uLnTx/>
                <a:uFillTx/>
                <a:latin typeface="Segoe Sans Text Semibold"/>
                <a:ea typeface="+mn-ea"/>
                <a:cs typeface="Segoe Sans Text" pitchFamily="2" charset="0"/>
              </a:rPr>
              <a:t>☑  Issue field populated</a:t>
            </a:r>
          </a:p>
        </p:txBody>
      </p:sp>
      <p:sp>
        <p:nvSpPr>
          <p:cNvPr id="57" name="Freeform 110">
            <a:extLst>
              <a:ext uri="{FF2B5EF4-FFF2-40B4-BE49-F238E27FC236}">
                <a16:creationId xmlns:a16="http://schemas.microsoft.com/office/drawing/2014/main" id="{8D71766C-AFDD-D79E-D78D-311C160B7E2B}"/>
              </a:ext>
            </a:extLst>
          </p:cNvPr>
          <p:cNvSpPr/>
          <p:nvPr/>
        </p:nvSpPr>
        <p:spPr>
          <a:xfrm>
            <a:off x="4808234" y="3298508"/>
            <a:ext cx="1632558" cy="679305"/>
          </a:xfrm>
          <a:prstGeom prst="roundRect">
            <a:avLst/>
          </a:prstGeom>
          <a:solidFill>
            <a:schemeClr val="bg1">
              <a:lumMod val="85000"/>
              <a:lumOff val="15000"/>
            </a:schemeClr>
          </a:solidFill>
          <a:ln w="10795" cap="flat" cmpd="sng" algn="ctr">
            <a:noFill/>
            <a:prstDash val="solid"/>
          </a:ln>
          <a:effectLst/>
        </p:spPr>
        <p:txBody>
          <a:bodyPr wrap="square" lIns="91440" t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Segoe Sans Text"/>
                <a:ea typeface="+mn-ea"/>
                <a:cs typeface="Segoe Sans Text" pitchFamily="2" charset="0"/>
              </a:rPr>
              <a:t>A work ticket has been created and assigned. </a:t>
            </a:r>
            <a:r>
              <a:rPr kumimoji="0" lang="en-US" sz="900" b="0" i="0" u="none" strike="noStrike" kern="0" cap="none" spc="0" normalizeH="0" baseline="0" noProof="0">
                <a:ln>
                  <a:noFill/>
                </a:ln>
                <a:solidFill>
                  <a:srgbClr val="998CE4"/>
                </a:solidFill>
                <a:effectLst/>
                <a:uLnTx/>
                <a:uFillTx/>
                <a:latin typeface="Segoe Sans Text Semibold"/>
                <a:ea typeface="+mn-ea"/>
                <a:cs typeface="Segoe Sans Text" pitchFamily="2" charset="0"/>
              </a:rPr>
              <a:t>Click to view your workorder.</a:t>
            </a:r>
          </a:p>
        </p:txBody>
      </p:sp>
      <p:sp>
        <p:nvSpPr>
          <p:cNvPr id="58" name="Freeform 110">
            <a:extLst>
              <a:ext uri="{FF2B5EF4-FFF2-40B4-BE49-F238E27FC236}">
                <a16:creationId xmlns:a16="http://schemas.microsoft.com/office/drawing/2014/main" id="{546F3E85-BC14-B65C-7B5A-C31B06B8F236}"/>
              </a:ext>
            </a:extLst>
          </p:cNvPr>
          <p:cNvSpPr/>
          <p:nvPr/>
        </p:nvSpPr>
        <p:spPr>
          <a:xfrm>
            <a:off x="4808234" y="4049260"/>
            <a:ext cx="1632558" cy="595884"/>
          </a:xfrm>
          <a:prstGeom prst="roundRect">
            <a:avLst/>
          </a:prstGeom>
          <a:solidFill>
            <a:schemeClr val="bg1">
              <a:lumMod val="85000"/>
              <a:lumOff val="15000"/>
            </a:schemeClr>
          </a:solidFill>
          <a:ln w="10795" cap="flat" cmpd="sng" algn="ctr">
            <a:noFill/>
            <a:prstDash val="solid"/>
          </a:ln>
          <a:effectLst/>
        </p:spPr>
        <p:txBody>
          <a:bodyPr wrap="square" lIns="91440" t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Segoe Sans Text"/>
                <a:ea typeface="+mn-ea"/>
                <a:cs typeface="Segoe Sans Text" pitchFamily="2" charset="0"/>
              </a:rPr>
              <a:t>As requested, you will be notified when the status changes to complete.</a:t>
            </a:r>
          </a:p>
        </p:txBody>
      </p:sp>
      <p:sp>
        <p:nvSpPr>
          <p:cNvPr id="59" name="Rectangle: Rounded Corners 58">
            <a:extLst>
              <a:ext uri="{FF2B5EF4-FFF2-40B4-BE49-F238E27FC236}">
                <a16:creationId xmlns:a16="http://schemas.microsoft.com/office/drawing/2014/main" id="{C3A096F9-5628-28B3-3488-1E17968B9F60}"/>
              </a:ext>
            </a:extLst>
          </p:cNvPr>
          <p:cNvSpPr/>
          <p:nvPr/>
        </p:nvSpPr>
        <p:spPr bwMode="auto">
          <a:xfrm>
            <a:off x="6791960" y="3498424"/>
            <a:ext cx="1524000" cy="927308"/>
          </a:xfrm>
          <a:prstGeom prst="roundRect">
            <a:avLst>
              <a:gd name="adj" fmla="val 9469"/>
            </a:avLst>
          </a:prstGeom>
          <a:solidFill>
            <a:srgbClr val="101010"/>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Pre-built </a:t>
            </a:r>
            <a:b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b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tools</a:t>
            </a:r>
          </a:p>
        </p:txBody>
      </p:sp>
      <p:sp>
        <p:nvSpPr>
          <p:cNvPr id="60" name="Rectangle: Rounded Corners 59">
            <a:extLst>
              <a:ext uri="{FF2B5EF4-FFF2-40B4-BE49-F238E27FC236}">
                <a16:creationId xmlns:a16="http://schemas.microsoft.com/office/drawing/2014/main" id="{8ABF11FB-58C4-2213-12A1-C355A6342F02}"/>
              </a:ext>
            </a:extLst>
          </p:cNvPr>
          <p:cNvSpPr/>
          <p:nvPr/>
        </p:nvSpPr>
        <p:spPr>
          <a:xfrm>
            <a:off x="6798310" y="3114991"/>
            <a:ext cx="15570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Content Understanding</a:t>
            </a:r>
          </a:p>
        </p:txBody>
      </p:sp>
      <p:sp>
        <p:nvSpPr>
          <p:cNvPr id="61" name="Rectangle: Rounded Corners 60">
            <a:extLst>
              <a:ext uri="{FF2B5EF4-FFF2-40B4-BE49-F238E27FC236}">
                <a16:creationId xmlns:a16="http://schemas.microsoft.com/office/drawing/2014/main" id="{6CEF1AB9-2A13-7230-D546-6E3BAC72550C}"/>
              </a:ext>
            </a:extLst>
          </p:cNvPr>
          <p:cNvSpPr/>
          <p:nvPr/>
        </p:nvSpPr>
        <p:spPr>
          <a:xfrm>
            <a:off x="6798310" y="2754584"/>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Document Intelligence</a:t>
            </a:r>
          </a:p>
        </p:txBody>
      </p:sp>
      <p:sp>
        <p:nvSpPr>
          <p:cNvPr id="62" name="Rectangle: Rounded Corners 61">
            <a:extLst>
              <a:ext uri="{FF2B5EF4-FFF2-40B4-BE49-F238E27FC236}">
                <a16:creationId xmlns:a16="http://schemas.microsoft.com/office/drawing/2014/main" id="{42CA0124-CB10-1088-CA80-90936723760D}"/>
              </a:ext>
            </a:extLst>
          </p:cNvPr>
          <p:cNvSpPr/>
          <p:nvPr/>
        </p:nvSpPr>
        <p:spPr>
          <a:xfrm>
            <a:off x="6798310" y="2394179"/>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Translator</a:t>
            </a:r>
          </a:p>
        </p:txBody>
      </p:sp>
      <p:sp>
        <p:nvSpPr>
          <p:cNvPr id="63" name="Rectangle: Rounded Corners 62">
            <a:extLst>
              <a:ext uri="{FF2B5EF4-FFF2-40B4-BE49-F238E27FC236}">
                <a16:creationId xmlns:a16="http://schemas.microsoft.com/office/drawing/2014/main" id="{421B50C0-BD80-2BA8-D7A9-A95E3A102673}"/>
              </a:ext>
            </a:extLst>
          </p:cNvPr>
          <p:cNvSpPr/>
          <p:nvPr/>
        </p:nvSpPr>
        <p:spPr>
          <a:xfrm>
            <a:off x="6798310" y="2033773"/>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Language</a:t>
            </a:r>
          </a:p>
        </p:txBody>
      </p:sp>
      <p:sp>
        <p:nvSpPr>
          <p:cNvPr id="64" name="Rectangle: Rounded Corners 63">
            <a:extLst>
              <a:ext uri="{FF2B5EF4-FFF2-40B4-BE49-F238E27FC236}">
                <a16:creationId xmlns:a16="http://schemas.microsoft.com/office/drawing/2014/main" id="{C84D0039-E5BD-BBAA-7903-830AC2D66EE7}"/>
              </a:ext>
            </a:extLst>
          </p:cNvPr>
          <p:cNvSpPr/>
          <p:nvPr/>
        </p:nvSpPr>
        <p:spPr>
          <a:xfrm>
            <a:off x="6798310" y="1673367"/>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Vision</a:t>
            </a:r>
          </a:p>
        </p:txBody>
      </p:sp>
      <p:sp>
        <p:nvSpPr>
          <p:cNvPr id="65" name="Rectangle: Rounded Corners 64">
            <a:extLst>
              <a:ext uri="{FF2B5EF4-FFF2-40B4-BE49-F238E27FC236}">
                <a16:creationId xmlns:a16="http://schemas.microsoft.com/office/drawing/2014/main" id="{B90039FD-60A1-1685-E53F-E0C51260341F}"/>
              </a:ext>
            </a:extLst>
          </p:cNvPr>
          <p:cNvSpPr/>
          <p:nvPr/>
        </p:nvSpPr>
        <p:spPr>
          <a:xfrm>
            <a:off x="6798310" y="1312961"/>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Speech</a:t>
            </a:r>
          </a:p>
        </p:txBody>
      </p:sp>
      <p:sp>
        <p:nvSpPr>
          <p:cNvPr id="66" name="Rectangle: Rounded Corners 65">
            <a:extLst>
              <a:ext uri="{FF2B5EF4-FFF2-40B4-BE49-F238E27FC236}">
                <a16:creationId xmlns:a16="http://schemas.microsoft.com/office/drawing/2014/main" id="{5D8344B8-E255-4E46-9864-A40A87486CED}"/>
              </a:ext>
            </a:extLst>
          </p:cNvPr>
          <p:cNvSpPr/>
          <p:nvPr/>
        </p:nvSpPr>
        <p:spPr bwMode="auto">
          <a:xfrm>
            <a:off x="8423175" y="3498424"/>
            <a:ext cx="1524000" cy="927308"/>
          </a:xfrm>
          <a:prstGeom prst="roundRect">
            <a:avLst>
              <a:gd name="adj" fmla="val 9469"/>
            </a:avLst>
          </a:prstGeom>
          <a:solidFill>
            <a:srgbClr val="101010"/>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1,400+</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connectors</a:t>
            </a:r>
          </a:p>
        </p:txBody>
      </p:sp>
      <p:sp>
        <p:nvSpPr>
          <p:cNvPr id="67" name="Rectangle: Rounded Corners 66">
            <a:extLst>
              <a:ext uri="{FF2B5EF4-FFF2-40B4-BE49-F238E27FC236}">
                <a16:creationId xmlns:a16="http://schemas.microsoft.com/office/drawing/2014/main" id="{91CAF819-30B3-C1A5-2445-B34D0A0916C0}"/>
              </a:ext>
            </a:extLst>
          </p:cNvPr>
          <p:cNvSpPr/>
          <p:nvPr/>
        </p:nvSpPr>
        <p:spPr>
          <a:xfrm>
            <a:off x="8429525" y="3114991"/>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SAP</a:t>
            </a:r>
          </a:p>
        </p:txBody>
      </p:sp>
      <p:sp>
        <p:nvSpPr>
          <p:cNvPr id="68" name="Rectangle: Rounded Corners 67">
            <a:extLst>
              <a:ext uri="{FF2B5EF4-FFF2-40B4-BE49-F238E27FC236}">
                <a16:creationId xmlns:a16="http://schemas.microsoft.com/office/drawing/2014/main" id="{945B059B-7704-CBA0-330D-3369FD76BA49}"/>
              </a:ext>
            </a:extLst>
          </p:cNvPr>
          <p:cNvSpPr/>
          <p:nvPr/>
        </p:nvSpPr>
        <p:spPr>
          <a:xfrm>
            <a:off x="8429525" y="2754585"/>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Google Drive</a:t>
            </a:r>
          </a:p>
        </p:txBody>
      </p:sp>
      <p:sp>
        <p:nvSpPr>
          <p:cNvPr id="69" name="Rectangle: Rounded Corners 68">
            <a:extLst>
              <a:ext uri="{FF2B5EF4-FFF2-40B4-BE49-F238E27FC236}">
                <a16:creationId xmlns:a16="http://schemas.microsoft.com/office/drawing/2014/main" id="{FE88FE85-7191-7220-AE4E-412D189E0A4C}"/>
              </a:ext>
            </a:extLst>
          </p:cNvPr>
          <p:cNvSpPr/>
          <p:nvPr/>
        </p:nvSpPr>
        <p:spPr>
          <a:xfrm>
            <a:off x="8429525" y="2394179"/>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HubSpot</a:t>
            </a:r>
          </a:p>
        </p:txBody>
      </p:sp>
      <p:sp>
        <p:nvSpPr>
          <p:cNvPr id="70" name="Rectangle: Rounded Corners 69">
            <a:extLst>
              <a:ext uri="{FF2B5EF4-FFF2-40B4-BE49-F238E27FC236}">
                <a16:creationId xmlns:a16="http://schemas.microsoft.com/office/drawing/2014/main" id="{4C4FD4CE-9C60-AF04-1D52-01F600975D6E}"/>
              </a:ext>
            </a:extLst>
          </p:cNvPr>
          <p:cNvSpPr/>
          <p:nvPr/>
        </p:nvSpPr>
        <p:spPr>
          <a:xfrm>
            <a:off x="8429525" y="2033773"/>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Slack</a:t>
            </a:r>
          </a:p>
        </p:txBody>
      </p:sp>
      <p:sp>
        <p:nvSpPr>
          <p:cNvPr id="71" name="Rectangle: Rounded Corners 70">
            <a:extLst>
              <a:ext uri="{FF2B5EF4-FFF2-40B4-BE49-F238E27FC236}">
                <a16:creationId xmlns:a16="http://schemas.microsoft.com/office/drawing/2014/main" id="{92F8CA31-FA14-7BB3-9FB8-1CF0E8CBB51F}"/>
              </a:ext>
            </a:extLst>
          </p:cNvPr>
          <p:cNvSpPr/>
          <p:nvPr/>
        </p:nvSpPr>
        <p:spPr>
          <a:xfrm>
            <a:off x="8429525" y="1673367"/>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Salesforce</a:t>
            </a:r>
          </a:p>
        </p:txBody>
      </p:sp>
      <p:sp>
        <p:nvSpPr>
          <p:cNvPr id="72" name="Rectangle: Rounded Corners 71">
            <a:extLst>
              <a:ext uri="{FF2B5EF4-FFF2-40B4-BE49-F238E27FC236}">
                <a16:creationId xmlns:a16="http://schemas.microsoft.com/office/drawing/2014/main" id="{771899A1-9A0A-2D56-F0CF-31C114068B4C}"/>
              </a:ext>
            </a:extLst>
          </p:cNvPr>
          <p:cNvSpPr/>
          <p:nvPr/>
        </p:nvSpPr>
        <p:spPr>
          <a:xfrm>
            <a:off x="8426985" y="1312961"/>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Dynamics 365</a:t>
            </a:r>
          </a:p>
        </p:txBody>
      </p:sp>
      <p:sp>
        <p:nvSpPr>
          <p:cNvPr id="73" name="Rectangle: Rounded Corners 72">
            <a:extLst>
              <a:ext uri="{FF2B5EF4-FFF2-40B4-BE49-F238E27FC236}">
                <a16:creationId xmlns:a16="http://schemas.microsoft.com/office/drawing/2014/main" id="{4D0A8A50-BBD7-FFA6-552E-7DFFB5A99DC8}"/>
              </a:ext>
            </a:extLst>
          </p:cNvPr>
          <p:cNvSpPr/>
          <p:nvPr/>
        </p:nvSpPr>
        <p:spPr bwMode="auto">
          <a:xfrm>
            <a:off x="10056748" y="3498424"/>
            <a:ext cx="1524000" cy="927308"/>
          </a:xfrm>
          <a:prstGeom prst="roundRect">
            <a:avLst>
              <a:gd name="adj" fmla="val 10189"/>
            </a:avLst>
          </a:prstGeom>
          <a:solidFill>
            <a:srgbClr val="101010"/>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Custom </a:t>
            </a:r>
            <a:b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b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tools</a:t>
            </a:r>
          </a:p>
        </p:txBody>
      </p:sp>
      <p:sp>
        <p:nvSpPr>
          <p:cNvPr id="74" name="Rectangle: Rounded Corners 73">
            <a:extLst>
              <a:ext uri="{FF2B5EF4-FFF2-40B4-BE49-F238E27FC236}">
                <a16:creationId xmlns:a16="http://schemas.microsoft.com/office/drawing/2014/main" id="{E7291944-DD2B-4427-3585-41747A0F6490}"/>
              </a:ext>
            </a:extLst>
          </p:cNvPr>
          <p:cNvSpPr/>
          <p:nvPr/>
        </p:nvSpPr>
        <p:spPr>
          <a:xfrm>
            <a:off x="10063098" y="3114991"/>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OAuth</a:t>
            </a:r>
          </a:p>
        </p:txBody>
      </p:sp>
      <p:sp>
        <p:nvSpPr>
          <p:cNvPr id="75" name="Rectangle: Rounded Corners 74">
            <a:extLst>
              <a:ext uri="{FF2B5EF4-FFF2-40B4-BE49-F238E27FC236}">
                <a16:creationId xmlns:a16="http://schemas.microsoft.com/office/drawing/2014/main" id="{AF31E7A6-CA45-F037-5A3E-FB87710DB027}"/>
              </a:ext>
            </a:extLst>
          </p:cNvPr>
          <p:cNvSpPr/>
          <p:nvPr/>
        </p:nvSpPr>
        <p:spPr>
          <a:xfrm>
            <a:off x="10063098" y="2561216"/>
            <a:ext cx="1554480" cy="432792"/>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Model Context Protocol (MCP)</a:t>
            </a:r>
          </a:p>
        </p:txBody>
      </p:sp>
      <p:sp>
        <p:nvSpPr>
          <p:cNvPr id="76" name="Rectangle: Rounded Corners 75">
            <a:extLst>
              <a:ext uri="{FF2B5EF4-FFF2-40B4-BE49-F238E27FC236}">
                <a16:creationId xmlns:a16="http://schemas.microsoft.com/office/drawing/2014/main" id="{4239F598-2F2B-46D1-90B3-39E0B149E3CC}"/>
              </a:ext>
            </a:extLst>
          </p:cNvPr>
          <p:cNvSpPr/>
          <p:nvPr/>
        </p:nvSpPr>
        <p:spPr>
          <a:xfrm>
            <a:off x="10063098" y="2223836"/>
            <a:ext cx="1554480" cy="216396"/>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Open API</a:t>
            </a:r>
          </a:p>
        </p:txBody>
      </p:sp>
      <p:sp>
        <p:nvSpPr>
          <p:cNvPr id="77" name="Rectangle: Rounded Corners 76">
            <a:extLst>
              <a:ext uri="{FF2B5EF4-FFF2-40B4-BE49-F238E27FC236}">
                <a16:creationId xmlns:a16="http://schemas.microsoft.com/office/drawing/2014/main" id="{5EB824C4-CD85-BDB6-37A2-81C27940F51E}"/>
              </a:ext>
            </a:extLst>
          </p:cNvPr>
          <p:cNvSpPr/>
          <p:nvPr/>
        </p:nvSpPr>
        <p:spPr>
          <a:xfrm>
            <a:off x="10063098" y="1670060"/>
            <a:ext cx="1554480" cy="432792"/>
          </a:xfrm>
          <a:prstGeom prst="roundRect">
            <a:avLst>
              <a:gd name="adj" fmla="val 50000"/>
            </a:avLst>
          </a:prstGeom>
          <a:solidFill>
            <a:schemeClr val="tx1">
              <a:alpha val="10000"/>
            </a:schemeClr>
          </a:solidFill>
          <a:ln w="12700">
            <a:solidFill>
              <a:schemeClr val="bg2">
                <a:lumMod val="60000"/>
                <a:lumOff val="40000"/>
                <a:alpha val="50000"/>
              </a:schemeClr>
            </a:solidFill>
          </a:ln>
        </p:spPr>
        <p:txBody>
          <a:bodyPr wrap="square" lIns="0" tIns="0" rIns="0" bIns="0" rtlCol="0" anchor="ctr" anchorCtr="0">
            <a:sp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000" b="1" i="0" u="none" strike="noStrike" kern="1200" cap="none" spc="0" normalizeH="0" baseline="0" noProof="0">
                <a:ln w="3175">
                  <a:noFill/>
                </a:ln>
                <a:solidFill>
                  <a:srgbClr val="000000"/>
                </a:solidFill>
                <a:effectLst/>
                <a:uLnTx/>
                <a:uFillTx/>
                <a:latin typeface="Segoe UI Variable Display Semibold" pitchFamily="2" charset="0"/>
                <a:ea typeface="+mn-ea"/>
                <a:cs typeface="Segoe UI" pitchFamily="34" charset="0"/>
              </a:rPr>
              <a:t>Agent-to-Agent Protocol (A2A)</a:t>
            </a:r>
          </a:p>
        </p:txBody>
      </p:sp>
      <p:sp>
        <p:nvSpPr>
          <p:cNvPr id="78" name="Rectangle: Rounded Corners 77">
            <a:extLst>
              <a:ext uri="{FF2B5EF4-FFF2-40B4-BE49-F238E27FC236}">
                <a16:creationId xmlns:a16="http://schemas.microsoft.com/office/drawing/2014/main" id="{954CC44F-9383-B3E4-82BB-89A1050F5B53}"/>
              </a:ext>
            </a:extLst>
          </p:cNvPr>
          <p:cNvSpPr/>
          <p:nvPr/>
        </p:nvSpPr>
        <p:spPr bwMode="auto">
          <a:xfrm>
            <a:off x="6796355" y="4564854"/>
            <a:ext cx="4784393" cy="389513"/>
          </a:xfrm>
          <a:prstGeom prst="roundRect">
            <a:avLst>
              <a:gd name="adj" fmla="val 50000"/>
            </a:avLst>
          </a:prstGeom>
          <a:solidFill>
            <a:srgbClr val="101010"/>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Semibold"/>
                <a:ea typeface="+mn-ea"/>
                <a:cs typeface="Segoe Sans Text" pitchFamily="2" charset="0"/>
              </a:rPr>
              <a:t>MCP-enabled tools in Microsoft Foundry</a:t>
            </a:r>
          </a:p>
        </p:txBody>
      </p:sp>
      <p:sp>
        <p:nvSpPr>
          <p:cNvPr id="9" name="TextBox 8">
            <a:extLst>
              <a:ext uri="{FF2B5EF4-FFF2-40B4-BE49-F238E27FC236}">
                <a16:creationId xmlns:a16="http://schemas.microsoft.com/office/drawing/2014/main" id="{EDB176EC-7B26-6849-D0C0-AC2673504367}"/>
              </a:ext>
            </a:extLst>
          </p:cNvPr>
          <p:cNvSpPr txBox="1"/>
          <p:nvPr/>
        </p:nvSpPr>
        <p:spPr>
          <a:xfrm>
            <a:off x="8318795" y="5134438"/>
            <a:ext cx="188609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Text"/>
                <a:ea typeface="+mn-ea"/>
                <a:cs typeface="+mn-cs"/>
              </a:rPr>
              <a:t>Foundry Tools</a:t>
            </a:r>
            <a:endParaRPr kumimoji="0" lang="en-US" sz="1800" b="0" i="1" u="none" strike="noStrike" kern="1200" cap="none" spc="0" normalizeH="0" baseline="0" noProof="0">
              <a:ln>
                <a:noFill/>
              </a:ln>
              <a:solidFill>
                <a:srgbClr val="000000"/>
              </a:solidFill>
              <a:effectLst/>
              <a:uLnTx/>
              <a:uFillTx/>
              <a:latin typeface="Segoe Sans Text"/>
              <a:ea typeface="+mn-ea"/>
              <a:cs typeface="+mn-cs"/>
            </a:endParaRPr>
          </a:p>
        </p:txBody>
      </p:sp>
      <p:pic>
        <p:nvPicPr>
          <p:cNvPr id="4" name="Picture 3" descr="A blue ribbon in a shape of a star&#10;&#10;AI-generated content may be incorrect.">
            <a:extLst>
              <a:ext uri="{FF2B5EF4-FFF2-40B4-BE49-F238E27FC236}">
                <a16:creationId xmlns:a16="http://schemas.microsoft.com/office/drawing/2014/main" id="{EB8CB7F4-2E86-DE8D-6F02-D99564F4EA48}"/>
              </a:ext>
            </a:extLst>
          </p:cNvPr>
          <p:cNvPicPr>
            <a:picLocks noChangeAspect="1"/>
          </p:cNvPicPr>
          <p:nvPr/>
        </p:nvPicPr>
        <p:blipFill>
          <a:blip r:embed="rId7"/>
          <a:stretch>
            <a:fillRect/>
          </a:stretch>
        </p:blipFill>
        <p:spPr>
          <a:xfrm>
            <a:off x="8065008" y="5134438"/>
            <a:ext cx="389514" cy="389514"/>
          </a:xfrm>
          <a:prstGeom prst="rect">
            <a:avLst/>
          </a:prstGeom>
        </p:spPr>
      </p:pic>
    </p:spTree>
    <p:extLst>
      <p:ext uri="{BB962C8B-B14F-4D97-AF65-F5344CB8AC3E}">
        <p14:creationId xmlns:p14="http://schemas.microsoft.com/office/powerpoint/2010/main" val="2358418611"/>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EBF98-B063-A25A-B8E1-C6786A39FF76}"/>
            </a:ext>
          </a:extLst>
        </p:cNvPr>
        <p:cNvGrpSpPr/>
        <p:nvPr/>
      </p:nvGrpSpPr>
      <p:grpSpPr>
        <a:xfrm>
          <a:off x="0" y="0"/>
          <a:ext cx="0" cy="0"/>
          <a:chOff x="0" y="0"/>
          <a:chExt cx="0" cy="0"/>
        </a:xfrm>
      </p:grpSpPr>
      <p:graphicFrame>
        <p:nvGraphicFramePr>
          <p:cNvPr id="67" name="think-cell data - do not delete" hidden="1">
            <a:extLst>
              <a:ext uri="{FF2B5EF4-FFF2-40B4-BE49-F238E27FC236}">
                <a16:creationId xmlns:a16="http://schemas.microsoft.com/office/drawing/2014/main" id="{C22ED051-8F11-3847-2BF0-C1686851249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67" name="think-cell data - do not delete" hidden="1">
                        <a:extLst>
                          <a:ext uri="{FF2B5EF4-FFF2-40B4-BE49-F238E27FC236}">
                            <a16:creationId xmlns:a16="http://schemas.microsoft.com/office/drawing/2014/main" id="{C22ED051-8F11-3847-2BF0-C168685124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7" name="Picture 26">
            <a:extLst>
              <a:ext uri="{FF2B5EF4-FFF2-40B4-BE49-F238E27FC236}">
                <a16:creationId xmlns:a16="http://schemas.microsoft.com/office/drawing/2014/main" id="{30262549-F27A-64CC-6E9E-895FA91A716C}"/>
              </a:ext>
            </a:extLst>
          </p:cNvPr>
          <p:cNvPicPr>
            <a:picLocks noChangeAspect="1"/>
          </p:cNvPicPr>
          <p:nvPr/>
        </p:nvPicPr>
        <p:blipFill rotWithShape="1">
          <a:blip r:embed="rId6"/>
          <a:srcRect t="-32575" b="-40717"/>
          <a:stretch>
            <a:fillRect/>
          </a:stretch>
        </p:blipFill>
        <p:spPr>
          <a:xfrm>
            <a:off x="13690918" y="535940"/>
            <a:ext cx="6742684" cy="5792860"/>
          </a:xfrm>
          <a:prstGeom prst="roundRect">
            <a:avLst>
              <a:gd name="adj" fmla="val 3532"/>
            </a:avLst>
          </a:prstGeom>
          <a:solidFill>
            <a:srgbClr val="0F0F0F"/>
          </a:solidFill>
        </p:spPr>
      </p:pic>
      <p:sp>
        <p:nvSpPr>
          <p:cNvPr id="11" name="Title 10">
            <a:extLst>
              <a:ext uri="{FF2B5EF4-FFF2-40B4-BE49-F238E27FC236}">
                <a16:creationId xmlns:a16="http://schemas.microsoft.com/office/drawing/2014/main" id="{E9209F70-559D-B392-5B43-C361EAE5A695}"/>
              </a:ext>
            </a:extLst>
          </p:cNvPr>
          <p:cNvSpPr>
            <a:spLocks noGrp="1"/>
          </p:cNvSpPr>
          <p:nvPr>
            <p:ph type="title"/>
          </p:nvPr>
        </p:nvSpPr>
        <p:spPr>
          <a:xfrm>
            <a:off x="419100" y="915960"/>
            <a:ext cx="4338069" cy="560426"/>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Tools &amp; Toolboxes</a:t>
            </a:r>
          </a:p>
        </p:txBody>
      </p:sp>
      <p:sp>
        <p:nvSpPr>
          <p:cNvPr id="5" name="Rectangle: Rounded Corners 4">
            <a:extLst>
              <a:ext uri="{FF2B5EF4-FFF2-40B4-BE49-F238E27FC236}">
                <a16:creationId xmlns:a16="http://schemas.microsoft.com/office/drawing/2014/main" id="{8D657340-0D88-2549-A8D9-6CD60FE5BE66}"/>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6" name="Rectangle: Rounded Corners 5">
            <a:extLst>
              <a:ext uri="{FF2B5EF4-FFF2-40B4-BE49-F238E27FC236}">
                <a16:creationId xmlns:a16="http://schemas.microsoft.com/office/drawing/2014/main" id="{32962A50-88AB-F434-BEA4-72BBD40E9BCB}"/>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65" name="Picture 64">
            <a:extLst>
              <a:ext uri="{FF2B5EF4-FFF2-40B4-BE49-F238E27FC236}">
                <a16:creationId xmlns:a16="http://schemas.microsoft.com/office/drawing/2014/main" id="{020C2EED-4CBF-AFF1-C16F-32AE3DC3BC66}"/>
              </a:ext>
            </a:extLst>
          </p:cNvPr>
          <p:cNvPicPr>
            <a:picLocks noChangeAspect="1"/>
          </p:cNvPicPr>
          <p:nvPr/>
        </p:nvPicPr>
        <p:blipFill>
          <a:blip r:embed="rId7"/>
          <a:stretch>
            <a:fillRect/>
          </a:stretch>
        </p:blipFill>
        <p:spPr>
          <a:xfrm>
            <a:off x="5357881" y="1517609"/>
            <a:ext cx="6679175" cy="3823207"/>
          </a:xfrm>
          <a:prstGeom prst="rect">
            <a:avLst/>
          </a:prstGeom>
        </p:spPr>
      </p:pic>
      <p:sp>
        <p:nvSpPr>
          <p:cNvPr id="68" name="Text Placeholder 1">
            <a:extLst>
              <a:ext uri="{FF2B5EF4-FFF2-40B4-BE49-F238E27FC236}">
                <a16:creationId xmlns:a16="http://schemas.microsoft.com/office/drawing/2014/main" id="{A21CDBA8-C21E-3DA1-290F-BB472E814DF0}"/>
              </a:ext>
            </a:extLst>
          </p:cNvPr>
          <p:cNvSpPr txBox="1">
            <a:spLocks/>
          </p:cNvSpPr>
          <p:nvPr/>
        </p:nvSpPr>
        <p:spPr>
          <a:xfrm>
            <a:off x="419100" y="1605621"/>
            <a:ext cx="4373354" cy="830997"/>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Connect agents to 1,400+ MCP-enabled connectors and pre-built capabilities through a single endpoint with Toolboxes</a:t>
            </a:r>
          </a:p>
        </p:txBody>
      </p:sp>
      <p:grpSp>
        <p:nvGrpSpPr>
          <p:cNvPr id="389" name="Group 388">
            <a:extLst>
              <a:ext uri="{FF2B5EF4-FFF2-40B4-BE49-F238E27FC236}">
                <a16:creationId xmlns:a16="http://schemas.microsoft.com/office/drawing/2014/main" id="{88284AD2-6F34-208D-27FE-E108B65C0609}"/>
              </a:ext>
            </a:extLst>
          </p:cNvPr>
          <p:cNvGrpSpPr/>
          <p:nvPr/>
        </p:nvGrpSpPr>
        <p:grpSpPr>
          <a:xfrm>
            <a:off x="419099" y="3005138"/>
            <a:ext cx="4509519" cy="3433762"/>
            <a:chOff x="419099" y="3005138"/>
            <a:chExt cx="4509519" cy="3433762"/>
          </a:xfrm>
        </p:grpSpPr>
        <p:sp>
          <p:nvSpPr>
            <p:cNvPr id="13" name="Rectangle: Rounded Corners 12">
              <a:extLst>
                <a:ext uri="{FF2B5EF4-FFF2-40B4-BE49-F238E27FC236}">
                  <a16:creationId xmlns:a16="http://schemas.microsoft.com/office/drawing/2014/main" id="{E79B0C73-5313-6C35-E6CC-641E6A7E3AA4}"/>
                </a:ext>
              </a:extLst>
            </p:cNvPr>
            <p:cNvSpPr/>
            <p:nvPr/>
          </p:nvSpPr>
          <p:spPr>
            <a:xfrm>
              <a:off x="419099" y="3005138"/>
              <a:ext cx="4509519" cy="3433762"/>
            </a:xfrm>
            <a:prstGeom prst="roundRect">
              <a:avLst>
                <a:gd name="adj" fmla="val 404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3" name="Rectangle: Rounded Corners 2">
              <a:extLst>
                <a:ext uri="{FF2B5EF4-FFF2-40B4-BE49-F238E27FC236}">
                  <a16:creationId xmlns:a16="http://schemas.microsoft.com/office/drawing/2014/main" id="{4C890C87-CCD4-6A9A-1A9B-D6F1B3AE7B71}"/>
                </a:ext>
                <a:ext uri="{C183D7F6-B498-43B3-948B-1728B52AA6E4}">
                  <adec:decorative xmlns:adec="http://schemas.microsoft.com/office/drawing/2017/decorative" val="1"/>
                </a:ext>
              </a:extLst>
            </p:cNvPr>
            <p:cNvSpPr/>
            <p:nvPr/>
          </p:nvSpPr>
          <p:spPr bwMode="auto">
            <a:xfrm>
              <a:off x="557335" y="3629025"/>
              <a:ext cx="1124692" cy="2659752"/>
            </a:xfrm>
            <a:prstGeom prst="roundRect">
              <a:avLst>
                <a:gd name="adj" fmla="val 5568"/>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Rectangle: Rounded Corners 8">
              <a:extLst>
                <a:ext uri="{FF2B5EF4-FFF2-40B4-BE49-F238E27FC236}">
                  <a16:creationId xmlns:a16="http://schemas.microsoft.com/office/drawing/2014/main" id="{A9368ED0-1883-D17E-4154-76E66FBB375E}"/>
                </a:ext>
              </a:extLst>
            </p:cNvPr>
            <p:cNvSpPr/>
            <p:nvPr/>
          </p:nvSpPr>
          <p:spPr>
            <a:xfrm>
              <a:off x="517344" y="3382854"/>
              <a:ext cx="1211000" cy="2950453"/>
            </a:xfrm>
            <a:prstGeom prst="roundRect">
              <a:avLst>
                <a:gd name="adj" fmla="val 5648"/>
              </a:avLst>
            </a:prstGeom>
            <a:ln>
              <a:solidFill>
                <a:schemeClr val="tx1">
                  <a:lumMod val="75000"/>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pic>
          <p:nvPicPr>
            <p:cNvPr id="10" name="Picture 9">
              <a:extLst>
                <a:ext uri="{FF2B5EF4-FFF2-40B4-BE49-F238E27FC236}">
                  <a16:creationId xmlns:a16="http://schemas.microsoft.com/office/drawing/2014/main" id="{346DCE99-F3BA-F0FE-3E96-1BC0850B4E7D}"/>
                </a:ext>
              </a:extLst>
            </p:cNvPr>
            <p:cNvPicPr>
              <a:picLocks noChangeAspect="1"/>
            </p:cNvPicPr>
            <p:nvPr/>
          </p:nvPicPr>
          <p:blipFill rotWithShape="1">
            <a:blip r:embed="rId8"/>
            <a:srcRect t="-12380" b="-12380"/>
            <a:stretch>
              <a:fillRect/>
            </a:stretch>
          </p:blipFill>
          <p:spPr>
            <a:xfrm>
              <a:off x="572343" y="3452352"/>
              <a:ext cx="1101002" cy="56262"/>
            </a:xfrm>
            <a:prstGeom prst="rect">
              <a:avLst/>
            </a:prstGeom>
            <a:ln>
              <a:noFill/>
            </a:ln>
          </p:spPr>
        </p:pic>
        <p:sp>
          <p:nvSpPr>
            <p:cNvPr id="12" name="Rounded Rectangle 84">
              <a:extLst>
                <a:ext uri="{FF2B5EF4-FFF2-40B4-BE49-F238E27FC236}">
                  <a16:creationId xmlns:a16="http://schemas.microsoft.com/office/drawing/2014/main" id="{6FB50386-C60C-3C22-4E72-D5514B572AE9}"/>
                </a:ext>
                <a:ext uri="{C183D7F6-B498-43B3-948B-1728B52AA6E4}">
                  <adec:decorative xmlns:adec="http://schemas.microsoft.com/office/drawing/2017/decorative" val="1"/>
                </a:ext>
              </a:extLst>
            </p:cNvPr>
            <p:cNvSpPr/>
            <p:nvPr/>
          </p:nvSpPr>
          <p:spPr>
            <a:xfrm>
              <a:off x="657534" y="3972143"/>
              <a:ext cx="987310" cy="260057"/>
            </a:xfrm>
            <a:prstGeom prst="roundRect">
              <a:avLst>
                <a:gd name="adj" fmla="val 14816"/>
              </a:avLst>
            </a:prstGeom>
            <a:solidFill>
              <a:schemeClr val="bg2"/>
            </a:solidFill>
            <a:ln w="10795"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Segoe Sans Text Semibold"/>
                <a:ea typeface="+mn-ea"/>
                <a:cs typeface="Segoe Sans Text" pitchFamily="2" charset="0"/>
              </a:endParaRPr>
            </a:p>
          </p:txBody>
        </p:sp>
        <p:pic>
          <p:nvPicPr>
            <p:cNvPr id="21" name="Graphic 20">
              <a:extLst>
                <a:ext uri="{FF2B5EF4-FFF2-40B4-BE49-F238E27FC236}">
                  <a16:creationId xmlns:a16="http://schemas.microsoft.com/office/drawing/2014/main" id="{A68DC7D2-9A39-43E9-F12E-F69DB7C02A4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4215" y="3972143"/>
              <a:ext cx="356734" cy="260057"/>
            </a:xfrm>
            <a:prstGeom prst="rect">
              <a:avLst/>
            </a:prstGeom>
          </p:spPr>
        </p:pic>
        <p:sp>
          <p:nvSpPr>
            <p:cNvPr id="28" name="Rounded Rectangle 84">
              <a:extLst>
                <a:ext uri="{FF2B5EF4-FFF2-40B4-BE49-F238E27FC236}">
                  <a16:creationId xmlns:a16="http://schemas.microsoft.com/office/drawing/2014/main" id="{CC79AF53-C84A-374D-ABC4-50A3FF361271}"/>
                </a:ext>
              </a:extLst>
            </p:cNvPr>
            <p:cNvSpPr/>
            <p:nvPr/>
          </p:nvSpPr>
          <p:spPr>
            <a:xfrm>
              <a:off x="657535" y="3673606"/>
              <a:ext cx="987310" cy="260057"/>
            </a:xfrm>
            <a:prstGeom prst="roundRect">
              <a:avLst>
                <a:gd name="adj" fmla="val 14816"/>
              </a:avLst>
            </a:prstGeom>
            <a:solidFill>
              <a:schemeClr val="bg2"/>
            </a:solidFill>
            <a:ln w="10795" cap="flat" cmpd="sng" algn="ctr">
              <a:noFill/>
              <a:prstDash val="solid"/>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rgbClr val="FFFFFF"/>
                  </a:solidFill>
                  <a:effectLst/>
                  <a:uLnTx/>
                  <a:uFillTx/>
                  <a:latin typeface="Segoe Sans Text Semibold"/>
                  <a:ea typeface="+mn-ea"/>
                  <a:cs typeface="Segoe Sans Text" pitchFamily="2" charset="0"/>
                </a:rPr>
                <a:t>Fill out and submit a workorder</a:t>
              </a:r>
            </a:p>
          </p:txBody>
        </p:sp>
        <p:sp>
          <p:nvSpPr>
            <p:cNvPr id="29" name="TextBox 28">
              <a:extLst>
                <a:ext uri="{FF2B5EF4-FFF2-40B4-BE49-F238E27FC236}">
                  <a16:creationId xmlns:a16="http://schemas.microsoft.com/office/drawing/2014/main" id="{3EA02DD1-8780-5BAA-7F5C-29E60E8AE70C}"/>
                </a:ext>
              </a:extLst>
            </p:cNvPr>
            <p:cNvSpPr txBox="1"/>
            <p:nvPr/>
          </p:nvSpPr>
          <p:spPr>
            <a:xfrm>
              <a:off x="505940" y="4243447"/>
              <a:ext cx="1253869"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408AC"/>
                  </a:solidFill>
                  <a:effectLst/>
                  <a:uLnTx/>
                  <a:uFillTx/>
                  <a:latin typeface="Segoe UI Semibold" panose="020B0702040204020203" pitchFamily="34" charset="0"/>
                  <a:ea typeface="+mn-ea"/>
                  <a:cs typeface="Segoe UI Semibold" panose="020B0702040204020203" pitchFamily="34" charset="0"/>
                </a:rPr>
                <a:t>☑ Voice memo processed</a:t>
              </a:r>
            </a:p>
          </p:txBody>
        </p:sp>
        <p:sp>
          <p:nvSpPr>
            <p:cNvPr id="30" name="TextBox 29">
              <a:extLst>
                <a:ext uri="{FF2B5EF4-FFF2-40B4-BE49-F238E27FC236}">
                  <a16:creationId xmlns:a16="http://schemas.microsoft.com/office/drawing/2014/main" id="{E46BB022-5903-2EE4-6405-752800B0FE6A}"/>
                </a:ext>
              </a:extLst>
            </p:cNvPr>
            <p:cNvSpPr txBox="1"/>
            <p:nvPr/>
          </p:nvSpPr>
          <p:spPr>
            <a:xfrm>
              <a:off x="507174" y="4390648"/>
              <a:ext cx="1202573"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408AC"/>
                  </a:solidFill>
                  <a:effectLst/>
                  <a:uLnTx/>
                  <a:uFillTx/>
                  <a:latin typeface="Segoe UI Semibold" panose="020B0702040204020203" pitchFamily="34" charset="0"/>
                  <a:ea typeface="+mn-ea"/>
                  <a:cs typeface="Segoe UI Semibold" panose="020B0702040204020203" pitchFamily="34" charset="0"/>
                </a:rPr>
                <a:t>☑ Name field populated</a:t>
              </a:r>
            </a:p>
          </p:txBody>
        </p:sp>
        <p:sp>
          <p:nvSpPr>
            <p:cNvPr id="31" name="TextBox 30">
              <a:extLst>
                <a:ext uri="{FF2B5EF4-FFF2-40B4-BE49-F238E27FC236}">
                  <a16:creationId xmlns:a16="http://schemas.microsoft.com/office/drawing/2014/main" id="{B8AE8E25-E37C-76DE-2CF1-B4292BFCE769}"/>
                </a:ext>
              </a:extLst>
            </p:cNvPr>
            <p:cNvSpPr txBox="1"/>
            <p:nvPr/>
          </p:nvSpPr>
          <p:spPr>
            <a:xfrm>
              <a:off x="507174" y="4537849"/>
              <a:ext cx="1162498"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408AC"/>
                  </a:solidFill>
                  <a:effectLst/>
                  <a:uLnTx/>
                  <a:uFillTx/>
                  <a:latin typeface="Segoe UI Semibold" panose="020B0702040204020203" pitchFamily="34" charset="0"/>
                  <a:ea typeface="+mn-ea"/>
                  <a:cs typeface="Segoe UI Semibold" panose="020B0702040204020203" pitchFamily="34" charset="0"/>
                </a:rPr>
                <a:t>☑ Issue field populated</a:t>
              </a:r>
            </a:p>
          </p:txBody>
        </p:sp>
        <p:sp>
          <p:nvSpPr>
            <p:cNvPr id="32" name="Freeform 110">
              <a:extLst>
                <a:ext uri="{FF2B5EF4-FFF2-40B4-BE49-F238E27FC236}">
                  <a16:creationId xmlns:a16="http://schemas.microsoft.com/office/drawing/2014/main" id="{F8482E2D-8A55-4773-CE12-01868A38A018}"/>
                </a:ext>
              </a:extLst>
            </p:cNvPr>
            <p:cNvSpPr/>
            <p:nvPr/>
          </p:nvSpPr>
          <p:spPr>
            <a:xfrm>
              <a:off x="582998" y="4915316"/>
              <a:ext cx="1019943" cy="511754"/>
            </a:xfrm>
            <a:prstGeom prst="wedgeRoundRectCallout">
              <a:avLst/>
            </a:prstGeom>
            <a:solidFill>
              <a:srgbClr val="FFFFFF">
                <a:lumMod val="95000"/>
              </a:srgbClr>
            </a:solidFill>
            <a:ln w="10795" cap="flat" cmpd="sng" algn="ctr">
              <a:noFill/>
              <a:prstDash val="solid"/>
            </a:ln>
            <a:effectLst/>
          </p:spPr>
          <p:txBody>
            <a:bodyPr wrap="square" lIns="45720" tIns="45720" rIns="4572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000000"/>
                  </a:solidFill>
                  <a:effectLst/>
                  <a:uLnTx/>
                  <a:uFillTx/>
                  <a:latin typeface="Segoe Sans Text"/>
                  <a:ea typeface="+mn-ea"/>
                  <a:cs typeface="Segoe Sans Text" pitchFamily="2" charset="0"/>
                </a:rPr>
                <a:t>A work ticket has been created and assigned. </a:t>
              </a:r>
              <a:r>
                <a:rPr kumimoji="0" lang="en-US" sz="700" b="0" i="0" u="none" strike="noStrike" kern="0" cap="none" spc="0" normalizeH="0" baseline="0" noProof="0">
                  <a:ln>
                    <a:noFill/>
                  </a:ln>
                  <a:solidFill>
                    <a:srgbClr val="0078D4"/>
                  </a:solidFill>
                  <a:effectLst/>
                  <a:uLnTx/>
                  <a:uFillTx/>
                  <a:latin typeface="Segoe Sans Text Semibold"/>
                  <a:ea typeface="+mn-ea"/>
                  <a:cs typeface="Segoe Sans Text" pitchFamily="2" charset="0"/>
                </a:rPr>
                <a:t>Click to view your workorder.</a:t>
              </a:r>
            </a:p>
          </p:txBody>
        </p:sp>
        <p:sp>
          <p:nvSpPr>
            <p:cNvPr id="33" name="Freeform 110">
              <a:extLst>
                <a:ext uri="{FF2B5EF4-FFF2-40B4-BE49-F238E27FC236}">
                  <a16:creationId xmlns:a16="http://schemas.microsoft.com/office/drawing/2014/main" id="{8B1FCB93-3F71-204C-2717-402871EB6CA2}"/>
                </a:ext>
              </a:extLst>
            </p:cNvPr>
            <p:cNvSpPr/>
            <p:nvPr/>
          </p:nvSpPr>
          <p:spPr>
            <a:xfrm>
              <a:off x="589550" y="5556471"/>
              <a:ext cx="1019943" cy="529482"/>
            </a:xfrm>
            <a:prstGeom prst="wedgeRoundRectCallout">
              <a:avLst/>
            </a:prstGeom>
            <a:solidFill>
              <a:srgbClr val="FFFFFF">
                <a:lumMod val="95000"/>
              </a:srgbClr>
            </a:solidFill>
            <a:ln w="10795" cap="flat" cmpd="sng" algn="ctr">
              <a:noFill/>
              <a:prstDash val="solid"/>
            </a:ln>
            <a:effectLst/>
          </p:spPr>
          <p:txBody>
            <a:bodyPr wrap="square" lIns="45720" tIns="45720" rIns="4572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000000"/>
                  </a:solidFill>
                  <a:effectLst/>
                  <a:uLnTx/>
                  <a:uFillTx/>
                  <a:latin typeface="Segoe Sans Text"/>
                  <a:ea typeface="+mn-ea"/>
                  <a:cs typeface="Segoe Sans Text" pitchFamily="2" charset="0"/>
                </a:rPr>
                <a:t>As requested, you will be notified when the status changes to complete.</a:t>
              </a:r>
              <a:endParaRPr kumimoji="0" lang="en-US" sz="700" b="0" i="0" u="none" strike="noStrike" kern="0" cap="none" spc="0" normalizeH="0" baseline="0" noProof="0">
                <a:ln>
                  <a:noFill/>
                </a:ln>
                <a:solidFill>
                  <a:srgbClr val="0078D4"/>
                </a:solidFill>
                <a:effectLst/>
                <a:uLnTx/>
                <a:uFillTx/>
                <a:latin typeface="Segoe Sans Text"/>
                <a:ea typeface="+mn-ea"/>
                <a:cs typeface="Segoe Sans Text" pitchFamily="2" charset="0"/>
              </a:endParaRPr>
            </a:p>
          </p:txBody>
        </p:sp>
        <p:sp>
          <p:nvSpPr>
            <p:cNvPr id="34" name="Rectangle: Rounded Corners 33">
              <a:extLst>
                <a:ext uri="{FF2B5EF4-FFF2-40B4-BE49-F238E27FC236}">
                  <a16:creationId xmlns:a16="http://schemas.microsoft.com/office/drawing/2014/main" id="{90E9C151-F7E8-11FD-A969-AD792C3BCEDB}"/>
                </a:ext>
              </a:extLst>
            </p:cNvPr>
            <p:cNvSpPr/>
            <p:nvPr/>
          </p:nvSpPr>
          <p:spPr bwMode="auto">
            <a:xfrm>
              <a:off x="1849045" y="4872038"/>
              <a:ext cx="952121" cy="689036"/>
            </a:xfrm>
            <a:prstGeom prst="roundRect">
              <a:avLst>
                <a:gd name="adj" fmla="val 9469"/>
              </a:avLst>
            </a:prstGeom>
            <a:solidFill>
              <a:schemeClr val="bg2"/>
            </a:solidFill>
            <a:ln w="12700" cap="flat">
              <a:noFill/>
              <a:prstDash val="solid"/>
              <a:miter/>
            </a:ln>
          </p:spPr>
          <p:txBody>
            <a:bodyPr t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Pre-built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tools</a:t>
              </a:r>
            </a:p>
          </p:txBody>
        </p:sp>
        <p:sp>
          <p:nvSpPr>
            <p:cNvPr id="35" name="Rectangle: Rounded Corners 34">
              <a:extLst>
                <a:ext uri="{FF2B5EF4-FFF2-40B4-BE49-F238E27FC236}">
                  <a16:creationId xmlns:a16="http://schemas.microsoft.com/office/drawing/2014/main" id="{F501A85A-5905-515D-DEB4-B3D4B70D411C}"/>
                </a:ext>
              </a:extLst>
            </p:cNvPr>
            <p:cNvSpPr/>
            <p:nvPr/>
          </p:nvSpPr>
          <p:spPr>
            <a:xfrm>
              <a:off x="1849046" y="4571388"/>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Content Understanding</a:t>
              </a:r>
            </a:p>
          </p:txBody>
        </p:sp>
        <p:sp>
          <p:nvSpPr>
            <p:cNvPr id="37" name="Rectangle: Rounded Corners 36">
              <a:extLst>
                <a:ext uri="{FF2B5EF4-FFF2-40B4-BE49-F238E27FC236}">
                  <a16:creationId xmlns:a16="http://schemas.microsoft.com/office/drawing/2014/main" id="{B276DB13-A442-37F0-5589-1B07734EB785}"/>
                </a:ext>
              </a:extLst>
            </p:cNvPr>
            <p:cNvSpPr/>
            <p:nvPr/>
          </p:nvSpPr>
          <p:spPr>
            <a:xfrm>
              <a:off x="1849046" y="4274254"/>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Translator</a:t>
              </a:r>
            </a:p>
          </p:txBody>
        </p:sp>
        <p:sp>
          <p:nvSpPr>
            <p:cNvPr id="38" name="Rectangle: Rounded Corners 37">
              <a:extLst>
                <a:ext uri="{FF2B5EF4-FFF2-40B4-BE49-F238E27FC236}">
                  <a16:creationId xmlns:a16="http://schemas.microsoft.com/office/drawing/2014/main" id="{C206CE43-CA03-048D-D54D-65EF6B539810}"/>
                </a:ext>
              </a:extLst>
            </p:cNvPr>
            <p:cNvSpPr/>
            <p:nvPr/>
          </p:nvSpPr>
          <p:spPr>
            <a:xfrm>
              <a:off x="1849046" y="3977121"/>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Language</a:t>
              </a:r>
            </a:p>
          </p:txBody>
        </p:sp>
        <p:sp>
          <p:nvSpPr>
            <p:cNvPr id="39" name="Rectangle: Rounded Corners 38">
              <a:extLst>
                <a:ext uri="{FF2B5EF4-FFF2-40B4-BE49-F238E27FC236}">
                  <a16:creationId xmlns:a16="http://schemas.microsoft.com/office/drawing/2014/main" id="{E2FFEF36-072E-16DF-C2E9-D06B79DFDF20}"/>
                </a:ext>
              </a:extLst>
            </p:cNvPr>
            <p:cNvSpPr/>
            <p:nvPr/>
          </p:nvSpPr>
          <p:spPr>
            <a:xfrm>
              <a:off x="1849046" y="3679988"/>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Vision</a:t>
              </a:r>
            </a:p>
          </p:txBody>
        </p:sp>
        <p:sp>
          <p:nvSpPr>
            <p:cNvPr id="40" name="Rectangle: Rounded Corners 39">
              <a:extLst>
                <a:ext uri="{FF2B5EF4-FFF2-40B4-BE49-F238E27FC236}">
                  <a16:creationId xmlns:a16="http://schemas.microsoft.com/office/drawing/2014/main" id="{04682FC7-C560-EE01-3A34-5DF4511D90A9}"/>
                </a:ext>
              </a:extLst>
            </p:cNvPr>
            <p:cNvSpPr/>
            <p:nvPr/>
          </p:nvSpPr>
          <p:spPr>
            <a:xfrm>
              <a:off x="1849046" y="3382855"/>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Speech</a:t>
              </a:r>
            </a:p>
          </p:txBody>
        </p:sp>
        <p:sp>
          <p:nvSpPr>
            <p:cNvPr id="41" name="Rectangle: Rounded Corners 40">
              <a:extLst>
                <a:ext uri="{FF2B5EF4-FFF2-40B4-BE49-F238E27FC236}">
                  <a16:creationId xmlns:a16="http://schemas.microsoft.com/office/drawing/2014/main" id="{7AEF705B-6504-72AF-91E6-C7B7C5F91FCA}"/>
                </a:ext>
              </a:extLst>
            </p:cNvPr>
            <p:cNvSpPr/>
            <p:nvPr/>
          </p:nvSpPr>
          <p:spPr bwMode="auto">
            <a:xfrm>
              <a:off x="2868149" y="4872038"/>
              <a:ext cx="952121" cy="689036"/>
            </a:xfrm>
            <a:prstGeom prst="roundRect">
              <a:avLst>
                <a:gd name="adj" fmla="val 9469"/>
              </a:avLst>
            </a:prstGeom>
            <a:solidFill>
              <a:schemeClr val="bg2"/>
            </a:solidFill>
            <a:ln w="12700" cap="flat">
              <a:noFill/>
              <a:prstDash val="solid"/>
              <a:miter/>
            </a:ln>
          </p:spPr>
          <p:txBody>
            <a:bodyPr t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1,400+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connectors</a:t>
              </a:r>
            </a:p>
          </p:txBody>
        </p:sp>
        <p:sp>
          <p:nvSpPr>
            <p:cNvPr id="43" name="Rectangle: Rounded Corners 42">
              <a:extLst>
                <a:ext uri="{FF2B5EF4-FFF2-40B4-BE49-F238E27FC236}">
                  <a16:creationId xmlns:a16="http://schemas.microsoft.com/office/drawing/2014/main" id="{38FA1A6A-85D8-365C-8334-01FFAB9718AE}"/>
                </a:ext>
              </a:extLst>
            </p:cNvPr>
            <p:cNvSpPr/>
            <p:nvPr/>
          </p:nvSpPr>
          <p:spPr>
            <a:xfrm>
              <a:off x="2875470" y="4571387"/>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SAP</a:t>
              </a:r>
            </a:p>
          </p:txBody>
        </p:sp>
        <p:sp>
          <p:nvSpPr>
            <p:cNvPr id="47" name="Rectangle: Rounded Corners 46">
              <a:extLst>
                <a:ext uri="{FF2B5EF4-FFF2-40B4-BE49-F238E27FC236}">
                  <a16:creationId xmlns:a16="http://schemas.microsoft.com/office/drawing/2014/main" id="{5CF829BF-D835-040A-6CB5-B944992D8064}"/>
                </a:ext>
              </a:extLst>
            </p:cNvPr>
            <p:cNvSpPr/>
            <p:nvPr/>
          </p:nvSpPr>
          <p:spPr>
            <a:xfrm>
              <a:off x="2875470" y="4274254"/>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Google Drive</a:t>
              </a:r>
            </a:p>
          </p:txBody>
        </p:sp>
        <p:sp>
          <p:nvSpPr>
            <p:cNvPr id="48" name="Rectangle: Rounded Corners 47">
              <a:extLst>
                <a:ext uri="{FF2B5EF4-FFF2-40B4-BE49-F238E27FC236}">
                  <a16:creationId xmlns:a16="http://schemas.microsoft.com/office/drawing/2014/main" id="{5A6D6829-05E7-D3F3-BA81-3ACD1FE1BF79}"/>
                </a:ext>
              </a:extLst>
            </p:cNvPr>
            <p:cNvSpPr/>
            <p:nvPr/>
          </p:nvSpPr>
          <p:spPr>
            <a:xfrm>
              <a:off x="2875470" y="3977121"/>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HubSpot</a:t>
              </a:r>
            </a:p>
          </p:txBody>
        </p:sp>
        <p:sp>
          <p:nvSpPr>
            <p:cNvPr id="49" name="Rectangle: Rounded Corners 48">
              <a:extLst>
                <a:ext uri="{FF2B5EF4-FFF2-40B4-BE49-F238E27FC236}">
                  <a16:creationId xmlns:a16="http://schemas.microsoft.com/office/drawing/2014/main" id="{B235B464-EBBB-DA2E-4A82-81431086C1F1}"/>
                </a:ext>
              </a:extLst>
            </p:cNvPr>
            <p:cNvSpPr/>
            <p:nvPr/>
          </p:nvSpPr>
          <p:spPr>
            <a:xfrm>
              <a:off x="2875470" y="3679988"/>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Slack</a:t>
              </a:r>
            </a:p>
          </p:txBody>
        </p:sp>
        <p:sp>
          <p:nvSpPr>
            <p:cNvPr id="50" name="Rectangle: Rounded Corners 49">
              <a:extLst>
                <a:ext uri="{FF2B5EF4-FFF2-40B4-BE49-F238E27FC236}">
                  <a16:creationId xmlns:a16="http://schemas.microsoft.com/office/drawing/2014/main" id="{3065E254-A981-303E-E270-998E668DE9F2}"/>
                </a:ext>
              </a:extLst>
            </p:cNvPr>
            <p:cNvSpPr/>
            <p:nvPr/>
          </p:nvSpPr>
          <p:spPr>
            <a:xfrm>
              <a:off x="2875470" y="3382855"/>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Salesforce</a:t>
              </a:r>
            </a:p>
          </p:txBody>
        </p:sp>
        <p:sp>
          <p:nvSpPr>
            <p:cNvPr id="51" name="Rectangle: Rounded Corners 50">
              <a:extLst>
                <a:ext uri="{FF2B5EF4-FFF2-40B4-BE49-F238E27FC236}">
                  <a16:creationId xmlns:a16="http://schemas.microsoft.com/office/drawing/2014/main" id="{149544B1-769B-B6DA-6598-68EA8C21EAEF}"/>
                </a:ext>
              </a:extLst>
            </p:cNvPr>
            <p:cNvSpPr/>
            <p:nvPr/>
          </p:nvSpPr>
          <p:spPr>
            <a:xfrm>
              <a:off x="2875470" y="3085722"/>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Dynamics 365</a:t>
              </a:r>
            </a:p>
          </p:txBody>
        </p:sp>
        <p:sp>
          <p:nvSpPr>
            <p:cNvPr id="52" name="Rectangle: Rounded Corners 51">
              <a:extLst>
                <a:ext uri="{FF2B5EF4-FFF2-40B4-BE49-F238E27FC236}">
                  <a16:creationId xmlns:a16="http://schemas.microsoft.com/office/drawing/2014/main" id="{213950C0-D8C9-4C1A-6E3A-BB7D9CC5429A}"/>
                </a:ext>
              </a:extLst>
            </p:cNvPr>
            <p:cNvSpPr/>
            <p:nvPr/>
          </p:nvSpPr>
          <p:spPr bwMode="auto">
            <a:xfrm>
              <a:off x="3888726" y="4872038"/>
              <a:ext cx="952121" cy="689036"/>
            </a:xfrm>
            <a:prstGeom prst="roundRect">
              <a:avLst>
                <a:gd name="adj" fmla="val 10189"/>
              </a:avLst>
            </a:prstGeom>
            <a:solidFill>
              <a:schemeClr val="bg2"/>
            </a:solidFill>
            <a:ln w="12700" cap="flat">
              <a:noFill/>
              <a:prstDash val="solid"/>
              <a:miter/>
            </a:ln>
          </p:spPr>
          <p:txBody>
            <a:bodyPr t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Custom </a:t>
              </a:r>
              <a:b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tools</a:t>
              </a:r>
            </a:p>
          </p:txBody>
        </p:sp>
        <p:sp>
          <p:nvSpPr>
            <p:cNvPr id="53" name="Rectangle: Rounded Corners 52">
              <a:extLst>
                <a:ext uri="{FF2B5EF4-FFF2-40B4-BE49-F238E27FC236}">
                  <a16:creationId xmlns:a16="http://schemas.microsoft.com/office/drawing/2014/main" id="{541EDD8E-AA18-9760-A8DE-A2331B0C0337}"/>
                </a:ext>
              </a:extLst>
            </p:cNvPr>
            <p:cNvSpPr/>
            <p:nvPr/>
          </p:nvSpPr>
          <p:spPr>
            <a:xfrm>
              <a:off x="3901895" y="4571387"/>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OAuth</a:t>
              </a:r>
            </a:p>
          </p:txBody>
        </p:sp>
        <p:sp>
          <p:nvSpPr>
            <p:cNvPr id="54" name="Rectangle: Rounded Corners 53">
              <a:extLst>
                <a:ext uri="{FF2B5EF4-FFF2-40B4-BE49-F238E27FC236}">
                  <a16:creationId xmlns:a16="http://schemas.microsoft.com/office/drawing/2014/main" id="{5193BFB1-8538-6027-2ED0-C14E5B37EC50}"/>
                </a:ext>
              </a:extLst>
            </p:cNvPr>
            <p:cNvSpPr/>
            <p:nvPr/>
          </p:nvSpPr>
          <p:spPr>
            <a:xfrm>
              <a:off x="3901895" y="4274254"/>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Model Context Protocol (MCP)</a:t>
              </a:r>
            </a:p>
          </p:txBody>
        </p:sp>
        <p:sp>
          <p:nvSpPr>
            <p:cNvPr id="55" name="Rectangle: Rounded Corners 54">
              <a:extLst>
                <a:ext uri="{FF2B5EF4-FFF2-40B4-BE49-F238E27FC236}">
                  <a16:creationId xmlns:a16="http://schemas.microsoft.com/office/drawing/2014/main" id="{9CB22947-824D-E117-4BC5-8A4D3067DCFE}"/>
                </a:ext>
              </a:extLst>
            </p:cNvPr>
            <p:cNvSpPr/>
            <p:nvPr/>
          </p:nvSpPr>
          <p:spPr>
            <a:xfrm>
              <a:off x="3901895" y="3977121"/>
              <a:ext cx="934985" cy="233125"/>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Open API</a:t>
              </a:r>
            </a:p>
          </p:txBody>
        </p:sp>
        <p:sp>
          <p:nvSpPr>
            <p:cNvPr id="56" name="Rectangle: Rounded Corners 55">
              <a:extLst>
                <a:ext uri="{FF2B5EF4-FFF2-40B4-BE49-F238E27FC236}">
                  <a16:creationId xmlns:a16="http://schemas.microsoft.com/office/drawing/2014/main" id="{9964611C-FD8F-7068-6486-CF00865AE475}"/>
                </a:ext>
              </a:extLst>
            </p:cNvPr>
            <p:cNvSpPr/>
            <p:nvPr/>
          </p:nvSpPr>
          <p:spPr>
            <a:xfrm>
              <a:off x="3901895" y="3679988"/>
              <a:ext cx="934985" cy="233126"/>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rPr>
                <a:t>Agent-to-Agent Protocol (A2A)</a:t>
              </a:r>
            </a:p>
          </p:txBody>
        </p:sp>
        <p:sp>
          <p:nvSpPr>
            <p:cNvPr id="57" name="Rectangle: Rounded Corners 56">
              <a:extLst>
                <a:ext uri="{FF2B5EF4-FFF2-40B4-BE49-F238E27FC236}">
                  <a16:creationId xmlns:a16="http://schemas.microsoft.com/office/drawing/2014/main" id="{963A0CFB-2685-4C5A-0DBD-E46B253AE372}"/>
                </a:ext>
              </a:extLst>
            </p:cNvPr>
            <p:cNvSpPr/>
            <p:nvPr/>
          </p:nvSpPr>
          <p:spPr bwMode="auto">
            <a:xfrm>
              <a:off x="1862344" y="5628600"/>
              <a:ext cx="2989056" cy="285452"/>
            </a:xfrm>
            <a:prstGeom prst="roundRect">
              <a:avLst>
                <a:gd name="adj" fmla="val 50000"/>
              </a:avLst>
            </a:prstGeom>
            <a:solidFill>
              <a:schemeClr val="bg2"/>
            </a:solidFill>
            <a:ln w="12700" cap="flat">
              <a:noFill/>
              <a:prstDash val="solid"/>
              <a:miter/>
            </a:ln>
          </p:spPr>
          <p:txBody>
            <a:bodyPr t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MCP-enabled tools in Microsoft Foundry</a:t>
              </a:r>
            </a:p>
          </p:txBody>
        </p:sp>
        <p:pic>
          <p:nvPicPr>
            <p:cNvPr id="61" name="Picture 60">
              <a:extLst>
                <a:ext uri="{FF2B5EF4-FFF2-40B4-BE49-F238E27FC236}">
                  <a16:creationId xmlns:a16="http://schemas.microsoft.com/office/drawing/2014/main" id="{BDCA0BF9-401E-B506-0D44-AE286A31788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4180" b="-4180"/>
            <a:stretch>
              <a:fillRect/>
            </a:stretch>
          </p:blipFill>
          <p:spPr>
            <a:xfrm>
              <a:off x="2548656" y="5976436"/>
              <a:ext cx="259911" cy="307639"/>
            </a:xfrm>
            <a:prstGeom prst="rect">
              <a:avLst/>
            </a:prstGeom>
          </p:spPr>
        </p:pic>
        <p:sp>
          <p:nvSpPr>
            <p:cNvPr id="62" name="TextBox 61">
              <a:extLst>
                <a:ext uri="{FF2B5EF4-FFF2-40B4-BE49-F238E27FC236}">
                  <a16:creationId xmlns:a16="http://schemas.microsoft.com/office/drawing/2014/main" id="{0EE680D1-D6FB-229F-E625-0DF2C874623B}"/>
                </a:ext>
              </a:extLst>
            </p:cNvPr>
            <p:cNvSpPr txBox="1"/>
            <p:nvPr/>
          </p:nvSpPr>
          <p:spPr>
            <a:xfrm>
              <a:off x="2868149" y="6037923"/>
              <a:ext cx="1496637" cy="184666"/>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Foundry Tools</a:t>
              </a:r>
              <a:endParaRPr kumimoji="0" lang="en-US" sz="1200" b="0" i="1"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grpSp>
          <p:nvGrpSpPr>
            <p:cNvPr id="388" name="Group 387">
              <a:extLst>
                <a:ext uri="{FF2B5EF4-FFF2-40B4-BE49-F238E27FC236}">
                  <a16:creationId xmlns:a16="http://schemas.microsoft.com/office/drawing/2014/main" id="{ACFEA683-35A9-55AF-50ED-2E6760EBAB4C}"/>
                </a:ext>
              </a:extLst>
            </p:cNvPr>
            <p:cNvGrpSpPr/>
            <p:nvPr/>
          </p:nvGrpSpPr>
          <p:grpSpPr>
            <a:xfrm>
              <a:off x="696296" y="4024699"/>
              <a:ext cx="154944" cy="154944"/>
              <a:chOff x="0" y="3464153"/>
              <a:chExt cx="329744" cy="329744"/>
            </a:xfrm>
          </p:grpSpPr>
          <p:sp>
            <p:nvSpPr>
              <p:cNvPr id="386" name="Flowchart: Connector 385">
                <a:extLst>
                  <a:ext uri="{FF2B5EF4-FFF2-40B4-BE49-F238E27FC236}">
                    <a16:creationId xmlns:a16="http://schemas.microsoft.com/office/drawing/2014/main" id="{8D43D5AA-A854-3C39-7EFB-B0373F706452}"/>
                  </a:ext>
                </a:extLst>
              </p:cNvPr>
              <p:cNvSpPr/>
              <p:nvPr/>
            </p:nvSpPr>
            <p:spPr>
              <a:xfrm>
                <a:off x="0" y="3464153"/>
                <a:ext cx="329744" cy="329744"/>
              </a:xfrm>
              <a:prstGeom prst="flowChartConnec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87" name="Isosceles Triangle 386">
                <a:extLst>
                  <a:ext uri="{FF2B5EF4-FFF2-40B4-BE49-F238E27FC236}">
                    <a16:creationId xmlns:a16="http://schemas.microsoft.com/office/drawing/2014/main" id="{84416CC1-0FDD-BF8D-6F65-48F2E1468A6B}"/>
                  </a:ext>
                </a:extLst>
              </p:cNvPr>
              <p:cNvSpPr/>
              <p:nvPr/>
            </p:nvSpPr>
            <p:spPr>
              <a:xfrm rot="5400000">
                <a:off x="103678" y="3550693"/>
                <a:ext cx="181733" cy="15666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Tree>
    <p:extLst>
      <p:ext uri="{BB962C8B-B14F-4D97-AF65-F5344CB8AC3E}">
        <p14:creationId xmlns:p14="http://schemas.microsoft.com/office/powerpoint/2010/main" val="1775108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
                                        <p:tgtEl>
                                          <p:spTgt spid="27"/>
                                        </p:tgtEl>
                                      </p:cBhvr>
                                    </p:animEffect>
                                  </p:childTnLst>
                                </p:cTn>
                              </p:par>
                              <p:par>
                                <p:cTn id="8" presetID="42" presetClass="path" presetSubtype="0" decel="100000" fill="hold" nodeType="withEffect">
                                  <p:stCondLst>
                                    <p:cond delay="300"/>
                                  </p:stCondLst>
                                  <p:childTnLst>
                                    <p:animMotion origin="layout" path="M 8.33333E-7 0.03889 L 8.33333E-7 -2.96296E-6 " pathEditMode="relative" rAng="0" ptsTypes="AA">
                                      <p:cBhvr>
                                        <p:cTn id="9" dur="500" fill="hold"/>
                                        <p:tgtEl>
                                          <p:spTgt spid="27"/>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par>
                                <p:cTn id="13" presetID="42" presetClass="path" presetSubtype="0" decel="100000" fill="hold" grpId="1" nodeType="withEffect">
                                  <p:stCondLst>
                                    <p:cond delay="0"/>
                                  </p:stCondLst>
                                  <p:childTnLst>
                                    <p:animMotion origin="layout" path="M 4.16667E-7 0.03888 L 4.16667E-7 4.44444E-6 " pathEditMode="relative" rAng="0" ptsTypes="AA">
                                      <p:cBhvr>
                                        <p:cTn id="14" dur="500" fill="hold"/>
                                        <p:tgtEl>
                                          <p:spTgt spid="11"/>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200"/>
                                        <p:tgtEl>
                                          <p:spTgt spid="68"/>
                                        </p:tgtEl>
                                      </p:cBhvr>
                                    </p:animEffect>
                                  </p:childTnLst>
                                </p:cTn>
                              </p:par>
                              <p:par>
                                <p:cTn id="18" presetID="42" presetClass="path" presetSubtype="0" decel="100000" fill="hold" grpId="1" nodeType="withEffect">
                                  <p:stCondLst>
                                    <p:cond delay="100"/>
                                  </p:stCondLst>
                                  <p:childTnLst>
                                    <p:animMotion origin="layout" path="M -1.875E-6 0.03888 L -1.875E-6 4.07407E-6 " pathEditMode="relative" rAng="0" ptsTypes="AA">
                                      <p:cBhvr>
                                        <p:cTn id="19" dur="500" fill="hold"/>
                                        <p:tgtEl>
                                          <p:spTgt spid="68"/>
                                        </p:tgtEl>
                                        <p:attrNameLst>
                                          <p:attrName>ppt_x</p:attrName>
                                          <p:attrName>ppt_y</p:attrName>
                                        </p:attrNameLst>
                                      </p:cBhvr>
                                      <p:rCtr x="0" y="-1944"/>
                                    </p:animMotion>
                                  </p:childTnLst>
                                </p:cTn>
                              </p:par>
                              <p:par>
                                <p:cTn id="20" presetID="10" presetClass="entr" presetSubtype="0" fill="hold" nodeType="withEffect">
                                  <p:stCondLst>
                                    <p:cond delay="100"/>
                                  </p:stCondLst>
                                  <p:childTnLst>
                                    <p:set>
                                      <p:cBhvr>
                                        <p:cTn id="21" dur="1" fill="hold">
                                          <p:stCondLst>
                                            <p:cond delay="0"/>
                                          </p:stCondLst>
                                        </p:cTn>
                                        <p:tgtEl>
                                          <p:spTgt spid="389"/>
                                        </p:tgtEl>
                                        <p:attrNameLst>
                                          <p:attrName>style.visibility</p:attrName>
                                        </p:attrNameLst>
                                      </p:cBhvr>
                                      <p:to>
                                        <p:strVal val="visible"/>
                                      </p:to>
                                    </p:set>
                                    <p:animEffect transition="in" filter="fade">
                                      <p:cBhvr>
                                        <p:cTn id="22" dur="200"/>
                                        <p:tgtEl>
                                          <p:spTgt spid="389"/>
                                        </p:tgtEl>
                                      </p:cBhvr>
                                    </p:animEffect>
                                  </p:childTnLst>
                                </p:cTn>
                              </p:par>
                              <p:par>
                                <p:cTn id="23" presetID="42" presetClass="path" presetSubtype="0" decel="100000" fill="hold" nodeType="withEffect">
                                  <p:stCondLst>
                                    <p:cond delay="100"/>
                                  </p:stCondLst>
                                  <p:childTnLst>
                                    <p:animMotion origin="layout" path="M -1.66667E-6 0.03888 L -1.66667E-6 4.44444E-6 " pathEditMode="relative" rAng="0" ptsTypes="AA">
                                      <p:cBhvr>
                                        <p:cTn id="24" dur="500" fill="hold"/>
                                        <p:tgtEl>
                                          <p:spTgt spid="389"/>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8" grpId="0"/>
      <p:bldP spid="68"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E01A2-2CE1-F680-283C-79282A6417F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6FF4776-92FD-4800-9A4F-5A26C580F987}"/>
              </a:ext>
            </a:extLst>
          </p:cNvPr>
          <p:cNvSpPr/>
          <p:nvPr/>
        </p:nvSpPr>
        <p:spPr bwMode="auto">
          <a:xfrm flipV="1">
            <a:off x="191589" y="303766"/>
            <a:ext cx="4380409" cy="6097033"/>
          </a:xfrm>
          <a:prstGeom prst="roundRect">
            <a:avLst>
              <a:gd name="adj" fmla="val 5260"/>
            </a:avLst>
          </a:prstGeom>
          <a:gradFill flip="none" rotWithShape="1">
            <a:gsLst>
              <a:gs pos="48000">
                <a:schemeClr val="bg1">
                  <a:alpha val="0"/>
                </a:schemeClr>
              </a:gs>
              <a:gs pos="10000">
                <a:schemeClr val="bg1">
                  <a:alpha val="10000"/>
                </a:schemeClr>
              </a:gs>
            </a:gsLst>
            <a:lin ang="10800000" scaled="1"/>
            <a:tileRect/>
          </a:gradFill>
          <a:ln w="9525">
            <a:gradFill flip="none" rotWithShape="1">
              <a:gsLst>
                <a:gs pos="0">
                  <a:schemeClr val="bg1">
                    <a:lumMod val="50000"/>
                    <a:alpha val="0"/>
                  </a:schemeClr>
                </a:gs>
                <a:gs pos="100000">
                  <a:schemeClr val="bg1">
                    <a:lumMod val="50000"/>
                  </a:schemeClr>
                </a:gs>
              </a:gsLst>
              <a:lin ang="0" scaled="1"/>
              <a:tileRect/>
            </a:gradFill>
          </a:ln>
        </p:spPr>
        <p:txBody>
          <a:bodyPr vert="horz" wrap="square" lIns="0" tIns="0" rIns="0" bIns="0" rtlCol="0" anchor="ctr">
            <a:noAutofit/>
          </a:body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endParaRPr kumimoji="0" lang="en-US" sz="1600" b="0" i="0" u="none" strike="noStrike" kern="1200" cap="none" spc="0" normalizeH="0" baseline="0" noProof="0">
              <a:ln>
                <a:noFill/>
              </a:ln>
              <a:solidFill>
                <a:srgbClr val="FFFFFF"/>
              </a:solidFill>
              <a:effectLst/>
              <a:uLnTx/>
              <a:uFillTx/>
              <a:latin typeface="Segoe Sans Text Semibold"/>
              <a:ea typeface="+mn-ea"/>
              <a:cs typeface="Segoe UI" panose="020B0502040204020203" pitchFamily="34" charset="0"/>
            </a:endParaRPr>
          </a:p>
        </p:txBody>
      </p:sp>
      <p:sp>
        <p:nvSpPr>
          <p:cNvPr id="11" name="Rectangle: Rounded Corners 10">
            <a:extLst>
              <a:ext uri="{FF2B5EF4-FFF2-40B4-BE49-F238E27FC236}">
                <a16:creationId xmlns:a16="http://schemas.microsoft.com/office/drawing/2014/main" id="{E2F976FE-08F0-17E6-ECF4-8841A2168E66}"/>
              </a:ext>
            </a:extLst>
          </p:cNvPr>
          <p:cNvSpPr/>
          <p:nvPr/>
        </p:nvSpPr>
        <p:spPr bwMode="auto">
          <a:xfrm>
            <a:off x="4993248" y="1395113"/>
            <a:ext cx="6837085" cy="3711635"/>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a:ea typeface="Segoe UI" pitchFamily="34" charset="0"/>
              <a:cs typeface="Segoe Sans Text" pitchFamily="2" charset="0"/>
            </a:endParaRPr>
          </a:p>
        </p:txBody>
      </p:sp>
      <p:sp>
        <p:nvSpPr>
          <p:cNvPr id="12" name="Title 1">
            <a:extLst>
              <a:ext uri="{FF2B5EF4-FFF2-40B4-BE49-F238E27FC236}">
                <a16:creationId xmlns:a16="http://schemas.microsoft.com/office/drawing/2014/main" id="{D86664E9-9047-F11C-0407-807245C17906}"/>
              </a:ext>
            </a:extLst>
          </p:cNvPr>
          <p:cNvSpPr txBox="1">
            <a:spLocks/>
          </p:cNvSpPr>
          <p:nvPr/>
        </p:nvSpPr>
        <p:spPr>
          <a:xfrm>
            <a:off x="614679" y="493106"/>
            <a:ext cx="4296228" cy="553998"/>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50" normalizeH="0" baseline="0" noProof="0">
                <a:ln w="3175">
                  <a:noFill/>
                </a:ln>
                <a:solidFill>
                  <a:srgbClr val="FFFFFF"/>
                </a:solidFill>
                <a:effectLst/>
                <a:uLnTx/>
                <a:uFillTx/>
                <a:latin typeface="Segoe UI"/>
                <a:ea typeface="+mn-ea"/>
                <a:cs typeface="Segoe Sans Text"/>
              </a:rPr>
              <a:t>Toolboxes</a:t>
            </a:r>
            <a:endParaRPr kumimoji="0" lang="en-US" sz="3600" b="1" i="0" u="none" strike="noStrike" kern="1200" cap="none" spc="-50" normalizeH="0" baseline="0" noProof="0">
              <a:ln w="3175">
                <a:noFill/>
              </a:ln>
              <a:solidFill>
                <a:srgbClr val="FFFFFF"/>
              </a:solidFill>
              <a:effectLst/>
              <a:uLnTx/>
              <a:uFillTx/>
              <a:latin typeface="Segoe UI"/>
              <a:ea typeface="+mn-ea"/>
              <a:cs typeface="Segoe Sans Text" pitchFamily="2" charset="0"/>
            </a:endParaRPr>
          </a:p>
        </p:txBody>
      </p:sp>
      <p:sp>
        <p:nvSpPr>
          <p:cNvPr id="13" name="Rectangle: Rounded Corners 10">
            <a:extLst>
              <a:ext uri="{FF2B5EF4-FFF2-40B4-BE49-F238E27FC236}">
                <a16:creationId xmlns:a16="http://schemas.microsoft.com/office/drawing/2014/main" id="{9519984A-7C12-4190-740D-365DD6776442}"/>
              </a:ext>
            </a:extLst>
          </p:cNvPr>
          <p:cNvSpPr/>
          <p:nvPr/>
        </p:nvSpPr>
        <p:spPr>
          <a:xfrm>
            <a:off x="427852" y="1395113"/>
            <a:ext cx="4105830" cy="4155433"/>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srgbClr val="FFFFFF"/>
                </a:solidFill>
                <a:effectLst/>
                <a:uLnTx/>
                <a:uFillTx/>
                <a:latin typeface="Aptos" panose="020B0004020202020204" pitchFamily="34" charset="0"/>
                <a:ea typeface="DengXian" panose="02010600030101010101" pitchFamily="2" charset="-122"/>
                <a:cs typeface="Arial" panose="020B0604020202020204" pitchFamily="34" charset="0"/>
              </a:rPr>
              <a:t>Provides a single managed endpoint for every tool type (MCP, A2A, </a:t>
            </a:r>
            <a:r>
              <a:rPr kumimoji="0" lang="en-US" sz="1600" b="0" i="0" u="none" strike="noStrike" kern="100" cap="none" spc="0" normalizeH="0" baseline="0" noProof="0" err="1">
                <a:ln>
                  <a:noFill/>
                </a:ln>
                <a:solidFill>
                  <a:srgbClr val="FFFFFF"/>
                </a:solidFill>
                <a:effectLst/>
                <a:uLnTx/>
                <a:uFillTx/>
                <a:latin typeface="Aptos" panose="020B0004020202020204" pitchFamily="34" charset="0"/>
                <a:ea typeface="DengXian" panose="02010600030101010101" pitchFamily="2" charset="-122"/>
                <a:cs typeface="Arial" panose="020B0604020202020204" pitchFamily="34" charset="0"/>
              </a:rPr>
              <a:t>OpenAPI</a:t>
            </a:r>
            <a:r>
              <a:rPr kumimoji="0" lang="en-US" sz="1600" b="0" i="0" u="none" strike="noStrike" kern="100" cap="none" spc="0" normalizeH="0" baseline="0" noProof="0">
                <a:ln>
                  <a:noFill/>
                </a:ln>
                <a:solidFill>
                  <a:srgbClr val="FFFFFF"/>
                </a:solidFill>
                <a:effectLst/>
                <a:uLnTx/>
                <a:uFillTx/>
                <a:latin typeface="Aptos" panose="020B0004020202020204" pitchFamily="34" charset="0"/>
                <a:ea typeface="DengXian" panose="02010600030101010101" pitchFamily="2" charset="-122"/>
                <a:cs typeface="Arial" panose="020B0604020202020204" pitchFamily="34" charset="0"/>
              </a:rPr>
              <a:t>) it needs Instead of wiring each tool individually</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srgbClr val="FFFFFF"/>
                </a:solidFill>
                <a:effectLst/>
                <a:uLnTx/>
                <a:uFillTx/>
                <a:latin typeface="Aptos" panose="020B0004020202020204" pitchFamily="34" charset="0"/>
                <a:ea typeface="DengXian" panose="02010600030101010101" pitchFamily="2" charset="-122"/>
                <a:cs typeface="Arial" panose="020B0604020202020204" pitchFamily="34" charset="0"/>
              </a:rPr>
              <a:t>Skills are now a first-class integration in Toolbox — developers can create and version skills in a project-scoped private skills catalog and expose them via the Toolbox MCP endpoint. </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srgbClr val="FFFFFF"/>
                </a:solidFill>
                <a:effectLst/>
                <a:uLnTx/>
                <a:uFillTx/>
                <a:latin typeface="Aptos" panose="020B0004020202020204" pitchFamily="34" charset="0"/>
                <a:ea typeface="DengXian" panose="02010600030101010101" pitchFamily="2" charset="-122"/>
                <a:cs typeface="Arial" panose="020B0604020202020204" pitchFamily="34" charset="0"/>
              </a:rPr>
              <a:t>Tool search is available in toolbox to intelligently select the right tools based on each task and user query, removing the context float of surfacing all tools to the model. </a:t>
            </a:r>
          </a:p>
        </p:txBody>
      </p:sp>
      <p:pic>
        <p:nvPicPr>
          <p:cNvPr id="4" name="Picture 3">
            <a:extLst>
              <a:ext uri="{FF2B5EF4-FFF2-40B4-BE49-F238E27FC236}">
                <a16:creationId xmlns:a16="http://schemas.microsoft.com/office/drawing/2014/main" id="{029BEBE0-CEDF-16E1-B513-ABCB1827E008}"/>
              </a:ext>
            </a:extLst>
          </p:cNvPr>
          <p:cNvPicPr>
            <a:picLocks noChangeAspect="1"/>
          </p:cNvPicPr>
          <p:nvPr/>
        </p:nvPicPr>
        <p:blipFill>
          <a:blip r:embed="rId3"/>
          <a:stretch>
            <a:fillRect/>
          </a:stretch>
        </p:blipFill>
        <p:spPr>
          <a:xfrm>
            <a:off x="5455084" y="1507762"/>
            <a:ext cx="5915683" cy="3483860"/>
          </a:xfrm>
          <a:prstGeom prst="rect">
            <a:avLst/>
          </a:prstGeom>
        </p:spPr>
      </p:pic>
      <p:sp>
        <p:nvSpPr>
          <p:cNvPr id="7" name="Shape 3">
            <a:extLst>
              <a:ext uri="{FF2B5EF4-FFF2-40B4-BE49-F238E27FC236}">
                <a16:creationId xmlns:a16="http://schemas.microsoft.com/office/drawing/2014/main" id="{AC761D39-0887-A639-70F6-C6DA8019955A}"/>
              </a:ext>
            </a:extLst>
          </p:cNvPr>
          <p:cNvSpPr/>
          <p:nvPr/>
        </p:nvSpPr>
        <p:spPr>
          <a:xfrm>
            <a:off x="3053160" y="624840"/>
            <a:ext cx="1378915" cy="310896"/>
          </a:xfrm>
          <a:prstGeom prst="roundRect">
            <a:avLst>
              <a:gd name="adj" fmla="val 50000"/>
            </a:avLst>
          </a:prstGeom>
          <a:solidFill>
            <a:srgbClr val="4F6B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Text 4">
            <a:extLst>
              <a:ext uri="{FF2B5EF4-FFF2-40B4-BE49-F238E27FC236}">
                <a16:creationId xmlns:a16="http://schemas.microsoft.com/office/drawing/2014/main" id="{9CCCDC3E-B936-7003-E525-402E386B319B}"/>
              </a:ext>
            </a:extLst>
          </p:cNvPr>
          <p:cNvSpPr/>
          <p:nvPr/>
        </p:nvSpPr>
        <p:spPr>
          <a:xfrm>
            <a:off x="3053160" y="624840"/>
            <a:ext cx="1378915"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a:ln>
                  <a:noFill/>
                </a:ln>
                <a:solidFill>
                  <a:srgbClr val="FFFFFF"/>
                </a:solidFill>
                <a:effectLst/>
                <a:uLnTx/>
                <a:uFillTx/>
                <a:latin typeface="Segoe UI" pitchFamily="34" charset="0"/>
                <a:ea typeface="Segoe UI" pitchFamily="34" charset="-122"/>
                <a:cs typeface="Segoe UI" pitchFamily="34" charset="-120"/>
              </a:rPr>
              <a:t>PUBLIC PREVIEW</a:t>
            </a:r>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796069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100"/>
                                  </p:stCondLst>
                                  <p:childTnLst>
                                    <p:animMotion origin="layout" path="M -4.16667E-6 0.03888 L -4.16667E-6 4.07407E-6 " pathEditMode="relative" rAng="0" ptsTypes="AA">
                                      <p:cBhvr>
                                        <p:cTn id="9" dur="500" fill="hold"/>
                                        <p:tgtEl>
                                          <p:spTgt spid="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A00BCE-6046-8904-3CCC-A8F3E30F993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DFE5D0C-C3E0-37EC-4405-C7DAE8B91BE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25" imgH="424" progId="TCLayout.ActiveDocument.1">
                  <p:embed/>
                </p:oleObj>
              </mc:Choice>
              <mc:Fallback>
                <p:oleObj name="think-cell Slide" r:id="rId6" imgW="425" imgH="424" progId="TCLayout.ActiveDocument.1">
                  <p:embed/>
                  <p:pic>
                    <p:nvPicPr>
                      <p:cNvPr id="6" name="think-cell data - do not delete" hidden="1">
                        <a:extLst>
                          <a:ext uri="{FF2B5EF4-FFF2-40B4-BE49-F238E27FC236}">
                            <a16:creationId xmlns:a16="http://schemas.microsoft.com/office/drawing/2014/main" id="{DDFE5D0C-C3E0-37EC-4405-C7DAE8B91BE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Rounded Corners 1">
            <a:extLst>
              <a:ext uri="{FF2B5EF4-FFF2-40B4-BE49-F238E27FC236}">
                <a16:creationId xmlns:a16="http://schemas.microsoft.com/office/drawing/2014/main" id="{2A32816D-E03D-71EC-02F9-59778FCF82C1}"/>
              </a:ext>
            </a:extLst>
          </p:cNvPr>
          <p:cNvSpPr/>
          <p:nvPr/>
        </p:nvSpPr>
        <p:spPr bwMode="auto">
          <a:xfrm flipV="1">
            <a:off x="191589" y="303766"/>
            <a:ext cx="4380409" cy="6097033"/>
          </a:xfrm>
          <a:prstGeom prst="roundRect">
            <a:avLst>
              <a:gd name="adj" fmla="val 5260"/>
            </a:avLst>
          </a:prstGeom>
          <a:gradFill flip="none" rotWithShape="1">
            <a:gsLst>
              <a:gs pos="48000">
                <a:schemeClr val="bg1">
                  <a:alpha val="0"/>
                </a:schemeClr>
              </a:gs>
              <a:gs pos="10000">
                <a:schemeClr val="bg1">
                  <a:alpha val="10000"/>
                </a:schemeClr>
              </a:gs>
            </a:gsLst>
            <a:lin ang="10800000" scaled="1"/>
            <a:tileRect/>
          </a:gradFill>
          <a:ln w="9525">
            <a:gradFill flip="none" rotWithShape="1">
              <a:gsLst>
                <a:gs pos="0">
                  <a:schemeClr val="bg1">
                    <a:lumMod val="50000"/>
                    <a:alpha val="0"/>
                  </a:schemeClr>
                </a:gs>
                <a:gs pos="100000">
                  <a:schemeClr val="bg1">
                    <a:lumMod val="50000"/>
                  </a:schemeClr>
                </a:gs>
              </a:gsLst>
              <a:lin ang="0" scaled="1"/>
              <a:tileRect/>
            </a:gradFill>
          </a:ln>
        </p:spPr>
        <p:txBody>
          <a:bodyPr vert="horz" wrap="square" lIns="0" tIns="0" rIns="0" bIns="0" rtlCol="0" anchor="ctr">
            <a:noAutofit/>
          </a:body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endParaRPr kumimoji="0" lang="en-US" sz="1600" b="0" i="0" u="none" strike="noStrike" kern="1200" cap="none" spc="0" normalizeH="0" baseline="0" noProof="0">
              <a:ln>
                <a:noFill/>
              </a:ln>
              <a:solidFill>
                <a:srgbClr val="FFFFFF"/>
              </a:solidFill>
              <a:effectLst/>
              <a:uLnTx/>
              <a:uFillTx/>
              <a:latin typeface="Segoe Sans Text Semibold"/>
              <a:ea typeface="+mn-ea"/>
              <a:cs typeface="Segoe UI" panose="020B0502040204020203" pitchFamily="34" charset="0"/>
            </a:endParaRPr>
          </a:p>
        </p:txBody>
      </p:sp>
      <p:sp>
        <p:nvSpPr>
          <p:cNvPr id="11" name="Rectangle: Rounded Corners 10">
            <a:extLst>
              <a:ext uri="{FF2B5EF4-FFF2-40B4-BE49-F238E27FC236}">
                <a16:creationId xmlns:a16="http://schemas.microsoft.com/office/drawing/2014/main" id="{0FD15327-F061-BCEE-868A-96EC5F365120}"/>
              </a:ext>
            </a:extLst>
          </p:cNvPr>
          <p:cNvSpPr/>
          <p:nvPr/>
        </p:nvSpPr>
        <p:spPr bwMode="auto">
          <a:xfrm>
            <a:off x="4993248" y="1395113"/>
            <a:ext cx="6837085" cy="3711635"/>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Title 1">
            <a:extLst>
              <a:ext uri="{FF2B5EF4-FFF2-40B4-BE49-F238E27FC236}">
                <a16:creationId xmlns:a16="http://schemas.microsoft.com/office/drawing/2014/main" id="{ABC671D7-FDC6-2D1D-61E7-7EB2ED494625}"/>
              </a:ext>
            </a:extLst>
          </p:cNvPr>
          <p:cNvSpPr txBox="1">
            <a:spLocks/>
          </p:cNvSpPr>
          <p:nvPr/>
        </p:nvSpPr>
        <p:spPr>
          <a:xfrm>
            <a:off x="233679" y="841115"/>
            <a:ext cx="4296228" cy="553998"/>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000000"/>
                </a:solidFill>
                <a:effectLst/>
                <a:uLnTx/>
                <a:uFillTx/>
                <a:latin typeface="Segoe Sans Text Semibold"/>
                <a:ea typeface="+mn-ea"/>
                <a:cs typeface="Segoe Sans Text"/>
              </a:rPr>
              <a:t>Toolboxes</a:t>
            </a:r>
            <a:endParaRPr kumimoji="0" lang="en-US" sz="3600" b="0" i="0" u="none" strike="noStrike" kern="1200" cap="none" spc="-50" normalizeH="0" baseline="0" noProof="0">
              <a:ln w="3175">
                <a:noFill/>
              </a:ln>
              <a:solidFill>
                <a:srgbClr val="000000"/>
              </a:solidFill>
              <a:effectLst/>
              <a:uLnTx/>
              <a:uFillTx/>
              <a:latin typeface="Segoe Sans Text Semibold"/>
              <a:ea typeface="+mn-ea"/>
              <a:cs typeface="Segoe Sans Text" pitchFamily="2" charset="0"/>
            </a:endParaRPr>
          </a:p>
        </p:txBody>
      </p:sp>
      <p:sp>
        <p:nvSpPr>
          <p:cNvPr id="13" name="Rectangle: Rounded Corners 10">
            <a:extLst>
              <a:ext uri="{FF2B5EF4-FFF2-40B4-BE49-F238E27FC236}">
                <a16:creationId xmlns:a16="http://schemas.microsoft.com/office/drawing/2014/main" id="{A8B4DD4A-E930-522A-F0A1-AE1F52EFA68F}"/>
              </a:ext>
            </a:extLst>
          </p:cNvPr>
          <p:cNvSpPr/>
          <p:nvPr/>
        </p:nvSpPr>
        <p:spPr>
          <a:xfrm>
            <a:off x="328878" y="1932462"/>
            <a:ext cx="4105830" cy="4155433"/>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srgbClr val="000000"/>
                </a:solidFill>
                <a:effectLst/>
                <a:uLnTx/>
                <a:uFillTx/>
                <a:latin typeface="Aptos" panose="020B0004020202020204" pitchFamily="34" charset="0"/>
                <a:ea typeface="DengXian" panose="02010600030101010101" pitchFamily="2" charset="-122"/>
                <a:cs typeface="Arial" panose="020B0604020202020204" pitchFamily="34" charset="0"/>
              </a:rPr>
              <a:t>Provides a single managed endpoint for every tool type (MCP, A2A, </a:t>
            </a:r>
            <a:r>
              <a:rPr kumimoji="0" lang="en-US" sz="1600" b="0" i="0" u="none" strike="noStrike" kern="100" cap="none" spc="0" normalizeH="0" baseline="0" noProof="0" err="1">
                <a:ln>
                  <a:noFill/>
                </a:ln>
                <a:solidFill>
                  <a:srgbClr val="000000"/>
                </a:solidFill>
                <a:effectLst/>
                <a:uLnTx/>
                <a:uFillTx/>
                <a:latin typeface="Aptos" panose="020B0004020202020204" pitchFamily="34" charset="0"/>
                <a:ea typeface="DengXian" panose="02010600030101010101" pitchFamily="2" charset="-122"/>
                <a:cs typeface="Arial" panose="020B0604020202020204" pitchFamily="34" charset="0"/>
              </a:rPr>
              <a:t>OpenAPI</a:t>
            </a:r>
            <a:r>
              <a:rPr kumimoji="0" lang="en-US" sz="1600" b="0" i="0" u="none" strike="noStrike" kern="100" cap="none" spc="0" normalizeH="0" baseline="0" noProof="0">
                <a:ln>
                  <a:noFill/>
                </a:ln>
                <a:solidFill>
                  <a:srgbClr val="000000"/>
                </a:solidFill>
                <a:effectLst/>
                <a:uLnTx/>
                <a:uFillTx/>
                <a:latin typeface="Aptos" panose="020B0004020202020204" pitchFamily="34" charset="0"/>
                <a:ea typeface="DengXian" panose="02010600030101010101" pitchFamily="2" charset="-122"/>
                <a:cs typeface="Arial" panose="020B0604020202020204" pitchFamily="34" charset="0"/>
              </a:rPr>
              <a:t>) it needs Instead of wiring each tool individually</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srgbClr val="000000"/>
                </a:solidFill>
                <a:effectLst/>
                <a:uLnTx/>
                <a:uFillTx/>
                <a:latin typeface="Aptos" panose="020B0004020202020204" pitchFamily="34" charset="0"/>
                <a:ea typeface="DengXian" panose="02010600030101010101" pitchFamily="2" charset="-122"/>
                <a:cs typeface="Arial" panose="020B0604020202020204" pitchFamily="34" charset="0"/>
              </a:rPr>
              <a:t>Skills are now a first-class integration in Toolbox — developers can create and version skills in a project-scoped private skills catalog and expose them via the Toolbox MCP endpoint. </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srgbClr val="000000"/>
                </a:solidFill>
                <a:effectLst/>
                <a:uLnTx/>
                <a:uFillTx/>
                <a:latin typeface="Aptos" panose="020B0004020202020204" pitchFamily="34" charset="0"/>
                <a:ea typeface="DengXian" panose="02010600030101010101" pitchFamily="2" charset="-122"/>
                <a:cs typeface="Arial" panose="020B0604020202020204" pitchFamily="34" charset="0"/>
              </a:rPr>
              <a:t>Tool search is available in toolbox to intelligently select the right tools based on each task and user query, removing the context float of surfacing all tools to the model. </a:t>
            </a:r>
          </a:p>
        </p:txBody>
      </p:sp>
      <p:pic>
        <p:nvPicPr>
          <p:cNvPr id="4" name="Picture 3">
            <a:extLst>
              <a:ext uri="{FF2B5EF4-FFF2-40B4-BE49-F238E27FC236}">
                <a16:creationId xmlns:a16="http://schemas.microsoft.com/office/drawing/2014/main" id="{B90446C3-5E86-DD3A-8706-72B2071F9742}"/>
              </a:ext>
            </a:extLst>
          </p:cNvPr>
          <p:cNvPicPr>
            <a:picLocks noChangeAspect="1"/>
          </p:cNvPicPr>
          <p:nvPr/>
        </p:nvPicPr>
        <p:blipFill>
          <a:blip r:embed="rId8"/>
          <a:stretch>
            <a:fillRect/>
          </a:stretch>
        </p:blipFill>
        <p:spPr>
          <a:xfrm>
            <a:off x="5455084" y="1507762"/>
            <a:ext cx="5915683" cy="3483860"/>
          </a:xfrm>
          <a:prstGeom prst="rect">
            <a:avLst/>
          </a:prstGeom>
        </p:spPr>
      </p:pic>
      <p:pic>
        <p:nvPicPr>
          <p:cNvPr id="3" name="foundry-toolbox-demo">
            <a:hlinkClick r:id="" action="ppaction://media"/>
            <a:extLst>
              <a:ext uri="{FF2B5EF4-FFF2-40B4-BE49-F238E27FC236}">
                <a16:creationId xmlns:a16="http://schemas.microsoft.com/office/drawing/2014/main" id="{C4D48996-79A9-CA0F-85E4-29D0A4F95754}"/>
              </a:ext>
            </a:extLst>
          </p:cNvPr>
          <p:cNvPicPr>
            <a:picLocks noChangeAspect="1"/>
          </p:cNvPicPr>
          <p:nvPr>
            <a:videoFile r:link="rId3"/>
            <p:extLst>
              <p:ext uri="{DAA4B4D4-6D71-4841-9C94-3DE7FCFB9230}">
                <p14:media xmlns:p14="http://schemas.microsoft.com/office/powerpoint/2010/main" r:embed="rId2"/>
              </p:ext>
            </p:extLst>
          </p:nvPr>
        </p:nvPicPr>
        <p:blipFill>
          <a:blip r:embed="rId9"/>
          <a:stretch>
            <a:fillRect/>
          </a:stretch>
        </p:blipFill>
        <p:spPr>
          <a:xfrm>
            <a:off x="0" y="0"/>
            <a:ext cx="12192000" cy="6858000"/>
          </a:xfrm>
          <a:prstGeom prst="rect">
            <a:avLst/>
          </a:prstGeom>
        </p:spPr>
      </p:pic>
    </p:spTree>
    <p:extLst>
      <p:ext uri="{BB962C8B-B14F-4D97-AF65-F5344CB8AC3E}">
        <p14:creationId xmlns:p14="http://schemas.microsoft.com/office/powerpoint/2010/main" val="11268110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100"/>
                                  </p:stCondLst>
                                  <p:childTnLst>
                                    <p:animMotion origin="layout" path="M -4.16667E-6 0.03888 L -4.16667E-6 4.07407E-6 " pathEditMode="relative" rAng="0" ptsTypes="AA">
                                      <p:cBhvr>
                                        <p:cTn id="9" dur="500" fill="hold"/>
                                        <p:tgtEl>
                                          <p:spTgt spid="2"/>
                                        </p:tgtEl>
                                        <p:attrNameLst>
                                          <p:attrName>ppt_x</p:attrName>
                                          <p:attrName>ppt_y</p:attrName>
                                        </p:attrNameLst>
                                      </p:cBhvr>
                                      <p:rCtr x="0" y="-1944"/>
                                    </p:animMotion>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60183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4" fill="hold" display="0">
                  <p:stCondLst>
                    <p:cond delay="indefinite"/>
                  </p:stCondLst>
                </p:cTn>
                <p:tgtEl>
                  <p:spTgt spid="3"/>
                </p:tgtEl>
              </p:cMediaNode>
            </p:video>
            <p:seq concurrent="1" nextAc="seek">
              <p:cTn id="15" restart="whenNotActive" fill="hold" evtFilter="cancelBubble" nodeType="interactiveSeq">
                <p:stCondLst>
                  <p:cond evt="onClick" delay="0">
                    <p:tgtEl>
                      <p:spTgt spid="3"/>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p:cTn id="19" dur="1" fill="hold"/>
                                        <p:tgtEl>
                                          <p:spTgt spid="3"/>
                                        </p:tgtEl>
                                      </p:cBhvr>
                                    </p:cmd>
                                  </p:childTnLst>
                                </p:cTn>
                              </p:par>
                            </p:childTnLst>
                          </p:cTn>
                        </p:par>
                      </p:childTnLst>
                    </p:cTn>
                  </p:par>
                </p:childTnLst>
              </p:cTn>
              <p:nextCondLst>
                <p:cond evt="onClick" delay="0">
                  <p:tgtEl>
                    <p:spTgt spid="3"/>
                  </p:tgtEl>
                </p:cond>
              </p:nextCondLst>
            </p:seq>
          </p:childTnLst>
        </p:cTn>
      </p:par>
    </p:tnLst>
    <p:bldLst>
      <p:bldP spid="2" grpId="0" animBg="1"/>
      <p:bldP spid="2"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E970C-1E58-B021-A384-C8F0FB07B2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C226F14-EA09-895D-09D0-BBC483328247}"/>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C01CE886-D826-F98E-0676-1516BF58806A}"/>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0">
                <a:srgbClr val="B0E297"/>
              </a:gs>
              <a:gs pos="81000">
                <a:srgbClr val="42BBB6"/>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BCC2CDBB-EE1E-B583-7265-CC8A6C9D05AB}"/>
              </a:ext>
            </a:extLst>
          </p:cNvPr>
          <p:cNvSpPr/>
          <p:nvPr/>
        </p:nvSpPr>
        <p:spPr>
          <a:xfrm>
            <a:off x="9301425" y="303767"/>
            <a:ext cx="2136249" cy="346968"/>
          </a:xfrm>
          <a:prstGeom prst="roundRect">
            <a:avLst>
              <a:gd name="adj" fmla="val 50000"/>
            </a:avLst>
          </a:prstGeom>
          <a:gradFill flip="none" rotWithShape="1">
            <a:gsLst>
              <a:gs pos="0">
                <a:schemeClr val="accent3"/>
              </a:gs>
              <a:gs pos="100000">
                <a:schemeClr val="accent4"/>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Segoe Sans Text Semibold"/>
                <a:ea typeface="+mn-ea"/>
                <a:cs typeface="Segoe Sans Text Semibold" pitchFamily="2" charset="0"/>
              </a:rPr>
              <a:t>Open</a:t>
            </a:r>
          </a:p>
        </p:txBody>
      </p:sp>
      <p:sp>
        <p:nvSpPr>
          <p:cNvPr id="11" name="Rectangle: Rounded Corners 10">
            <a:extLst>
              <a:ext uri="{FF2B5EF4-FFF2-40B4-BE49-F238E27FC236}">
                <a16:creationId xmlns:a16="http://schemas.microsoft.com/office/drawing/2014/main" id="{2C95F44E-46CE-5AC6-C89F-36FA803DF239}"/>
              </a:ext>
            </a:extLst>
          </p:cNvPr>
          <p:cNvSpPr/>
          <p:nvPr/>
        </p:nvSpPr>
        <p:spPr bwMode="auto">
          <a:xfrm>
            <a:off x="4993248" y="1395113"/>
            <a:ext cx="6837085" cy="3711635"/>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12" name="Title 1">
            <a:extLst>
              <a:ext uri="{FF2B5EF4-FFF2-40B4-BE49-F238E27FC236}">
                <a16:creationId xmlns:a16="http://schemas.microsoft.com/office/drawing/2014/main" id="{BC92C5A5-AD08-89B6-8775-D704C8764E22}"/>
              </a:ext>
            </a:extLst>
          </p:cNvPr>
          <p:cNvSpPr txBox="1">
            <a:spLocks/>
          </p:cNvSpPr>
          <p:nvPr/>
        </p:nvSpPr>
        <p:spPr>
          <a:xfrm>
            <a:off x="233860" y="477251"/>
            <a:ext cx="4296228" cy="1661993"/>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black"/>
                </a:solidFill>
                <a:effectLst/>
                <a:uLnTx/>
                <a:uFillTx/>
                <a:latin typeface="Segoe UI Semibold"/>
                <a:ea typeface="+mn-ea"/>
                <a:cs typeface="Segoe Sans Text"/>
              </a:rPr>
              <a:t>Bring MCP servers as tools in Foundry Agent Service</a:t>
            </a:r>
            <a:endParaRPr kumimoji="0" lang="en-US" sz="3600" b="0" i="0" u="none" strike="noStrike" kern="1200" cap="none" spc="-50" normalizeH="0" baseline="0" noProof="0">
              <a:ln w="3175">
                <a:noFill/>
              </a:ln>
              <a:solidFill>
                <a:prstClr val="black"/>
              </a:solidFill>
              <a:effectLst/>
              <a:uLnTx/>
              <a:uFillTx/>
              <a:latin typeface="Segoe UI Semibold"/>
              <a:ea typeface="+mn-ea"/>
              <a:cs typeface="Segoe Sans Text" pitchFamily="2" charset="0"/>
            </a:endParaRPr>
          </a:p>
        </p:txBody>
      </p:sp>
      <p:sp>
        <p:nvSpPr>
          <p:cNvPr id="13" name="Rectangle: Rounded Corners 10">
            <a:extLst>
              <a:ext uri="{FF2B5EF4-FFF2-40B4-BE49-F238E27FC236}">
                <a16:creationId xmlns:a16="http://schemas.microsoft.com/office/drawing/2014/main" id="{C0B6FD57-13AD-5478-65DB-E689B454791D}"/>
              </a:ext>
            </a:extLst>
          </p:cNvPr>
          <p:cNvSpPr/>
          <p:nvPr/>
        </p:nvSpPr>
        <p:spPr>
          <a:xfrm>
            <a:off x="455185" y="2415756"/>
            <a:ext cx="3853579" cy="387227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Easily integrate with services and APIs</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 whether you want to connect with your internal services or APIs from external providers, MCP provides an easy way to integrate with Foundry Agent </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Yu Mincho" panose="02020400000000000000" pitchFamily="18" charset="-128"/>
                <a:cs typeface="Arial" panose="020B0604020202020204" pitchFamily="34" charset="0"/>
              </a:rPr>
              <a:t>S</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ervice without writing and managing custom functions</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Enhance your AI agent with enterprise features in Foundry Agent </a:t>
            </a: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Yu Mincho" panose="02020400000000000000" pitchFamily="18" charset="-128"/>
                <a:cs typeface="Arial" panose="020B0604020202020204" pitchFamily="34" charset="0"/>
              </a:rPr>
              <a:t>S</a:t>
            </a: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ervice</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 with Foundry Agent </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Yu Mincho" panose="02020400000000000000" pitchFamily="18" charset="-128"/>
                <a:cs typeface="Arial" panose="020B0604020202020204" pitchFamily="34" charset="0"/>
              </a:rPr>
              <a:t>S</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rPr>
              <a:t>ervice, you can enable enterprise-ready features such as BYO thread storage</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endParaRPr kumimoji="0" lang="en-US" sz="1600" b="0"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endParaRPr>
          </a:p>
        </p:txBody>
      </p:sp>
      <p:pic>
        <p:nvPicPr>
          <p:cNvPr id="14" name="Picture 13" descr="A screenshot of a computer&#10;&#10;AI-generated content may be incorrect.">
            <a:extLst>
              <a:ext uri="{FF2B5EF4-FFF2-40B4-BE49-F238E27FC236}">
                <a16:creationId xmlns:a16="http://schemas.microsoft.com/office/drawing/2014/main" id="{0A505EA3-920E-1F58-1070-18B6D1BDE2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2975" y="1611520"/>
            <a:ext cx="5829014" cy="3278820"/>
          </a:xfrm>
          <a:prstGeom prst="rect">
            <a:avLst/>
          </a:prstGeom>
        </p:spPr>
      </p:pic>
    </p:spTree>
    <p:extLst>
      <p:ext uri="{BB962C8B-B14F-4D97-AF65-F5344CB8AC3E}">
        <p14:creationId xmlns:p14="http://schemas.microsoft.com/office/powerpoint/2010/main" val="504455454"/>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FFF0F1-3ECC-DF93-A409-F0A65E1347D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97C0F5-25D4-14C0-0BF2-AA4AA15A3BBF}"/>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5969F379-8E7E-8395-FCED-281BF8380C36}"/>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9A46AC85-3862-1466-FE46-0FE8A2D72152}"/>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sp>
        <p:nvSpPr>
          <p:cNvPr id="13" name="Rectangle: Rounded Corners 10">
            <a:extLst>
              <a:ext uri="{FF2B5EF4-FFF2-40B4-BE49-F238E27FC236}">
                <a16:creationId xmlns:a16="http://schemas.microsoft.com/office/drawing/2014/main" id="{6FAE9ACB-9925-BD84-0F1D-B46E80EFF9BA}"/>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C1F1085F-49A2-7E48-D95A-883FB13567BF}"/>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1" name="Title 7">
            <a:extLst>
              <a:ext uri="{FF2B5EF4-FFF2-40B4-BE49-F238E27FC236}">
                <a16:creationId xmlns:a16="http://schemas.microsoft.com/office/drawing/2014/main" id="{E974F229-0176-420F-21AC-DBBECB0979AA}"/>
              </a:ext>
            </a:extLst>
          </p:cNvPr>
          <p:cNvSpPr txBox="1">
            <a:spLocks/>
          </p:cNvSpPr>
          <p:nvPr/>
        </p:nvSpPr>
        <p:spPr>
          <a:xfrm>
            <a:off x="280210" y="927733"/>
            <a:ext cx="4127692" cy="1107996"/>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FFFFFF"/>
                </a:solidFill>
                <a:effectLst/>
                <a:uLnTx/>
                <a:uFillTx/>
                <a:latin typeface="Segoe Sans Text Semibold"/>
                <a:ea typeface="+mn-ea"/>
                <a:cs typeface="Segoe Sans Text"/>
              </a:rPr>
              <a:t>Enterprise ready MCP support</a:t>
            </a:r>
            <a:endParaRPr kumimoji="0" lang="en-US" sz="3600" b="0" i="0" u="none" strike="noStrike" kern="1200" cap="none" spc="-50" normalizeH="0" baseline="0" noProof="0">
              <a:ln w="3175">
                <a:noFill/>
              </a:ln>
              <a:solidFill>
                <a:srgbClr val="FFFFFF"/>
              </a:solidFill>
              <a:effectLst/>
              <a:uLnTx/>
              <a:uFillTx/>
              <a:latin typeface="Segoe Sans Text Semibold"/>
              <a:ea typeface="+mn-ea"/>
              <a:cs typeface="Segoe Sans Text" pitchFamily="2" charset="0"/>
            </a:endParaRPr>
          </a:p>
        </p:txBody>
      </p:sp>
      <p:sp>
        <p:nvSpPr>
          <p:cNvPr id="12" name="Rectangle: Rounded Corners 10">
            <a:extLst>
              <a:ext uri="{FF2B5EF4-FFF2-40B4-BE49-F238E27FC236}">
                <a16:creationId xmlns:a16="http://schemas.microsoft.com/office/drawing/2014/main" id="{8AABCFFA-C242-D420-D10E-14125BE5C2AB}"/>
              </a:ext>
            </a:extLst>
          </p:cNvPr>
          <p:cNvSpPr/>
          <p:nvPr/>
        </p:nvSpPr>
        <p:spPr>
          <a:xfrm>
            <a:off x="278703" y="2288288"/>
            <a:ext cx="3763817" cy="3580467"/>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Expanded to full auth support for MCP, including key-based, OAuth identity passthrough, Microsoft Entra agent and project identity, and more</a:t>
            </a: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Segoe Sans Text"/>
                <a:ea typeface="+mn-ea"/>
                <a:cs typeface="Segoe Sans Text"/>
              </a:rPr>
              <a:t>With eligible MCP servers, you can enable AI Gateway to govern the runtime traffic</a:t>
            </a: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Segoe Sans Text"/>
                <a:ea typeface="+mn-ea"/>
                <a:cs typeface="Segoe Sans Text"/>
              </a:rPr>
              <a:t>Onboarded key partners such as Agent 365, Azure Databricks, Elasticsearch, Netlify, Neon, Stripe, Box, and more</a:t>
            </a:r>
          </a:p>
        </p:txBody>
      </p:sp>
      <p:pic>
        <p:nvPicPr>
          <p:cNvPr id="2" name="Picture 1">
            <a:extLst>
              <a:ext uri="{FF2B5EF4-FFF2-40B4-BE49-F238E27FC236}">
                <a16:creationId xmlns:a16="http://schemas.microsoft.com/office/drawing/2014/main" id="{2FE029D2-1D07-7AD2-E688-850851739854}"/>
              </a:ext>
            </a:extLst>
          </p:cNvPr>
          <p:cNvPicPr>
            <a:picLocks noChangeAspect="1"/>
          </p:cNvPicPr>
          <p:nvPr/>
        </p:nvPicPr>
        <p:blipFill>
          <a:blip r:embed="rId3"/>
          <a:stretch>
            <a:fillRect/>
          </a:stretch>
        </p:blipFill>
        <p:spPr>
          <a:xfrm>
            <a:off x="4572000" y="931157"/>
            <a:ext cx="7612945" cy="4283075"/>
          </a:xfrm>
          <a:prstGeom prst="rect">
            <a:avLst/>
          </a:prstGeom>
        </p:spPr>
      </p:pic>
    </p:spTree>
    <p:extLst>
      <p:ext uri="{BB962C8B-B14F-4D97-AF65-F5344CB8AC3E}">
        <p14:creationId xmlns:p14="http://schemas.microsoft.com/office/powerpoint/2010/main" val="3728390219"/>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ED86E5-0F99-8C05-32FE-737C73D473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B44F6D-69ED-1B6D-072A-5CA729306768}"/>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1CF33ED9-95C5-06D2-0E9E-6E1257162875}"/>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C6F7213B-4F00-5EB1-ECF2-ECEB7903722D}"/>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sp>
        <p:nvSpPr>
          <p:cNvPr id="13" name="Rectangle: Rounded Corners 10">
            <a:extLst>
              <a:ext uri="{FF2B5EF4-FFF2-40B4-BE49-F238E27FC236}">
                <a16:creationId xmlns:a16="http://schemas.microsoft.com/office/drawing/2014/main" id="{12AD8F1E-B6C7-94EA-D64A-F4ACF024730D}"/>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273B8E73-BC11-F60C-1BDB-B2BF520D2E1A}"/>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1" name="Title 7">
            <a:extLst>
              <a:ext uri="{FF2B5EF4-FFF2-40B4-BE49-F238E27FC236}">
                <a16:creationId xmlns:a16="http://schemas.microsoft.com/office/drawing/2014/main" id="{762F8EEA-DEAF-B7BE-CEEA-617F24F86ED8}"/>
              </a:ext>
            </a:extLst>
          </p:cNvPr>
          <p:cNvSpPr txBox="1">
            <a:spLocks/>
          </p:cNvSpPr>
          <p:nvPr/>
        </p:nvSpPr>
        <p:spPr>
          <a:xfrm>
            <a:off x="280210" y="567900"/>
            <a:ext cx="4127692" cy="166199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rgbClr val="FFFFFF"/>
                </a:solidFill>
                <a:effectLst/>
                <a:uLnTx/>
                <a:uFillTx/>
                <a:latin typeface="Segoe Sans Text Semibold"/>
                <a:ea typeface="+mn-ea"/>
                <a:cs typeface="Segoe Sans Text"/>
              </a:rPr>
              <a:t>Build custom MCP and bring to private tools catalog</a:t>
            </a:r>
            <a:endParaRPr kumimoji="0" lang="en-US" sz="3600" b="0" i="0" u="none" strike="noStrike" kern="1200" cap="none" spc="-50" normalizeH="0" baseline="0" noProof="0">
              <a:ln w="3175">
                <a:noFill/>
              </a:ln>
              <a:solidFill>
                <a:srgbClr val="FFFFFF"/>
              </a:solidFill>
              <a:effectLst/>
              <a:uLnTx/>
              <a:uFillTx/>
              <a:latin typeface="Segoe Sans Text Semibold"/>
              <a:ea typeface="+mn-ea"/>
              <a:cs typeface="Segoe Sans Text" pitchFamily="2" charset="0"/>
            </a:endParaRPr>
          </a:p>
        </p:txBody>
      </p:sp>
      <p:sp>
        <p:nvSpPr>
          <p:cNvPr id="12" name="Rectangle: Rounded Corners 10">
            <a:extLst>
              <a:ext uri="{FF2B5EF4-FFF2-40B4-BE49-F238E27FC236}">
                <a16:creationId xmlns:a16="http://schemas.microsoft.com/office/drawing/2014/main" id="{5AF3156E-A274-9BDC-7952-218AAE6CBB47}"/>
              </a:ext>
            </a:extLst>
          </p:cNvPr>
          <p:cNvSpPr/>
          <p:nvPr/>
        </p:nvSpPr>
        <p:spPr>
          <a:xfrm>
            <a:off x="278703" y="2401177"/>
            <a:ext cx="3763817" cy="3026470"/>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Easily host and build your own MCP server via Azure Functions, Azure Container Apps </a:t>
            </a:r>
            <a:r>
              <a:rPr kumimoji="0" lang="en-US" sz="1800" b="0" i="0" u="none" strike="noStrike" kern="1200" cap="none" spc="0" normalizeH="0" baseline="0" noProof="0">
                <a:ln>
                  <a:noFill/>
                </a:ln>
                <a:solidFill>
                  <a:srgbClr val="FFFFFF"/>
                </a:solidFill>
                <a:effectLst/>
                <a:uLnTx/>
                <a:uFillTx/>
                <a:latin typeface="Segoe Sans Text"/>
                <a:ea typeface="+mn-ea"/>
                <a:cs typeface="Segoe Sans Text"/>
              </a:rPr>
              <a:t>and more</a:t>
            </a:r>
            <a:endParaRPr kumimoji="0" lang="en-US" sz="1800" b="0" i="0" u="none" strike="noStrike" kern="1200" cap="none" spc="0" normalizeH="0" baseline="0" noProof="0">
              <a:ln>
                <a:noFill/>
              </a:ln>
              <a:solidFill>
                <a:prstClr val="white"/>
              </a:solidFill>
              <a:effectLst/>
              <a:uLnTx/>
              <a:uFillTx/>
              <a:latin typeface="Segoe UI Semilight"/>
              <a:ea typeface="+mn-ea"/>
              <a:cs typeface="Segoe Sans Text"/>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Segoe Sans Text"/>
                <a:ea typeface="+mn-ea"/>
                <a:cs typeface="Segoe Sans Text"/>
              </a:rPr>
              <a:t>Build private and organizational tools catalog to share MCP servers and tools only your team has access to </a:t>
            </a:r>
            <a:endParaRPr kumimoji="0" lang="en-US" sz="1800" b="0" i="0" u="none" strike="noStrike" kern="1200" cap="none" spc="0" normalizeH="0" baseline="0" noProof="0">
              <a:ln>
                <a:noFill/>
              </a:ln>
              <a:solidFill>
                <a:prstClr val="white"/>
              </a:solidFill>
              <a:effectLst/>
              <a:uLnTx/>
              <a:uFillTx/>
              <a:latin typeface="Segoe UI Semilight"/>
              <a:ea typeface="+mn-ea"/>
              <a:cs typeface="Segoe Sans Text"/>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Segoe Sans Text"/>
                <a:ea typeface="+mn-ea"/>
                <a:cs typeface="Segoe Sans Text"/>
              </a:rPr>
              <a:t>Onboarded key partners such as Azure Databricks, Elasticsearch, Netlify, Neon, Stripe, Box, and more</a:t>
            </a:r>
          </a:p>
        </p:txBody>
      </p:sp>
      <p:pic>
        <p:nvPicPr>
          <p:cNvPr id="6" name="AzFuncAPICFoundry">
            <a:hlinkClick r:id="" action="ppaction://media"/>
            <a:extLst>
              <a:ext uri="{FF2B5EF4-FFF2-40B4-BE49-F238E27FC236}">
                <a16:creationId xmlns:a16="http://schemas.microsoft.com/office/drawing/2014/main" id="{F70A4EC2-07D2-B0E7-F3B5-1CD83CD70A9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570520" y="841159"/>
            <a:ext cx="7615562" cy="4273119"/>
          </a:xfrm>
          <a:prstGeom prst="rect">
            <a:avLst/>
          </a:prstGeom>
        </p:spPr>
      </p:pic>
    </p:spTree>
    <p:extLst>
      <p:ext uri="{BB962C8B-B14F-4D97-AF65-F5344CB8AC3E}">
        <p14:creationId xmlns:p14="http://schemas.microsoft.com/office/powerpoint/2010/main" val="1539631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457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3D98-8F48-5708-9F6E-A45A592531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7C00E9-6E7C-9433-83A7-CE84ED220ADE}"/>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AE91967B-24ED-20FC-2C58-B62F1C8B44CD}"/>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0">
                <a:srgbClr val="B0E297"/>
              </a:gs>
              <a:gs pos="81000">
                <a:srgbClr val="42BBB6"/>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D25EE302-D768-1AC1-1518-A8200D41F70E}"/>
              </a:ext>
            </a:extLst>
          </p:cNvPr>
          <p:cNvSpPr/>
          <p:nvPr/>
        </p:nvSpPr>
        <p:spPr>
          <a:xfrm>
            <a:off x="9301425" y="303767"/>
            <a:ext cx="2136249" cy="346968"/>
          </a:xfrm>
          <a:prstGeom prst="roundRect">
            <a:avLst>
              <a:gd name="adj" fmla="val 50000"/>
            </a:avLst>
          </a:prstGeom>
          <a:gradFill flip="none" rotWithShape="1">
            <a:gsLst>
              <a:gs pos="0">
                <a:schemeClr val="accent3"/>
              </a:gs>
              <a:gs pos="100000">
                <a:schemeClr val="accent4"/>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Segoe Sans Text Semibold"/>
                <a:ea typeface="+mn-ea"/>
                <a:cs typeface="Segoe Sans Text Semibold" pitchFamily="2" charset="0"/>
              </a:rPr>
              <a:t>Open</a:t>
            </a:r>
          </a:p>
        </p:txBody>
      </p:sp>
      <p:sp>
        <p:nvSpPr>
          <p:cNvPr id="11" name="Rectangle: Rounded Corners 10">
            <a:extLst>
              <a:ext uri="{FF2B5EF4-FFF2-40B4-BE49-F238E27FC236}">
                <a16:creationId xmlns:a16="http://schemas.microsoft.com/office/drawing/2014/main" id="{05E4C0D1-D240-E805-A042-C7FE6392EA9B}"/>
              </a:ext>
            </a:extLst>
          </p:cNvPr>
          <p:cNvSpPr/>
          <p:nvPr/>
        </p:nvSpPr>
        <p:spPr bwMode="auto">
          <a:xfrm>
            <a:off x="4993248" y="1395113"/>
            <a:ext cx="6837085" cy="3711635"/>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12" name="Title 1">
            <a:extLst>
              <a:ext uri="{FF2B5EF4-FFF2-40B4-BE49-F238E27FC236}">
                <a16:creationId xmlns:a16="http://schemas.microsoft.com/office/drawing/2014/main" id="{F1E2CB96-BEA3-76BB-635E-54F854056FD9}"/>
              </a:ext>
            </a:extLst>
          </p:cNvPr>
          <p:cNvSpPr txBox="1">
            <a:spLocks/>
          </p:cNvSpPr>
          <p:nvPr/>
        </p:nvSpPr>
        <p:spPr>
          <a:xfrm>
            <a:off x="233860" y="477251"/>
            <a:ext cx="4296228" cy="1107996"/>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black"/>
                </a:solidFill>
                <a:effectLst/>
                <a:uLnTx/>
                <a:uFillTx/>
                <a:latin typeface="Segoe UI Semibold"/>
                <a:ea typeface="+mn-ea"/>
                <a:cs typeface="Segoe Sans Text"/>
              </a:rPr>
              <a:t>Add A2A agents as tools</a:t>
            </a:r>
            <a:endParaRPr kumimoji="0" lang="en-US" sz="3600" b="0" i="0" u="none" strike="noStrike" kern="1200" cap="none" spc="-50" normalizeH="0" baseline="0" noProof="0">
              <a:ln w="3175">
                <a:noFill/>
              </a:ln>
              <a:solidFill>
                <a:prstClr val="black"/>
              </a:solidFill>
              <a:effectLst/>
              <a:uLnTx/>
              <a:uFillTx/>
              <a:latin typeface="Segoe UI Semibold"/>
              <a:ea typeface="+mn-ea"/>
              <a:cs typeface="Segoe Sans Text" pitchFamily="2" charset="0"/>
            </a:endParaRPr>
          </a:p>
        </p:txBody>
      </p:sp>
      <p:sp>
        <p:nvSpPr>
          <p:cNvPr id="13" name="Rectangle: Rounded Corners 10">
            <a:extLst>
              <a:ext uri="{FF2B5EF4-FFF2-40B4-BE49-F238E27FC236}">
                <a16:creationId xmlns:a16="http://schemas.microsoft.com/office/drawing/2014/main" id="{10EB6BEF-83FE-9D0A-9E76-99FD972FF5DF}"/>
              </a:ext>
            </a:extLst>
          </p:cNvPr>
          <p:cNvSpPr/>
          <p:nvPr/>
        </p:nvSpPr>
        <p:spPr>
          <a:xfrm>
            <a:off x="455185" y="2415756"/>
            <a:ext cx="3853579" cy="320106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1E1E1E"/>
                </a:solidFill>
                <a:effectLst/>
                <a:uLnTx/>
                <a:uFillTx/>
                <a:latin typeface="Segoe UI" panose="020B0502040204020203" pitchFamily="34" charset="0"/>
                <a:ea typeface="+mn-ea"/>
                <a:cs typeface="+mn-cs"/>
              </a:rPr>
              <a:t>Foundry agent can securely invoke another A2A compatible agent’s capabilities—enabling modular, reusable workflows across teams and business units. </a:t>
            </a:r>
          </a:p>
          <a:p>
            <a:pPr marL="2857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1E1E1E"/>
                </a:solidFill>
                <a:effectLst/>
                <a:uLnTx/>
                <a:uFillTx/>
                <a:latin typeface="Segoe UI" panose="020B0502040204020203" pitchFamily="34" charset="0"/>
                <a:ea typeface="+mn-ea"/>
                <a:cs typeface="+mn-cs"/>
              </a:rPr>
              <a:t>This approach leverages comprehensive authentication options, including OAuth passthrough, Microsoft Entra to ensure every agent call is authorized, auditable, and governed by enterprise policy.  </a:t>
            </a:r>
            <a:endParaRPr kumimoji="0" lang="en-US" sz="1600" b="0" i="0" u="none" strike="noStrike" kern="100" cap="none" spc="0" normalizeH="0" baseline="0" noProof="0">
              <a:ln>
                <a:noFill/>
              </a:ln>
              <a:solidFill>
                <a:prstClr val="black"/>
              </a:solidFill>
              <a:effectLst/>
              <a:uLnTx/>
              <a:uFillTx/>
              <a:latin typeface="Aptos" panose="020B0004020202020204" pitchFamily="34" charset="0"/>
              <a:ea typeface="DengXian" panose="02010600030101010101" pitchFamily="2" charset="-122"/>
              <a:cs typeface="Arial" panose="020B0604020202020204" pitchFamily="34" charset="0"/>
            </a:endParaRPr>
          </a:p>
        </p:txBody>
      </p:sp>
      <p:pic>
        <p:nvPicPr>
          <p:cNvPr id="3" name="Picture 2">
            <a:extLst>
              <a:ext uri="{FF2B5EF4-FFF2-40B4-BE49-F238E27FC236}">
                <a16:creationId xmlns:a16="http://schemas.microsoft.com/office/drawing/2014/main" id="{20678458-818E-5752-9B65-E66A2DD3D348}"/>
              </a:ext>
            </a:extLst>
          </p:cNvPr>
          <p:cNvPicPr>
            <a:picLocks noChangeAspect="1"/>
          </p:cNvPicPr>
          <p:nvPr/>
        </p:nvPicPr>
        <p:blipFill>
          <a:blip r:embed="rId3"/>
          <a:stretch>
            <a:fillRect/>
          </a:stretch>
        </p:blipFill>
        <p:spPr>
          <a:xfrm>
            <a:off x="5502805" y="1457839"/>
            <a:ext cx="5817969" cy="3586181"/>
          </a:xfrm>
          <a:prstGeom prst="rect">
            <a:avLst/>
          </a:prstGeom>
          <a:ln>
            <a:noFill/>
          </a:ln>
          <a:effectLst>
            <a:softEdge rad="112500"/>
          </a:effectLst>
        </p:spPr>
      </p:pic>
    </p:spTree>
    <p:extLst>
      <p:ext uri="{BB962C8B-B14F-4D97-AF65-F5344CB8AC3E}">
        <p14:creationId xmlns:p14="http://schemas.microsoft.com/office/powerpoint/2010/main" val="2913439975"/>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07E9DE-1272-7082-1E3D-822284AE5B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2D1BAEE-D211-D387-1354-910F6942AA0B}"/>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80C0C840-A341-6795-8E57-0CD84F08CC0F}"/>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0">
                <a:srgbClr val="B0E297"/>
              </a:gs>
              <a:gs pos="81000">
                <a:srgbClr val="42BBB6"/>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B9286CCC-7B99-D7E6-4E15-6819B02E164C}"/>
              </a:ext>
            </a:extLst>
          </p:cNvPr>
          <p:cNvSpPr/>
          <p:nvPr/>
        </p:nvSpPr>
        <p:spPr>
          <a:xfrm>
            <a:off x="9301425" y="303767"/>
            <a:ext cx="2136249" cy="346968"/>
          </a:xfrm>
          <a:prstGeom prst="roundRect">
            <a:avLst>
              <a:gd name="adj" fmla="val 50000"/>
            </a:avLst>
          </a:prstGeom>
          <a:gradFill flip="none" rotWithShape="1">
            <a:gsLst>
              <a:gs pos="0">
                <a:schemeClr val="accent3"/>
              </a:gs>
              <a:gs pos="100000">
                <a:schemeClr val="accent4"/>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Segoe Sans Text Semibold"/>
                <a:ea typeface="+mn-ea"/>
                <a:cs typeface="Segoe Sans Text Semibold" pitchFamily="2" charset="0"/>
              </a:rPr>
              <a:t>Open</a:t>
            </a:r>
          </a:p>
        </p:txBody>
      </p:sp>
      <p:sp>
        <p:nvSpPr>
          <p:cNvPr id="2" name="Rectangle: Rounded Corners 1">
            <a:extLst>
              <a:ext uri="{FF2B5EF4-FFF2-40B4-BE49-F238E27FC236}">
                <a16:creationId xmlns:a16="http://schemas.microsoft.com/office/drawing/2014/main" id="{8019D16F-C98E-ACDD-A4E9-AA891BD864A8}"/>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3" name="Title 7">
            <a:extLst>
              <a:ext uri="{FF2B5EF4-FFF2-40B4-BE49-F238E27FC236}">
                <a16:creationId xmlns:a16="http://schemas.microsoft.com/office/drawing/2014/main" id="{7224759E-28D4-8596-7A96-C8281465F566}"/>
              </a:ext>
            </a:extLst>
          </p:cNvPr>
          <p:cNvSpPr txBox="1">
            <a:spLocks/>
          </p:cNvSpPr>
          <p:nvPr/>
        </p:nvSpPr>
        <p:spPr>
          <a:xfrm>
            <a:off x="280210" y="373736"/>
            <a:ext cx="4127692" cy="2215991"/>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black"/>
                </a:solidFill>
                <a:effectLst/>
                <a:uLnTx/>
                <a:uFillTx/>
                <a:latin typeface="Segoe UI Semibold"/>
                <a:ea typeface="+mn-ea"/>
                <a:cs typeface="Segoe Sans Text"/>
              </a:rPr>
              <a:t>Build standardized custom tools with </a:t>
            </a:r>
            <a:r>
              <a:rPr kumimoji="0" lang="en-US" sz="3600" b="0" i="0" u="none" strike="noStrike" kern="1200" cap="none" spc="-50" normalizeH="0" baseline="0" noProof="0" err="1">
                <a:ln w="3175">
                  <a:noFill/>
                </a:ln>
                <a:solidFill>
                  <a:prstClr val="black"/>
                </a:solidFill>
                <a:effectLst/>
                <a:uLnTx/>
                <a:uFillTx/>
                <a:latin typeface="Segoe UI Semibold"/>
                <a:ea typeface="+mn-ea"/>
                <a:cs typeface="Segoe Sans Text"/>
              </a:rPr>
              <a:t>OpenAPI</a:t>
            </a:r>
            <a:r>
              <a:rPr kumimoji="0" lang="en-US" sz="3600" b="0" i="0" u="none" strike="noStrike" kern="1200" cap="none" spc="-50" normalizeH="0" baseline="0" noProof="0">
                <a:ln w="3175">
                  <a:noFill/>
                </a:ln>
                <a:solidFill>
                  <a:prstClr val="black"/>
                </a:solidFill>
                <a:effectLst/>
                <a:uLnTx/>
                <a:uFillTx/>
                <a:latin typeface="Segoe UI Semibold"/>
                <a:ea typeface="+mn-ea"/>
                <a:cs typeface="Segoe Sans Text"/>
              </a:rPr>
              <a:t> 3.0 specifications </a:t>
            </a:r>
          </a:p>
        </p:txBody>
      </p:sp>
      <p:sp>
        <p:nvSpPr>
          <p:cNvPr id="6" name="Rectangle: Rounded Corners 10">
            <a:extLst>
              <a:ext uri="{FF2B5EF4-FFF2-40B4-BE49-F238E27FC236}">
                <a16:creationId xmlns:a16="http://schemas.microsoft.com/office/drawing/2014/main" id="{CA2CFAAA-B573-56EA-D42D-669C8F9620D6}"/>
              </a:ext>
            </a:extLst>
          </p:cNvPr>
          <p:cNvSpPr/>
          <p:nvPr/>
        </p:nvSpPr>
        <p:spPr>
          <a:xfrm>
            <a:off x="462147" y="3064399"/>
            <a:ext cx="3763817" cy="3211135"/>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black"/>
                </a:solidFill>
                <a:effectLst/>
                <a:uLnTx/>
                <a:uFillTx/>
                <a:latin typeface="Segoe Sans Text"/>
                <a:ea typeface="+mn-ea"/>
                <a:cs typeface="Segoe Sans Text"/>
              </a:rPr>
              <a:t>Connect your AI agent to an external API using an OpenAPI 3.0 specified tool, allowing for scalable interoperability with various applications</a:t>
            </a:r>
            <a:endParaRPr kumimoji="0" lang="en-US" sz="1600" b="0" i="0" u="none" strike="noStrike" kern="1200" cap="none" spc="0" normalizeH="0" baseline="0" noProof="0">
              <a:ln>
                <a:noFill/>
              </a:ln>
              <a:solidFill>
                <a:prstClr val="black"/>
              </a:solidFill>
              <a:effectLst/>
              <a:uLnTx/>
              <a:uFillTx/>
              <a:latin typeface="Segoe UI Semilight"/>
              <a:ea typeface="+mn-ea"/>
              <a:cs typeface="+mn-cs"/>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black"/>
                </a:solidFill>
                <a:effectLst/>
                <a:uLnTx/>
                <a:uFillTx/>
                <a:latin typeface="Segoe Sans Text"/>
                <a:ea typeface="+mn-ea"/>
                <a:cs typeface="Segoe Sans Text"/>
              </a:rPr>
              <a:t>Build an organization-side tools library specified with the OpenAPI 3.0 standard </a:t>
            </a:r>
            <a:endParaRPr kumimoji="0" lang="en-US" sz="1600" b="0" i="0" u="none" strike="noStrike" kern="1200" cap="none" spc="0" normalizeH="0" baseline="0" noProof="0">
              <a:ln w="3175">
                <a:noFill/>
              </a:ln>
              <a:solidFill>
                <a:prstClr val="black"/>
              </a:solidFill>
              <a:effectLst/>
              <a:uLnTx/>
              <a:uFillTx/>
              <a:latin typeface="Segoe UI Semilight"/>
              <a:ea typeface="+mn-ea"/>
              <a:cs typeface="Segoe Sans Text"/>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black"/>
                </a:solidFill>
                <a:effectLst/>
                <a:uLnTx/>
                <a:uFillTx/>
                <a:latin typeface="Segoe Sans Text"/>
                <a:ea typeface="+mn-ea"/>
                <a:cs typeface="Segoe Sans Text"/>
              </a:rPr>
              <a:t>Enable your custom tools to authenticate access and connections with managed identities (Microsoft Entra ID) for added security, making it ideal for integrating with existing infrastructure or web services</a:t>
            </a:r>
          </a:p>
        </p:txBody>
      </p:sp>
      <p:pic>
        <p:nvPicPr>
          <p:cNvPr id="9" name="Picture 8">
            <a:extLst>
              <a:ext uri="{FF2B5EF4-FFF2-40B4-BE49-F238E27FC236}">
                <a16:creationId xmlns:a16="http://schemas.microsoft.com/office/drawing/2014/main" id="{11748BEB-558E-0431-C3D3-8B11CD81A677}"/>
              </a:ext>
            </a:extLst>
          </p:cNvPr>
          <p:cNvPicPr>
            <a:picLocks noChangeAspect="1"/>
          </p:cNvPicPr>
          <p:nvPr/>
        </p:nvPicPr>
        <p:blipFill>
          <a:blip r:embed="rId3"/>
          <a:srcRect b="17465"/>
          <a:stretch>
            <a:fillRect/>
          </a:stretch>
        </p:blipFill>
        <p:spPr>
          <a:xfrm>
            <a:off x="5344715" y="1481731"/>
            <a:ext cx="6134149" cy="3373276"/>
          </a:xfrm>
          <a:prstGeom prst="rect">
            <a:avLst/>
          </a:prstGeom>
          <a:ln>
            <a:noFill/>
          </a:ln>
          <a:effectLst>
            <a:softEdge rad="112500"/>
          </a:effectLst>
        </p:spPr>
      </p:pic>
    </p:spTree>
    <p:extLst>
      <p:ext uri="{BB962C8B-B14F-4D97-AF65-F5344CB8AC3E}">
        <p14:creationId xmlns:p14="http://schemas.microsoft.com/office/powerpoint/2010/main" val="2644572822"/>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F673-40AF-09F0-803D-6B61083E8AE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F3B9669-E122-CEC4-900C-A5FF616A47F0}"/>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71D367B6-653E-7088-08C0-5E09ABA75E07}"/>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3" name="Rectangle: Rounded Corners 10">
            <a:extLst>
              <a:ext uri="{FF2B5EF4-FFF2-40B4-BE49-F238E27FC236}">
                <a16:creationId xmlns:a16="http://schemas.microsoft.com/office/drawing/2014/main" id="{85F77FD1-4F8A-4D01-570F-95A05F02A72A}"/>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40A9AD27-AA84-61FE-1567-AE6702E9DAF8}"/>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7" name="Title 1">
            <a:extLst>
              <a:ext uri="{FF2B5EF4-FFF2-40B4-BE49-F238E27FC236}">
                <a16:creationId xmlns:a16="http://schemas.microsoft.com/office/drawing/2014/main" id="{865F761F-9F59-F3BE-D3CC-E7E20AF92B8B}"/>
              </a:ext>
            </a:extLst>
          </p:cNvPr>
          <p:cNvSpPr>
            <a:spLocks noGrp="1"/>
          </p:cNvSpPr>
          <p:nvPr>
            <p:ph type="title"/>
          </p:nvPr>
        </p:nvSpPr>
        <p:spPr>
          <a:xfrm>
            <a:off x="224971" y="457200"/>
            <a:ext cx="4347028" cy="1661993"/>
          </a:xfrm>
        </p:spPr>
        <p:txBody>
          <a:bodyPr anchor="t" anchorCtr="0"/>
          <a:lstStyle/>
          <a:p>
            <a:r>
              <a:rPr lang="en-US">
                <a:solidFill>
                  <a:schemeClr val="bg1"/>
                </a:solidFill>
                <a:cs typeface="Segoe Sans Text"/>
              </a:rPr>
              <a:t>Real-time, web data grounding with Bing Search</a:t>
            </a:r>
            <a:endParaRPr lang="en-US">
              <a:solidFill>
                <a:schemeClr val="bg1"/>
              </a:solidFill>
            </a:endParaRPr>
          </a:p>
        </p:txBody>
      </p:sp>
      <p:sp>
        <p:nvSpPr>
          <p:cNvPr id="11" name="Rectangle: Rounded Corners 10">
            <a:extLst>
              <a:ext uri="{FF2B5EF4-FFF2-40B4-BE49-F238E27FC236}">
                <a16:creationId xmlns:a16="http://schemas.microsoft.com/office/drawing/2014/main" id="{37E1D567-B472-73D5-9025-009F8025A985}"/>
              </a:ext>
            </a:extLst>
          </p:cNvPr>
          <p:cNvSpPr/>
          <p:nvPr/>
        </p:nvSpPr>
        <p:spPr>
          <a:xfrm>
            <a:off x="404638" y="2417418"/>
            <a:ext cx="3763817" cy="3457357"/>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Create more reliable and trustworthy applications with real-time public information from Bing</a:t>
            </a:r>
            <a:endParaRPr kumimoji="0" lang="en-US" sz="1600" b="0" i="0" u="none" strike="noStrike" kern="1200" cap="none" spc="0" normalizeH="0" baseline="0" noProof="0">
              <a:ln>
                <a:noFill/>
              </a:ln>
              <a:solidFill>
                <a:prstClr val="white"/>
              </a:solidFill>
              <a:effectLst/>
              <a:uLnTx/>
              <a:uFillTx/>
              <a:latin typeface="Segoe UI Semilight"/>
              <a:ea typeface="+mn-lt"/>
              <a:cs typeface="Segoe UI Semilight"/>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Grounding with Bing Search allows your agents to integrate real-time public web data, ensuring their response is accurate and up to date. </a:t>
            </a:r>
            <a:endParaRPr kumimoji="0" lang="en-US" sz="1600" b="0" i="0" u="none" strike="noStrike" kern="1200" cap="none" spc="0" normalizeH="0" baseline="0" noProof="0">
              <a:ln>
                <a:noFill/>
              </a:ln>
              <a:solidFill>
                <a:prstClr val="white"/>
              </a:solidFill>
              <a:effectLst/>
              <a:uLnTx/>
              <a:uFillTx/>
              <a:latin typeface="Segoe UI Semilight"/>
              <a:ea typeface="+mn-lt"/>
              <a:cs typeface="Segoe UI Semilight"/>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By including supporting URLs and search query links, Grounding with Bing Search enhances trust and transparency, empowering the users to verify responses with the original sources.</a:t>
            </a:r>
            <a:endParaRPr kumimoji="0" lang="en-US" sz="1600" b="0" i="0" u="none" strike="noStrike" kern="1200" cap="none" spc="0" normalizeH="0" baseline="0" noProof="0">
              <a:ln>
                <a:noFill/>
              </a:ln>
              <a:solidFill>
                <a:prstClr val="white"/>
              </a:solidFill>
              <a:effectLst/>
              <a:uLnTx/>
              <a:uFillTx/>
              <a:latin typeface="Segoe UI Semilight"/>
              <a:ea typeface="+mn-ea"/>
              <a:cs typeface="Segoe Sans Text"/>
            </a:endParaRPr>
          </a:p>
        </p:txBody>
      </p:sp>
      <p:sp>
        <p:nvSpPr>
          <p:cNvPr id="14" name="Rectangle: Rounded Corners 12" descr="GenAI Model Store">
            <a:extLst>
              <a:ext uri="{FF2B5EF4-FFF2-40B4-BE49-F238E27FC236}">
                <a16:creationId xmlns:a16="http://schemas.microsoft.com/office/drawing/2014/main" id="{9A8E0445-3561-1CDF-3B91-55F0D1F687B3}"/>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pic>
        <p:nvPicPr>
          <p:cNvPr id="2" name="Picture 1" descr="A screenshot of a computer&#10;&#10;AI-generated content may be incorrect.">
            <a:extLst>
              <a:ext uri="{FF2B5EF4-FFF2-40B4-BE49-F238E27FC236}">
                <a16:creationId xmlns:a16="http://schemas.microsoft.com/office/drawing/2014/main" id="{5B104DED-3A4D-3663-4707-3E2F8431BE3F}"/>
              </a:ext>
            </a:extLst>
          </p:cNvPr>
          <p:cNvPicPr>
            <a:picLocks noChangeAspect="1"/>
          </p:cNvPicPr>
          <p:nvPr/>
        </p:nvPicPr>
        <p:blipFill>
          <a:blip r:embed="rId3"/>
          <a:stretch>
            <a:fillRect/>
          </a:stretch>
        </p:blipFill>
        <p:spPr>
          <a:xfrm>
            <a:off x="4573901" y="1037167"/>
            <a:ext cx="7616199" cy="4452056"/>
          </a:xfrm>
          <a:prstGeom prst="rect">
            <a:avLst/>
          </a:prstGeom>
        </p:spPr>
      </p:pic>
    </p:spTree>
    <p:extLst>
      <p:ext uri="{BB962C8B-B14F-4D97-AF65-F5344CB8AC3E}">
        <p14:creationId xmlns:p14="http://schemas.microsoft.com/office/powerpoint/2010/main" val="1290092016"/>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621E-BC11-2419-9F8D-3EDEC666DDC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D09B982-9A1B-E136-149A-BF524EEE1A31}"/>
              </a:ext>
            </a:extLst>
          </p:cNvPr>
          <p:cNvSpPr/>
          <p:nvPr/>
        </p:nvSpPr>
        <p:spPr bwMode="auto">
          <a:xfrm flipV="1">
            <a:off x="191589" y="303766"/>
            <a:ext cx="4380409" cy="6097033"/>
          </a:xfrm>
          <a:prstGeom prst="roundRect">
            <a:avLst>
              <a:gd name="adj" fmla="val 5260"/>
            </a:avLst>
          </a:prstGeom>
          <a:gradFill flip="none" rotWithShape="1">
            <a:gsLst>
              <a:gs pos="48000">
                <a:schemeClr val="bg1">
                  <a:alpha val="0"/>
                </a:schemeClr>
              </a:gs>
              <a:gs pos="10000">
                <a:schemeClr val="bg1">
                  <a:alpha val="10000"/>
                </a:schemeClr>
              </a:gs>
            </a:gsLst>
            <a:lin ang="10800000" scaled="1"/>
            <a:tileRect/>
          </a:gradFill>
          <a:ln w="9525">
            <a:gradFill flip="none" rotWithShape="1">
              <a:gsLst>
                <a:gs pos="0">
                  <a:schemeClr val="bg1">
                    <a:lumMod val="50000"/>
                    <a:alpha val="0"/>
                  </a:schemeClr>
                </a:gs>
                <a:gs pos="100000">
                  <a:schemeClr val="bg1">
                    <a:lumMod val="50000"/>
                  </a:schemeClr>
                </a:gs>
              </a:gsLst>
              <a:lin ang="0" scaled="1"/>
              <a:tileRect/>
            </a:gradFill>
          </a:ln>
        </p:spPr>
        <p:txBody>
          <a:bodyPr vert="horz" wrap="square" lIns="0" tIns="0" rIns="0" bIns="0" rtlCol="0" anchor="ctr">
            <a:noAutofit/>
          </a:body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endParaRPr kumimoji="0" lang="en-US" sz="1600" b="0" i="0" u="none" strike="noStrike" kern="1200" cap="none" spc="0" normalizeH="0" baseline="0" noProof="0">
              <a:ln>
                <a:noFill/>
              </a:ln>
              <a:solidFill>
                <a:srgbClr val="FFFFFF"/>
              </a:solidFill>
              <a:effectLst/>
              <a:uLnTx/>
              <a:uFillTx/>
              <a:latin typeface="Segoe Sans Text Semibold"/>
              <a:ea typeface="+mn-ea"/>
              <a:cs typeface="Segoe UI" panose="020B0502040204020203" pitchFamily="34" charset="0"/>
            </a:endParaRPr>
          </a:p>
        </p:txBody>
      </p:sp>
      <p:sp>
        <p:nvSpPr>
          <p:cNvPr id="13" name="Rectangle: Rounded Corners 10">
            <a:extLst>
              <a:ext uri="{FF2B5EF4-FFF2-40B4-BE49-F238E27FC236}">
                <a16:creationId xmlns:a16="http://schemas.microsoft.com/office/drawing/2014/main" id="{7E281F82-F0AC-223F-9261-C4F67AA2399D}"/>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0A9B884B-B091-40EF-0B82-1FBA8A270EAA}"/>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a:ea typeface="Segoe UI" pitchFamily="34" charset="0"/>
              <a:cs typeface="Segoe Sans Text" pitchFamily="2" charset="0"/>
            </a:endParaRPr>
          </a:p>
        </p:txBody>
      </p:sp>
      <p:sp>
        <p:nvSpPr>
          <p:cNvPr id="7" name="Title 1">
            <a:extLst>
              <a:ext uri="{FF2B5EF4-FFF2-40B4-BE49-F238E27FC236}">
                <a16:creationId xmlns:a16="http://schemas.microsoft.com/office/drawing/2014/main" id="{72AFFCFA-A565-9BB4-8FD2-E13091170D33}"/>
              </a:ext>
            </a:extLst>
          </p:cNvPr>
          <p:cNvSpPr>
            <a:spLocks noGrp="1"/>
          </p:cNvSpPr>
          <p:nvPr>
            <p:ph type="title"/>
          </p:nvPr>
        </p:nvSpPr>
        <p:spPr>
          <a:xfrm>
            <a:off x="329535" y="988700"/>
            <a:ext cx="4376056" cy="1107996"/>
          </a:xfrm>
        </p:spPr>
        <p:txBody>
          <a:bodyPr anchor="t" anchorCtr="0"/>
          <a:lstStyle/>
          <a:p>
            <a:r>
              <a:rPr lang="en-US">
                <a:solidFill>
                  <a:schemeClr val="tx1"/>
                </a:solidFill>
                <a:cs typeface="Segoe Sans Text"/>
              </a:rPr>
              <a:t>Voice Live API integration </a:t>
            </a:r>
            <a:endParaRPr lang="en-US">
              <a:solidFill>
                <a:schemeClr val="tx1"/>
              </a:solidFill>
            </a:endParaRPr>
          </a:p>
        </p:txBody>
      </p:sp>
      <p:sp>
        <p:nvSpPr>
          <p:cNvPr id="11" name="Rectangle: Rounded Corners 10">
            <a:extLst>
              <a:ext uri="{FF2B5EF4-FFF2-40B4-BE49-F238E27FC236}">
                <a16:creationId xmlns:a16="http://schemas.microsoft.com/office/drawing/2014/main" id="{7390FEBF-B516-7138-B185-F6655E960F20}"/>
              </a:ext>
            </a:extLst>
          </p:cNvPr>
          <p:cNvSpPr/>
          <p:nvPr/>
        </p:nvSpPr>
        <p:spPr>
          <a:xfrm>
            <a:off x="405703" y="2523301"/>
            <a:ext cx="3763817" cy="3447098"/>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ea typeface="+mn-ea"/>
                <a:cs typeface="+mn-cs"/>
              </a:rPr>
              <a:t>Voice Live unifies speech recognition, generative AI, and text-to-speech into a single, low-latency interface. </a:t>
            </a:r>
            <a:endParaRPr kumimoji="0" lang="en-US" sz="1600" b="0" i="0" u="none" strike="noStrike" kern="1200" cap="none" spc="0" normalizeH="0" baseline="0" noProof="0">
              <a:ln>
                <a:noFill/>
              </a:ln>
              <a:solidFill>
                <a:srgbClr val="FFFFFF"/>
              </a:solidFill>
              <a:effectLst/>
              <a:uLnTx/>
              <a:uFillTx/>
              <a:latin typeface="Aptos" panose="020B0004020202020204" pitchFamily="34" charset="0"/>
              <a:ea typeface="Yu Mincho" panose="02020400000000000000" pitchFamily="18" charset="-128"/>
              <a:cs typeface="Arial" panose="020B0604020202020204" pitchFamily="34" charset="0"/>
            </a:endParaRP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ea typeface="Yu Mincho" panose="02020400000000000000" pitchFamily="18" charset="-128"/>
                <a:cs typeface="Arial" panose="020B0604020202020204" pitchFamily="34" charset="0"/>
              </a:rPr>
              <a:t>Connect Voice Live directly to agents you've built using Foundry Agent Service. The agent's prompt, tools, and configuration are managed within Foundry, and Voice Live handles audio input and output. </a:t>
            </a: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ea typeface="+mn-ea"/>
                <a:cs typeface="+mn-cs"/>
              </a:rPr>
              <a:t>The integration inherits the same security, tracing, and evaluation capabilities as every other modality.</a:t>
            </a: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600" b="0" i="0" u="none" strike="noStrike" kern="1200" cap="none" spc="0" normalizeH="0" baseline="0" noProof="0">
                <a:ln>
                  <a:noFill/>
                </a:ln>
                <a:solidFill>
                  <a:srgbClr val="FFFFFF"/>
                </a:solidFill>
                <a:effectLst/>
                <a:uLnTx/>
                <a:uFillTx/>
                <a:latin typeface="Aptos" panose="020B0004020202020204" pitchFamily="34" charset="0"/>
                <a:ea typeface="+mn-ea"/>
                <a:cs typeface="Segoe Sans Text"/>
              </a:rPr>
              <a:t>Supports both prompt and hosted agents. </a:t>
            </a:r>
          </a:p>
        </p:txBody>
      </p:sp>
      <p:pic>
        <p:nvPicPr>
          <p:cNvPr id="9" name="Picture 8">
            <a:extLst>
              <a:ext uri="{FF2B5EF4-FFF2-40B4-BE49-F238E27FC236}">
                <a16:creationId xmlns:a16="http://schemas.microsoft.com/office/drawing/2014/main" id="{30DF7B00-652D-9C63-6597-9F190C23B51D}"/>
              </a:ext>
            </a:extLst>
          </p:cNvPr>
          <p:cNvPicPr>
            <a:picLocks noChangeAspect="1"/>
          </p:cNvPicPr>
          <p:nvPr/>
        </p:nvPicPr>
        <p:blipFill>
          <a:blip r:embed="rId3"/>
          <a:stretch>
            <a:fillRect/>
          </a:stretch>
        </p:blipFill>
        <p:spPr>
          <a:xfrm>
            <a:off x="5568563" y="1542698"/>
            <a:ext cx="5686453" cy="3268228"/>
          </a:xfrm>
          <a:prstGeom prst="rect">
            <a:avLst/>
          </a:prstGeom>
        </p:spPr>
      </p:pic>
    </p:spTree>
    <p:extLst>
      <p:ext uri="{BB962C8B-B14F-4D97-AF65-F5344CB8AC3E}">
        <p14:creationId xmlns:p14="http://schemas.microsoft.com/office/powerpoint/2010/main" val="14132051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100"/>
                                  </p:stCondLst>
                                  <p:childTnLst>
                                    <p:animMotion origin="layout" path="M -4.16667E-6 0.03888 L -4.16667E-6 4.07407E-6 " pathEditMode="relative" rAng="0" ptsTypes="AA">
                                      <p:cBhvr>
                                        <p:cTn id="9" dur="500" fill="hold"/>
                                        <p:tgtEl>
                                          <p:spTgt spid="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04B7-3EA7-6427-B00C-DBC985FCC17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F453D66-7496-DD5C-0387-A58681DC70A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think-cell data - do not delete" hidden="1">
                        <a:extLst>
                          <a:ext uri="{FF2B5EF4-FFF2-40B4-BE49-F238E27FC236}">
                            <a16:creationId xmlns:a16="http://schemas.microsoft.com/office/drawing/2014/main" id="{1F453D66-7496-DD5C-0387-A58681DC7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Rectangle: Rounded Corners 13">
            <a:extLst>
              <a:ext uri="{FF2B5EF4-FFF2-40B4-BE49-F238E27FC236}">
                <a16:creationId xmlns:a16="http://schemas.microsoft.com/office/drawing/2014/main" id="{1DB09F8F-00E0-68F8-4849-D9479EF8BE5E}"/>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11" name="Title 10">
            <a:extLst>
              <a:ext uri="{FF2B5EF4-FFF2-40B4-BE49-F238E27FC236}">
                <a16:creationId xmlns:a16="http://schemas.microsoft.com/office/drawing/2014/main" id="{EDBE9965-60BF-B7A8-8994-25312F99AD08}"/>
              </a:ext>
            </a:extLst>
          </p:cNvPr>
          <p:cNvSpPr>
            <a:spLocks noGrp="1"/>
          </p:cNvSpPr>
          <p:nvPr>
            <p:ph type="title"/>
          </p:nvPr>
        </p:nvSpPr>
        <p:spPr>
          <a:xfrm>
            <a:off x="419101" y="915960"/>
            <a:ext cx="3615690" cy="560426"/>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Knowledge</a:t>
            </a:r>
          </a:p>
        </p:txBody>
      </p:sp>
      <p:sp>
        <p:nvSpPr>
          <p:cNvPr id="2" name="Text Placeholder 1">
            <a:extLst>
              <a:ext uri="{FF2B5EF4-FFF2-40B4-BE49-F238E27FC236}">
                <a16:creationId xmlns:a16="http://schemas.microsoft.com/office/drawing/2014/main" id="{1DCD4091-DB33-8CA0-C4E3-7E70C3C8D36F}"/>
              </a:ext>
            </a:extLst>
          </p:cNvPr>
          <p:cNvSpPr>
            <a:spLocks noGrp="1"/>
          </p:cNvSpPr>
          <p:nvPr>
            <p:ph type="body" sz="quarter" idx="4294967295"/>
          </p:nvPr>
        </p:nvSpPr>
        <p:spPr>
          <a:xfrm>
            <a:off x="419100" y="1605621"/>
            <a:ext cx="4113184" cy="830997"/>
          </a:xfrm>
        </p:spPr>
        <p:txBody>
          <a:bodyPr wrap="square">
            <a:spAutoFit/>
          </a:bodyPr>
          <a:lstStyle/>
          <a:p>
            <a:pPr algn="l"/>
            <a:r>
              <a:rPr lang="en-US" sz="1800" spc="0">
                <a:solidFill>
                  <a:schemeClr val="bg2"/>
                </a:solidFill>
              </a:rPr>
              <a:t>Foundry IQ provides managed knowledge bases and agentic retrieval, grounding agents in enterprise data</a:t>
            </a:r>
          </a:p>
        </p:txBody>
      </p:sp>
      <p:pic>
        <p:nvPicPr>
          <p:cNvPr id="6" name="Picture 5">
            <a:extLst>
              <a:ext uri="{FF2B5EF4-FFF2-40B4-BE49-F238E27FC236}">
                <a16:creationId xmlns:a16="http://schemas.microsoft.com/office/drawing/2014/main" id="{18504AC5-D9AB-D358-BF3C-D01A612ECED4}"/>
              </a:ext>
            </a:extLst>
          </p:cNvPr>
          <p:cNvPicPr>
            <a:picLocks noChangeAspect="1"/>
          </p:cNvPicPr>
          <p:nvPr/>
        </p:nvPicPr>
        <p:blipFill rotWithShape="1">
          <a:blip r:embed="rId6"/>
          <a:srcRect l="3061" t="-18036" r="5237" b="-18036"/>
          <a:stretch>
            <a:fillRect/>
          </a:stretch>
        </p:blipFill>
        <p:spPr>
          <a:xfrm>
            <a:off x="5314950" y="583625"/>
            <a:ext cx="6765039" cy="5691174"/>
          </a:xfrm>
          <a:prstGeom prst="roundRect">
            <a:avLst>
              <a:gd name="adj" fmla="val 2834"/>
            </a:avLst>
          </a:prstGeom>
          <a:solidFill>
            <a:srgbClr val="0A0A0A"/>
          </a:solidFill>
        </p:spPr>
      </p:pic>
      <p:grpSp>
        <p:nvGrpSpPr>
          <p:cNvPr id="23" name="Group 22">
            <a:extLst>
              <a:ext uri="{FF2B5EF4-FFF2-40B4-BE49-F238E27FC236}">
                <a16:creationId xmlns:a16="http://schemas.microsoft.com/office/drawing/2014/main" id="{9FF0829C-FE81-92FC-76CC-0618E5EAA993}"/>
              </a:ext>
            </a:extLst>
          </p:cNvPr>
          <p:cNvGrpSpPr/>
          <p:nvPr/>
        </p:nvGrpSpPr>
        <p:grpSpPr>
          <a:xfrm>
            <a:off x="419099" y="3005138"/>
            <a:ext cx="4509519" cy="3433762"/>
            <a:chOff x="419099" y="3005138"/>
            <a:chExt cx="4509519" cy="3433762"/>
          </a:xfrm>
        </p:grpSpPr>
        <p:sp>
          <p:nvSpPr>
            <p:cNvPr id="7" name="Rectangle: Rounded Corners 6">
              <a:extLst>
                <a:ext uri="{FF2B5EF4-FFF2-40B4-BE49-F238E27FC236}">
                  <a16:creationId xmlns:a16="http://schemas.microsoft.com/office/drawing/2014/main" id="{4F808801-23C0-C1B3-F941-9097A01B9F80}"/>
                </a:ext>
              </a:extLst>
            </p:cNvPr>
            <p:cNvSpPr/>
            <p:nvPr/>
          </p:nvSpPr>
          <p:spPr>
            <a:xfrm>
              <a:off x="419099" y="3005138"/>
              <a:ext cx="4509519" cy="3433762"/>
            </a:xfrm>
            <a:prstGeom prst="roundRect">
              <a:avLst>
                <a:gd name="adj" fmla="val 330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19" name="Rectangle: Rounded Corners 18">
              <a:extLst>
                <a:ext uri="{FF2B5EF4-FFF2-40B4-BE49-F238E27FC236}">
                  <a16:creationId xmlns:a16="http://schemas.microsoft.com/office/drawing/2014/main" id="{72BBF571-0BCF-A16C-7C93-DEAD29ADE01E}"/>
                </a:ext>
              </a:extLst>
            </p:cNvPr>
            <p:cNvSpPr/>
            <p:nvPr/>
          </p:nvSpPr>
          <p:spPr bwMode="auto">
            <a:xfrm>
              <a:off x="2042141" y="5453122"/>
              <a:ext cx="1342403" cy="881429"/>
            </a:xfrm>
            <a:prstGeom prst="roundRect">
              <a:avLst>
                <a:gd name="adj" fmla="val 946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Third-party data sources</a:t>
              </a:r>
            </a:p>
          </p:txBody>
        </p:sp>
        <p:sp>
          <p:nvSpPr>
            <p:cNvPr id="20" name="Rectangle: Rounded Corners 19">
              <a:extLst>
                <a:ext uri="{FF2B5EF4-FFF2-40B4-BE49-F238E27FC236}">
                  <a16:creationId xmlns:a16="http://schemas.microsoft.com/office/drawing/2014/main" id="{E7E55459-023E-F5AE-2B8E-D9AA19943DD6}"/>
                </a:ext>
              </a:extLst>
            </p:cNvPr>
            <p:cNvSpPr/>
            <p:nvPr/>
          </p:nvSpPr>
          <p:spPr>
            <a:xfrm>
              <a:off x="2045497" y="5081468"/>
              <a:ext cx="1339047"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Elasticsearch</a:t>
              </a:r>
            </a:p>
          </p:txBody>
        </p:sp>
        <p:sp>
          <p:nvSpPr>
            <p:cNvPr id="25" name="Rectangle: Rounded Corners 24">
              <a:extLst>
                <a:ext uri="{FF2B5EF4-FFF2-40B4-BE49-F238E27FC236}">
                  <a16:creationId xmlns:a16="http://schemas.microsoft.com/office/drawing/2014/main" id="{799D6C78-5DDE-D5F0-60F5-D96299404D4D}"/>
                </a:ext>
              </a:extLst>
            </p:cNvPr>
            <p:cNvSpPr/>
            <p:nvPr/>
          </p:nvSpPr>
          <p:spPr>
            <a:xfrm>
              <a:off x="2045497" y="4750327"/>
              <a:ext cx="1339047"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Pinecone</a:t>
              </a:r>
            </a:p>
          </p:txBody>
        </p:sp>
        <p:sp>
          <p:nvSpPr>
            <p:cNvPr id="26" name="Rectangle: Rounded Corners 25">
              <a:extLst>
                <a:ext uri="{FF2B5EF4-FFF2-40B4-BE49-F238E27FC236}">
                  <a16:creationId xmlns:a16="http://schemas.microsoft.com/office/drawing/2014/main" id="{92AF2FB4-74C8-1A0B-39F3-D5B82CE0744F}"/>
                </a:ext>
              </a:extLst>
            </p:cNvPr>
            <p:cNvSpPr/>
            <p:nvPr/>
          </p:nvSpPr>
          <p:spPr>
            <a:xfrm>
              <a:off x="2045497" y="4419188"/>
              <a:ext cx="1339047"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AWS S3</a:t>
              </a:r>
            </a:p>
          </p:txBody>
        </p:sp>
        <p:sp>
          <p:nvSpPr>
            <p:cNvPr id="36" name="Rectangle: Rounded Corners 35">
              <a:extLst>
                <a:ext uri="{FF2B5EF4-FFF2-40B4-BE49-F238E27FC236}">
                  <a16:creationId xmlns:a16="http://schemas.microsoft.com/office/drawing/2014/main" id="{EFF4EEDD-8C86-9AE8-1A98-6C5684FC3FC1}"/>
                </a:ext>
              </a:extLst>
            </p:cNvPr>
            <p:cNvSpPr/>
            <p:nvPr/>
          </p:nvSpPr>
          <p:spPr>
            <a:xfrm>
              <a:off x="2045497" y="4088049"/>
              <a:ext cx="1339047"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Redis</a:t>
              </a:r>
            </a:p>
          </p:txBody>
        </p:sp>
        <p:sp>
          <p:nvSpPr>
            <p:cNvPr id="42" name="Rectangle: Rounded Corners 41">
              <a:extLst>
                <a:ext uri="{FF2B5EF4-FFF2-40B4-BE49-F238E27FC236}">
                  <a16:creationId xmlns:a16="http://schemas.microsoft.com/office/drawing/2014/main" id="{DC1BD52D-2994-A415-587E-9A954D15D7FC}"/>
                </a:ext>
              </a:extLst>
            </p:cNvPr>
            <p:cNvSpPr/>
            <p:nvPr/>
          </p:nvSpPr>
          <p:spPr>
            <a:xfrm>
              <a:off x="2045497" y="3756910"/>
              <a:ext cx="1339047"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Mongo DB</a:t>
              </a:r>
            </a:p>
          </p:txBody>
        </p:sp>
        <p:sp>
          <p:nvSpPr>
            <p:cNvPr id="44" name="Rectangle: Rounded Corners 43">
              <a:extLst>
                <a:ext uri="{FF2B5EF4-FFF2-40B4-BE49-F238E27FC236}">
                  <a16:creationId xmlns:a16="http://schemas.microsoft.com/office/drawing/2014/main" id="{C2BC899E-B671-9A5D-5A26-ED95890EAA3D}"/>
                </a:ext>
              </a:extLst>
            </p:cNvPr>
            <p:cNvSpPr/>
            <p:nvPr/>
          </p:nvSpPr>
          <p:spPr>
            <a:xfrm>
              <a:off x="2045497" y="3425771"/>
              <a:ext cx="1339047"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Databricks</a:t>
              </a:r>
            </a:p>
          </p:txBody>
        </p:sp>
        <p:sp>
          <p:nvSpPr>
            <p:cNvPr id="45" name="Rectangle: Rounded Corners 44">
              <a:extLst>
                <a:ext uri="{FF2B5EF4-FFF2-40B4-BE49-F238E27FC236}">
                  <a16:creationId xmlns:a16="http://schemas.microsoft.com/office/drawing/2014/main" id="{D4CDC9BA-1178-FF20-401E-3BCE44BB4B36}"/>
                </a:ext>
              </a:extLst>
            </p:cNvPr>
            <p:cNvSpPr/>
            <p:nvPr/>
          </p:nvSpPr>
          <p:spPr bwMode="auto">
            <a:xfrm>
              <a:off x="3487461" y="5453122"/>
              <a:ext cx="1342403" cy="881429"/>
            </a:xfrm>
            <a:prstGeom prst="roundRect">
              <a:avLst>
                <a:gd name="adj" fmla="val 1018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Microsoft data sources</a:t>
              </a:r>
            </a:p>
          </p:txBody>
        </p:sp>
        <p:sp>
          <p:nvSpPr>
            <p:cNvPr id="46" name="Rectangle: Rounded Corners 45">
              <a:extLst>
                <a:ext uri="{FF2B5EF4-FFF2-40B4-BE49-F238E27FC236}">
                  <a16:creationId xmlns:a16="http://schemas.microsoft.com/office/drawing/2014/main" id="{12FCADA1-ECEA-2603-46E6-489CC17C4236}"/>
                </a:ext>
              </a:extLst>
            </p:cNvPr>
            <p:cNvSpPr/>
            <p:nvPr/>
          </p:nvSpPr>
          <p:spPr>
            <a:xfrm>
              <a:off x="3452225" y="5081468"/>
              <a:ext cx="1374284"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Local Files</a:t>
              </a:r>
            </a:p>
          </p:txBody>
        </p:sp>
        <p:sp>
          <p:nvSpPr>
            <p:cNvPr id="59" name="Rectangle: Rounded Corners 58">
              <a:extLst>
                <a:ext uri="{FF2B5EF4-FFF2-40B4-BE49-F238E27FC236}">
                  <a16:creationId xmlns:a16="http://schemas.microsoft.com/office/drawing/2014/main" id="{3836D452-112D-9F17-FDC1-A05B8D27A995}"/>
                </a:ext>
              </a:extLst>
            </p:cNvPr>
            <p:cNvSpPr/>
            <p:nvPr/>
          </p:nvSpPr>
          <p:spPr>
            <a:xfrm>
              <a:off x="3452225" y="4750327"/>
              <a:ext cx="1374284"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Azure Blob</a:t>
              </a:r>
            </a:p>
          </p:txBody>
        </p:sp>
        <p:sp>
          <p:nvSpPr>
            <p:cNvPr id="60" name="Rectangle: Rounded Corners 59">
              <a:extLst>
                <a:ext uri="{FF2B5EF4-FFF2-40B4-BE49-F238E27FC236}">
                  <a16:creationId xmlns:a16="http://schemas.microsoft.com/office/drawing/2014/main" id="{3B3C2102-9411-3840-8271-DC32C2DBDB77}"/>
                </a:ext>
              </a:extLst>
            </p:cNvPr>
            <p:cNvSpPr/>
            <p:nvPr/>
          </p:nvSpPr>
          <p:spPr>
            <a:xfrm>
              <a:off x="3452225" y="4419188"/>
              <a:ext cx="1374284"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Azure SQL</a:t>
              </a:r>
            </a:p>
          </p:txBody>
        </p:sp>
        <p:sp>
          <p:nvSpPr>
            <p:cNvPr id="64" name="Rectangle: Rounded Corners 63">
              <a:extLst>
                <a:ext uri="{FF2B5EF4-FFF2-40B4-BE49-F238E27FC236}">
                  <a16:creationId xmlns:a16="http://schemas.microsoft.com/office/drawing/2014/main" id="{E57C3FE9-7E4D-AFF3-19E5-77DF39BFAA1C}"/>
                </a:ext>
              </a:extLst>
            </p:cNvPr>
            <p:cNvSpPr/>
            <p:nvPr/>
          </p:nvSpPr>
          <p:spPr>
            <a:xfrm>
              <a:off x="3452225" y="4088049"/>
              <a:ext cx="1374284"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Azure DB for PostgreSQL</a:t>
              </a:r>
            </a:p>
          </p:txBody>
        </p:sp>
        <p:sp>
          <p:nvSpPr>
            <p:cNvPr id="65" name="Rectangle: Rounded Corners 64">
              <a:extLst>
                <a:ext uri="{FF2B5EF4-FFF2-40B4-BE49-F238E27FC236}">
                  <a16:creationId xmlns:a16="http://schemas.microsoft.com/office/drawing/2014/main" id="{BCFFEAF1-7F36-549F-F095-9DCA72521B15}"/>
                </a:ext>
              </a:extLst>
            </p:cNvPr>
            <p:cNvSpPr/>
            <p:nvPr/>
          </p:nvSpPr>
          <p:spPr>
            <a:xfrm>
              <a:off x="3452225" y="3756910"/>
              <a:ext cx="1374284"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Azure Cosmos DB</a:t>
              </a:r>
            </a:p>
          </p:txBody>
        </p:sp>
        <p:sp>
          <p:nvSpPr>
            <p:cNvPr id="66" name="Rectangle: Rounded Corners 65">
              <a:extLst>
                <a:ext uri="{FF2B5EF4-FFF2-40B4-BE49-F238E27FC236}">
                  <a16:creationId xmlns:a16="http://schemas.microsoft.com/office/drawing/2014/main" id="{57E868A1-2F2F-00C3-77CE-D570963052D0}"/>
                </a:ext>
              </a:extLst>
            </p:cNvPr>
            <p:cNvSpPr/>
            <p:nvPr/>
          </p:nvSpPr>
          <p:spPr>
            <a:xfrm>
              <a:off x="3452225" y="3425771"/>
              <a:ext cx="1374284" cy="260748"/>
            </a:xfrm>
            <a:prstGeom prst="roundRect">
              <a:avLst>
                <a:gd name="adj" fmla="val 50000"/>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Display"/>
                  <a:ea typeface="+mn-ea"/>
                  <a:cs typeface="Segoe Sans Text" pitchFamily="2" charset="0"/>
                </a:rPr>
                <a:t>OneLake</a:t>
              </a:r>
            </a:p>
          </p:txBody>
        </p:sp>
        <p:sp>
          <p:nvSpPr>
            <p:cNvPr id="16" name="Rectangle: Rounded Corners 15">
              <a:extLst>
                <a:ext uri="{FF2B5EF4-FFF2-40B4-BE49-F238E27FC236}">
                  <a16:creationId xmlns:a16="http://schemas.microsoft.com/office/drawing/2014/main" id="{74AE65F2-69DF-944B-FA03-E1994606633F}"/>
                </a:ext>
              </a:extLst>
            </p:cNvPr>
            <p:cNvSpPr/>
            <p:nvPr/>
          </p:nvSpPr>
          <p:spPr>
            <a:xfrm>
              <a:off x="517853" y="3514951"/>
              <a:ext cx="1456608" cy="2819601"/>
            </a:xfrm>
            <a:prstGeom prst="roundRect">
              <a:avLst>
                <a:gd name="adj" fmla="val 5181"/>
              </a:avLst>
            </a:prstGeom>
            <a:no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endParaRPr>
            </a:p>
          </p:txBody>
        </p:sp>
        <p:sp>
          <p:nvSpPr>
            <p:cNvPr id="17" name="Rectangle: Rounded Corners 16">
              <a:extLst>
                <a:ext uri="{FF2B5EF4-FFF2-40B4-BE49-F238E27FC236}">
                  <a16:creationId xmlns:a16="http://schemas.microsoft.com/office/drawing/2014/main" id="{201CDA57-E00C-D831-069D-C19404386F47}"/>
                </a:ext>
              </a:extLst>
            </p:cNvPr>
            <p:cNvSpPr/>
            <p:nvPr/>
          </p:nvSpPr>
          <p:spPr>
            <a:xfrm>
              <a:off x="547577" y="3551167"/>
              <a:ext cx="1397161" cy="2749639"/>
            </a:xfrm>
            <a:prstGeom prst="roundRect">
              <a:avLst>
                <a:gd name="adj" fmla="val 4380"/>
              </a:avLst>
            </a:prstGeom>
            <a:solidFill>
              <a:schemeClr val="bg2"/>
            </a:solidFill>
            <a:ln w="12700" cap="flat">
              <a:solidFill>
                <a:schemeClr val="bg1"/>
              </a:solidFill>
              <a:prstDash val="solid"/>
              <a:miter/>
            </a:ln>
          </p:spPr>
          <p:txBody>
            <a:bodyPr lIns="91440" tIns="7315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Foundry IQ</a:t>
              </a:r>
            </a:p>
          </p:txBody>
        </p:sp>
        <p:pic>
          <p:nvPicPr>
            <p:cNvPr id="67" name="Picture 66" descr="A white logo on a black background&#10;&#10;AI-generated content may be incorrect.">
              <a:extLst>
                <a:ext uri="{FF2B5EF4-FFF2-40B4-BE49-F238E27FC236}">
                  <a16:creationId xmlns:a16="http://schemas.microsoft.com/office/drawing/2014/main" id="{A6D2F452-8018-7C9A-17F9-26FA0DDA1CC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0425" y="4108144"/>
              <a:ext cx="732284" cy="790215"/>
            </a:xfrm>
            <a:prstGeom prst="rect">
              <a:avLst/>
            </a:prstGeom>
          </p:spPr>
        </p:pic>
        <p:sp>
          <p:nvSpPr>
            <p:cNvPr id="68" name="Rectangle: Rounded Corners 67">
              <a:extLst>
                <a:ext uri="{FF2B5EF4-FFF2-40B4-BE49-F238E27FC236}">
                  <a16:creationId xmlns:a16="http://schemas.microsoft.com/office/drawing/2014/main" id="{BBD5DB79-33C4-35F7-1DDF-B142E8A45D59}"/>
                </a:ext>
              </a:extLst>
            </p:cNvPr>
            <p:cNvSpPr/>
            <p:nvPr/>
          </p:nvSpPr>
          <p:spPr>
            <a:xfrm>
              <a:off x="2049710" y="3094632"/>
              <a:ext cx="2776798" cy="260748"/>
            </a:xfrm>
            <a:prstGeom prst="roundRect">
              <a:avLst>
                <a:gd name="adj" fmla="val 5000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Fabric IQ</a:t>
              </a:r>
            </a:p>
          </p:txBody>
        </p:sp>
      </p:grpSp>
    </p:spTree>
    <p:extLst>
      <p:ext uri="{BB962C8B-B14F-4D97-AF65-F5344CB8AC3E}">
        <p14:creationId xmlns:p14="http://schemas.microsoft.com/office/powerpoint/2010/main" val="3793823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42" presetClass="path" presetSubtype="0" decel="100000" fill="hold" grpId="1" nodeType="withEffect">
                                  <p:stCondLst>
                                    <p:cond delay="100"/>
                                  </p:stCondLst>
                                  <p:childTnLst>
                                    <p:animMotion origin="layout" path="M -4.79167E-6 0.03888 L -4.79167E-6 4.07407E-6 " pathEditMode="relative" rAng="0" ptsTypes="AA">
                                      <p:cBhvr>
                                        <p:cTn id="9" dur="50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par>
                                <p:cTn id="13" presetID="42" presetClass="path" presetSubtype="0" decel="100000" fill="hold" grpId="1" nodeType="withEffect">
                                  <p:stCondLst>
                                    <p:cond delay="0"/>
                                  </p:stCondLst>
                                  <p:childTnLst>
                                    <p:animMotion origin="layout" path="M -2.29167E-6 0.03888 L -2.29167E-6 4.44444E-6 " pathEditMode="relative" rAng="0" ptsTypes="AA">
                                      <p:cBhvr>
                                        <p:cTn id="14" dur="500" fill="hold"/>
                                        <p:tgtEl>
                                          <p:spTgt spid="11"/>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00"/>
                                        <p:tgtEl>
                                          <p:spTgt spid="23"/>
                                        </p:tgtEl>
                                      </p:cBhvr>
                                    </p:animEffect>
                                  </p:childTnLst>
                                </p:cTn>
                              </p:par>
                              <p:par>
                                <p:cTn id="18" presetID="42" presetClass="path" presetSubtype="0" decel="100000" fill="hold" nodeType="withEffect">
                                  <p:stCondLst>
                                    <p:cond delay="100"/>
                                  </p:stCondLst>
                                  <p:childTnLst>
                                    <p:animMotion origin="layout" path="M 5E-6 0.03888 L 5E-6 4.81481E-6 " pathEditMode="relative" rAng="0" ptsTypes="AA">
                                      <p:cBhvr>
                                        <p:cTn id="19" dur="500" fill="hold"/>
                                        <p:tgtEl>
                                          <p:spTgt spid="2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 grpId="0"/>
      <p:bldP spid="2"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15CF0-C6A0-8DCE-37C0-EF3FB4193F83}"/>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F6DF85B9-C632-B218-01F5-7E764061E705}"/>
              </a:ext>
              <a:ext uri="{C183D7F6-B498-43B3-948B-1728B52AA6E4}">
                <adec:decorative xmlns:adec="http://schemas.microsoft.com/office/drawing/2017/decorative" val="1"/>
              </a:ext>
            </a:extLst>
          </p:cNvPr>
          <p:cNvSpPr>
            <a:spLocks/>
          </p:cNvSpPr>
          <p:nvPr/>
        </p:nvSpPr>
        <p:spPr bwMode="auto">
          <a:xfrm>
            <a:off x="8846690" y="4734269"/>
            <a:ext cx="2755725" cy="1370387"/>
          </a:xfrm>
          <a:prstGeom prst="rect">
            <a:avLst/>
          </a:prstGeom>
          <a:solidFill>
            <a:srgbClr val="E1E8F3"/>
          </a:solidFill>
          <a:ln w="9525" cap="flat">
            <a:noFill/>
            <a:prstDash val="solid"/>
            <a:miter/>
          </a:ln>
        </p:spPr>
        <p:txBody>
          <a:bodyPr/>
          <a:lstStyle/>
          <a:p>
            <a:pPr marL="0" marR="0" lvl="0" indent="0" algn="l" defTabSz="717626" rtl="0" eaLnBrk="1" fontAlgn="auto" latinLnBrk="0" hangingPunct="1">
              <a:lnSpc>
                <a:spcPct val="100000"/>
              </a:lnSpc>
              <a:spcBef>
                <a:spcPts val="0"/>
              </a:spcBef>
              <a:spcAft>
                <a:spcPts val="0"/>
              </a:spcAft>
              <a:buClrTx/>
              <a:buSzTx/>
              <a:buFontTx/>
              <a:buNone/>
              <a:tabLst/>
              <a:defRPr/>
            </a:pPr>
            <a:endParaRPr kumimoji="0" lang="en-US" sz="837" b="0" i="0" u="none" strike="noStrike" kern="1200" cap="none" spc="0" normalizeH="0" baseline="0" noProof="0">
              <a:ln>
                <a:noFill/>
              </a:ln>
              <a:solidFill>
                <a:srgbClr val="FFFFFF"/>
              </a:solidFill>
              <a:effectLst/>
              <a:uLnTx/>
              <a:uFillTx/>
              <a:latin typeface="Segoe UI"/>
              <a:ea typeface="+mn-ea"/>
              <a:cs typeface="+mn-cs"/>
            </a:endParaRPr>
          </a:p>
        </p:txBody>
      </p:sp>
      <p:sp>
        <p:nvSpPr>
          <p:cNvPr id="40" name="Rectangle 39">
            <a:extLst>
              <a:ext uri="{FF2B5EF4-FFF2-40B4-BE49-F238E27FC236}">
                <a16:creationId xmlns:a16="http://schemas.microsoft.com/office/drawing/2014/main" id="{F339FEDE-486F-CFF2-79D7-DBA9D7DA7FCB}"/>
              </a:ext>
              <a:ext uri="{C183D7F6-B498-43B3-948B-1728B52AA6E4}">
                <adec:decorative xmlns:adec="http://schemas.microsoft.com/office/drawing/2017/decorative" val="1"/>
              </a:ext>
            </a:extLst>
          </p:cNvPr>
          <p:cNvSpPr>
            <a:spLocks/>
          </p:cNvSpPr>
          <p:nvPr/>
        </p:nvSpPr>
        <p:spPr bwMode="auto">
          <a:xfrm>
            <a:off x="582612" y="4734269"/>
            <a:ext cx="2755725" cy="1370387"/>
          </a:xfrm>
          <a:prstGeom prst="rect">
            <a:avLst/>
          </a:prstGeom>
          <a:solidFill>
            <a:srgbClr val="EAF1FA"/>
          </a:solidFill>
          <a:ln w="9525" cap="flat">
            <a:noFill/>
            <a:prstDash val="solid"/>
            <a:miter/>
          </a:ln>
        </p:spPr>
        <p:txBody>
          <a:bodyPr/>
          <a:lstStyle/>
          <a:p>
            <a:pPr marL="0" marR="0" lvl="0" indent="0" algn="l" defTabSz="717626" rtl="0" eaLnBrk="1" fontAlgn="auto" latinLnBrk="0" hangingPunct="1">
              <a:lnSpc>
                <a:spcPct val="100000"/>
              </a:lnSpc>
              <a:spcBef>
                <a:spcPts val="0"/>
              </a:spcBef>
              <a:spcAft>
                <a:spcPts val="0"/>
              </a:spcAft>
              <a:buClrTx/>
              <a:buSzTx/>
              <a:buFontTx/>
              <a:buNone/>
              <a:tabLst/>
              <a:defRPr/>
            </a:pPr>
            <a:endParaRPr kumimoji="0" lang="en-US" sz="837" b="0" i="0" u="none" strike="noStrike" kern="1200" cap="none" spc="0" normalizeH="0" baseline="0" noProof="0">
              <a:ln>
                <a:noFill/>
              </a:ln>
              <a:solidFill>
                <a:srgbClr val="FFFFFF"/>
              </a:solidFill>
              <a:effectLst/>
              <a:uLnTx/>
              <a:uFillTx/>
              <a:latin typeface="Segoe UI"/>
              <a:ea typeface="+mn-ea"/>
              <a:cs typeface="+mn-cs"/>
            </a:endParaRPr>
          </a:p>
        </p:txBody>
      </p:sp>
      <p:sp>
        <p:nvSpPr>
          <p:cNvPr id="41" name="Rectangle 40">
            <a:extLst>
              <a:ext uri="{FF2B5EF4-FFF2-40B4-BE49-F238E27FC236}">
                <a16:creationId xmlns:a16="http://schemas.microsoft.com/office/drawing/2014/main" id="{86B6BFFA-EE34-B728-3D43-C33F50E3C1FA}"/>
              </a:ext>
              <a:ext uri="{C183D7F6-B498-43B3-948B-1728B52AA6E4}">
                <adec:decorative xmlns:adec="http://schemas.microsoft.com/office/drawing/2017/decorative" val="1"/>
              </a:ext>
            </a:extLst>
          </p:cNvPr>
          <p:cNvSpPr>
            <a:spLocks/>
          </p:cNvSpPr>
          <p:nvPr/>
        </p:nvSpPr>
        <p:spPr bwMode="auto">
          <a:xfrm>
            <a:off x="3336436" y="4734269"/>
            <a:ext cx="2755725" cy="1370387"/>
          </a:xfrm>
          <a:prstGeom prst="rect">
            <a:avLst/>
          </a:prstGeom>
          <a:solidFill>
            <a:srgbClr val="E7EEF8"/>
          </a:solidFill>
          <a:ln w="9525" cap="flat">
            <a:noFill/>
            <a:prstDash val="solid"/>
            <a:miter/>
          </a:ln>
        </p:spPr>
        <p:txBody>
          <a:bodyPr/>
          <a:lstStyle/>
          <a:p>
            <a:pPr marL="0" marR="0" lvl="0" indent="0" algn="l" defTabSz="717626" rtl="0" eaLnBrk="1" fontAlgn="auto" latinLnBrk="0" hangingPunct="1">
              <a:lnSpc>
                <a:spcPct val="100000"/>
              </a:lnSpc>
              <a:spcBef>
                <a:spcPts val="0"/>
              </a:spcBef>
              <a:spcAft>
                <a:spcPts val="0"/>
              </a:spcAft>
              <a:buClrTx/>
              <a:buSzTx/>
              <a:buFontTx/>
              <a:buNone/>
              <a:tabLst/>
              <a:defRPr/>
            </a:pPr>
            <a:endParaRPr kumimoji="0" lang="en-US" sz="837" b="0" i="0" u="none" strike="noStrike" kern="1200" cap="none" spc="0" normalizeH="0" baseline="0" noProof="0">
              <a:ln>
                <a:noFill/>
              </a:ln>
              <a:solidFill>
                <a:srgbClr val="FFFFFF"/>
              </a:solidFill>
              <a:effectLst/>
              <a:uLnTx/>
              <a:uFillTx/>
              <a:latin typeface="Segoe UI"/>
              <a:ea typeface="+mn-ea"/>
              <a:cs typeface="+mn-cs"/>
            </a:endParaRPr>
          </a:p>
        </p:txBody>
      </p:sp>
      <p:sp>
        <p:nvSpPr>
          <p:cNvPr id="42" name="Rectangle 41">
            <a:extLst>
              <a:ext uri="{FF2B5EF4-FFF2-40B4-BE49-F238E27FC236}">
                <a16:creationId xmlns:a16="http://schemas.microsoft.com/office/drawing/2014/main" id="{FB5C872A-7D1D-AC65-FAE3-044878E2BB13}"/>
              </a:ext>
              <a:ext uri="{C183D7F6-B498-43B3-948B-1728B52AA6E4}">
                <adec:decorative xmlns:adec="http://schemas.microsoft.com/office/drawing/2017/decorative" val="1"/>
              </a:ext>
            </a:extLst>
          </p:cNvPr>
          <p:cNvSpPr>
            <a:spLocks/>
          </p:cNvSpPr>
          <p:nvPr/>
        </p:nvSpPr>
        <p:spPr bwMode="auto">
          <a:xfrm>
            <a:off x="6090260" y="4734269"/>
            <a:ext cx="2755725" cy="1370387"/>
          </a:xfrm>
          <a:prstGeom prst="rect">
            <a:avLst/>
          </a:prstGeom>
          <a:solidFill>
            <a:srgbClr val="E4EBF5"/>
          </a:solidFill>
          <a:ln w="9525" cap="flat">
            <a:noFill/>
            <a:prstDash val="solid"/>
            <a:miter/>
          </a:ln>
        </p:spPr>
        <p:txBody>
          <a:bodyPr/>
          <a:lstStyle/>
          <a:p>
            <a:pPr marL="0" marR="0" lvl="0" indent="0" algn="l" defTabSz="717626" rtl="0" eaLnBrk="1" fontAlgn="auto" latinLnBrk="0" hangingPunct="1">
              <a:lnSpc>
                <a:spcPct val="100000"/>
              </a:lnSpc>
              <a:spcBef>
                <a:spcPts val="0"/>
              </a:spcBef>
              <a:spcAft>
                <a:spcPts val="0"/>
              </a:spcAft>
              <a:buClrTx/>
              <a:buSzTx/>
              <a:buFontTx/>
              <a:buNone/>
              <a:tabLst/>
              <a:defRPr/>
            </a:pPr>
            <a:endParaRPr kumimoji="0" lang="en-US" sz="837" b="0" i="0" u="none" strike="noStrike" kern="1200" cap="none" spc="0" normalizeH="0" baseline="0" noProof="0">
              <a:ln>
                <a:noFill/>
              </a:ln>
              <a:solidFill>
                <a:srgbClr val="FFFFFF"/>
              </a:solidFill>
              <a:effectLst/>
              <a:uLnTx/>
              <a:uFillTx/>
              <a:latin typeface="Segoe UI"/>
              <a:ea typeface="+mn-ea"/>
              <a:cs typeface="+mn-cs"/>
            </a:endParaRPr>
          </a:p>
        </p:txBody>
      </p:sp>
      <p:sp>
        <p:nvSpPr>
          <p:cNvPr id="5" name="Title 4">
            <a:extLst>
              <a:ext uri="{FF2B5EF4-FFF2-40B4-BE49-F238E27FC236}">
                <a16:creationId xmlns:a16="http://schemas.microsoft.com/office/drawing/2014/main" id="{5B6C816F-A8D9-86F1-3390-F4DBCEA63C2E}"/>
              </a:ext>
            </a:extLst>
          </p:cNvPr>
          <p:cNvSpPr>
            <a:spLocks noGrp="1"/>
          </p:cNvSpPr>
          <p:nvPr>
            <p:ph type="title"/>
          </p:nvPr>
        </p:nvSpPr>
        <p:spPr>
          <a:xfrm>
            <a:off x="588263" y="457200"/>
            <a:ext cx="11018520" cy="553998"/>
          </a:xfrm>
        </p:spPr>
        <p:txBody>
          <a:bodyPr/>
          <a:lstStyle/>
          <a:p>
            <a:pPr algn="ctr"/>
            <a:r>
              <a:rPr lang="en-US"/>
              <a:t>Microsoft IQ Platform</a:t>
            </a:r>
          </a:p>
        </p:txBody>
      </p:sp>
      <p:sp>
        <p:nvSpPr>
          <p:cNvPr id="2" name="Text Placeholder 1">
            <a:extLst>
              <a:ext uri="{FF2B5EF4-FFF2-40B4-BE49-F238E27FC236}">
                <a16:creationId xmlns:a16="http://schemas.microsoft.com/office/drawing/2014/main" id="{79F10DD4-1827-B590-05AA-DACD4B347025}"/>
              </a:ext>
            </a:extLst>
          </p:cNvPr>
          <p:cNvSpPr>
            <a:spLocks noGrp="1"/>
          </p:cNvSpPr>
          <p:nvPr>
            <p:ph type="body" sz="quarter" idx="4294967295"/>
          </p:nvPr>
        </p:nvSpPr>
        <p:spPr>
          <a:xfrm>
            <a:off x="485775" y="1115143"/>
            <a:ext cx="11220450" cy="307777"/>
          </a:xfrm>
        </p:spPr>
        <p:txBody>
          <a:bodyPr/>
          <a:lstStyle/>
          <a:p>
            <a:pPr marL="0" indent="0" algn="ctr">
              <a:buNone/>
            </a:pPr>
            <a:r>
              <a:rPr lang="en-IE" sz="2000"/>
              <a:t>Unified intelligence for enterprise AI</a:t>
            </a:r>
          </a:p>
        </p:txBody>
      </p:sp>
      <p:pic>
        <p:nvPicPr>
          <p:cNvPr id="60" name="Picture 59">
            <a:extLst>
              <a:ext uri="{FF2B5EF4-FFF2-40B4-BE49-F238E27FC236}">
                <a16:creationId xmlns:a16="http://schemas.microsoft.com/office/drawing/2014/main" id="{ED763BF8-EE1C-75DC-D731-DBE3E787730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64827" y="2291896"/>
            <a:ext cx="572588" cy="629846"/>
          </a:xfrm>
          <a:prstGeom prst="rect">
            <a:avLst/>
          </a:prstGeom>
        </p:spPr>
      </p:pic>
      <p:pic>
        <p:nvPicPr>
          <p:cNvPr id="58" name="Graphic 57">
            <a:extLst>
              <a:ext uri="{FF2B5EF4-FFF2-40B4-BE49-F238E27FC236}">
                <a16:creationId xmlns:a16="http://schemas.microsoft.com/office/drawing/2014/main" id="{E15B4C9D-2685-41E1-A41D-AA20700E8E11}"/>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8824" t="-8824" r="-8824" b="-8824"/>
          <a:stretch>
            <a:fillRect/>
          </a:stretch>
        </p:blipFill>
        <p:spPr>
          <a:xfrm>
            <a:off x="4390023" y="2291896"/>
            <a:ext cx="629846" cy="629846"/>
          </a:xfrm>
          <a:prstGeom prst="rect">
            <a:avLst/>
          </a:prstGeom>
          <a:effectLst/>
        </p:spPr>
      </p:pic>
      <p:pic>
        <p:nvPicPr>
          <p:cNvPr id="59" name="Picture 58">
            <a:extLst>
              <a:ext uri="{FF2B5EF4-FFF2-40B4-BE49-F238E27FC236}">
                <a16:creationId xmlns:a16="http://schemas.microsoft.com/office/drawing/2014/main" id="{0731E6AD-6F9B-E4AA-FDCD-C6EBB88B2F3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53199" y="2294726"/>
            <a:ext cx="629846" cy="629846"/>
          </a:xfrm>
          <a:prstGeom prst="rect">
            <a:avLst/>
          </a:prstGeom>
        </p:spPr>
      </p:pic>
      <p:sp>
        <p:nvSpPr>
          <p:cNvPr id="47" name="Rectangle 46">
            <a:extLst>
              <a:ext uri="{FF2B5EF4-FFF2-40B4-BE49-F238E27FC236}">
                <a16:creationId xmlns:a16="http://schemas.microsoft.com/office/drawing/2014/main" id="{16FAAD13-C58C-9F9A-BDD9-3E3D94B13915}"/>
              </a:ext>
              <a:ext uri="{C183D7F6-B498-43B3-948B-1728B52AA6E4}">
                <adec:decorative xmlns:adec="http://schemas.microsoft.com/office/drawing/2017/decorative" val="1"/>
              </a:ext>
            </a:extLst>
          </p:cNvPr>
          <p:cNvSpPr/>
          <p:nvPr/>
        </p:nvSpPr>
        <p:spPr bwMode="auto">
          <a:xfrm>
            <a:off x="8853663" y="1979833"/>
            <a:ext cx="2755725" cy="4124823"/>
          </a:xfrm>
          <a:prstGeom prst="rect">
            <a:avLst/>
          </a:prstGeom>
          <a:noFill/>
          <a:ln w="12700" cap="flat">
            <a:solidFill>
              <a:srgbClr val="CBC4D6"/>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9" name="Graphic 7">
            <a:extLst>
              <a:ext uri="{FF2B5EF4-FFF2-40B4-BE49-F238E27FC236}">
                <a16:creationId xmlns:a16="http://schemas.microsoft.com/office/drawing/2014/main" id="{D7BD172A-88DD-E508-97B2-E217BB451B07}"/>
              </a:ext>
              <a:ext uri="{C183D7F6-B498-43B3-948B-1728B52AA6E4}">
                <adec:decorative xmlns:adec="http://schemas.microsoft.com/office/drawing/2017/decorative" val="1"/>
              </a:ext>
            </a:extLst>
          </p:cNvPr>
          <p:cNvSpPr>
            <a:spLocks noChangeAspect="1"/>
          </p:cNvSpPr>
          <p:nvPr/>
        </p:nvSpPr>
        <p:spPr>
          <a:xfrm>
            <a:off x="9919134" y="2291896"/>
            <a:ext cx="640298" cy="640080"/>
          </a:xfrm>
          <a:custGeom>
            <a:avLst/>
            <a:gdLst>
              <a:gd name="csX0" fmla="*/ 65787 w 190545"/>
              <a:gd name="csY0" fmla="*/ 138093 h 190480"/>
              <a:gd name="csX1" fmla="*/ 124766 w 190545"/>
              <a:gd name="csY1" fmla="*/ 138093 h 190480"/>
              <a:gd name="csX2" fmla="*/ 95277 w 190545"/>
              <a:gd name="csY2" fmla="*/ 190481 h 190480"/>
              <a:gd name="csX3" fmla="*/ 66340 w 190545"/>
              <a:gd name="csY3" fmla="*/ 140913 h 190480"/>
              <a:gd name="csX4" fmla="*/ 65787 w 190545"/>
              <a:gd name="csY4" fmla="*/ 138113 h 190480"/>
              <a:gd name="csX5" fmla="*/ 124766 w 190545"/>
              <a:gd name="csY5" fmla="*/ 138113 h 190480"/>
              <a:gd name="csX6" fmla="*/ 65787 w 190545"/>
              <a:gd name="csY6" fmla="*/ 138113 h 190480"/>
              <a:gd name="csX7" fmla="*/ 10180 w 190545"/>
              <a:gd name="csY7" fmla="*/ 138103 h 190480"/>
              <a:gd name="csX8" fmla="*/ 51176 w 190545"/>
              <a:gd name="csY8" fmla="*/ 138103 h 190480"/>
              <a:gd name="csX9" fmla="*/ 68254 w 190545"/>
              <a:gd name="csY9" fmla="*/ 186614 h 190480"/>
              <a:gd name="csX10" fmla="*/ 11561 w 190545"/>
              <a:gd name="csY10" fmla="*/ 140760 h 190480"/>
              <a:gd name="csX11" fmla="*/ 10171 w 190545"/>
              <a:gd name="csY11" fmla="*/ 138103 h 190480"/>
              <a:gd name="csX12" fmla="*/ 139368 w 190545"/>
              <a:gd name="csY12" fmla="*/ 138103 h 190480"/>
              <a:gd name="csX13" fmla="*/ 180373 w 190545"/>
              <a:gd name="csY13" fmla="*/ 138103 h 190480"/>
              <a:gd name="csX14" fmla="*/ 122299 w 190545"/>
              <a:gd name="csY14" fmla="*/ 186614 h 190480"/>
              <a:gd name="csX15" fmla="*/ 138634 w 190545"/>
              <a:gd name="csY15" fmla="*/ 142027 h 190480"/>
              <a:gd name="csX16" fmla="*/ 139358 w 190545"/>
              <a:gd name="csY16" fmla="*/ 138103 h 190480"/>
              <a:gd name="csX17" fmla="*/ 180373 w 190545"/>
              <a:gd name="csY17" fmla="*/ 138103 h 190480"/>
              <a:gd name="csX18" fmla="*/ 139358 w 190545"/>
              <a:gd name="csY18" fmla="*/ 138103 h 190480"/>
              <a:gd name="csX19" fmla="*/ 142244 w 190545"/>
              <a:gd name="csY19" fmla="*/ 76190 h 190480"/>
              <a:gd name="csX20" fmla="*/ 188631 w 190545"/>
              <a:gd name="csY20" fmla="*/ 76190 h 190480"/>
              <a:gd name="csX21" fmla="*/ 186183 w 190545"/>
              <a:gd name="csY21" fmla="*/ 123815 h 190480"/>
              <a:gd name="csX22" fmla="*/ 141378 w 190545"/>
              <a:gd name="csY22" fmla="*/ 123815 h 190480"/>
              <a:gd name="csX23" fmla="*/ 142616 w 190545"/>
              <a:gd name="csY23" fmla="*/ 82439 h 190480"/>
              <a:gd name="csX24" fmla="*/ 142235 w 190545"/>
              <a:gd name="csY24" fmla="*/ 76181 h 190480"/>
              <a:gd name="csX25" fmla="*/ 188622 w 190545"/>
              <a:gd name="csY25" fmla="*/ 76181 h 190480"/>
              <a:gd name="csX26" fmla="*/ 142235 w 190545"/>
              <a:gd name="csY26" fmla="*/ 76181 h 190480"/>
              <a:gd name="csX27" fmla="*/ 1913 w 190545"/>
              <a:gd name="csY27" fmla="*/ 76181 h 190480"/>
              <a:gd name="csX28" fmla="*/ 48299 w 190545"/>
              <a:gd name="csY28" fmla="*/ 76181 h 190480"/>
              <a:gd name="csX29" fmla="*/ 48623 w 190545"/>
              <a:gd name="csY29" fmla="*/ 118281 h 190480"/>
              <a:gd name="csX30" fmla="*/ 49166 w 190545"/>
              <a:gd name="csY30" fmla="*/ 123806 h 190480"/>
              <a:gd name="csX31" fmla="*/ 4370 w 190545"/>
              <a:gd name="csY31" fmla="*/ 123806 h 190480"/>
              <a:gd name="csX32" fmla="*/ 1913 w 190545"/>
              <a:gd name="csY32" fmla="*/ 76181 h 190480"/>
              <a:gd name="csX33" fmla="*/ 62653 w 190545"/>
              <a:gd name="csY33" fmla="*/ 76181 h 190480"/>
              <a:gd name="csX34" fmla="*/ 127900 w 190545"/>
              <a:gd name="csY34" fmla="*/ 76181 h 190480"/>
              <a:gd name="csX35" fmla="*/ 127547 w 190545"/>
              <a:gd name="csY35" fmla="*/ 118329 h 190480"/>
              <a:gd name="csX36" fmla="*/ 126957 w 190545"/>
              <a:gd name="csY36" fmla="*/ 123806 h 190480"/>
              <a:gd name="csX37" fmla="*/ 63596 w 190545"/>
              <a:gd name="csY37" fmla="*/ 123806 h 190480"/>
              <a:gd name="csX38" fmla="*/ 62339 w 190545"/>
              <a:gd name="csY38" fmla="*/ 80829 h 190480"/>
              <a:gd name="csX39" fmla="*/ 62653 w 190545"/>
              <a:gd name="csY39" fmla="*/ 76181 h 190480"/>
              <a:gd name="csX40" fmla="*/ 127900 w 190545"/>
              <a:gd name="csY40" fmla="*/ 76181 h 190480"/>
              <a:gd name="csX41" fmla="*/ 62653 w 190545"/>
              <a:gd name="csY41" fmla="*/ 76181 h 190480"/>
              <a:gd name="csX42" fmla="*/ 123328 w 190545"/>
              <a:gd name="csY42" fmla="*/ 5467 h 190480"/>
              <a:gd name="csX43" fmla="*/ 122289 w 190545"/>
              <a:gd name="csY43" fmla="*/ 3848 h 190480"/>
              <a:gd name="csX44" fmla="*/ 184545 w 190545"/>
              <a:gd name="csY44" fmla="*/ 61893 h 190480"/>
              <a:gd name="csX45" fmla="*/ 140806 w 190545"/>
              <a:gd name="csY45" fmla="*/ 61893 h 190480"/>
              <a:gd name="csX46" fmla="*/ 123309 w 190545"/>
              <a:gd name="csY46" fmla="*/ 5477 h 190480"/>
              <a:gd name="csX47" fmla="*/ 122280 w 190545"/>
              <a:gd name="csY47" fmla="*/ 3858 h 190480"/>
              <a:gd name="csX48" fmla="*/ 123309 w 190545"/>
              <a:gd name="csY48" fmla="*/ 5477 h 190480"/>
              <a:gd name="csX49" fmla="*/ 67102 w 190545"/>
              <a:gd name="csY49" fmla="*/ 4201 h 190480"/>
              <a:gd name="csX50" fmla="*/ 68264 w 190545"/>
              <a:gd name="csY50" fmla="*/ 3848 h 190480"/>
              <a:gd name="csX51" fmla="*/ 50319 w 190545"/>
              <a:gd name="csY51" fmla="*/ 57702 h 190480"/>
              <a:gd name="csX52" fmla="*/ 49738 w 190545"/>
              <a:gd name="csY52" fmla="*/ 61893 h 190480"/>
              <a:gd name="csX53" fmla="*/ 6008 w 190545"/>
              <a:gd name="csY53" fmla="*/ 61893 h 190480"/>
              <a:gd name="csX54" fmla="*/ 67102 w 190545"/>
              <a:gd name="csY54" fmla="*/ 4201 h 190480"/>
              <a:gd name="csX55" fmla="*/ 68264 w 190545"/>
              <a:gd name="csY55" fmla="*/ 3848 h 190480"/>
              <a:gd name="csX56" fmla="*/ 67102 w 190545"/>
              <a:gd name="csY56" fmla="*/ 4201 h 190480"/>
              <a:gd name="csX57" fmla="*/ 95277 w 190545"/>
              <a:gd name="csY57" fmla="*/ 0 h 190480"/>
              <a:gd name="csX58" fmla="*/ 125890 w 190545"/>
              <a:gd name="csY58" fmla="*/ 58893 h 190480"/>
              <a:gd name="csX59" fmla="*/ 126338 w 190545"/>
              <a:gd name="csY59" fmla="*/ 61893 h 190480"/>
              <a:gd name="csX60" fmla="*/ 64216 w 190545"/>
              <a:gd name="csY60" fmla="*/ 61893 h 190480"/>
              <a:gd name="csX61" fmla="*/ 95277 w 190545"/>
              <a:gd name="csY61" fmla="*/ 0 h 190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90545" h="190480">
                <a:moveTo>
                  <a:pt x="65787" y="138093"/>
                </a:moveTo>
                <a:lnTo>
                  <a:pt x="124766" y="138093"/>
                </a:lnTo>
                <a:cubicBezTo>
                  <a:pt x="118860" y="169269"/>
                  <a:pt x="107030" y="190481"/>
                  <a:pt x="95277" y="190481"/>
                </a:cubicBezTo>
                <a:cubicBezTo>
                  <a:pt x="83875" y="190481"/>
                  <a:pt x="72417" y="170536"/>
                  <a:pt x="66340" y="140913"/>
                </a:cubicBezTo>
                <a:lnTo>
                  <a:pt x="65787" y="138113"/>
                </a:lnTo>
                <a:lnTo>
                  <a:pt x="124766" y="138113"/>
                </a:lnTo>
                <a:lnTo>
                  <a:pt x="65787" y="138113"/>
                </a:lnTo>
                <a:close/>
                <a:moveTo>
                  <a:pt x="10180" y="138103"/>
                </a:moveTo>
                <a:lnTo>
                  <a:pt x="51176" y="138103"/>
                </a:lnTo>
                <a:cubicBezTo>
                  <a:pt x="54652" y="157934"/>
                  <a:pt x="60539" y="174812"/>
                  <a:pt x="68254" y="186614"/>
                </a:cubicBezTo>
                <a:cubicBezTo>
                  <a:pt x="44037" y="179427"/>
                  <a:pt x="23653" y="162940"/>
                  <a:pt x="11561" y="140760"/>
                </a:cubicBezTo>
                <a:lnTo>
                  <a:pt x="10171" y="138103"/>
                </a:lnTo>
                <a:close/>
                <a:moveTo>
                  <a:pt x="139368" y="138103"/>
                </a:moveTo>
                <a:lnTo>
                  <a:pt x="180373" y="138103"/>
                </a:lnTo>
                <a:cubicBezTo>
                  <a:pt x="168519" y="161579"/>
                  <a:pt x="147510" y="179128"/>
                  <a:pt x="122299" y="186614"/>
                </a:cubicBezTo>
                <a:cubicBezTo>
                  <a:pt x="129490" y="175584"/>
                  <a:pt x="135101" y="160153"/>
                  <a:pt x="138634" y="142027"/>
                </a:cubicBezTo>
                <a:lnTo>
                  <a:pt x="139358" y="138103"/>
                </a:lnTo>
                <a:lnTo>
                  <a:pt x="180373" y="138103"/>
                </a:lnTo>
                <a:lnTo>
                  <a:pt x="139358" y="138103"/>
                </a:lnTo>
                <a:close/>
                <a:moveTo>
                  <a:pt x="142244" y="76190"/>
                </a:moveTo>
                <a:lnTo>
                  <a:pt x="188631" y="76190"/>
                </a:lnTo>
                <a:cubicBezTo>
                  <a:pt x="191844" y="92018"/>
                  <a:pt x="191002" y="108401"/>
                  <a:pt x="186183" y="123815"/>
                </a:cubicBezTo>
                <a:lnTo>
                  <a:pt x="141378" y="123815"/>
                </a:lnTo>
                <a:cubicBezTo>
                  <a:pt x="142841" y="110075"/>
                  <a:pt x="143255" y="96243"/>
                  <a:pt x="142616" y="82439"/>
                </a:cubicBezTo>
                <a:lnTo>
                  <a:pt x="142235" y="76181"/>
                </a:lnTo>
                <a:lnTo>
                  <a:pt x="188622" y="76181"/>
                </a:lnTo>
                <a:lnTo>
                  <a:pt x="142235" y="76181"/>
                </a:lnTo>
                <a:close/>
                <a:moveTo>
                  <a:pt x="1913" y="76181"/>
                </a:moveTo>
                <a:lnTo>
                  <a:pt x="48299" y="76181"/>
                </a:lnTo>
                <a:cubicBezTo>
                  <a:pt x="47306" y="90201"/>
                  <a:pt x="47414" y="104278"/>
                  <a:pt x="48623" y="118281"/>
                </a:cubicBezTo>
                <a:lnTo>
                  <a:pt x="49166" y="123806"/>
                </a:lnTo>
                <a:lnTo>
                  <a:pt x="4370" y="123806"/>
                </a:lnTo>
                <a:cubicBezTo>
                  <a:pt x="-455" y="108393"/>
                  <a:pt x="-1300" y="92009"/>
                  <a:pt x="1913" y="76181"/>
                </a:cubicBezTo>
                <a:close/>
                <a:moveTo>
                  <a:pt x="62653" y="76181"/>
                </a:moveTo>
                <a:lnTo>
                  <a:pt x="127900" y="76181"/>
                </a:lnTo>
                <a:cubicBezTo>
                  <a:pt x="128988" y="90215"/>
                  <a:pt x="128870" y="104316"/>
                  <a:pt x="127547" y="118329"/>
                </a:cubicBezTo>
                <a:lnTo>
                  <a:pt x="126957" y="123806"/>
                </a:lnTo>
                <a:lnTo>
                  <a:pt x="63596" y="123806"/>
                </a:lnTo>
                <a:cubicBezTo>
                  <a:pt x="61931" y="109544"/>
                  <a:pt x="61511" y="95164"/>
                  <a:pt x="62339" y="80829"/>
                </a:cubicBezTo>
                <a:lnTo>
                  <a:pt x="62653" y="76181"/>
                </a:lnTo>
                <a:lnTo>
                  <a:pt x="127900" y="76181"/>
                </a:lnTo>
                <a:lnTo>
                  <a:pt x="62653" y="76181"/>
                </a:lnTo>
                <a:close/>
                <a:moveTo>
                  <a:pt x="123328" y="5467"/>
                </a:moveTo>
                <a:lnTo>
                  <a:pt x="122289" y="3848"/>
                </a:lnTo>
                <a:cubicBezTo>
                  <a:pt x="150993" y="12369"/>
                  <a:pt x="174039" y="33856"/>
                  <a:pt x="184545" y="61893"/>
                </a:cubicBezTo>
                <a:lnTo>
                  <a:pt x="140806" y="61893"/>
                </a:lnTo>
                <a:cubicBezTo>
                  <a:pt x="137796" y="38881"/>
                  <a:pt x="131700" y="19107"/>
                  <a:pt x="123309" y="5477"/>
                </a:cubicBezTo>
                <a:lnTo>
                  <a:pt x="122280" y="3858"/>
                </a:lnTo>
                <a:lnTo>
                  <a:pt x="123309" y="5477"/>
                </a:lnTo>
                <a:close/>
                <a:moveTo>
                  <a:pt x="67102" y="4201"/>
                </a:moveTo>
                <a:lnTo>
                  <a:pt x="68264" y="3848"/>
                </a:lnTo>
                <a:cubicBezTo>
                  <a:pt x="59872" y="16716"/>
                  <a:pt x="53633" y="35566"/>
                  <a:pt x="50319" y="57702"/>
                </a:cubicBezTo>
                <a:lnTo>
                  <a:pt x="49738" y="61893"/>
                </a:lnTo>
                <a:lnTo>
                  <a:pt x="6008" y="61893"/>
                </a:lnTo>
                <a:cubicBezTo>
                  <a:pt x="16366" y="34257"/>
                  <a:pt x="38918" y="12960"/>
                  <a:pt x="67102" y="4201"/>
                </a:cubicBezTo>
                <a:lnTo>
                  <a:pt x="68264" y="3848"/>
                </a:lnTo>
                <a:lnTo>
                  <a:pt x="67102" y="4201"/>
                </a:lnTo>
                <a:close/>
                <a:moveTo>
                  <a:pt x="95277" y="0"/>
                </a:moveTo>
                <a:cubicBezTo>
                  <a:pt x="107840" y="0"/>
                  <a:pt x="120480" y="24213"/>
                  <a:pt x="125890" y="58893"/>
                </a:cubicBezTo>
                <a:lnTo>
                  <a:pt x="126338" y="61893"/>
                </a:lnTo>
                <a:lnTo>
                  <a:pt x="64216" y="61893"/>
                </a:lnTo>
                <a:cubicBezTo>
                  <a:pt x="69369" y="25613"/>
                  <a:pt x="82351" y="0"/>
                  <a:pt x="95277" y="0"/>
                </a:cubicBezTo>
                <a:close/>
              </a:path>
            </a:pathLst>
          </a:custGeom>
          <a:solidFill>
            <a:schemeClr val="accent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91F2C"/>
              </a:solidFill>
              <a:effectLst/>
              <a:uLnTx/>
              <a:uFillTx/>
              <a:latin typeface="Segoe UI"/>
              <a:ea typeface="+mn-ea"/>
              <a:cs typeface="+mn-cs"/>
            </a:endParaRPr>
          </a:p>
        </p:txBody>
      </p:sp>
      <p:sp>
        <p:nvSpPr>
          <p:cNvPr id="55" name="!!Work IQ">
            <a:extLst>
              <a:ext uri="{FF2B5EF4-FFF2-40B4-BE49-F238E27FC236}">
                <a16:creationId xmlns:a16="http://schemas.microsoft.com/office/drawing/2014/main" id="{1946C351-A765-FC8A-4527-850051EA6396}"/>
              </a:ext>
              <a:ext uri="{C183D7F6-B498-43B3-948B-1728B52AA6E4}">
                <adec:decorative xmlns:adec="http://schemas.microsoft.com/office/drawing/2017/decorative" val="0"/>
              </a:ext>
            </a:extLst>
          </p:cNvPr>
          <p:cNvSpPr/>
          <p:nvPr/>
        </p:nvSpPr>
        <p:spPr>
          <a:xfrm>
            <a:off x="1273853" y="3272299"/>
            <a:ext cx="1354537" cy="439222"/>
          </a:xfrm>
          <a:prstGeom prst="roundRect">
            <a:avLst>
              <a:gd name="adj" fmla="val 4528"/>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50" normalizeH="0" baseline="0" noProof="0">
                <a:ln w="3175">
                  <a:noFill/>
                </a:ln>
                <a:solidFill>
                  <a:srgbClr val="091F2C"/>
                </a:solidFill>
                <a:effectLst/>
                <a:uLnTx/>
                <a:uFillTx/>
                <a:latin typeface="Segoe UI"/>
                <a:ea typeface="+mn-ea"/>
                <a:cs typeface="Segoe Sans Display" pitchFamily="2" charset="0"/>
              </a:rPr>
              <a:t>Work IQ</a:t>
            </a:r>
          </a:p>
        </p:txBody>
      </p:sp>
      <p:sp>
        <p:nvSpPr>
          <p:cNvPr id="52" name="TextBox 51">
            <a:extLst>
              <a:ext uri="{FF2B5EF4-FFF2-40B4-BE49-F238E27FC236}">
                <a16:creationId xmlns:a16="http://schemas.microsoft.com/office/drawing/2014/main" id="{C3C5E66E-0FB6-3D9C-F98F-D64E9BC312F0}"/>
              </a:ext>
            </a:extLst>
          </p:cNvPr>
          <p:cNvSpPr txBox="1"/>
          <p:nvPr/>
        </p:nvSpPr>
        <p:spPr>
          <a:xfrm>
            <a:off x="1176069" y="3863714"/>
            <a:ext cx="1550104" cy="492443"/>
          </a:xfrm>
          <a:prstGeom prst="rect">
            <a:avLst/>
          </a:prstGeom>
          <a:noFill/>
        </p:spPr>
        <p:txBody>
          <a:bodyPr wrap="none" lIns="0" tIns="0" rIns="0" bIns="0" rtlCol="0">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“How your</a:t>
            </a:r>
            <a:b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b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employees work”</a:t>
            </a:r>
          </a:p>
        </p:txBody>
      </p:sp>
      <p:sp>
        <p:nvSpPr>
          <p:cNvPr id="49" name="TextBox 103, chunk 2">
            <a:extLst>
              <a:ext uri="{FF2B5EF4-FFF2-40B4-BE49-F238E27FC236}">
                <a16:creationId xmlns:a16="http://schemas.microsoft.com/office/drawing/2014/main" id="{4C1FAECC-6C13-9748-8CA9-3D209F0DB13B}"/>
              </a:ext>
            </a:extLst>
          </p:cNvPr>
          <p:cNvSpPr txBox="1"/>
          <p:nvPr/>
        </p:nvSpPr>
        <p:spPr>
          <a:xfrm>
            <a:off x="689935" y="5096598"/>
            <a:ext cx="2522373" cy="646331"/>
          </a:xfrm>
          <a:prstGeom prst="rect">
            <a:avLst/>
          </a:prstGeom>
          <a:noFill/>
        </p:spPr>
        <p:txBody>
          <a:bodyPr wrap="square" lIns="180000" tIns="0" rIns="18000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UI"/>
                <a:ea typeface="+mn-ea"/>
                <a:cs typeface="Segoe UI"/>
              </a:rPr>
              <a:t>Context on people, </a:t>
            </a:r>
            <a:br>
              <a:rPr kumimoji="0" lang="en-US" sz="1400" b="0" i="0" u="none" strike="noStrike" kern="1200" cap="none" spc="0" normalizeH="0" baseline="0" noProof="0">
                <a:ln>
                  <a:noFill/>
                </a:ln>
                <a:solidFill>
                  <a:srgbClr val="091F2C"/>
                </a:solidFill>
                <a:effectLst/>
                <a:uLnTx/>
                <a:uFillTx/>
                <a:latin typeface="Segoe UI"/>
                <a:ea typeface="+mn-ea"/>
                <a:cs typeface="Segoe UI"/>
              </a:rPr>
            </a:br>
            <a:r>
              <a:rPr kumimoji="0" lang="en-US" sz="1400" b="0" i="0" u="none" strike="noStrike" kern="1200" cap="none" spc="0" normalizeH="0" baseline="0" noProof="0">
                <a:ln>
                  <a:noFill/>
                </a:ln>
                <a:solidFill>
                  <a:srgbClr val="091F2C"/>
                </a:solidFill>
                <a:effectLst/>
                <a:uLnTx/>
                <a:uFillTx/>
                <a:latin typeface="Segoe UI"/>
                <a:ea typeface="+mn-ea"/>
                <a:cs typeface="Segoe UI"/>
              </a:rPr>
              <a:t>collaboration, and workflows</a:t>
            </a:r>
          </a:p>
        </p:txBody>
      </p:sp>
      <p:sp>
        <p:nvSpPr>
          <p:cNvPr id="57" name="!!Fabric IQ">
            <a:extLst>
              <a:ext uri="{FF2B5EF4-FFF2-40B4-BE49-F238E27FC236}">
                <a16:creationId xmlns:a16="http://schemas.microsoft.com/office/drawing/2014/main" id="{2FA5806C-EA86-E8A7-B566-185D03CABA4F}"/>
              </a:ext>
              <a:ext uri="{C183D7F6-B498-43B3-948B-1728B52AA6E4}">
                <adec:decorative xmlns:adec="http://schemas.microsoft.com/office/drawing/2017/decorative" val="0"/>
              </a:ext>
            </a:extLst>
          </p:cNvPr>
          <p:cNvSpPr/>
          <p:nvPr/>
        </p:nvSpPr>
        <p:spPr>
          <a:xfrm>
            <a:off x="3985037" y="3272299"/>
            <a:ext cx="1439817" cy="439222"/>
          </a:xfrm>
          <a:prstGeom prst="roundRect">
            <a:avLst>
              <a:gd name="adj" fmla="val 4528"/>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50" normalizeH="0" baseline="0" noProof="0">
                <a:ln w="3175">
                  <a:noFill/>
                </a:ln>
                <a:solidFill>
                  <a:srgbClr val="091F2C"/>
                </a:solidFill>
                <a:effectLst/>
                <a:uLnTx/>
                <a:uFillTx/>
                <a:latin typeface="Segoe UI"/>
                <a:ea typeface="+mn-ea"/>
                <a:cs typeface="Segoe Sans Display" pitchFamily="2" charset="0"/>
              </a:rPr>
              <a:t>Fabric IQ</a:t>
            </a:r>
          </a:p>
        </p:txBody>
      </p:sp>
      <p:sp>
        <p:nvSpPr>
          <p:cNvPr id="54" name="TextBox 53">
            <a:extLst>
              <a:ext uri="{FF2B5EF4-FFF2-40B4-BE49-F238E27FC236}">
                <a16:creationId xmlns:a16="http://schemas.microsoft.com/office/drawing/2014/main" id="{5C1ABC6C-754D-0D40-B42B-5116F151BDB3}"/>
              </a:ext>
            </a:extLst>
          </p:cNvPr>
          <p:cNvSpPr txBox="1"/>
          <p:nvPr/>
        </p:nvSpPr>
        <p:spPr>
          <a:xfrm>
            <a:off x="3860964" y="3863714"/>
            <a:ext cx="1687963"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“How your</a:t>
            </a:r>
            <a:b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b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business operates”</a:t>
            </a:r>
          </a:p>
        </p:txBody>
      </p:sp>
      <p:sp>
        <p:nvSpPr>
          <p:cNvPr id="50" name="TextBox 103, chunk 2">
            <a:extLst>
              <a:ext uri="{FF2B5EF4-FFF2-40B4-BE49-F238E27FC236}">
                <a16:creationId xmlns:a16="http://schemas.microsoft.com/office/drawing/2014/main" id="{31A11979-3CEF-E6A6-1563-E7156C3A7AE7}"/>
              </a:ext>
            </a:extLst>
          </p:cNvPr>
          <p:cNvSpPr txBox="1"/>
          <p:nvPr/>
        </p:nvSpPr>
        <p:spPr>
          <a:xfrm>
            <a:off x="3585793" y="5096598"/>
            <a:ext cx="2238304" cy="645729"/>
          </a:xfrm>
          <a:prstGeom prst="rect">
            <a:avLst/>
          </a:prstGeom>
          <a:noFill/>
        </p:spPr>
        <p:txBody>
          <a:bodyPr wrap="square" lIns="180000" tIns="0" rIns="18000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UI"/>
                <a:ea typeface="+mn-ea"/>
                <a:cs typeface="Segoe UI"/>
              </a:rPr>
              <a:t>Context on business entities, systems of record, and actions</a:t>
            </a:r>
          </a:p>
        </p:txBody>
      </p:sp>
      <p:sp>
        <p:nvSpPr>
          <p:cNvPr id="56" name="!!Foundry IQ">
            <a:extLst>
              <a:ext uri="{FF2B5EF4-FFF2-40B4-BE49-F238E27FC236}">
                <a16:creationId xmlns:a16="http://schemas.microsoft.com/office/drawing/2014/main" id="{A0FD2C70-0B77-C697-5E68-1D9862B275EC}"/>
              </a:ext>
              <a:ext uri="{C183D7F6-B498-43B3-948B-1728B52AA6E4}">
                <adec:decorative xmlns:adec="http://schemas.microsoft.com/office/drawing/2017/decorative" val="0"/>
              </a:ext>
            </a:extLst>
          </p:cNvPr>
          <p:cNvSpPr/>
          <p:nvPr/>
        </p:nvSpPr>
        <p:spPr>
          <a:xfrm>
            <a:off x="6549633" y="3275129"/>
            <a:ext cx="1836977" cy="439222"/>
          </a:xfrm>
          <a:prstGeom prst="roundRect">
            <a:avLst>
              <a:gd name="adj" fmla="val 4528"/>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50" normalizeH="0" baseline="0" noProof="0">
                <a:ln w="3175">
                  <a:noFill/>
                </a:ln>
                <a:solidFill>
                  <a:srgbClr val="091F2C"/>
                </a:solidFill>
                <a:effectLst/>
                <a:uLnTx/>
                <a:uFillTx/>
                <a:latin typeface="Segoe UI"/>
                <a:ea typeface="+mn-ea"/>
                <a:cs typeface="Segoe Sans Display" pitchFamily="2" charset="0"/>
              </a:rPr>
              <a:t>Foundry IQ</a:t>
            </a:r>
          </a:p>
        </p:txBody>
      </p:sp>
      <p:sp>
        <p:nvSpPr>
          <p:cNvPr id="53" name="TextBox 52">
            <a:extLst>
              <a:ext uri="{FF2B5EF4-FFF2-40B4-BE49-F238E27FC236}">
                <a16:creationId xmlns:a16="http://schemas.microsoft.com/office/drawing/2014/main" id="{2D5C6FBF-ED18-6EB5-E6F5-4A0B247A8C20}"/>
              </a:ext>
            </a:extLst>
          </p:cNvPr>
          <p:cNvSpPr txBox="1"/>
          <p:nvPr/>
        </p:nvSpPr>
        <p:spPr>
          <a:xfrm>
            <a:off x="6607309" y="3866544"/>
            <a:ext cx="1721625" cy="492443"/>
          </a:xfrm>
          <a:prstGeom prst="rect">
            <a:avLst/>
          </a:prstGeom>
          <a:noFill/>
        </p:spPr>
        <p:txBody>
          <a:bodyPr wrap="none" lIns="0" tIns="0" rIns="0" bIns="0" rtlCol="0" anchor="t">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“How your agents</a:t>
            </a:r>
            <a:b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b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unlock knowledge”</a:t>
            </a:r>
          </a:p>
        </p:txBody>
      </p:sp>
      <p:sp>
        <p:nvSpPr>
          <p:cNvPr id="51" name="TextBox 103, chunk 2">
            <a:extLst>
              <a:ext uri="{FF2B5EF4-FFF2-40B4-BE49-F238E27FC236}">
                <a16:creationId xmlns:a16="http://schemas.microsoft.com/office/drawing/2014/main" id="{13ECE8E6-A3F5-693D-06DC-831B2D29F1CA}"/>
              </a:ext>
            </a:extLst>
          </p:cNvPr>
          <p:cNvSpPr txBox="1"/>
          <p:nvPr/>
        </p:nvSpPr>
        <p:spPr>
          <a:xfrm>
            <a:off x="6206935" y="5099428"/>
            <a:ext cx="2522373" cy="645729"/>
          </a:xfrm>
          <a:prstGeom prst="rect">
            <a:avLst/>
          </a:prstGeom>
          <a:noFill/>
        </p:spPr>
        <p:txBody>
          <a:bodyPr wrap="square" lIns="180000" tIns="0" rIns="18000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UI"/>
                <a:ea typeface="+mn-ea"/>
                <a:cs typeface="Segoe UI"/>
              </a:rPr>
              <a:t>Context on policies, authoritative documents, and knowledge bases</a:t>
            </a:r>
          </a:p>
        </p:txBody>
      </p:sp>
      <p:sp>
        <p:nvSpPr>
          <p:cNvPr id="65" name="!!Work IQ">
            <a:extLst>
              <a:ext uri="{FF2B5EF4-FFF2-40B4-BE49-F238E27FC236}">
                <a16:creationId xmlns:a16="http://schemas.microsoft.com/office/drawing/2014/main" id="{9016C890-2FC2-1C4E-47F1-D25D6F96606C}"/>
              </a:ext>
              <a:ext uri="{C183D7F6-B498-43B3-948B-1728B52AA6E4}">
                <adec:decorative xmlns:adec="http://schemas.microsoft.com/office/drawing/2017/decorative" val="0"/>
              </a:ext>
            </a:extLst>
          </p:cNvPr>
          <p:cNvSpPr/>
          <p:nvPr/>
        </p:nvSpPr>
        <p:spPr>
          <a:xfrm>
            <a:off x="9631745" y="3277416"/>
            <a:ext cx="1215076" cy="439222"/>
          </a:xfrm>
          <a:prstGeom prst="roundRect">
            <a:avLst>
              <a:gd name="adj" fmla="val 4528"/>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50" normalizeH="0" baseline="0" noProof="0">
                <a:ln w="3175">
                  <a:noFill/>
                </a:ln>
                <a:solidFill>
                  <a:srgbClr val="091F2C"/>
                </a:solidFill>
                <a:effectLst/>
                <a:uLnTx/>
                <a:uFillTx/>
                <a:latin typeface="Segoe UI"/>
                <a:ea typeface="+mn-ea"/>
                <a:cs typeface="Segoe Sans Display" pitchFamily="2" charset="0"/>
              </a:rPr>
              <a:t>Web IQ</a:t>
            </a:r>
          </a:p>
        </p:txBody>
      </p:sp>
      <p:sp>
        <p:nvSpPr>
          <p:cNvPr id="64" name="TextBox 63">
            <a:extLst>
              <a:ext uri="{FF2B5EF4-FFF2-40B4-BE49-F238E27FC236}">
                <a16:creationId xmlns:a16="http://schemas.microsoft.com/office/drawing/2014/main" id="{B318E894-04A7-CA05-92BE-A3EC0F1E3243}"/>
              </a:ext>
            </a:extLst>
          </p:cNvPr>
          <p:cNvSpPr txBox="1"/>
          <p:nvPr/>
        </p:nvSpPr>
        <p:spPr>
          <a:xfrm>
            <a:off x="9146707" y="3844158"/>
            <a:ext cx="2289894" cy="492443"/>
          </a:xfrm>
          <a:prstGeom prst="rect">
            <a:avLst/>
          </a:prstGeom>
          <a:noFill/>
        </p:spPr>
        <p:txBody>
          <a:bodyPr wrap="square" lIns="0" tIns="0" rIns="0" bIns="0" rtlCol="0">
            <a:spAutoFit/>
          </a:bodyPr>
          <a:lstStyle>
            <a:defPPr>
              <a:defRPr lang="en-US"/>
            </a:defPPr>
            <a:lvl1pPr algn="ctr">
              <a:defRPr sz="1600">
                <a:latin typeface="Segoe UI Semilight" panose="020B0402040204020203" pitchFamily="34" charset="0"/>
                <a:cs typeface="Segoe UI Semilight" panose="020B04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a:ea typeface="+mn-ea"/>
                <a:cs typeface="Segoe Sans Display Semibold" pitchFamily="2" charset="0"/>
              </a:rPr>
              <a:t>“How you connect to  web intelligence”</a:t>
            </a:r>
          </a:p>
        </p:txBody>
      </p:sp>
      <p:sp>
        <p:nvSpPr>
          <p:cNvPr id="48" name="TextBox 103, chunk 2">
            <a:extLst>
              <a:ext uri="{FF2B5EF4-FFF2-40B4-BE49-F238E27FC236}">
                <a16:creationId xmlns:a16="http://schemas.microsoft.com/office/drawing/2014/main" id="{35CE7EEE-6CEF-D0EA-8175-8F2DC4D53333}"/>
              </a:ext>
            </a:extLst>
          </p:cNvPr>
          <p:cNvSpPr txBox="1"/>
          <p:nvPr/>
        </p:nvSpPr>
        <p:spPr>
          <a:xfrm>
            <a:off x="9012503" y="5115627"/>
            <a:ext cx="2405716" cy="430887"/>
          </a:xfrm>
          <a:prstGeom prst="rect">
            <a:avLst/>
          </a:prstGeom>
          <a:noFill/>
        </p:spPr>
        <p:txBody>
          <a:bodyPr wrap="square" lIns="180000" tIns="0" rIns="180000" bIns="0" numCol="1" rtlCol="0" anchor="t">
            <a:spAutoFit/>
          </a:bodyPr>
          <a:lstStyle>
            <a:defPPr>
              <a:defRPr lang="en-US"/>
            </a:defPPr>
            <a:lvl1pPr marR="0" lvl="0" indent="0" fontAlgn="auto">
              <a:lnSpc>
                <a:spcPct val="100000"/>
              </a:lnSpc>
              <a:spcBef>
                <a:spcPts val="0"/>
              </a:spcBef>
              <a:spcAft>
                <a:spcPts val="300"/>
              </a:spcAft>
              <a:buClrTx/>
              <a:buSzTx/>
              <a:buFontTx/>
              <a:buNone/>
              <a:tabLst/>
              <a:defRPr kumimoji="0" sz="1600" b="1" i="0" u="none" strike="noStrike" cap="none" spc="0" normalizeH="0" baseline="0">
                <a:ln>
                  <a:noFill/>
                </a:ln>
                <a:solidFill>
                  <a:srgbClr val="000000"/>
                </a:solidFill>
                <a:effectLst/>
                <a:uLnTx/>
                <a:uFillTx/>
                <a:latin typeface="Segoe Sans Display Semibold" pitchFamily="2"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UI"/>
                <a:ea typeface="+mn-ea"/>
                <a:cs typeface="Segoe UI"/>
              </a:rPr>
              <a:t>Context from the web, news, images and video</a:t>
            </a:r>
          </a:p>
        </p:txBody>
      </p:sp>
      <p:sp>
        <p:nvSpPr>
          <p:cNvPr id="44" name="Rectangle 43">
            <a:extLst>
              <a:ext uri="{FF2B5EF4-FFF2-40B4-BE49-F238E27FC236}">
                <a16:creationId xmlns:a16="http://schemas.microsoft.com/office/drawing/2014/main" id="{DA2DF056-A706-7531-B3C5-A2FA018CCE38}"/>
              </a:ext>
              <a:ext uri="{C183D7F6-B498-43B3-948B-1728B52AA6E4}">
                <adec:decorative xmlns:adec="http://schemas.microsoft.com/office/drawing/2017/decorative" val="1"/>
              </a:ext>
            </a:extLst>
          </p:cNvPr>
          <p:cNvSpPr/>
          <p:nvPr/>
        </p:nvSpPr>
        <p:spPr bwMode="auto">
          <a:xfrm>
            <a:off x="589585" y="1979833"/>
            <a:ext cx="2755725" cy="4124823"/>
          </a:xfrm>
          <a:prstGeom prst="rect">
            <a:avLst/>
          </a:prstGeom>
          <a:noFill/>
          <a:ln w="12700" cap="flat">
            <a:solidFill>
              <a:srgbClr val="CBC4D6"/>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45" name="Rectangle 44">
            <a:extLst>
              <a:ext uri="{FF2B5EF4-FFF2-40B4-BE49-F238E27FC236}">
                <a16:creationId xmlns:a16="http://schemas.microsoft.com/office/drawing/2014/main" id="{700E8E2B-A5D1-4D58-67A4-5E619A4CCABA}"/>
              </a:ext>
              <a:ext uri="{C183D7F6-B498-43B3-948B-1728B52AA6E4}">
                <adec:decorative xmlns:adec="http://schemas.microsoft.com/office/drawing/2017/decorative" val="1"/>
              </a:ext>
            </a:extLst>
          </p:cNvPr>
          <p:cNvSpPr/>
          <p:nvPr/>
        </p:nvSpPr>
        <p:spPr bwMode="auto">
          <a:xfrm>
            <a:off x="3343409" y="1979833"/>
            <a:ext cx="2755725" cy="4124823"/>
          </a:xfrm>
          <a:prstGeom prst="rect">
            <a:avLst/>
          </a:prstGeom>
          <a:noFill/>
          <a:ln w="12700" cap="flat">
            <a:solidFill>
              <a:srgbClr val="CBC4D6"/>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sp>
        <p:nvSpPr>
          <p:cNvPr id="46" name="Rectangle 45">
            <a:extLst>
              <a:ext uri="{FF2B5EF4-FFF2-40B4-BE49-F238E27FC236}">
                <a16:creationId xmlns:a16="http://schemas.microsoft.com/office/drawing/2014/main" id="{88D5CCC4-4659-E28B-D779-46C8A6DC5063}"/>
              </a:ext>
              <a:ext uri="{C183D7F6-B498-43B3-948B-1728B52AA6E4}">
                <adec:decorative xmlns:adec="http://schemas.microsoft.com/office/drawing/2017/decorative" val="1"/>
              </a:ext>
            </a:extLst>
          </p:cNvPr>
          <p:cNvSpPr/>
          <p:nvPr/>
        </p:nvSpPr>
        <p:spPr bwMode="auto">
          <a:xfrm>
            <a:off x="6097233" y="1979833"/>
            <a:ext cx="2755725" cy="4124823"/>
          </a:xfrm>
          <a:prstGeom prst="rect">
            <a:avLst/>
          </a:prstGeom>
          <a:noFill/>
          <a:ln w="12700" cap="flat">
            <a:solidFill>
              <a:srgbClr val="CBC4D6"/>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grpSp>
        <p:nvGrpSpPr>
          <p:cNvPr id="61" name="Group 60">
            <a:extLst>
              <a:ext uri="{FF2B5EF4-FFF2-40B4-BE49-F238E27FC236}">
                <a16:creationId xmlns:a16="http://schemas.microsoft.com/office/drawing/2014/main" id="{BCB1BB77-B2B1-F19E-749D-961BEEBADCE6}"/>
              </a:ext>
              <a:ext uri="{C183D7F6-B498-43B3-948B-1728B52AA6E4}">
                <adec:decorative xmlns:adec="http://schemas.microsoft.com/office/drawing/2017/decorative" val="1"/>
              </a:ext>
            </a:extLst>
          </p:cNvPr>
          <p:cNvGrpSpPr>
            <a:grpSpLocks noChangeAspect="1"/>
          </p:cNvGrpSpPr>
          <p:nvPr/>
        </p:nvGrpSpPr>
        <p:grpSpPr>
          <a:xfrm>
            <a:off x="8574645" y="3213244"/>
            <a:ext cx="557333" cy="557333"/>
            <a:chOff x="7668840" y="3556744"/>
            <a:chExt cx="613066" cy="613066"/>
          </a:xfrm>
        </p:grpSpPr>
        <p:sp useBgFill="1">
          <p:nvSpPr>
            <p:cNvPr id="62" name="Oval 61">
              <a:extLst>
                <a:ext uri="{FF2B5EF4-FFF2-40B4-BE49-F238E27FC236}">
                  <a16:creationId xmlns:a16="http://schemas.microsoft.com/office/drawing/2014/main" id="{52850A1F-5691-9BA2-1157-A98C4531386C}"/>
                </a:ext>
              </a:extLst>
            </p:cNvPr>
            <p:cNvSpPr/>
            <p:nvPr/>
          </p:nvSpPr>
          <p:spPr bwMode="auto">
            <a:xfrm>
              <a:off x="7668840" y="3556744"/>
              <a:ext cx="613066" cy="613066"/>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pitchFamily="2" charset="0"/>
                <a:ea typeface="Segoe UI" pitchFamily="34" charset="0"/>
                <a:cs typeface="Segoe Sans Display" pitchFamily="2" charset="0"/>
              </a:endParaRPr>
            </a:p>
          </p:txBody>
        </p:sp>
        <p:sp>
          <p:nvSpPr>
            <p:cNvPr id="63" name="Graphic 61">
              <a:extLst>
                <a:ext uri="{FF2B5EF4-FFF2-40B4-BE49-F238E27FC236}">
                  <a16:creationId xmlns:a16="http://schemas.microsoft.com/office/drawing/2014/main" id="{D903A7FE-5707-1B6D-BE6C-DDEF1466B6BF}"/>
                </a:ext>
              </a:extLst>
            </p:cNvPr>
            <p:cNvSpPr/>
            <p:nvPr/>
          </p:nvSpPr>
          <p:spPr>
            <a:xfrm>
              <a:off x="7771195" y="3659100"/>
              <a:ext cx="408354" cy="408354"/>
            </a:xfrm>
            <a:custGeom>
              <a:avLst/>
              <a:gdLst>
                <a:gd name="csX0" fmla="*/ 204177 w 408354"/>
                <a:gd name="csY0" fmla="*/ 0 h 408354"/>
                <a:gd name="csX1" fmla="*/ 408354 w 408354"/>
                <a:gd name="csY1" fmla="*/ 204177 h 408354"/>
                <a:gd name="csX2" fmla="*/ 204177 w 408354"/>
                <a:gd name="csY2" fmla="*/ 408354 h 408354"/>
                <a:gd name="csX3" fmla="*/ 0 w 408354"/>
                <a:gd name="csY3" fmla="*/ 204177 h 408354"/>
                <a:gd name="csX4" fmla="*/ 204177 w 408354"/>
                <a:gd name="csY4" fmla="*/ 0 h 408354"/>
                <a:gd name="csX5" fmla="*/ 204177 w 408354"/>
                <a:gd name="csY5" fmla="*/ 102089 h 408354"/>
                <a:gd name="csX6" fmla="*/ 189007 w 408354"/>
                <a:gd name="csY6" fmla="*/ 115319 h 408354"/>
                <a:gd name="csX7" fmla="*/ 188864 w 408354"/>
                <a:gd name="csY7" fmla="*/ 117402 h 408354"/>
                <a:gd name="csX8" fmla="*/ 188864 w 408354"/>
                <a:gd name="csY8" fmla="*/ 188864 h 408354"/>
                <a:gd name="csX9" fmla="*/ 117402 w 408354"/>
                <a:gd name="csY9" fmla="*/ 188864 h 408354"/>
                <a:gd name="csX10" fmla="*/ 102093 w 408354"/>
                <a:gd name="csY10" fmla="*/ 204181 h 408354"/>
                <a:gd name="csX11" fmla="*/ 115319 w 408354"/>
                <a:gd name="csY11" fmla="*/ 219347 h 408354"/>
                <a:gd name="csX12" fmla="*/ 117402 w 408354"/>
                <a:gd name="csY12" fmla="*/ 219490 h 408354"/>
                <a:gd name="csX13" fmla="*/ 188864 w 408354"/>
                <a:gd name="csY13" fmla="*/ 219490 h 408354"/>
                <a:gd name="csX14" fmla="*/ 188864 w 408354"/>
                <a:gd name="csY14" fmla="*/ 290952 h 408354"/>
                <a:gd name="csX15" fmla="*/ 204181 w 408354"/>
                <a:gd name="csY15" fmla="*/ 306262 h 408354"/>
                <a:gd name="csX16" fmla="*/ 219347 w 408354"/>
                <a:gd name="csY16" fmla="*/ 293035 h 408354"/>
                <a:gd name="csX17" fmla="*/ 219490 w 408354"/>
                <a:gd name="csY17" fmla="*/ 290952 h 408354"/>
                <a:gd name="csX18" fmla="*/ 219490 w 408354"/>
                <a:gd name="csY18" fmla="*/ 219490 h 408354"/>
                <a:gd name="csX19" fmla="*/ 290952 w 408354"/>
                <a:gd name="csY19" fmla="*/ 219490 h 408354"/>
                <a:gd name="csX20" fmla="*/ 306262 w 408354"/>
                <a:gd name="csY20" fmla="*/ 204173 h 408354"/>
                <a:gd name="csX21" fmla="*/ 293035 w 408354"/>
                <a:gd name="csY21" fmla="*/ 189007 h 408354"/>
                <a:gd name="csX22" fmla="*/ 290952 w 408354"/>
                <a:gd name="csY22" fmla="*/ 188864 h 408354"/>
                <a:gd name="csX23" fmla="*/ 219490 w 408354"/>
                <a:gd name="csY23" fmla="*/ 188864 h 408354"/>
                <a:gd name="csX24" fmla="*/ 219490 w 408354"/>
                <a:gd name="csY24" fmla="*/ 117402 h 408354"/>
                <a:gd name="csX25" fmla="*/ 204177 w 408354"/>
                <a:gd name="csY25" fmla="*/ 102089 h 408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08354" h="408354">
                  <a:moveTo>
                    <a:pt x="204177" y="0"/>
                  </a:moveTo>
                  <a:cubicBezTo>
                    <a:pt x="316944" y="0"/>
                    <a:pt x="408354" y="91410"/>
                    <a:pt x="408354" y="204177"/>
                  </a:cubicBezTo>
                  <a:cubicBezTo>
                    <a:pt x="408354" y="316944"/>
                    <a:pt x="316944" y="408354"/>
                    <a:pt x="204177" y="408354"/>
                  </a:cubicBezTo>
                  <a:cubicBezTo>
                    <a:pt x="91410" y="408354"/>
                    <a:pt x="0" y="316944"/>
                    <a:pt x="0" y="204177"/>
                  </a:cubicBezTo>
                  <a:cubicBezTo>
                    <a:pt x="0" y="91410"/>
                    <a:pt x="91410" y="0"/>
                    <a:pt x="204177" y="0"/>
                  </a:cubicBezTo>
                  <a:close/>
                  <a:moveTo>
                    <a:pt x="204177" y="102089"/>
                  </a:moveTo>
                  <a:cubicBezTo>
                    <a:pt x="196525" y="102089"/>
                    <a:pt x="190048" y="107738"/>
                    <a:pt x="189007" y="115319"/>
                  </a:cubicBezTo>
                  <a:lnTo>
                    <a:pt x="188864" y="117402"/>
                  </a:lnTo>
                  <a:lnTo>
                    <a:pt x="188864" y="188864"/>
                  </a:lnTo>
                  <a:lnTo>
                    <a:pt x="117402" y="188864"/>
                  </a:lnTo>
                  <a:cubicBezTo>
                    <a:pt x="108945" y="188866"/>
                    <a:pt x="102091" y="195724"/>
                    <a:pt x="102093" y="204181"/>
                  </a:cubicBezTo>
                  <a:cubicBezTo>
                    <a:pt x="102095" y="211832"/>
                    <a:pt x="107742" y="218304"/>
                    <a:pt x="115319" y="219347"/>
                  </a:cubicBezTo>
                  <a:lnTo>
                    <a:pt x="117402" y="219490"/>
                  </a:lnTo>
                  <a:lnTo>
                    <a:pt x="188864" y="219490"/>
                  </a:lnTo>
                  <a:lnTo>
                    <a:pt x="188864" y="290952"/>
                  </a:lnTo>
                  <a:cubicBezTo>
                    <a:pt x="188866" y="299409"/>
                    <a:pt x="195724" y="306264"/>
                    <a:pt x="204181" y="306262"/>
                  </a:cubicBezTo>
                  <a:cubicBezTo>
                    <a:pt x="211832" y="306260"/>
                    <a:pt x="218304" y="300612"/>
                    <a:pt x="219347" y="293035"/>
                  </a:cubicBezTo>
                  <a:lnTo>
                    <a:pt x="219490" y="290952"/>
                  </a:lnTo>
                  <a:lnTo>
                    <a:pt x="219490" y="219490"/>
                  </a:lnTo>
                  <a:lnTo>
                    <a:pt x="290952" y="219490"/>
                  </a:lnTo>
                  <a:cubicBezTo>
                    <a:pt x="299409" y="219488"/>
                    <a:pt x="306264" y="212630"/>
                    <a:pt x="306262" y="204173"/>
                  </a:cubicBezTo>
                  <a:cubicBezTo>
                    <a:pt x="306260" y="196522"/>
                    <a:pt x="300612" y="190050"/>
                    <a:pt x="293035" y="189007"/>
                  </a:cubicBezTo>
                  <a:lnTo>
                    <a:pt x="290952" y="188864"/>
                  </a:lnTo>
                  <a:lnTo>
                    <a:pt x="219490" y="188864"/>
                  </a:lnTo>
                  <a:lnTo>
                    <a:pt x="219490" y="117402"/>
                  </a:lnTo>
                  <a:cubicBezTo>
                    <a:pt x="219490" y="108945"/>
                    <a:pt x="212634" y="102089"/>
                    <a:pt x="204177" y="102089"/>
                  </a:cubicBezTo>
                  <a:close/>
                </a:path>
              </a:pathLst>
            </a:custGeom>
            <a:solidFill>
              <a:srgbClr val="091F2C"/>
            </a:solidFill>
            <a:ln w="20241"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pitchFamily="2" charset="0"/>
                <a:ea typeface="+mn-ea"/>
                <a:cs typeface="+mn-cs"/>
              </a:endParaRPr>
            </a:p>
          </p:txBody>
        </p:sp>
      </p:grpSp>
      <p:grpSp>
        <p:nvGrpSpPr>
          <p:cNvPr id="67" name="Group 66">
            <a:extLst>
              <a:ext uri="{FF2B5EF4-FFF2-40B4-BE49-F238E27FC236}">
                <a16:creationId xmlns:a16="http://schemas.microsoft.com/office/drawing/2014/main" id="{6AB9EFA0-6670-FF6A-B2D9-214B1BB68632}"/>
              </a:ext>
              <a:ext uri="{C183D7F6-B498-43B3-948B-1728B52AA6E4}">
                <adec:decorative xmlns:adec="http://schemas.microsoft.com/office/drawing/2017/decorative" val="1"/>
              </a:ext>
            </a:extLst>
          </p:cNvPr>
          <p:cNvGrpSpPr>
            <a:grpSpLocks noChangeAspect="1"/>
          </p:cNvGrpSpPr>
          <p:nvPr/>
        </p:nvGrpSpPr>
        <p:grpSpPr>
          <a:xfrm>
            <a:off x="3064742" y="3213244"/>
            <a:ext cx="557333" cy="557333"/>
            <a:chOff x="7668840" y="3556744"/>
            <a:chExt cx="613066" cy="613066"/>
          </a:xfrm>
        </p:grpSpPr>
        <p:sp useBgFill="1">
          <p:nvSpPr>
            <p:cNvPr id="68" name="Oval 67">
              <a:extLst>
                <a:ext uri="{FF2B5EF4-FFF2-40B4-BE49-F238E27FC236}">
                  <a16:creationId xmlns:a16="http://schemas.microsoft.com/office/drawing/2014/main" id="{C563E8C2-127E-7B5D-6D9D-8DB7CF435E91}"/>
                </a:ext>
              </a:extLst>
            </p:cNvPr>
            <p:cNvSpPr/>
            <p:nvPr/>
          </p:nvSpPr>
          <p:spPr bwMode="auto">
            <a:xfrm>
              <a:off x="7668840" y="3556744"/>
              <a:ext cx="613066" cy="613066"/>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pitchFamily="2" charset="0"/>
                <a:ea typeface="Segoe UI" pitchFamily="34" charset="0"/>
                <a:cs typeface="Segoe Sans Display" pitchFamily="2" charset="0"/>
              </a:endParaRPr>
            </a:p>
          </p:txBody>
        </p:sp>
        <p:sp>
          <p:nvSpPr>
            <p:cNvPr id="69" name="Graphic 61">
              <a:extLst>
                <a:ext uri="{FF2B5EF4-FFF2-40B4-BE49-F238E27FC236}">
                  <a16:creationId xmlns:a16="http://schemas.microsoft.com/office/drawing/2014/main" id="{4A4CD06A-A731-B454-CFD6-FEDACA194C30}"/>
                </a:ext>
              </a:extLst>
            </p:cNvPr>
            <p:cNvSpPr/>
            <p:nvPr/>
          </p:nvSpPr>
          <p:spPr>
            <a:xfrm>
              <a:off x="7771195" y="3659100"/>
              <a:ext cx="408354" cy="408354"/>
            </a:xfrm>
            <a:custGeom>
              <a:avLst/>
              <a:gdLst>
                <a:gd name="csX0" fmla="*/ 204177 w 408354"/>
                <a:gd name="csY0" fmla="*/ 0 h 408354"/>
                <a:gd name="csX1" fmla="*/ 408354 w 408354"/>
                <a:gd name="csY1" fmla="*/ 204177 h 408354"/>
                <a:gd name="csX2" fmla="*/ 204177 w 408354"/>
                <a:gd name="csY2" fmla="*/ 408354 h 408354"/>
                <a:gd name="csX3" fmla="*/ 0 w 408354"/>
                <a:gd name="csY3" fmla="*/ 204177 h 408354"/>
                <a:gd name="csX4" fmla="*/ 204177 w 408354"/>
                <a:gd name="csY4" fmla="*/ 0 h 408354"/>
                <a:gd name="csX5" fmla="*/ 204177 w 408354"/>
                <a:gd name="csY5" fmla="*/ 102089 h 408354"/>
                <a:gd name="csX6" fmla="*/ 189007 w 408354"/>
                <a:gd name="csY6" fmla="*/ 115319 h 408354"/>
                <a:gd name="csX7" fmla="*/ 188864 w 408354"/>
                <a:gd name="csY7" fmla="*/ 117402 h 408354"/>
                <a:gd name="csX8" fmla="*/ 188864 w 408354"/>
                <a:gd name="csY8" fmla="*/ 188864 h 408354"/>
                <a:gd name="csX9" fmla="*/ 117402 w 408354"/>
                <a:gd name="csY9" fmla="*/ 188864 h 408354"/>
                <a:gd name="csX10" fmla="*/ 102093 w 408354"/>
                <a:gd name="csY10" fmla="*/ 204181 h 408354"/>
                <a:gd name="csX11" fmla="*/ 115319 w 408354"/>
                <a:gd name="csY11" fmla="*/ 219347 h 408354"/>
                <a:gd name="csX12" fmla="*/ 117402 w 408354"/>
                <a:gd name="csY12" fmla="*/ 219490 h 408354"/>
                <a:gd name="csX13" fmla="*/ 188864 w 408354"/>
                <a:gd name="csY13" fmla="*/ 219490 h 408354"/>
                <a:gd name="csX14" fmla="*/ 188864 w 408354"/>
                <a:gd name="csY14" fmla="*/ 290952 h 408354"/>
                <a:gd name="csX15" fmla="*/ 204181 w 408354"/>
                <a:gd name="csY15" fmla="*/ 306262 h 408354"/>
                <a:gd name="csX16" fmla="*/ 219347 w 408354"/>
                <a:gd name="csY16" fmla="*/ 293035 h 408354"/>
                <a:gd name="csX17" fmla="*/ 219490 w 408354"/>
                <a:gd name="csY17" fmla="*/ 290952 h 408354"/>
                <a:gd name="csX18" fmla="*/ 219490 w 408354"/>
                <a:gd name="csY18" fmla="*/ 219490 h 408354"/>
                <a:gd name="csX19" fmla="*/ 290952 w 408354"/>
                <a:gd name="csY19" fmla="*/ 219490 h 408354"/>
                <a:gd name="csX20" fmla="*/ 306262 w 408354"/>
                <a:gd name="csY20" fmla="*/ 204173 h 408354"/>
                <a:gd name="csX21" fmla="*/ 293035 w 408354"/>
                <a:gd name="csY21" fmla="*/ 189007 h 408354"/>
                <a:gd name="csX22" fmla="*/ 290952 w 408354"/>
                <a:gd name="csY22" fmla="*/ 188864 h 408354"/>
                <a:gd name="csX23" fmla="*/ 219490 w 408354"/>
                <a:gd name="csY23" fmla="*/ 188864 h 408354"/>
                <a:gd name="csX24" fmla="*/ 219490 w 408354"/>
                <a:gd name="csY24" fmla="*/ 117402 h 408354"/>
                <a:gd name="csX25" fmla="*/ 204177 w 408354"/>
                <a:gd name="csY25" fmla="*/ 102089 h 408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08354" h="408354">
                  <a:moveTo>
                    <a:pt x="204177" y="0"/>
                  </a:moveTo>
                  <a:cubicBezTo>
                    <a:pt x="316944" y="0"/>
                    <a:pt x="408354" y="91410"/>
                    <a:pt x="408354" y="204177"/>
                  </a:cubicBezTo>
                  <a:cubicBezTo>
                    <a:pt x="408354" y="316944"/>
                    <a:pt x="316944" y="408354"/>
                    <a:pt x="204177" y="408354"/>
                  </a:cubicBezTo>
                  <a:cubicBezTo>
                    <a:pt x="91410" y="408354"/>
                    <a:pt x="0" y="316944"/>
                    <a:pt x="0" y="204177"/>
                  </a:cubicBezTo>
                  <a:cubicBezTo>
                    <a:pt x="0" y="91410"/>
                    <a:pt x="91410" y="0"/>
                    <a:pt x="204177" y="0"/>
                  </a:cubicBezTo>
                  <a:close/>
                  <a:moveTo>
                    <a:pt x="204177" y="102089"/>
                  </a:moveTo>
                  <a:cubicBezTo>
                    <a:pt x="196525" y="102089"/>
                    <a:pt x="190048" y="107738"/>
                    <a:pt x="189007" y="115319"/>
                  </a:cubicBezTo>
                  <a:lnTo>
                    <a:pt x="188864" y="117402"/>
                  </a:lnTo>
                  <a:lnTo>
                    <a:pt x="188864" y="188864"/>
                  </a:lnTo>
                  <a:lnTo>
                    <a:pt x="117402" y="188864"/>
                  </a:lnTo>
                  <a:cubicBezTo>
                    <a:pt x="108945" y="188866"/>
                    <a:pt x="102091" y="195724"/>
                    <a:pt x="102093" y="204181"/>
                  </a:cubicBezTo>
                  <a:cubicBezTo>
                    <a:pt x="102095" y="211832"/>
                    <a:pt x="107742" y="218304"/>
                    <a:pt x="115319" y="219347"/>
                  </a:cubicBezTo>
                  <a:lnTo>
                    <a:pt x="117402" y="219490"/>
                  </a:lnTo>
                  <a:lnTo>
                    <a:pt x="188864" y="219490"/>
                  </a:lnTo>
                  <a:lnTo>
                    <a:pt x="188864" y="290952"/>
                  </a:lnTo>
                  <a:cubicBezTo>
                    <a:pt x="188866" y="299409"/>
                    <a:pt x="195724" y="306264"/>
                    <a:pt x="204181" y="306262"/>
                  </a:cubicBezTo>
                  <a:cubicBezTo>
                    <a:pt x="211832" y="306260"/>
                    <a:pt x="218304" y="300612"/>
                    <a:pt x="219347" y="293035"/>
                  </a:cubicBezTo>
                  <a:lnTo>
                    <a:pt x="219490" y="290952"/>
                  </a:lnTo>
                  <a:lnTo>
                    <a:pt x="219490" y="219490"/>
                  </a:lnTo>
                  <a:lnTo>
                    <a:pt x="290952" y="219490"/>
                  </a:lnTo>
                  <a:cubicBezTo>
                    <a:pt x="299409" y="219488"/>
                    <a:pt x="306264" y="212630"/>
                    <a:pt x="306262" y="204173"/>
                  </a:cubicBezTo>
                  <a:cubicBezTo>
                    <a:pt x="306260" y="196522"/>
                    <a:pt x="300612" y="190050"/>
                    <a:pt x="293035" y="189007"/>
                  </a:cubicBezTo>
                  <a:lnTo>
                    <a:pt x="290952" y="188864"/>
                  </a:lnTo>
                  <a:lnTo>
                    <a:pt x="219490" y="188864"/>
                  </a:lnTo>
                  <a:lnTo>
                    <a:pt x="219490" y="117402"/>
                  </a:lnTo>
                  <a:cubicBezTo>
                    <a:pt x="219490" y="108945"/>
                    <a:pt x="212634" y="102089"/>
                    <a:pt x="204177" y="102089"/>
                  </a:cubicBezTo>
                  <a:close/>
                </a:path>
              </a:pathLst>
            </a:custGeom>
            <a:solidFill>
              <a:srgbClr val="091F2C"/>
            </a:solidFill>
            <a:ln w="20241"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pitchFamily="2" charset="0"/>
                <a:ea typeface="+mn-ea"/>
                <a:cs typeface="+mn-cs"/>
              </a:endParaRPr>
            </a:p>
          </p:txBody>
        </p:sp>
      </p:grpSp>
      <p:grpSp>
        <p:nvGrpSpPr>
          <p:cNvPr id="70" name="Group 69">
            <a:extLst>
              <a:ext uri="{FF2B5EF4-FFF2-40B4-BE49-F238E27FC236}">
                <a16:creationId xmlns:a16="http://schemas.microsoft.com/office/drawing/2014/main" id="{68CA1192-2431-86C4-1543-1F24E08384E0}"/>
              </a:ext>
              <a:ext uri="{C183D7F6-B498-43B3-948B-1728B52AA6E4}">
                <adec:decorative xmlns:adec="http://schemas.microsoft.com/office/drawing/2017/decorative" val="1"/>
              </a:ext>
            </a:extLst>
          </p:cNvPr>
          <p:cNvGrpSpPr>
            <a:grpSpLocks noChangeAspect="1"/>
          </p:cNvGrpSpPr>
          <p:nvPr/>
        </p:nvGrpSpPr>
        <p:grpSpPr>
          <a:xfrm>
            <a:off x="5819694" y="3213244"/>
            <a:ext cx="557333" cy="557333"/>
            <a:chOff x="7668840" y="3556744"/>
            <a:chExt cx="613066" cy="613066"/>
          </a:xfrm>
        </p:grpSpPr>
        <p:sp useBgFill="1">
          <p:nvSpPr>
            <p:cNvPr id="71" name="Oval 70">
              <a:extLst>
                <a:ext uri="{FF2B5EF4-FFF2-40B4-BE49-F238E27FC236}">
                  <a16:creationId xmlns:a16="http://schemas.microsoft.com/office/drawing/2014/main" id="{FAB0F913-7A0C-DA60-CDA1-8655528E58B4}"/>
                </a:ext>
              </a:extLst>
            </p:cNvPr>
            <p:cNvSpPr/>
            <p:nvPr/>
          </p:nvSpPr>
          <p:spPr bwMode="auto">
            <a:xfrm>
              <a:off x="7668840" y="3556744"/>
              <a:ext cx="613066" cy="613066"/>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pitchFamily="2" charset="0"/>
                <a:ea typeface="Segoe UI" pitchFamily="34" charset="0"/>
                <a:cs typeface="Segoe Sans Display" pitchFamily="2" charset="0"/>
              </a:endParaRPr>
            </a:p>
          </p:txBody>
        </p:sp>
        <p:sp>
          <p:nvSpPr>
            <p:cNvPr id="72" name="Graphic 61">
              <a:extLst>
                <a:ext uri="{FF2B5EF4-FFF2-40B4-BE49-F238E27FC236}">
                  <a16:creationId xmlns:a16="http://schemas.microsoft.com/office/drawing/2014/main" id="{AFC8E1E2-A3D3-92A4-FD65-3DDD0B523A0E}"/>
                </a:ext>
              </a:extLst>
            </p:cNvPr>
            <p:cNvSpPr/>
            <p:nvPr/>
          </p:nvSpPr>
          <p:spPr>
            <a:xfrm>
              <a:off x="7771195" y="3659100"/>
              <a:ext cx="408354" cy="408354"/>
            </a:xfrm>
            <a:custGeom>
              <a:avLst/>
              <a:gdLst>
                <a:gd name="csX0" fmla="*/ 204177 w 408354"/>
                <a:gd name="csY0" fmla="*/ 0 h 408354"/>
                <a:gd name="csX1" fmla="*/ 408354 w 408354"/>
                <a:gd name="csY1" fmla="*/ 204177 h 408354"/>
                <a:gd name="csX2" fmla="*/ 204177 w 408354"/>
                <a:gd name="csY2" fmla="*/ 408354 h 408354"/>
                <a:gd name="csX3" fmla="*/ 0 w 408354"/>
                <a:gd name="csY3" fmla="*/ 204177 h 408354"/>
                <a:gd name="csX4" fmla="*/ 204177 w 408354"/>
                <a:gd name="csY4" fmla="*/ 0 h 408354"/>
                <a:gd name="csX5" fmla="*/ 204177 w 408354"/>
                <a:gd name="csY5" fmla="*/ 102089 h 408354"/>
                <a:gd name="csX6" fmla="*/ 189007 w 408354"/>
                <a:gd name="csY6" fmla="*/ 115319 h 408354"/>
                <a:gd name="csX7" fmla="*/ 188864 w 408354"/>
                <a:gd name="csY7" fmla="*/ 117402 h 408354"/>
                <a:gd name="csX8" fmla="*/ 188864 w 408354"/>
                <a:gd name="csY8" fmla="*/ 188864 h 408354"/>
                <a:gd name="csX9" fmla="*/ 117402 w 408354"/>
                <a:gd name="csY9" fmla="*/ 188864 h 408354"/>
                <a:gd name="csX10" fmla="*/ 102093 w 408354"/>
                <a:gd name="csY10" fmla="*/ 204181 h 408354"/>
                <a:gd name="csX11" fmla="*/ 115319 w 408354"/>
                <a:gd name="csY11" fmla="*/ 219347 h 408354"/>
                <a:gd name="csX12" fmla="*/ 117402 w 408354"/>
                <a:gd name="csY12" fmla="*/ 219490 h 408354"/>
                <a:gd name="csX13" fmla="*/ 188864 w 408354"/>
                <a:gd name="csY13" fmla="*/ 219490 h 408354"/>
                <a:gd name="csX14" fmla="*/ 188864 w 408354"/>
                <a:gd name="csY14" fmla="*/ 290952 h 408354"/>
                <a:gd name="csX15" fmla="*/ 204181 w 408354"/>
                <a:gd name="csY15" fmla="*/ 306262 h 408354"/>
                <a:gd name="csX16" fmla="*/ 219347 w 408354"/>
                <a:gd name="csY16" fmla="*/ 293035 h 408354"/>
                <a:gd name="csX17" fmla="*/ 219490 w 408354"/>
                <a:gd name="csY17" fmla="*/ 290952 h 408354"/>
                <a:gd name="csX18" fmla="*/ 219490 w 408354"/>
                <a:gd name="csY18" fmla="*/ 219490 h 408354"/>
                <a:gd name="csX19" fmla="*/ 290952 w 408354"/>
                <a:gd name="csY19" fmla="*/ 219490 h 408354"/>
                <a:gd name="csX20" fmla="*/ 306262 w 408354"/>
                <a:gd name="csY20" fmla="*/ 204173 h 408354"/>
                <a:gd name="csX21" fmla="*/ 293035 w 408354"/>
                <a:gd name="csY21" fmla="*/ 189007 h 408354"/>
                <a:gd name="csX22" fmla="*/ 290952 w 408354"/>
                <a:gd name="csY22" fmla="*/ 188864 h 408354"/>
                <a:gd name="csX23" fmla="*/ 219490 w 408354"/>
                <a:gd name="csY23" fmla="*/ 188864 h 408354"/>
                <a:gd name="csX24" fmla="*/ 219490 w 408354"/>
                <a:gd name="csY24" fmla="*/ 117402 h 408354"/>
                <a:gd name="csX25" fmla="*/ 204177 w 408354"/>
                <a:gd name="csY25" fmla="*/ 102089 h 408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08354" h="408354">
                  <a:moveTo>
                    <a:pt x="204177" y="0"/>
                  </a:moveTo>
                  <a:cubicBezTo>
                    <a:pt x="316944" y="0"/>
                    <a:pt x="408354" y="91410"/>
                    <a:pt x="408354" y="204177"/>
                  </a:cubicBezTo>
                  <a:cubicBezTo>
                    <a:pt x="408354" y="316944"/>
                    <a:pt x="316944" y="408354"/>
                    <a:pt x="204177" y="408354"/>
                  </a:cubicBezTo>
                  <a:cubicBezTo>
                    <a:pt x="91410" y="408354"/>
                    <a:pt x="0" y="316944"/>
                    <a:pt x="0" y="204177"/>
                  </a:cubicBezTo>
                  <a:cubicBezTo>
                    <a:pt x="0" y="91410"/>
                    <a:pt x="91410" y="0"/>
                    <a:pt x="204177" y="0"/>
                  </a:cubicBezTo>
                  <a:close/>
                  <a:moveTo>
                    <a:pt x="204177" y="102089"/>
                  </a:moveTo>
                  <a:cubicBezTo>
                    <a:pt x="196525" y="102089"/>
                    <a:pt x="190048" y="107738"/>
                    <a:pt x="189007" y="115319"/>
                  </a:cubicBezTo>
                  <a:lnTo>
                    <a:pt x="188864" y="117402"/>
                  </a:lnTo>
                  <a:lnTo>
                    <a:pt x="188864" y="188864"/>
                  </a:lnTo>
                  <a:lnTo>
                    <a:pt x="117402" y="188864"/>
                  </a:lnTo>
                  <a:cubicBezTo>
                    <a:pt x="108945" y="188866"/>
                    <a:pt x="102091" y="195724"/>
                    <a:pt x="102093" y="204181"/>
                  </a:cubicBezTo>
                  <a:cubicBezTo>
                    <a:pt x="102095" y="211832"/>
                    <a:pt x="107742" y="218304"/>
                    <a:pt x="115319" y="219347"/>
                  </a:cubicBezTo>
                  <a:lnTo>
                    <a:pt x="117402" y="219490"/>
                  </a:lnTo>
                  <a:lnTo>
                    <a:pt x="188864" y="219490"/>
                  </a:lnTo>
                  <a:lnTo>
                    <a:pt x="188864" y="290952"/>
                  </a:lnTo>
                  <a:cubicBezTo>
                    <a:pt x="188866" y="299409"/>
                    <a:pt x="195724" y="306264"/>
                    <a:pt x="204181" y="306262"/>
                  </a:cubicBezTo>
                  <a:cubicBezTo>
                    <a:pt x="211832" y="306260"/>
                    <a:pt x="218304" y="300612"/>
                    <a:pt x="219347" y="293035"/>
                  </a:cubicBezTo>
                  <a:lnTo>
                    <a:pt x="219490" y="290952"/>
                  </a:lnTo>
                  <a:lnTo>
                    <a:pt x="219490" y="219490"/>
                  </a:lnTo>
                  <a:lnTo>
                    <a:pt x="290952" y="219490"/>
                  </a:lnTo>
                  <a:cubicBezTo>
                    <a:pt x="299409" y="219488"/>
                    <a:pt x="306264" y="212630"/>
                    <a:pt x="306262" y="204173"/>
                  </a:cubicBezTo>
                  <a:cubicBezTo>
                    <a:pt x="306260" y="196522"/>
                    <a:pt x="300612" y="190050"/>
                    <a:pt x="293035" y="189007"/>
                  </a:cubicBezTo>
                  <a:lnTo>
                    <a:pt x="290952" y="188864"/>
                  </a:lnTo>
                  <a:lnTo>
                    <a:pt x="219490" y="188864"/>
                  </a:lnTo>
                  <a:lnTo>
                    <a:pt x="219490" y="117402"/>
                  </a:lnTo>
                  <a:cubicBezTo>
                    <a:pt x="219490" y="108945"/>
                    <a:pt x="212634" y="102089"/>
                    <a:pt x="204177" y="102089"/>
                  </a:cubicBezTo>
                  <a:close/>
                </a:path>
              </a:pathLst>
            </a:custGeom>
            <a:solidFill>
              <a:srgbClr val="091F2C"/>
            </a:solidFill>
            <a:ln w="20241"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pitchFamily="2" charset="0"/>
                <a:ea typeface="+mn-ea"/>
                <a:cs typeface="+mn-cs"/>
              </a:endParaRPr>
            </a:p>
          </p:txBody>
        </p:sp>
      </p:grpSp>
    </p:spTree>
    <p:extLst>
      <p:ext uri="{BB962C8B-B14F-4D97-AF65-F5344CB8AC3E}">
        <p14:creationId xmlns:p14="http://schemas.microsoft.com/office/powerpoint/2010/main" val="34133760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5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200"/>
                                        <p:tgtEl>
                                          <p:spTgt spid="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200"/>
                                        <p:tgtEl>
                                          <p:spTgt spid="44"/>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200"/>
                                        <p:tgtEl>
                                          <p:spTgt spid="45"/>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200"/>
                                        <p:tgtEl>
                                          <p:spTgt spid="46"/>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200"/>
                                        <p:tgtEl>
                                          <p:spTgt spid="47"/>
                                        </p:tgtEl>
                                      </p:cBhvr>
                                    </p:animEffect>
                                  </p:childTnLst>
                                </p:cTn>
                              </p:par>
                              <p:par>
                                <p:cTn id="23" presetID="10" presetClass="entr" presetSubtype="0" fill="hold" nodeType="withEffect">
                                  <p:stCondLst>
                                    <p:cond delay="300"/>
                                  </p:stCondLst>
                                  <p:childTnLst>
                                    <p:set>
                                      <p:cBhvr>
                                        <p:cTn id="24" dur="1" fill="hold">
                                          <p:stCondLst>
                                            <p:cond delay="0"/>
                                          </p:stCondLst>
                                        </p:cTn>
                                        <p:tgtEl>
                                          <p:spTgt spid="61"/>
                                        </p:tgtEl>
                                        <p:attrNameLst>
                                          <p:attrName>style.visibility</p:attrName>
                                        </p:attrNameLst>
                                      </p:cBhvr>
                                      <p:to>
                                        <p:strVal val="visible"/>
                                      </p:to>
                                    </p:set>
                                    <p:animEffect transition="in" filter="fade">
                                      <p:cBhvr>
                                        <p:cTn id="25" dur="200"/>
                                        <p:tgtEl>
                                          <p:spTgt spid="61"/>
                                        </p:tgtEl>
                                      </p:cBhvr>
                                    </p:animEffect>
                                  </p:childTnLst>
                                </p:cTn>
                              </p:par>
                              <p:par>
                                <p:cTn id="26" presetID="10" presetClass="entr" presetSubtype="0" fill="hold" nodeType="with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fade">
                                      <p:cBhvr>
                                        <p:cTn id="28" dur="200"/>
                                        <p:tgtEl>
                                          <p:spTgt spid="67"/>
                                        </p:tgtEl>
                                      </p:cBhvr>
                                    </p:animEffect>
                                  </p:childTnLst>
                                </p:cTn>
                              </p:par>
                              <p:par>
                                <p:cTn id="29" presetID="10" presetClass="entr" presetSubtype="0" fill="hold" nodeType="withEffect">
                                  <p:stCondLst>
                                    <p:cond delay="20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200"/>
                                        <p:tgtEl>
                                          <p:spTgt spid="70"/>
                                        </p:tgtEl>
                                      </p:cBhvr>
                                    </p:animEffect>
                                  </p:childTnLst>
                                </p:cTn>
                              </p:par>
                              <p:par>
                                <p:cTn id="32" presetID="10" presetClass="entr" presetSubtype="0" fill="hold" grpId="0" nodeType="withEffect">
                                  <p:stCondLst>
                                    <p:cond delay="10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200"/>
                                        <p:tgtEl>
                                          <p:spTgt spid="4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200"/>
                                        <p:tgtEl>
                                          <p:spTgt spid="40"/>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200"/>
                                        <p:tgtEl>
                                          <p:spTgt spid="42"/>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200"/>
                                        <p:tgtEl>
                                          <p:spTgt spid="43"/>
                                        </p:tgtEl>
                                      </p:cBhvr>
                                    </p:animEffect>
                                  </p:childTnLst>
                                </p:cTn>
                              </p:par>
                              <p:par>
                                <p:cTn id="44" presetID="10" presetClass="entr" presetSubtype="0" fill="hold" nodeType="with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fade">
                                      <p:cBhvr>
                                        <p:cTn id="46" dur="200"/>
                                        <p:tgtEl>
                                          <p:spTgt spid="6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200"/>
                                        <p:tgtEl>
                                          <p:spTgt spid="5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200"/>
                                        <p:tgtEl>
                                          <p:spTgt spid="5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fade">
                                      <p:cBhvr>
                                        <p:cTn id="55" dur="200"/>
                                        <p:tgtEl>
                                          <p:spTgt spid="49"/>
                                        </p:tgtEl>
                                      </p:cBhvr>
                                    </p:animEffect>
                                  </p:childTnLst>
                                </p:cTn>
                              </p:par>
                              <p:par>
                                <p:cTn id="56" presetID="10" presetClass="entr" presetSubtype="0" fill="hold" nodeType="withEffect">
                                  <p:stCondLst>
                                    <p:cond delay="10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200"/>
                                        <p:tgtEl>
                                          <p:spTgt spid="58"/>
                                        </p:tgtEl>
                                      </p:cBhvr>
                                    </p:animEffect>
                                  </p:childTnLst>
                                </p:cTn>
                              </p:par>
                              <p:par>
                                <p:cTn id="59" presetID="10" presetClass="entr" presetSubtype="0" fill="hold" grpId="0" nodeType="withEffect">
                                  <p:stCondLst>
                                    <p:cond delay="10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200"/>
                                        <p:tgtEl>
                                          <p:spTgt spid="57"/>
                                        </p:tgtEl>
                                      </p:cBhvr>
                                    </p:animEffect>
                                  </p:childTnLst>
                                </p:cTn>
                              </p:par>
                              <p:par>
                                <p:cTn id="62" presetID="10" presetClass="entr" presetSubtype="0" fill="hold" grpId="0" nodeType="withEffect">
                                  <p:stCondLst>
                                    <p:cond delay="10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200"/>
                                        <p:tgtEl>
                                          <p:spTgt spid="54"/>
                                        </p:tgtEl>
                                      </p:cBhvr>
                                    </p:animEffect>
                                  </p:childTnLst>
                                </p:cTn>
                              </p:par>
                              <p:par>
                                <p:cTn id="65" presetID="10" presetClass="entr" presetSubtype="0" fill="hold" grpId="0" nodeType="withEffect">
                                  <p:stCondLst>
                                    <p:cond delay="10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200"/>
                                        <p:tgtEl>
                                          <p:spTgt spid="50"/>
                                        </p:tgtEl>
                                      </p:cBhvr>
                                    </p:animEffect>
                                  </p:childTnLst>
                                </p:cTn>
                              </p:par>
                              <p:par>
                                <p:cTn id="68" presetID="10" presetClass="entr" presetSubtype="0" fill="hold" nodeType="withEffect">
                                  <p:stCondLst>
                                    <p:cond delay="200"/>
                                  </p:stCondLst>
                                  <p:childTnLst>
                                    <p:set>
                                      <p:cBhvr>
                                        <p:cTn id="69" dur="1" fill="hold">
                                          <p:stCondLst>
                                            <p:cond delay="0"/>
                                          </p:stCondLst>
                                        </p:cTn>
                                        <p:tgtEl>
                                          <p:spTgt spid="59"/>
                                        </p:tgtEl>
                                        <p:attrNameLst>
                                          <p:attrName>style.visibility</p:attrName>
                                        </p:attrNameLst>
                                      </p:cBhvr>
                                      <p:to>
                                        <p:strVal val="visible"/>
                                      </p:to>
                                    </p:set>
                                    <p:animEffect transition="in" filter="fade">
                                      <p:cBhvr>
                                        <p:cTn id="70" dur="200"/>
                                        <p:tgtEl>
                                          <p:spTgt spid="59"/>
                                        </p:tgtEl>
                                      </p:cBhvr>
                                    </p:animEffect>
                                  </p:childTnLst>
                                </p:cTn>
                              </p:par>
                              <p:par>
                                <p:cTn id="71" presetID="10" presetClass="entr" presetSubtype="0" fill="hold" grpId="0" nodeType="withEffect">
                                  <p:stCondLst>
                                    <p:cond delay="200"/>
                                  </p:stCondLst>
                                  <p:childTnLst>
                                    <p:set>
                                      <p:cBhvr>
                                        <p:cTn id="72" dur="1" fill="hold">
                                          <p:stCondLst>
                                            <p:cond delay="0"/>
                                          </p:stCondLst>
                                        </p:cTn>
                                        <p:tgtEl>
                                          <p:spTgt spid="56"/>
                                        </p:tgtEl>
                                        <p:attrNameLst>
                                          <p:attrName>style.visibility</p:attrName>
                                        </p:attrNameLst>
                                      </p:cBhvr>
                                      <p:to>
                                        <p:strVal val="visible"/>
                                      </p:to>
                                    </p:set>
                                    <p:animEffect transition="in" filter="fade">
                                      <p:cBhvr>
                                        <p:cTn id="73" dur="200"/>
                                        <p:tgtEl>
                                          <p:spTgt spid="56"/>
                                        </p:tgtEl>
                                      </p:cBhvr>
                                    </p:animEffect>
                                  </p:childTnLst>
                                </p:cTn>
                              </p:par>
                              <p:par>
                                <p:cTn id="74" presetID="10" presetClass="entr" presetSubtype="0" fill="hold" grpId="0" nodeType="withEffect">
                                  <p:stCondLst>
                                    <p:cond delay="200"/>
                                  </p:stCondLst>
                                  <p:childTnLst>
                                    <p:set>
                                      <p:cBhvr>
                                        <p:cTn id="75" dur="1" fill="hold">
                                          <p:stCondLst>
                                            <p:cond delay="0"/>
                                          </p:stCondLst>
                                        </p:cTn>
                                        <p:tgtEl>
                                          <p:spTgt spid="53"/>
                                        </p:tgtEl>
                                        <p:attrNameLst>
                                          <p:attrName>style.visibility</p:attrName>
                                        </p:attrNameLst>
                                      </p:cBhvr>
                                      <p:to>
                                        <p:strVal val="visible"/>
                                      </p:to>
                                    </p:set>
                                    <p:animEffect transition="in" filter="fade">
                                      <p:cBhvr>
                                        <p:cTn id="76" dur="200"/>
                                        <p:tgtEl>
                                          <p:spTgt spid="53"/>
                                        </p:tgtEl>
                                      </p:cBhvr>
                                    </p:animEffect>
                                  </p:childTnLst>
                                </p:cTn>
                              </p:par>
                              <p:par>
                                <p:cTn id="77" presetID="10" presetClass="entr" presetSubtype="0" fill="hold" grpId="0" nodeType="withEffect">
                                  <p:stCondLst>
                                    <p:cond delay="20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200"/>
                                        <p:tgtEl>
                                          <p:spTgt spid="51"/>
                                        </p:tgtEl>
                                      </p:cBhvr>
                                    </p:animEffect>
                                  </p:childTnLst>
                                </p:cTn>
                              </p:par>
                              <p:par>
                                <p:cTn id="80" presetID="10" presetClass="entr" presetSubtype="0" fill="hold" grpId="0" nodeType="withEffect">
                                  <p:stCondLst>
                                    <p:cond delay="300"/>
                                  </p:stCondLst>
                                  <p:childTnLst>
                                    <p:set>
                                      <p:cBhvr>
                                        <p:cTn id="81" dur="1" fill="hold">
                                          <p:stCondLst>
                                            <p:cond delay="0"/>
                                          </p:stCondLst>
                                        </p:cTn>
                                        <p:tgtEl>
                                          <p:spTgt spid="9"/>
                                        </p:tgtEl>
                                        <p:attrNameLst>
                                          <p:attrName>style.visibility</p:attrName>
                                        </p:attrNameLst>
                                      </p:cBhvr>
                                      <p:to>
                                        <p:strVal val="visible"/>
                                      </p:to>
                                    </p:set>
                                    <p:animEffect transition="in" filter="fade">
                                      <p:cBhvr>
                                        <p:cTn id="82" dur="200"/>
                                        <p:tgtEl>
                                          <p:spTgt spid="9"/>
                                        </p:tgtEl>
                                      </p:cBhvr>
                                    </p:animEffect>
                                  </p:childTnLst>
                                </p:cTn>
                              </p:par>
                              <p:par>
                                <p:cTn id="83" presetID="10" presetClass="entr" presetSubtype="0" fill="hold" grpId="0" nodeType="withEffect">
                                  <p:stCondLst>
                                    <p:cond delay="300"/>
                                  </p:stCondLst>
                                  <p:childTnLst>
                                    <p:set>
                                      <p:cBhvr>
                                        <p:cTn id="84" dur="1" fill="hold">
                                          <p:stCondLst>
                                            <p:cond delay="0"/>
                                          </p:stCondLst>
                                        </p:cTn>
                                        <p:tgtEl>
                                          <p:spTgt spid="65"/>
                                        </p:tgtEl>
                                        <p:attrNameLst>
                                          <p:attrName>style.visibility</p:attrName>
                                        </p:attrNameLst>
                                      </p:cBhvr>
                                      <p:to>
                                        <p:strVal val="visible"/>
                                      </p:to>
                                    </p:set>
                                    <p:animEffect transition="in" filter="fade">
                                      <p:cBhvr>
                                        <p:cTn id="85" dur="200"/>
                                        <p:tgtEl>
                                          <p:spTgt spid="65"/>
                                        </p:tgtEl>
                                      </p:cBhvr>
                                    </p:animEffect>
                                  </p:childTnLst>
                                </p:cTn>
                              </p:par>
                              <p:par>
                                <p:cTn id="86" presetID="10" presetClass="entr" presetSubtype="0" fill="hold" grpId="0" nodeType="withEffect">
                                  <p:stCondLst>
                                    <p:cond delay="300"/>
                                  </p:stCondLst>
                                  <p:childTnLst>
                                    <p:set>
                                      <p:cBhvr>
                                        <p:cTn id="87" dur="1" fill="hold">
                                          <p:stCondLst>
                                            <p:cond delay="0"/>
                                          </p:stCondLst>
                                        </p:cTn>
                                        <p:tgtEl>
                                          <p:spTgt spid="64"/>
                                        </p:tgtEl>
                                        <p:attrNameLst>
                                          <p:attrName>style.visibility</p:attrName>
                                        </p:attrNameLst>
                                      </p:cBhvr>
                                      <p:to>
                                        <p:strVal val="visible"/>
                                      </p:to>
                                    </p:set>
                                    <p:animEffect transition="in" filter="fade">
                                      <p:cBhvr>
                                        <p:cTn id="88" dur="200"/>
                                        <p:tgtEl>
                                          <p:spTgt spid="64"/>
                                        </p:tgtEl>
                                      </p:cBhvr>
                                    </p:animEffect>
                                  </p:childTnLst>
                                </p:cTn>
                              </p:par>
                              <p:par>
                                <p:cTn id="89" presetID="10" presetClass="entr" presetSubtype="0" fill="hold" grpId="0" nodeType="withEffect">
                                  <p:stCondLst>
                                    <p:cond delay="30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2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0" grpId="0" animBg="1"/>
      <p:bldP spid="41" grpId="0" animBg="1"/>
      <p:bldP spid="42" grpId="0" animBg="1"/>
      <p:bldP spid="5" grpId="0"/>
      <p:bldP spid="2" grpId="0" build="p"/>
      <p:bldP spid="47" grpId="0" animBg="1"/>
      <p:bldP spid="9" grpId="0" animBg="1"/>
      <p:bldP spid="55" grpId="0"/>
      <p:bldP spid="52" grpId="0"/>
      <p:bldP spid="49" grpId="0"/>
      <p:bldP spid="57" grpId="0"/>
      <p:bldP spid="54" grpId="0"/>
      <p:bldP spid="50" grpId="0"/>
      <p:bldP spid="56" grpId="0"/>
      <p:bldP spid="53" grpId="0"/>
      <p:bldP spid="51" grpId="0"/>
      <p:bldP spid="65" grpId="0"/>
      <p:bldP spid="64" grpId="0"/>
      <p:bldP spid="48" grpId="0"/>
      <p:bldP spid="44" grpId="0" animBg="1"/>
      <p:bldP spid="45" grpId="0" animBg="1"/>
      <p:bldP spid="4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A4380-55FB-388B-843A-D6852E0EDF98}"/>
            </a:ext>
          </a:extLst>
        </p:cNvPr>
        <p:cNvGrpSpPr/>
        <p:nvPr/>
      </p:nvGrpSpPr>
      <p:grpSpPr>
        <a:xfrm>
          <a:off x="0" y="0"/>
          <a:ext cx="0" cy="0"/>
          <a:chOff x="0" y="0"/>
          <a:chExt cx="0" cy="0"/>
        </a:xfrm>
      </p:grpSpPr>
      <p:sp>
        <p:nvSpPr>
          <p:cNvPr id="37" name="Oval 36" descr="Spotlight">
            <a:extLst>
              <a:ext uri="{FF2B5EF4-FFF2-40B4-BE49-F238E27FC236}">
                <a16:creationId xmlns:a16="http://schemas.microsoft.com/office/drawing/2014/main" id="{149CE047-8C2C-62FB-7838-F6D913FC8F01}"/>
              </a:ext>
            </a:extLst>
          </p:cNvPr>
          <p:cNvSpPr/>
          <p:nvPr/>
        </p:nvSpPr>
        <p:spPr bwMode="auto">
          <a:xfrm>
            <a:off x="-1655296" y="-1383945"/>
            <a:ext cx="15502592" cy="9625889"/>
          </a:xfrm>
          <a:prstGeom prst="ellipse">
            <a:avLst/>
          </a:prstGeom>
          <a:gradFill flip="none" rotWithShape="1">
            <a:gsLst>
              <a:gs pos="90000">
                <a:srgbClr val="E2D9F1"/>
              </a:gs>
              <a:gs pos="10000">
                <a:srgbClr val="DCEDE8"/>
              </a:gs>
              <a:gs pos="50000">
                <a:srgbClr val="C6E3F3"/>
              </a:gs>
            </a:gsLst>
            <a:lin ang="0" scaled="0"/>
            <a:tileRect/>
          </a:gradFill>
          <a:ln>
            <a:noFill/>
            <a:headEnd type="none" w="med" len="med"/>
            <a:tailEnd type="none" w="med" len="med"/>
          </a:ln>
          <a:effectLst>
            <a:softEdge rad="12700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0" normalizeH="0" baseline="0" noProof="0" err="1">
              <a:ln>
                <a:noFill/>
              </a:ln>
              <a:solidFill>
                <a:srgbClr val="EE0000"/>
              </a:solidFill>
              <a:effectLst/>
              <a:uLnTx/>
              <a:uFillTx/>
              <a:latin typeface="Segoe UI"/>
              <a:ea typeface="+mn-ea"/>
              <a:cs typeface="Segoe UI" pitchFamily="34" charset="0"/>
            </a:endParaRPr>
          </a:p>
        </p:txBody>
      </p:sp>
      <p:sp>
        <p:nvSpPr>
          <p:cNvPr id="13" name="Rectangle 12">
            <a:extLst>
              <a:ext uri="{FF2B5EF4-FFF2-40B4-BE49-F238E27FC236}">
                <a16:creationId xmlns:a16="http://schemas.microsoft.com/office/drawing/2014/main" id="{999D3B0C-3A8A-456C-E302-6EB27A6B674E}"/>
              </a:ext>
            </a:extLst>
          </p:cNvPr>
          <p:cNvSpPr/>
          <p:nvPr/>
        </p:nvSpPr>
        <p:spPr bwMode="auto">
          <a:xfrm>
            <a:off x="677070" y="2405063"/>
            <a:ext cx="10837860"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552583"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a:ln>
                  <a:noFill/>
                </a:ln>
                <a:solidFill>
                  <a:srgbClr val="000000"/>
                </a:solidFill>
                <a:effectLst/>
                <a:uLnTx/>
                <a:uFillTx/>
                <a:latin typeface="Segoe Sans Display Semibold"/>
                <a:ea typeface="+mn-ea"/>
                <a:cs typeface="Segoe UI" pitchFamily="34" charset="0"/>
              </a:rPr>
              <a:t>Work IQ</a:t>
            </a:r>
          </a:p>
        </p:txBody>
      </p:sp>
      <p:sp>
        <p:nvSpPr>
          <p:cNvPr id="25" name="Rectangle 24">
            <a:extLst>
              <a:ext uri="{FF2B5EF4-FFF2-40B4-BE49-F238E27FC236}">
                <a16:creationId xmlns:a16="http://schemas.microsoft.com/office/drawing/2014/main" id="{8D7A5A3B-FF2F-C432-13CC-F0AEDC75B66F}"/>
              </a:ext>
            </a:extLst>
          </p:cNvPr>
          <p:cNvSpPr/>
          <p:nvPr/>
        </p:nvSpPr>
        <p:spPr bwMode="auto">
          <a:xfrm>
            <a:off x="677070" y="3254348"/>
            <a:ext cx="10837861" cy="3693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552583" rtl="0" eaLnBrk="1" fontAlgn="base" latinLnBrk="0" hangingPunct="1">
              <a:lnSpc>
                <a:spcPct val="100000"/>
              </a:lnSpc>
              <a:spcBef>
                <a:spcPts val="356"/>
              </a:spcBef>
              <a:spcAft>
                <a:spcPct val="0"/>
              </a:spcAft>
              <a:buClrTx/>
              <a:buSzPct val="90000"/>
              <a:buFontTx/>
              <a:buNone/>
              <a:tabLst>
                <a:tab pos="812843" algn="l"/>
              </a:tabLst>
              <a:defRPr/>
            </a:pPr>
            <a:r>
              <a:rPr kumimoji="0" lang="en-US" sz="2400" b="0" i="0" u="none" strike="noStrike" kern="1200" cap="none" spc="0" normalizeH="0" baseline="0" noProof="0">
                <a:ln>
                  <a:noFill/>
                </a:ln>
                <a:solidFill>
                  <a:srgbClr val="000000"/>
                </a:solidFill>
                <a:effectLst/>
                <a:uLnTx/>
                <a:uFillTx/>
                <a:latin typeface="Segoe UI"/>
                <a:ea typeface="+mn-ea"/>
                <a:cs typeface="Segoe UI" pitchFamily="34" charset="0"/>
              </a:rPr>
              <a:t>Workplace intelligence designed for the unique needs of agents</a:t>
            </a:r>
          </a:p>
        </p:txBody>
      </p:sp>
      <p:sp>
        <p:nvSpPr>
          <p:cNvPr id="3" name="Rounded Rectangle 15">
            <a:extLst>
              <a:ext uri="{FF2B5EF4-FFF2-40B4-BE49-F238E27FC236}">
                <a16:creationId xmlns:a16="http://schemas.microsoft.com/office/drawing/2014/main" id="{831DADA9-1A0D-C065-7B42-6F25ABCBC37B}"/>
              </a:ext>
            </a:extLst>
          </p:cNvPr>
          <p:cNvSpPr>
            <a:spLocks/>
          </p:cNvSpPr>
          <p:nvPr/>
        </p:nvSpPr>
        <p:spPr bwMode="auto">
          <a:xfrm>
            <a:off x="685260" y="3931456"/>
            <a:ext cx="3487595" cy="1880574"/>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800" b="1" i="0" u="none" strike="noStrike" kern="0" cap="none" spc="0" normalizeH="0" baseline="0" noProof="0">
                <a:ln>
                  <a:noFill/>
                </a:ln>
                <a:solidFill>
                  <a:srgbClr val="000000"/>
                </a:solidFill>
                <a:effectLst/>
                <a:uLnTx/>
                <a:uFillTx/>
                <a:latin typeface="Segoe Sans Display Semibold"/>
                <a:ea typeface="+mn-ea"/>
                <a:cs typeface="Segoe UI" pitchFamily="34" charset="0"/>
              </a:rPr>
              <a:t>Optimized for Agentic Use</a:t>
            </a: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Designed for high volume</a:t>
            </a:r>
            <a:b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b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agent reasoning and tool-calling </a:t>
            </a:r>
            <a:b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b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with speed, efficiency and scale</a:t>
            </a:r>
          </a:p>
        </p:txBody>
      </p:sp>
      <p:sp>
        <p:nvSpPr>
          <p:cNvPr id="5" name="Rounded Rectangle 15">
            <a:extLst>
              <a:ext uri="{FF2B5EF4-FFF2-40B4-BE49-F238E27FC236}">
                <a16:creationId xmlns:a16="http://schemas.microsoft.com/office/drawing/2014/main" id="{CD80D653-6F17-FA2F-3284-D7614B01852E}"/>
              </a:ext>
            </a:extLst>
          </p:cNvPr>
          <p:cNvSpPr>
            <a:spLocks/>
          </p:cNvSpPr>
          <p:nvPr/>
        </p:nvSpPr>
        <p:spPr bwMode="auto">
          <a:xfrm>
            <a:off x="4420942" y="3931456"/>
            <a:ext cx="3350117" cy="1880574"/>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800" b="1" i="0" u="none" strike="noStrike" kern="0" cap="none" spc="0" normalizeH="0" baseline="0" noProof="0">
                <a:ln>
                  <a:noFill/>
                </a:ln>
                <a:solidFill>
                  <a:srgbClr val="000000"/>
                </a:solidFill>
                <a:effectLst/>
                <a:uLnTx/>
                <a:uFillTx/>
                <a:latin typeface="Segoe Sans Display Semibold"/>
                <a:ea typeface="+mn-ea"/>
                <a:cs typeface="Segoe UI" pitchFamily="34" charset="0"/>
              </a:rPr>
              <a:t>Comprehensive</a:t>
            </a: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Continuously structures high-quality context across your data for more intelligent, up to date results</a:t>
            </a:r>
          </a:p>
        </p:txBody>
      </p:sp>
      <p:sp>
        <p:nvSpPr>
          <p:cNvPr id="6" name="Rounded Rectangle 15">
            <a:extLst>
              <a:ext uri="{FF2B5EF4-FFF2-40B4-BE49-F238E27FC236}">
                <a16:creationId xmlns:a16="http://schemas.microsoft.com/office/drawing/2014/main" id="{B23A9132-D133-D2B9-4A94-8FB742A75163}"/>
              </a:ext>
            </a:extLst>
          </p:cNvPr>
          <p:cNvSpPr>
            <a:spLocks/>
          </p:cNvSpPr>
          <p:nvPr/>
        </p:nvSpPr>
        <p:spPr bwMode="auto">
          <a:xfrm>
            <a:off x="8063825" y="3931456"/>
            <a:ext cx="3395204" cy="1880574"/>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800" b="1" i="0" u="none" strike="noStrike" kern="0" cap="none" spc="0" normalizeH="0" baseline="0" noProof="0">
                <a:ln>
                  <a:noFill/>
                </a:ln>
                <a:solidFill>
                  <a:srgbClr val="000000"/>
                </a:solidFill>
                <a:effectLst/>
                <a:uLnTx/>
                <a:uFillTx/>
                <a:latin typeface="Segoe Sans Display Semibold"/>
                <a:ea typeface="+mn-ea"/>
                <a:cs typeface="Segoe UI" pitchFamily="34" charset="0"/>
              </a:rPr>
              <a:t>Secure</a:t>
            </a: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Operates directly on enterprise data in place, preserving existing security and governance policies</a:t>
            </a:r>
          </a:p>
        </p:txBody>
      </p:sp>
      <p:pic>
        <p:nvPicPr>
          <p:cNvPr id="9" name="Picture 8">
            <a:extLst>
              <a:ext uri="{FF2B5EF4-FFF2-40B4-BE49-F238E27FC236}">
                <a16:creationId xmlns:a16="http://schemas.microsoft.com/office/drawing/2014/main" id="{AE622E59-B37C-B8CB-4AC4-6CD751783CA1}"/>
              </a:ext>
              <a:ext uri="{C183D7F6-B498-43B3-948B-1728B52AA6E4}">
                <adec:decorative xmlns:adec="http://schemas.microsoft.com/office/drawing/2017/decorative" val="1"/>
              </a:ext>
            </a:extLst>
          </p:cNvPr>
          <p:cNvPicPr>
            <a:picLocks noChangeAspect="1"/>
          </p:cNvPicPr>
          <p:nvPr/>
        </p:nvPicPr>
        <p:blipFill rotWithShape="1">
          <a:blip r:embed="rId4"/>
          <a:stretch>
            <a:fillRect/>
          </a:stretch>
        </p:blipFill>
        <p:spPr>
          <a:xfrm>
            <a:off x="5755867" y="1534382"/>
            <a:ext cx="680266" cy="748292"/>
          </a:xfrm>
          <a:prstGeom prst="rect">
            <a:avLst/>
          </a:prstGeom>
        </p:spPr>
      </p:pic>
      <p:cxnSp>
        <p:nvCxnSpPr>
          <p:cNvPr id="10" name="!!Straight Connector 49">
            <a:extLst>
              <a:ext uri="{FF2B5EF4-FFF2-40B4-BE49-F238E27FC236}">
                <a16:creationId xmlns:a16="http://schemas.microsoft.com/office/drawing/2014/main" id="{7E8CA143-479B-8354-B7E8-A63CAA7FA6E6}"/>
              </a:ext>
              <a:ext uri="{C183D7F6-B498-43B3-948B-1728B52AA6E4}">
                <adec:decorative xmlns:adec="http://schemas.microsoft.com/office/drawing/2017/decorative" val="1"/>
              </a:ext>
            </a:extLst>
          </p:cNvPr>
          <p:cNvCxnSpPr>
            <a:cxnSpLocks/>
          </p:cNvCxnSpPr>
          <p:nvPr/>
        </p:nvCxnSpPr>
        <p:spPr>
          <a:xfrm>
            <a:off x="4284880" y="4328713"/>
            <a:ext cx="0" cy="1176057"/>
          </a:xfrm>
          <a:prstGeom prst="line">
            <a:avLst/>
          </a:prstGeom>
          <a:solidFill>
            <a:srgbClr val="3A4953">
              <a:alpha val="0"/>
            </a:srgbClr>
          </a:solidFill>
          <a:ln w="12700" cap="rnd" cmpd="sng" algn="ctr">
            <a:gradFill flip="none" rotWithShape="1">
              <a:gsLst>
                <a:gs pos="0">
                  <a:srgbClr val="657076">
                    <a:alpha val="0"/>
                  </a:srgbClr>
                </a:gs>
                <a:gs pos="50000">
                  <a:srgbClr val="657076"/>
                </a:gs>
                <a:gs pos="100000">
                  <a:srgbClr val="657076">
                    <a:alpha val="0"/>
                  </a:srgbClr>
                </a:gs>
              </a:gsLst>
              <a:lin ang="16200000" scaled="1"/>
              <a:tileRect/>
            </a:gradFill>
            <a:prstDash val="solid"/>
            <a:headEnd type="none" w="lg" len="sm"/>
            <a:tailEnd type="none" w="lg" len="sm"/>
          </a:ln>
          <a:effectLst/>
        </p:spPr>
      </p:cxnSp>
      <p:cxnSp>
        <p:nvCxnSpPr>
          <p:cNvPr id="11" name="!!Straight Connector 49">
            <a:extLst>
              <a:ext uri="{FF2B5EF4-FFF2-40B4-BE49-F238E27FC236}">
                <a16:creationId xmlns:a16="http://schemas.microsoft.com/office/drawing/2014/main" id="{742A2EDA-1852-C72C-2C84-739DF6CC6B1D}"/>
              </a:ext>
              <a:ext uri="{C183D7F6-B498-43B3-948B-1728B52AA6E4}">
                <adec:decorative xmlns:adec="http://schemas.microsoft.com/office/drawing/2017/decorative" val="1"/>
              </a:ext>
            </a:extLst>
          </p:cNvPr>
          <p:cNvCxnSpPr>
            <a:cxnSpLocks/>
          </p:cNvCxnSpPr>
          <p:nvPr/>
        </p:nvCxnSpPr>
        <p:spPr>
          <a:xfrm>
            <a:off x="7926172" y="4328713"/>
            <a:ext cx="0" cy="1176057"/>
          </a:xfrm>
          <a:prstGeom prst="line">
            <a:avLst/>
          </a:prstGeom>
          <a:solidFill>
            <a:srgbClr val="3A4953">
              <a:alpha val="0"/>
            </a:srgbClr>
          </a:solidFill>
          <a:ln w="12700" cap="rnd" cmpd="sng" algn="ctr">
            <a:gradFill flip="none" rotWithShape="1">
              <a:gsLst>
                <a:gs pos="0">
                  <a:srgbClr val="657076">
                    <a:alpha val="0"/>
                  </a:srgbClr>
                </a:gs>
                <a:gs pos="50000">
                  <a:srgbClr val="657076"/>
                </a:gs>
                <a:gs pos="100000">
                  <a:srgbClr val="657076">
                    <a:alpha val="0"/>
                  </a:srgbClr>
                </a:gs>
              </a:gsLst>
              <a:lin ang="16200000" scaled="1"/>
              <a:tileRect/>
            </a:gradFill>
            <a:prstDash val="solid"/>
            <a:headEnd type="none" w="lg" len="sm"/>
            <a:tailEnd type="none" w="lg" len="sm"/>
          </a:ln>
          <a:effectLst/>
        </p:spPr>
      </p:cxnSp>
      <p:sp>
        <p:nvSpPr>
          <p:cNvPr id="38" name="Subtitle 13">
            <a:extLst>
              <a:ext uri="{FF2B5EF4-FFF2-40B4-BE49-F238E27FC236}">
                <a16:creationId xmlns:a16="http://schemas.microsoft.com/office/drawing/2014/main" id="{1E197513-BF99-CEFF-5E96-CBEFA5116D7E}"/>
              </a:ext>
            </a:extLst>
          </p:cNvPr>
          <p:cNvSpPr txBox="1">
            <a:spLocks/>
          </p:cNvSpPr>
          <p:nvPr/>
        </p:nvSpPr>
        <p:spPr>
          <a:xfrm>
            <a:off x="4479422" y="642009"/>
            <a:ext cx="3236202" cy="410400"/>
          </a:xfrm>
          <a:prstGeom prst="roundRect">
            <a:avLst>
              <a:gd name="adj" fmla="val 40171"/>
            </a:avLst>
          </a:prstGeom>
          <a:gradFill flip="none" rotWithShape="1">
            <a:gsLst>
              <a:gs pos="0">
                <a:schemeClr val="accent3"/>
              </a:gs>
              <a:gs pos="100000">
                <a:srgbClr val="8661C5"/>
              </a:gs>
              <a:gs pos="52000">
                <a:schemeClr val="tx2"/>
              </a:gs>
            </a:gsLst>
            <a:path path="circle">
              <a:fillToRect r="100000" b="100000"/>
            </a:path>
            <a:tileRect l="-100000" t="-10000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72000" rIns="0" bIns="72000" numCol="1" spcCol="0" rtlCol="0" fromWordArt="0" anchor="ctr" anchorCtr="0" forceAA="0" compatLnSpc="1">
            <a:prstTxWarp prst="textNoShape">
              <a:avLst/>
            </a:prstTxWarp>
            <a:noAutofit/>
          </a:bodyPr>
          <a:lstStyle>
            <a:lvl1pPr marL="135465" marR="0" indent="-135465"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72" b="0" kern="1200" cap="none" spc="0" baseline="0">
                <a:ln w="3175">
                  <a:noFill/>
                </a:ln>
                <a:solidFill>
                  <a:schemeClr val="tx1"/>
                </a:solidFill>
                <a:effectLst/>
                <a:latin typeface="+mn-lt"/>
                <a:ea typeface="+mn-ea"/>
                <a:cs typeface="Segoe UI" panose="020B0502040204020203" pitchFamily="34" charset="0"/>
              </a:defRPr>
            </a:lvl1pPr>
            <a:lvl2pPr marL="270930" marR="0" indent="-135465"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43" kern="1200" spc="0" baseline="0">
                <a:solidFill>
                  <a:schemeClr val="tx1"/>
                </a:solidFill>
                <a:latin typeface="+mn-lt"/>
                <a:ea typeface="+mn-ea"/>
                <a:cs typeface="+mn-cs"/>
              </a:defRPr>
            </a:lvl2pPr>
            <a:lvl3pPr marL="389462" marR="0" indent="-118532"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952" kern="1200" spc="0" baseline="0">
                <a:solidFill>
                  <a:schemeClr val="tx1"/>
                </a:solidFill>
                <a:latin typeface="+mn-lt"/>
                <a:ea typeface="+mn-ea"/>
                <a:cs typeface="+mn-cs"/>
              </a:defRPr>
            </a:lvl3pPr>
            <a:lvl4pPr marL="499528" marR="0" indent="-107243"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62" kern="1200" spc="0" baseline="0">
                <a:solidFill>
                  <a:schemeClr val="tx1"/>
                </a:solidFill>
                <a:latin typeface="+mn-lt"/>
                <a:ea typeface="+mn-ea"/>
                <a:cs typeface="+mn-cs"/>
              </a:defRPr>
            </a:lvl4pPr>
            <a:lvl5pPr marL="606771" marR="0" indent="-99717" algn="l" defTabSz="55273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762" kern="1200" spc="0" baseline="0">
                <a:solidFill>
                  <a:schemeClr val="tx1"/>
                </a:solidFill>
                <a:latin typeface="+mn-lt"/>
                <a:ea typeface="+mn-ea"/>
                <a:cs typeface="+mn-cs"/>
              </a:defRPr>
            </a:lvl5pPr>
            <a:lvl6pPr marL="1520007"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6pPr>
            <a:lvl7pPr marL="1796372"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7pPr>
            <a:lvl8pPr marL="2072736"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8pPr>
            <a:lvl9pPr marL="2349102" indent="-138182" algn="l" defTabSz="552730" rtl="0" eaLnBrk="1" latinLnBrk="0" hangingPunct="1">
              <a:spcBef>
                <a:spcPct val="20000"/>
              </a:spcBef>
              <a:buFont typeface="Arial" pitchFamily="34" charset="0"/>
              <a:buChar char="•"/>
              <a:defRPr sz="1185" kern="1200">
                <a:solidFill>
                  <a:schemeClr val="tx1"/>
                </a:solidFill>
                <a:latin typeface="+mn-lt"/>
                <a:ea typeface="+mn-ea"/>
                <a:cs typeface="+mn-cs"/>
              </a:defRPr>
            </a:lvl9pPr>
          </a:lstStyle>
          <a:p>
            <a:pPr marL="0" marR="0" lvl="0" indent="0" algn="ctr" defTabSz="552730" rtl="0" eaLnBrk="1" fontAlgn="base" latinLnBrk="0" hangingPunct="1">
              <a:lnSpc>
                <a:spcPct val="90000"/>
              </a:lnSpc>
              <a:spcBef>
                <a:spcPct val="20000"/>
              </a:spcBef>
              <a:spcAft>
                <a:spcPct val="0"/>
              </a:spcAft>
              <a:buClrTx/>
              <a:buSzPct val="90000"/>
              <a:buFont typeface="Wingdings" panose="05000000000000000000" pitchFamily="2" charset="2"/>
              <a:buNone/>
              <a:tabLst/>
              <a:defRPr/>
            </a:pPr>
            <a:r>
              <a:rPr kumimoji="0" lang="en-CA" sz="1800" b="1" i="0" u="none" strike="noStrike" kern="1200" cap="none" spc="0" normalizeH="0" baseline="0" noProof="0">
                <a:ln w="3175">
                  <a:noFill/>
                </a:ln>
                <a:solidFill>
                  <a:srgbClr val="FFFFFF"/>
                </a:solidFill>
                <a:effectLst/>
                <a:uLnTx/>
                <a:uFillTx/>
                <a:latin typeface="Segoe UI Semibold" panose="020B0502040204020203" pitchFamily="34" charset="0"/>
                <a:ea typeface="+mn-ea"/>
                <a:cs typeface="Segoe UI Semibold" panose="020B0502040204020203" pitchFamily="34" charset="0"/>
              </a:rPr>
              <a:t>Generally available</a:t>
            </a:r>
          </a:p>
        </p:txBody>
      </p:sp>
      <p:sp>
        <p:nvSpPr>
          <p:cNvPr id="2" name="TextBox 1">
            <a:extLst>
              <a:ext uri="{FF2B5EF4-FFF2-40B4-BE49-F238E27FC236}">
                <a16:creationId xmlns:a16="http://schemas.microsoft.com/office/drawing/2014/main" id="{C5B5BF6C-0DF8-83C2-8964-891A54542C54}"/>
              </a:ext>
            </a:extLst>
          </p:cNvPr>
          <p:cNvSpPr txBox="1"/>
          <p:nvPr/>
        </p:nvSpPr>
        <p:spPr>
          <a:xfrm>
            <a:off x="4756238" y="6356827"/>
            <a:ext cx="2668044" cy="246221"/>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mn-cs"/>
              </a:rPr>
              <a:t>aka.ms/</a:t>
            </a:r>
            <a:r>
              <a:rPr kumimoji="0" lang="en-US" sz="1600" b="0" i="0" u="none" strike="noStrike" kern="1200" cap="none" spc="0" normalizeH="0" baseline="0" noProof="0" err="1">
                <a:ln>
                  <a:noFill/>
                </a:ln>
                <a:solidFill>
                  <a:srgbClr val="000000"/>
                </a:solidFill>
                <a:effectLst/>
                <a:uLnTx/>
                <a:uFillTx/>
                <a:latin typeface="Segoe Sans Display Semibold"/>
                <a:ea typeface="+mn-ea"/>
                <a:cs typeface="+mn-cs"/>
              </a:rPr>
              <a:t>WorkIQ</a:t>
            </a:r>
            <a:endParaRPr kumimoji="0" lang="en-US" sz="1600" b="0" i="0" u="none" strike="noStrike" kern="1200" cap="none" spc="0" normalizeH="0" baseline="0" noProof="0">
              <a:ln>
                <a:noFill/>
              </a:ln>
              <a:solidFill>
                <a:srgbClr val="000000"/>
              </a:solidFill>
              <a:effectLst/>
              <a:uLnTx/>
              <a:uFillTx/>
              <a:latin typeface="Segoe Sans Display Semibold"/>
              <a:ea typeface="+mn-ea"/>
              <a:cs typeface="+mn-cs"/>
            </a:endParaRPr>
          </a:p>
        </p:txBody>
      </p:sp>
    </p:spTree>
    <p:custDataLst>
      <p:tags r:id="rId1"/>
    </p:custDataLst>
    <p:extLst>
      <p:ext uri="{BB962C8B-B14F-4D97-AF65-F5344CB8AC3E}">
        <p14:creationId xmlns:p14="http://schemas.microsoft.com/office/powerpoint/2010/main" val="38914070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par>
                                <p:cTn id="8" presetID="10" presetClass="entr" presetSubtype="0" fill="hold" grpId="0" nodeType="withEffect">
                                  <p:stCondLst>
                                    <p:cond delay="200"/>
                                  </p:stCondLst>
                                  <p:iterate type="lt">
                                    <p:tmPct val="5000"/>
                                  </p:iterate>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00"/>
                                        <p:tgtEl>
                                          <p:spTgt spid="25"/>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200"/>
                                        <p:tgtEl>
                                          <p:spTgt spid="3"/>
                                        </p:tgtEl>
                                      </p:cBhvr>
                                    </p:animEffect>
                                  </p:childTnLst>
                                </p:cTn>
                              </p:par>
                              <p:par>
                                <p:cTn id="17" presetID="10" presetClass="entr" presetSubtype="0" fill="hold" nodeType="withEffect">
                                  <p:stCondLst>
                                    <p:cond delay="45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
                                        <p:tgtEl>
                                          <p:spTgt spid="5"/>
                                        </p:tgtEl>
                                      </p:cBhvr>
                                    </p:animEffect>
                                  </p:childTnLst>
                                </p:cTn>
                              </p:par>
                              <p:par>
                                <p:cTn id="23" presetID="10" presetClass="entr" presetSubtype="0" fill="hold" nodeType="withEffect">
                                  <p:stCondLst>
                                    <p:cond delay="5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p:tgtEl>
                                          <p:spTgt spid="11"/>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200"/>
                                        <p:tgtEl>
                                          <p:spTgt spid="6"/>
                                        </p:tgtEl>
                                      </p:cBhvr>
                                    </p:animEffect>
                                  </p:childTnLst>
                                </p:cTn>
                              </p:par>
                              <p:par>
                                <p:cTn id="29" presetID="2" presetClass="entr" presetSubtype="1" decel="10000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800" fill="hold"/>
                                        <p:tgtEl>
                                          <p:spTgt spid="37"/>
                                        </p:tgtEl>
                                        <p:attrNameLst>
                                          <p:attrName>ppt_x</p:attrName>
                                        </p:attrNameLst>
                                      </p:cBhvr>
                                      <p:tavLst>
                                        <p:tav tm="0">
                                          <p:val>
                                            <p:strVal val="#ppt_x"/>
                                          </p:val>
                                        </p:tav>
                                        <p:tav tm="100000">
                                          <p:val>
                                            <p:strVal val="#ppt_x"/>
                                          </p:val>
                                        </p:tav>
                                      </p:tavLst>
                                    </p:anim>
                                    <p:anim calcmode="lin" valueType="num">
                                      <p:cBhvr additive="base">
                                        <p:cTn id="32" dur="800" fill="hold"/>
                                        <p:tgtEl>
                                          <p:spTgt spid="37"/>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20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13" grpId="0"/>
      <p:bldP spid="25" grpId="0"/>
      <p:bldP spid="3" grpId="0"/>
      <p:bldP spid="5" grpId="0"/>
      <p:bldP spid="6" grpId="0"/>
      <p:bldP spid="38" grpId="0" animBg="1"/>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973F67C8-F3F0-9F03-0F94-FDC6E1B2AE3C}"/>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t="574" b="574"/>
          <a:stretch/>
        </p:blipFill>
        <p:spPr>
          <a:prstGeom prst="roundRect">
            <a:avLst>
              <a:gd name="adj" fmla="val 3650"/>
            </a:avLst>
          </a:prstGeom>
        </p:spPr>
      </p:pic>
    </p:spTree>
    <p:extLst>
      <p:ext uri="{BB962C8B-B14F-4D97-AF65-F5344CB8AC3E}">
        <p14:creationId xmlns:p14="http://schemas.microsoft.com/office/powerpoint/2010/main" val="5710618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66EDA5-7588-B158-92C4-2B98DBC84AED}"/>
              </a:ext>
            </a:extLst>
          </p:cNvPr>
          <p:cNvPicPr>
            <a:picLocks noChangeAspect="1"/>
          </p:cNvPicPr>
          <p:nvPr/>
        </p:nvPicPr>
        <p:blipFill>
          <a:blip r:embed="rId2"/>
          <a:stretch>
            <a:fillRect/>
          </a:stretch>
        </p:blipFill>
        <p:spPr>
          <a:xfrm>
            <a:off x="0" y="543181"/>
            <a:ext cx="12192000" cy="5771638"/>
          </a:xfrm>
          <a:prstGeom prst="rect">
            <a:avLst/>
          </a:prstGeom>
        </p:spPr>
      </p:pic>
    </p:spTree>
    <p:extLst>
      <p:ext uri="{BB962C8B-B14F-4D97-AF65-F5344CB8AC3E}">
        <p14:creationId xmlns:p14="http://schemas.microsoft.com/office/powerpoint/2010/main" val="2907386013"/>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1651-1A4F-75DC-7003-9445DA395BF1}"/>
              </a:ext>
            </a:extLst>
          </p:cNvPr>
          <p:cNvSpPr>
            <a:spLocks noGrp="1"/>
          </p:cNvSpPr>
          <p:nvPr>
            <p:ph type="title"/>
          </p:nvPr>
        </p:nvSpPr>
        <p:spPr/>
        <p:txBody>
          <a:bodyPr/>
          <a:lstStyle/>
          <a:p>
            <a:r>
              <a:rPr lang="en-US"/>
              <a:t>Work IQ vs Microsoft Graph</a:t>
            </a:r>
            <a:endParaRPr lang="en-GB"/>
          </a:p>
        </p:txBody>
      </p:sp>
      <p:sp>
        <p:nvSpPr>
          <p:cNvPr id="3" name="Content Placeholder 2">
            <a:extLst>
              <a:ext uri="{FF2B5EF4-FFF2-40B4-BE49-F238E27FC236}">
                <a16:creationId xmlns:a16="http://schemas.microsoft.com/office/drawing/2014/main" id="{E66C7C81-16EA-CB62-8853-B7CD34771EBE}"/>
              </a:ext>
            </a:extLst>
          </p:cNvPr>
          <p:cNvSpPr>
            <a:spLocks noGrp="1"/>
          </p:cNvSpPr>
          <p:nvPr>
            <p:ph idx="1"/>
          </p:nvPr>
        </p:nvSpPr>
        <p:spPr/>
        <p:txBody>
          <a:bodyPr>
            <a:normAutofit fontScale="40000" lnSpcReduction="20000"/>
          </a:bodyPr>
          <a:lstStyle/>
          <a:p>
            <a:r>
              <a:rPr lang="en-US"/>
              <a:t>Microsoft Graph is data access</a:t>
            </a:r>
          </a:p>
          <a:p>
            <a:pPr lvl="1"/>
            <a:r>
              <a:rPr lang="en-US"/>
              <a:t>Targets interactive users and custom applications</a:t>
            </a:r>
          </a:p>
          <a:p>
            <a:pPr lvl="1"/>
            <a:r>
              <a:rPr lang="en-US"/>
              <a:t>Allows interacting with Microsoft 365 workloads and more</a:t>
            </a:r>
          </a:p>
          <a:p>
            <a:pPr lvl="1"/>
            <a:r>
              <a:rPr lang="en-US"/>
              <a:t>Provides data-oriented as well as management-oriented APIs</a:t>
            </a:r>
          </a:p>
          <a:p>
            <a:pPr lvl="1"/>
            <a:r>
              <a:rPr lang="en-US"/>
              <a:t>Enforces throttling rules to protect scalability of workloads</a:t>
            </a:r>
          </a:p>
          <a:p>
            <a:pPr lvl="1"/>
            <a:r>
              <a:rPr lang="en-US"/>
              <a:t>Supports application only model</a:t>
            </a:r>
          </a:p>
          <a:p>
            <a:r>
              <a:rPr lang="en-US"/>
              <a:t>Microsoft Work IQ is intelligence</a:t>
            </a:r>
          </a:p>
          <a:p>
            <a:pPr lvl="1"/>
            <a:r>
              <a:rPr lang="en-US"/>
              <a:t>Designed for agent experience</a:t>
            </a:r>
          </a:p>
          <a:p>
            <a:pPr lvl="1"/>
            <a:r>
              <a:rPr lang="en-US"/>
              <a:t>Allows consuming data with skills and tools</a:t>
            </a:r>
          </a:p>
          <a:p>
            <a:pPr lvl="1"/>
            <a:r>
              <a:rPr lang="en-US"/>
              <a:t>Keeps track of the current user’s context</a:t>
            </a:r>
          </a:p>
          <a:p>
            <a:pPr lvl="1"/>
            <a:r>
              <a:rPr lang="en-US"/>
              <a:t>Works under the identity of a specific licensed user</a:t>
            </a:r>
          </a:p>
          <a:p>
            <a:pPr lvl="1"/>
            <a:r>
              <a:rPr lang="en-US"/>
              <a:t>Does not support application only model</a:t>
            </a:r>
          </a:p>
        </p:txBody>
      </p:sp>
    </p:spTree>
    <p:extLst>
      <p:ext uri="{BB962C8B-B14F-4D97-AF65-F5344CB8AC3E}">
        <p14:creationId xmlns:p14="http://schemas.microsoft.com/office/powerpoint/2010/main" val="18349165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BCCD0-C532-73E9-EC65-926B95DB175F}"/>
              </a:ext>
            </a:extLst>
          </p:cNvPr>
          <p:cNvSpPr>
            <a:spLocks noGrp="1"/>
          </p:cNvSpPr>
          <p:nvPr>
            <p:ph type="title"/>
          </p:nvPr>
        </p:nvSpPr>
        <p:spPr/>
        <p:txBody>
          <a:bodyPr/>
          <a:lstStyle/>
          <a:p>
            <a:r>
              <a:rPr lang="en-US"/>
              <a:t>Work IQ MCP Servers</a:t>
            </a:r>
          </a:p>
        </p:txBody>
      </p:sp>
      <p:graphicFrame>
        <p:nvGraphicFramePr>
          <p:cNvPr id="7" name="Content Placeholder 6">
            <a:extLst>
              <a:ext uri="{FF2B5EF4-FFF2-40B4-BE49-F238E27FC236}">
                <a16:creationId xmlns:a16="http://schemas.microsoft.com/office/drawing/2014/main" id="{D0CB15B0-1D96-BC1C-9F56-FD859DADF230}"/>
              </a:ext>
            </a:extLst>
          </p:cNvPr>
          <p:cNvGraphicFramePr>
            <a:graphicFrameLocks noGrp="1"/>
          </p:cNvGraphicFramePr>
          <p:nvPr>
            <p:ph idx="1"/>
          </p:nvPr>
        </p:nvGraphicFramePr>
        <p:xfrm>
          <a:off x="659219" y="2582823"/>
          <a:ext cx="11026772" cy="3100698"/>
        </p:xfrm>
        <a:graphic>
          <a:graphicData uri="http://schemas.openxmlformats.org/drawingml/2006/table">
            <a:tbl>
              <a:tblPr firstRow="1" bandRow="1">
                <a:tableStyleId>{2D5ABB26-0587-4C30-8999-92F81FD0307C}</a:tableStyleId>
              </a:tblPr>
              <a:tblGrid>
                <a:gridCol w="2756693">
                  <a:extLst>
                    <a:ext uri="{9D8B030D-6E8A-4147-A177-3AD203B41FA5}">
                      <a16:colId xmlns:a16="http://schemas.microsoft.com/office/drawing/2014/main" val="2771832345"/>
                    </a:ext>
                  </a:extLst>
                </a:gridCol>
                <a:gridCol w="2756693">
                  <a:extLst>
                    <a:ext uri="{9D8B030D-6E8A-4147-A177-3AD203B41FA5}">
                      <a16:colId xmlns:a16="http://schemas.microsoft.com/office/drawing/2014/main" val="38278881"/>
                    </a:ext>
                  </a:extLst>
                </a:gridCol>
                <a:gridCol w="2756693">
                  <a:extLst>
                    <a:ext uri="{9D8B030D-6E8A-4147-A177-3AD203B41FA5}">
                      <a16:colId xmlns:a16="http://schemas.microsoft.com/office/drawing/2014/main" val="3995688626"/>
                    </a:ext>
                  </a:extLst>
                </a:gridCol>
                <a:gridCol w="2756693">
                  <a:extLst>
                    <a:ext uri="{9D8B030D-6E8A-4147-A177-3AD203B41FA5}">
                      <a16:colId xmlns:a16="http://schemas.microsoft.com/office/drawing/2014/main" val="55985258"/>
                    </a:ext>
                  </a:extLst>
                </a:gridCol>
              </a:tblGrid>
              <a:tr h="1847225">
                <a:tc>
                  <a:txBody>
                    <a:bodyPr/>
                    <a:lstStyle/>
                    <a:p>
                      <a:pPr algn="ctr"/>
                      <a:r>
                        <a:rPr lang="en-US">
                          <a:solidFill>
                            <a:srgbClr val="0B87DE"/>
                          </a:solidFill>
                        </a:rPr>
                        <a:t>SharePoint</a:t>
                      </a:r>
                      <a:br>
                        <a:rPr lang="en-US"/>
                      </a:br>
                      <a:r>
                        <a:rPr lang="en-US" sz="1400"/>
                        <a:t>Documents, sites &amp; knowledge</a:t>
                      </a: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Teams</a:t>
                      </a:r>
                      <a:br>
                        <a:rPr lang="en-US"/>
                      </a:br>
                      <a:r>
                        <a:rPr kumimoji="0" lang="en-US" sz="1400" b="0" i="0" u="none" strike="noStrike" kern="1200" cap="none" spc="0" normalizeH="0" baseline="0" noProof="0">
                          <a:ln>
                            <a:noFill/>
                          </a:ln>
                          <a:solidFill>
                            <a:prstClr val="black"/>
                          </a:solidFill>
                          <a:effectLst/>
                          <a:uLnTx/>
                          <a:uFillTx/>
                          <a:latin typeface="+mn-lt"/>
                          <a:ea typeface="+mn-ea"/>
                          <a:cs typeface="+mn-cs"/>
                        </a:rPr>
                        <a:t>Channels, chats &amp; collaboration</a:t>
                      </a: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Outlook</a:t>
                      </a:r>
                      <a:br>
                        <a:rPr kumimoji="0" lang="en-US" sz="1800" b="0" i="0" u="none" strike="noStrike" kern="1200" cap="none" spc="0" normalizeH="0" baseline="0" noProof="0">
                          <a:ln>
                            <a:noFill/>
                          </a:ln>
                          <a:solidFill>
                            <a:prstClr val="black"/>
                          </a:solidFill>
                          <a:effectLst/>
                          <a:uLnTx/>
                          <a:uFillTx/>
                          <a:latin typeface="+mn-lt"/>
                          <a:ea typeface="+mn-ea"/>
                          <a:cs typeface="+mn-cs"/>
                        </a:rPr>
                      </a:br>
                      <a:r>
                        <a:rPr kumimoji="0" lang="en-US" sz="1400" b="0" i="0" u="none" strike="noStrike" kern="1200" cap="none" spc="0" normalizeH="0" baseline="0" noProof="0">
                          <a:ln>
                            <a:noFill/>
                          </a:ln>
                          <a:solidFill>
                            <a:prstClr val="black"/>
                          </a:solidFill>
                          <a:effectLst/>
                          <a:uLnTx/>
                          <a:uFillTx/>
                          <a:latin typeface="+mn-lt"/>
                          <a:ea typeface="+mn-ea"/>
                          <a:cs typeface="+mn-cs"/>
                        </a:rPr>
                        <a:t>Email threads &amp; communication</a:t>
                      </a: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Calendar</a:t>
                      </a:r>
                      <a:br>
                        <a:rPr kumimoji="0" lang="en-US" sz="1800" b="0" i="0" u="none" strike="noStrike" kern="1200" cap="none" spc="0" normalizeH="0" baseline="0" noProof="0">
                          <a:ln>
                            <a:noFill/>
                          </a:ln>
                          <a:solidFill>
                            <a:prstClr val="black"/>
                          </a:solidFill>
                          <a:effectLst/>
                          <a:uLnTx/>
                          <a:uFillTx/>
                          <a:latin typeface="+mn-lt"/>
                          <a:ea typeface="+mn-ea"/>
                          <a:cs typeface="+mn-cs"/>
                        </a:rPr>
                      </a:br>
                      <a:r>
                        <a:rPr kumimoji="0" lang="en-US" sz="1400" b="0" i="0" u="none" strike="noStrike" kern="1200" cap="none" spc="0" normalizeH="0" baseline="0" noProof="0">
                          <a:ln>
                            <a:noFill/>
                          </a:ln>
                          <a:solidFill>
                            <a:prstClr val="black"/>
                          </a:solidFill>
                          <a:effectLst/>
                          <a:uLnTx/>
                          <a:uFillTx/>
                          <a:latin typeface="+mn-lt"/>
                          <a:ea typeface="+mn-ea"/>
                          <a:cs typeface="+mn-cs"/>
                        </a:rPr>
                        <a:t>Meetings, availability &amp; scheduling</a:t>
                      </a:r>
                      <a:endParaRPr lang="en-US"/>
                    </a:p>
                  </a:txBody>
                  <a:tcPr/>
                </a:tc>
                <a:extLst>
                  <a:ext uri="{0D108BD9-81ED-4DB2-BD59-A6C34878D82A}">
                    <a16:rowId xmlns:a16="http://schemas.microsoft.com/office/drawing/2014/main" val="2637248665"/>
                  </a:ext>
                </a:extLst>
              </a:tr>
              <a:tr h="125347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Word</a:t>
                      </a:r>
                      <a:br>
                        <a:rPr kumimoji="0" lang="en-US" sz="1800" b="0" i="0" u="none" strike="noStrike" kern="1200" cap="none" spc="0" normalizeH="0" baseline="0" noProof="0">
                          <a:ln>
                            <a:noFill/>
                          </a:ln>
                          <a:solidFill>
                            <a:prstClr val="black"/>
                          </a:solidFill>
                          <a:effectLst/>
                          <a:uLnTx/>
                          <a:uFillTx/>
                          <a:latin typeface="+mn-lt"/>
                          <a:ea typeface="+mn-ea"/>
                          <a:cs typeface="+mn-cs"/>
                        </a:rPr>
                      </a:br>
                      <a:r>
                        <a:rPr kumimoji="0" lang="en-US" sz="1400" b="0" i="0" u="none" strike="noStrike" kern="1200" cap="none" spc="0" normalizeH="0" baseline="0" noProof="0">
                          <a:ln>
                            <a:noFill/>
                          </a:ln>
                          <a:solidFill>
                            <a:prstClr val="black"/>
                          </a:solidFill>
                          <a:effectLst/>
                          <a:uLnTx/>
                          <a:uFillTx/>
                          <a:latin typeface="+mn-lt"/>
                          <a:ea typeface="+mn-ea"/>
                          <a:cs typeface="+mn-cs"/>
                        </a:rPr>
                        <a:t>Document content &amp; drafting</a:t>
                      </a: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OneDrive</a:t>
                      </a:r>
                      <a:br>
                        <a:rPr kumimoji="0" lang="en-US" sz="1800" b="0" i="0" u="none" strike="noStrike" kern="1200" cap="none" spc="0" normalizeH="0" baseline="0" noProof="0">
                          <a:ln>
                            <a:noFill/>
                          </a:ln>
                          <a:solidFill>
                            <a:prstClr val="black"/>
                          </a:solidFill>
                          <a:effectLst/>
                          <a:uLnTx/>
                          <a:uFillTx/>
                          <a:latin typeface="+mn-lt"/>
                          <a:ea typeface="+mn-ea"/>
                          <a:cs typeface="+mn-cs"/>
                        </a:rPr>
                      </a:br>
                      <a:r>
                        <a:rPr kumimoji="0" lang="en-US" sz="1400" b="0" i="0" u="none" strike="noStrike" kern="1200" cap="none" spc="0" normalizeH="0" baseline="0" noProof="0">
                          <a:ln>
                            <a:noFill/>
                          </a:ln>
                          <a:solidFill>
                            <a:prstClr val="black"/>
                          </a:solidFill>
                          <a:effectLst/>
                          <a:uLnTx/>
                          <a:uFillTx/>
                          <a:latin typeface="+mn-lt"/>
                          <a:ea typeface="+mn-ea"/>
                          <a:cs typeface="+mn-cs"/>
                        </a:rPr>
                        <a:t>Personal &amp; shared file storage</a:t>
                      </a: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User Profile</a:t>
                      </a:r>
                      <a:br>
                        <a:rPr kumimoji="0" lang="en-US" sz="1800" b="0" i="0" u="none" strike="noStrike" kern="1200" cap="none" spc="0" normalizeH="0" baseline="0" noProof="0">
                          <a:ln>
                            <a:noFill/>
                          </a:ln>
                          <a:solidFill>
                            <a:prstClr val="black"/>
                          </a:solidFill>
                          <a:effectLst/>
                          <a:uLnTx/>
                          <a:uFillTx/>
                          <a:latin typeface="+mn-lt"/>
                          <a:ea typeface="+mn-ea"/>
                          <a:cs typeface="+mn-cs"/>
                        </a:rPr>
                      </a:br>
                      <a:r>
                        <a:rPr kumimoji="0" lang="en-US" sz="1400" b="0" i="0" u="none" strike="noStrike" kern="1200" cap="none" spc="0" normalizeH="0" baseline="0" noProof="0">
                          <a:ln>
                            <a:noFill/>
                          </a:ln>
                          <a:solidFill>
                            <a:prstClr val="black"/>
                          </a:solidFill>
                          <a:effectLst/>
                          <a:uLnTx/>
                          <a:uFillTx/>
                          <a:latin typeface="+mn-lt"/>
                          <a:ea typeface="+mn-ea"/>
                          <a:cs typeface="+mn-cs"/>
                        </a:rPr>
                        <a:t>Org chart, roles &amp; expertise</a:t>
                      </a: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a:solidFill>
                            <a:srgbClr val="0B87DE"/>
                          </a:solidFill>
                          <a:latin typeface="+mn-lt"/>
                          <a:ea typeface="+mn-ea"/>
                          <a:cs typeface="+mn-cs"/>
                        </a:rPr>
                        <a:t>Copilot Search</a:t>
                      </a:r>
                      <a:br>
                        <a:rPr kumimoji="0" lang="en-US" sz="1800" b="0" i="0" u="none" strike="noStrike" kern="1200" cap="none" spc="0" normalizeH="0" baseline="0" noProof="0">
                          <a:ln>
                            <a:noFill/>
                          </a:ln>
                          <a:solidFill>
                            <a:prstClr val="black"/>
                          </a:solidFill>
                          <a:effectLst/>
                          <a:uLnTx/>
                          <a:uFillTx/>
                          <a:latin typeface="+mn-lt"/>
                          <a:ea typeface="+mn-ea"/>
                          <a:cs typeface="+mn-cs"/>
                        </a:rPr>
                      </a:br>
                      <a:r>
                        <a:rPr kumimoji="0" lang="en-US" sz="1400" b="0" i="0" u="none" strike="noStrike" kern="1200" cap="none" spc="0" normalizeH="0" baseline="0" noProof="0">
                          <a:ln>
                            <a:noFill/>
                          </a:ln>
                          <a:solidFill>
                            <a:prstClr val="black"/>
                          </a:solidFill>
                          <a:effectLst/>
                          <a:uLnTx/>
                          <a:uFillTx/>
                          <a:latin typeface="+mn-lt"/>
                          <a:ea typeface="+mn-ea"/>
                          <a:cs typeface="+mn-cs"/>
                        </a:rPr>
                        <a:t>Semantic search across M365</a:t>
                      </a:r>
                      <a:endParaRPr lang="en-US"/>
                    </a:p>
                  </a:txBody>
                  <a:tcPr/>
                </a:tc>
                <a:extLst>
                  <a:ext uri="{0D108BD9-81ED-4DB2-BD59-A6C34878D82A}">
                    <a16:rowId xmlns:a16="http://schemas.microsoft.com/office/drawing/2014/main" val="3992279456"/>
                  </a:ext>
                </a:extLst>
              </a:tr>
            </a:tbl>
          </a:graphicData>
        </a:graphic>
      </p:graphicFrame>
      <p:pic>
        <p:nvPicPr>
          <p:cNvPr id="11" name="Picture 10" descr="A group of people with a letter t&#10;&#10;AI-generated content may be incorrect.">
            <a:extLst>
              <a:ext uri="{FF2B5EF4-FFF2-40B4-BE49-F238E27FC236}">
                <a16:creationId xmlns:a16="http://schemas.microsoft.com/office/drawing/2014/main" id="{8CFA899D-58FD-4E86-B433-B1E5A5EF8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5131" y="1683875"/>
            <a:ext cx="841695" cy="841695"/>
          </a:xfrm>
          <a:prstGeom prst="rect">
            <a:avLst/>
          </a:prstGeom>
        </p:spPr>
      </p:pic>
      <p:pic>
        <p:nvPicPr>
          <p:cNvPr id="12" name="Picture 11" descr="A rainbow colored logo on a black background&#10;&#10;AI-generated content may be incorrect.">
            <a:extLst>
              <a:ext uri="{FF2B5EF4-FFF2-40B4-BE49-F238E27FC236}">
                <a16:creationId xmlns:a16="http://schemas.microsoft.com/office/drawing/2014/main" id="{380BE19B-41FC-E66C-19FB-FCD6F9AC80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5214" y="3542300"/>
            <a:ext cx="925865" cy="925865"/>
          </a:xfrm>
          <a:prstGeom prst="rect">
            <a:avLst/>
          </a:prstGeom>
        </p:spPr>
      </p:pic>
      <p:pic>
        <p:nvPicPr>
          <p:cNvPr id="13" name="Picture 12" descr="A logo with a black background&#10;&#10;AI-generated content may be incorrect.">
            <a:extLst>
              <a:ext uri="{FF2B5EF4-FFF2-40B4-BE49-F238E27FC236}">
                <a16:creationId xmlns:a16="http://schemas.microsoft.com/office/drawing/2014/main" id="{2F769ACF-7C13-ECDB-3BD1-CA17769997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4438" y="3542300"/>
            <a:ext cx="841695" cy="841695"/>
          </a:xfrm>
          <a:prstGeom prst="rect">
            <a:avLst/>
          </a:prstGeom>
        </p:spPr>
      </p:pic>
      <p:pic>
        <p:nvPicPr>
          <p:cNvPr id="14" name="Picture 13" descr="A logo of a company&#10;&#10;AI-generated content may be incorrect.">
            <a:extLst>
              <a:ext uri="{FF2B5EF4-FFF2-40B4-BE49-F238E27FC236}">
                <a16:creationId xmlns:a16="http://schemas.microsoft.com/office/drawing/2014/main" id="{B6A92B0A-E0EB-9B6C-FD77-A32A4D41C2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105" y="1683876"/>
            <a:ext cx="841695" cy="841695"/>
          </a:xfrm>
          <a:prstGeom prst="rect">
            <a:avLst/>
          </a:prstGeom>
        </p:spPr>
      </p:pic>
      <p:pic>
        <p:nvPicPr>
          <p:cNvPr id="15" name="Picture 14" descr="A group of circles with a letter s&#10;&#10;AI-generated content may be incorrect.">
            <a:extLst>
              <a:ext uri="{FF2B5EF4-FFF2-40B4-BE49-F238E27FC236}">
                <a16:creationId xmlns:a16="http://schemas.microsoft.com/office/drawing/2014/main" id="{3F588183-7172-48BC-0AA7-ADF345BBBE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34438" y="1628533"/>
            <a:ext cx="841695" cy="841695"/>
          </a:xfrm>
          <a:prstGeom prst="rect">
            <a:avLst/>
          </a:prstGeom>
        </p:spPr>
      </p:pic>
      <p:pic>
        <p:nvPicPr>
          <p:cNvPr id="16" name="Picture 15" descr="iOS Filled 스타일의 Microsoft Onedrive 2025 아이콘">
            <a:extLst>
              <a:ext uri="{FF2B5EF4-FFF2-40B4-BE49-F238E27FC236}">
                <a16:creationId xmlns:a16="http://schemas.microsoft.com/office/drawing/2014/main" id="{029FAF72-E9CD-67E6-685B-F5510E1AD109}"/>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4293047" y="3502553"/>
            <a:ext cx="925865" cy="925865"/>
          </a:xfrm>
          <a:prstGeom prst="rect">
            <a:avLst/>
          </a:prstGeom>
        </p:spPr>
      </p:pic>
      <p:sp>
        <p:nvSpPr>
          <p:cNvPr id="18" name="TextBox 17">
            <a:extLst>
              <a:ext uri="{FF2B5EF4-FFF2-40B4-BE49-F238E27FC236}">
                <a16:creationId xmlns:a16="http://schemas.microsoft.com/office/drawing/2014/main" id="{71A586AD-33A1-2FB1-B2EB-7B0E85542C99}"/>
              </a:ext>
            </a:extLst>
          </p:cNvPr>
          <p:cNvSpPr txBox="1"/>
          <p:nvPr/>
        </p:nvSpPr>
        <p:spPr>
          <a:xfrm>
            <a:off x="927350" y="5683521"/>
            <a:ext cx="68147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B87DE"/>
                </a:solidFill>
                <a:effectLst/>
                <a:uLnTx/>
                <a:uFillTx/>
                <a:latin typeface="Aptos" panose="02110004020202020204"/>
                <a:ea typeface="+mn-ea"/>
                <a:cs typeface="+mn-cs"/>
              </a:rPr>
              <a:t>And many more will come …</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19" name="Picture 18" descr="A logo of a company&#10;&#10;AI-generated content may be incorrect.">
            <a:extLst>
              <a:ext uri="{FF2B5EF4-FFF2-40B4-BE49-F238E27FC236}">
                <a16:creationId xmlns:a16="http://schemas.microsoft.com/office/drawing/2014/main" id="{EA467192-5C44-AC29-C73F-00871CCAB7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45214" y="1628533"/>
            <a:ext cx="841695" cy="841695"/>
          </a:xfrm>
          <a:prstGeom prst="rect">
            <a:avLst/>
          </a:prstGeom>
        </p:spPr>
      </p:pic>
      <p:pic>
        <p:nvPicPr>
          <p:cNvPr id="20" name="Picture 19">
            <a:extLst>
              <a:ext uri="{FF2B5EF4-FFF2-40B4-BE49-F238E27FC236}">
                <a16:creationId xmlns:a16="http://schemas.microsoft.com/office/drawing/2014/main" id="{A0EB47E3-1269-556E-FAD3-31D1B6FEFD55}"/>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7016392" y="3460942"/>
            <a:ext cx="1017120" cy="1008427"/>
          </a:xfrm>
          <a:prstGeom prst="rect">
            <a:avLst/>
          </a:prstGeom>
        </p:spPr>
      </p:pic>
    </p:spTree>
    <p:extLst>
      <p:ext uri="{BB962C8B-B14F-4D97-AF65-F5344CB8AC3E}">
        <p14:creationId xmlns:p14="http://schemas.microsoft.com/office/powerpoint/2010/main" val="27660259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06318EE-08A8-4AE6-9570-9FFB793B6D97}"/>
            </a:ext>
          </a:extLst>
        </p:cNvPr>
        <p:cNvGrpSpPr/>
        <p:nvPr/>
      </p:nvGrpSpPr>
      <p:grpSpPr>
        <a:xfrm>
          <a:off x="0" y="0"/>
          <a:ext cx="0" cy="0"/>
          <a:chOff x="0" y="0"/>
          <a:chExt cx="0" cy="0"/>
        </a:xfrm>
      </p:grpSpPr>
      <p:sp>
        <p:nvSpPr>
          <p:cNvPr id="54" name="Freeform: Shape 53" descr="At the top is Data Factory, Analytics, Databases, Real-Time Intelligence, and Power BI.&#10;&#10;Below this going across is AI, OneLake, and Purview.&#10;&#10;Databases is Public Preview.">
            <a:extLst>
              <a:ext uri="{FF2B5EF4-FFF2-40B4-BE49-F238E27FC236}">
                <a16:creationId xmlns:a16="http://schemas.microsoft.com/office/drawing/2014/main" id="{AFBE1A38-9030-C6FB-7418-9DE3ECCAE867}"/>
              </a:ext>
            </a:extLst>
          </p:cNvPr>
          <p:cNvSpPr/>
          <p:nvPr/>
        </p:nvSpPr>
        <p:spPr>
          <a:xfrm>
            <a:off x="2007494" y="4579558"/>
            <a:ext cx="4142056" cy="1161288"/>
          </a:xfrm>
          <a:custGeom>
            <a:avLst/>
            <a:gdLst>
              <a:gd name="connsiteX0" fmla="*/ 247568 w 10473316"/>
              <a:gd name="connsiteY0" fmla="*/ 0 h 1412976"/>
              <a:gd name="connsiteX1" fmla="*/ 4337192 w 10473316"/>
              <a:gd name="connsiteY1" fmla="*/ 0 h 1412976"/>
              <a:gd name="connsiteX2" fmla="*/ 4337192 w 10473316"/>
              <a:gd name="connsiteY2" fmla="*/ 110420 h 1412976"/>
              <a:gd name="connsiteX3" fmla="*/ 6136125 w 10473316"/>
              <a:gd name="connsiteY3" fmla="*/ 110420 h 1412976"/>
              <a:gd name="connsiteX4" fmla="*/ 6136125 w 10473316"/>
              <a:gd name="connsiteY4" fmla="*/ 0 h 1412976"/>
              <a:gd name="connsiteX5" fmla="*/ 10225748 w 10473316"/>
              <a:gd name="connsiteY5" fmla="*/ 0 h 1412976"/>
              <a:gd name="connsiteX6" fmla="*/ 10473316 w 10473316"/>
              <a:gd name="connsiteY6" fmla="*/ 247568 h 1412976"/>
              <a:gd name="connsiteX7" fmla="*/ 10473316 w 10473316"/>
              <a:gd name="connsiteY7" fmla="*/ 1165408 h 1412976"/>
              <a:gd name="connsiteX8" fmla="*/ 10225748 w 10473316"/>
              <a:gd name="connsiteY8" fmla="*/ 1412976 h 1412976"/>
              <a:gd name="connsiteX9" fmla="*/ 247568 w 10473316"/>
              <a:gd name="connsiteY9" fmla="*/ 1412976 h 1412976"/>
              <a:gd name="connsiteX10" fmla="*/ 0 w 10473316"/>
              <a:gd name="connsiteY10" fmla="*/ 1165408 h 1412976"/>
              <a:gd name="connsiteX11" fmla="*/ 0 w 10473316"/>
              <a:gd name="connsiteY11" fmla="*/ 247568 h 1412976"/>
              <a:gd name="connsiteX12" fmla="*/ 247568 w 10473316"/>
              <a:gd name="connsiteY12" fmla="*/ 0 h 1412976"/>
              <a:gd name="connsiteX0" fmla="*/ 4337192 w 10473316"/>
              <a:gd name="connsiteY0" fmla="*/ 110420 h 1412976"/>
              <a:gd name="connsiteX1" fmla="*/ 6136125 w 10473316"/>
              <a:gd name="connsiteY1" fmla="*/ 110420 h 1412976"/>
              <a:gd name="connsiteX2" fmla="*/ 6136125 w 10473316"/>
              <a:gd name="connsiteY2" fmla="*/ 0 h 1412976"/>
              <a:gd name="connsiteX3" fmla="*/ 10225748 w 10473316"/>
              <a:gd name="connsiteY3" fmla="*/ 0 h 1412976"/>
              <a:gd name="connsiteX4" fmla="*/ 10473316 w 10473316"/>
              <a:gd name="connsiteY4" fmla="*/ 247568 h 1412976"/>
              <a:gd name="connsiteX5" fmla="*/ 10473316 w 10473316"/>
              <a:gd name="connsiteY5" fmla="*/ 1165408 h 1412976"/>
              <a:gd name="connsiteX6" fmla="*/ 10225748 w 10473316"/>
              <a:gd name="connsiteY6" fmla="*/ 1412976 h 1412976"/>
              <a:gd name="connsiteX7" fmla="*/ 247568 w 10473316"/>
              <a:gd name="connsiteY7" fmla="*/ 1412976 h 1412976"/>
              <a:gd name="connsiteX8" fmla="*/ 0 w 10473316"/>
              <a:gd name="connsiteY8" fmla="*/ 1165408 h 1412976"/>
              <a:gd name="connsiteX9" fmla="*/ 0 w 10473316"/>
              <a:gd name="connsiteY9" fmla="*/ 247568 h 1412976"/>
              <a:gd name="connsiteX10" fmla="*/ 247568 w 10473316"/>
              <a:gd name="connsiteY10" fmla="*/ 0 h 1412976"/>
              <a:gd name="connsiteX11" fmla="*/ 4337192 w 10473316"/>
              <a:gd name="connsiteY11" fmla="*/ 0 h 1412976"/>
              <a:gd name="connsiteX12" fmla="*/ 4428632 w 10473316"/>
              <a:gd name="connsiteY12" fmla="*/ 201860 h 1412976"/>
              <a:gd name="connsiteX0" fmla="*/ 4337192 w 10473316"/>
              <a:gd name="connsiteY0" fmla="*/ 110420 h 1412976"/>
              <a:gd name="connsiteX1" fmla="*/ 6136125 w 10473316"/>
              <a:gd name="connsiteY1" fmla="*/ 110420 h 1412976"/>
              <a:gd name="connsiteX2" fmla="*/ 6136125 w 10473316"/>
              <a:gd name="connsiteY2" fmla="*/ 0 h 1412976"/>
              <a:gd name="connsiteX3" fmla="*/ 10225748 w 10473316"/>
              <a:gd name="connsiteY3" fmla="*/ 0 h 1412976"/>
              <a:gd name="connsiteX4" fmla="*/ 10473316 w 10473316"/>
              <a:gd name="connsiteY4" fmla="*/ 247568 h 1412976"/>
              <a:gd name="connsiteX5" fmla="*/ 10473316 w 10473316"/>
              <a:gd name="connsiteY5" fmla="*/ 1165408 h 1412976"/>
              <a:gd name="connsiteX6" fmla="*/ 10225748 w 10473316"/>
              <a:gd name="connsiteY6" fmla="*/ 1412976 h 1412976"/>
              <a:gd name="connsiteX7" fmla="*/ 247568 w 10473316"/>
              <a:gd name="connsiteY7" fmla="*/ 1412976 h 1412976"/>
              <a:gd name="connsiteX8" fmla="*/ 0 w 10473316"/>
              <a:gd name="connsiteY8" fmla="*/ 1165408 h 1412976"/>
              <a:gd name="connsiteX9" fmla="*/ 0 w 10473316"/>
              <a:gd name="connsiteY9" fmla="*/ 247568 h 1412976"/>
              <a:gd name="connsiteX10" fmla="*/ 247568 w 10473316"/>
              <a:gd name="connsiteY10" fmla="*/ 0 h 1412976"/>
              <a:gd name="connsiteX11" fmla="*/ 4337192 w 10473316"/>
              <a:gd name="connsiteY11" fmla="*/ 0 h 1412976"/>
              <a:gd name="connsiteX0" fmla="*/ 6136125 w 10473316"/>
              <a:gd name="connsiteY0" fmla="*/ 110420 h 1412976"/>
              <a:gd name="connsiteX1" fmla="*/ 6136125 w 10473316"/>
              <a:gd name="connsiteY1" fmla="*/ 0 h 1412976"/>
              <a:gd name="connsiteX2" fmla="*/ 10225748 w 10473316"/>
              <a:gd name="connsiteY2" fmla="*/ 0 h 1412976"/>
              <a:gd name="connsiteX3" fmla="*/ 10473316 w 10473316"/>
              <a:gd name="connsiteY3" fmla="*/ 247568 h 1412976"/>
              <a:gd name="connsiteX4" fmla="*/ 10473316 w 10473316"/>
              <a:gd name="connsiteY4" fmla="*/ 1165408 h 1412976"/>
              <a:gd name="connsiteX5" fmla="*/ 10225748 w 10473316"/>
              <a:gd name="connsiteY5" fmla="*/ 1412976 h 1412976"/>
              <a:gd name="connsiteX6" fmla="*/ 247568 w 10473316"/>
              <a:gd name="connsiteY6" fmla="*/ 1412976 h 1412976"/>
              <a:gd name="connsiteX7" fmla="*/ 0 w 10473316"/>
              <a:gd name="connsiteY7" fmla="*/ 1165408 h 1412976"/>
              <a:gd name="connsiteX8" fmla="*/ 0 w 10473316"/>
              <a:gd name="connsiteY8" fmla="*/ 247568 h 1412976"/>
              <a:gd name="connsiteX9" fmla="*/ 247568 w 10473316"/>
              <a:gd name="connsiteY9" fmla="*/ 0 h 1412976"/>
              <a:gd name="connsiteX10" fmla="*/ 4337192 w 10473316"/>
              <a:gd name="connsiteY10" fmla="*/ 0 h 1412976"/>
              <a:gd name="connsiteX0" fmla="*/ 6136125 w 10473316"/>
              <a:gd name="connsiteY0" fmla="*/ 0 h 1412976"/>
              <a:gd name="connsiteX1" fmla="*/ 10225748 w 10473316"/>
              <a:gd name="connsiteY1" fmla="*/ 0 h 1412976"/>
              <a:gd name="connsiteX2" fmla="*/ 10473316 w 10473316"/>
              <a:gd name="connsiteY2" fmla="*/ 247568 h 1412976"/>
              <a:gd name="connsiteX3" fmla="*/ 10473316 w 10473316"/>
              <a:gd name="connsiteY3" fmla="*/ 1165408 h 1412976"/>
              <a:gd name="connsiteX4" fmla="*/ 10225748 w 10473316"/>
              <a:gd name="connsiteY4" fmla="*/ 1412976 h 1412976"/>
              <a:gd name="connsiteX5" fmla="*/ 247568 w 10473316"/>
              <a:gd name="connsiteY5" fmla="*/ 1412976 h 1412976"/>
              <a:gd name="connsiteX6" fmla="*/ 0 w 10473316"/>
              <a:gd name="connsiteY6" fmla="*/ 1165408 h 1412976"/>
              <a:gd name="connsiteX7" fmla="*/ 0 w 10473316"/>
              <a:gd name="connsiteY7" fmla="*/ 247568 h 1412976"/>
              <a:gd name="connsiteX8" fmla="*/ 247568 w 10473316"/>
              <a:gd name="connsiteY8" fmla="*/ 0 h 1412976"/>
              <a:gd name="connsiteX9" fmla="*/ 4337192 w 10473316"/>
              <a:gd name="connsiteY9" fmla="*/ 0 h 141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3316" h="1412976">
                <a:moveTo>
                  <a:pt x="6136125" y="0"/>
                </a:moveTo>
                <a:lnTo>
                  <a:pt x="10225748" y="0"/>
                </a:lnTo>
                <a:cubicBezTo>
                  <a:pt x="10362476" y="0"/>
                  <a:pt x="10473316" y="110840"/>
                  <a:pt x="10473316" y="247568"/>
                </a:cubicBezTo>
                <a:lnTo>
                  <a:pt x="10473316" y="1165408"/>
                </a:lnTo>
                <a:cubicBezTo>
                  <a:pt x="10473316" y="1302136"/>
                  <a:pt x="10362476" y="1412976"/>
                  <a:pt x="10225748" y="1412976"/>
                </a:cubicBezTo>
                <a:lnTo>
                  <a:pt x="247568" y="1412976"/>
                </a:lnTo>
                <a:cubicBezTo>
                  <a:pt x="110840" y="1412976"/>
                  <a:pt x="0" y="1302136"/>
                  <a:pt x="0" y="1165408"/>
                </a:cubicBezTo>
                <a:lnTo>
                  <a:pt x="0" y="247568"/>
                </a:lnTo>
                <a:cubicBezTo>
                  <a:pt x="0" y="110840"/>
                  <a:pt x="110840" y="0"/>
                  <a:pt x="247568" y="0"/>
                </a:cubicBezTo>
                <a:lnTo>
                  <a:pt x="4337192" y="0"/>
                </a:lnTo>
              </a:path>
            </a:pathLst>
          </a:custGeom>
          <a:ln w="12700" cap="rnd">
            <a:solidFill>
              <a:schemeClr val="bg1">
                <a:lumMod val="50000"/>
                <a:lumOff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274320" rtlCol="0" anchor="b" anchorCtr="0">
            <a:noAutofit/>
          </a:bodyPr>
          <a:lstStyle/>
          <a:p>
            <a:pPr marL="0" marR="0" lvl="0" indent="0" algn="ctr" defTabSz="1427220" rtl="0" eaLnBrk="1" fontAlgn="auto" latinLnBrk="0" hangingPunct="1">
              <a:lnSpc>
                <a:spcPct val="100000"/>
              </a:lnSpc>
              <a:spcBef>
                <a:spcPts val="400"/>
              </a:spcBef>
              <a:spcAft>
                <a:spcPts val="0"/>
              </a:spcAft>
              <a:buClrTx/>
              <a:buSzTx/>
              <a:buFontTx/>
              <a:buNone/>
              <a:tabLst/>
              <a:defRPr/>
            </a:pPr>
            <a:endParaRPr kumimoji="0" lang="en-US" sz="4000" b="0" i="0" u="none" strike="noStrike" kern="1200" cap="none" spc="-50" normalizeH="0" baseline="0" noProof="0">
              <a:ln>
                <a:noFill/>
              </a:ln>
              <a:solidFill>
                <a:srgbClr val="000000"/>
              </a:solidFill>
              <a:effectLst/>
              <a:uLnTx/>
              <a:uFillTx/>
              <a:latin typeface="Segoe UI Variable Display Semibold" pitchFamily="2" charset="0"/>
              <a:ea typeface="+mn-ea"/>
              <a:cs typeface="+mn-cs"/>
            </a:endParaRPr>
          </a:p>
        </p:txBody>
      </p:sp>
      <p:pic>
        <p:nvPicPr>
          <p:cNvPr id="48" name="Picture 47">
            <a:extLst>
              <a:ext uri="{FF2B5EF4-FFF2-40B4-BE49-F238E27FC236}">
                <a16:creationId xmlns:a16="http://schemas.microsoft.com/office/drawing/2014/main" id="{2E7AEB9E-774F-3404-E4FE-71AD21EEAAE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t="6749" b="6749"/>
          <a:stretch/>
        </p:blipFill>
        <p:spPr>
          <a:xfrm>
            <a:off x="2885683" y="5013375"/>
            <a:ext cx="422838" cy="365760"/>
          </a:xfrm>
          <a:prstGeom prst="rect">
            <a:avLst/>
          </a:prstGeom>
          <a:effectLst/>
        </p:spPr>
      </p:pic>
      <p:pic>
        <p:nvPicPr>
          <p:cNvPr id="14" name="Picture 45">
            <a:extLst>
              <a:ext uri="{FF2B5EF4-FFF2-40B4-BE49-F238E27FC236}">
                <a16:creationId xmlns:a16="http://schemas.microsoft.com/office/drawing/2014/main" id="{AD6B4412-2C9B-2B61-8D26-97279C2176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583470" y="5013375"/>
            <a:ext cx="365760" cy="365760"/>
          </a:xfrm>
          <a:prstGeom prst="rect">
            <a:avLst/>
          </a:prstGeom>
          <a:effectLst/>
        </p:spPr>
      </p:pic>
      <p:pic>
        <p:nvPicPr>
          <p:cNvPr id="17" name="Picture 16">
            <a:extLst>
              <a:ext uri="{FF2B5EF4-FFF2-40B4-BE49-F238E27FC236}">
                <a16:creationId xmlns:a16="http://schemas.microsoft.com/office/drawing/2014/main" id="{ECBAD813-34DB-8BF8-944F-AC7DA5F3DDF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564119" y="5013375"/>
            <a:ext cx="364997" cy="365760"/>
          </a:xfrm>
          <a:prstGeom prst="rect">
            <a:avLst/>
          </a:prstGeom>
          <a:effectLst/>
        </p:spPr>
      </p:pic>
      <p:pic>
        <p:nvPicPr>
          <p:cNvPr id="19" name="Graphic 18">
            <a:extLst>
              <a:ext uri="{FF2B5EF4-FFF2-40B4-BE49-F238E27FC236}">
                <a16:creationId xmlns:a16="http://schemas.microsoft.com/office/drawing/2014/main" id="{36682914-58E7-DF70-C93E-3700573B3414}"/>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l="-44353" t="-17182" r="-20286" b="-24750"/>
          <a:stretch>
            <a:fillRect/>
          </a:stretch>
        </p:blipFill>
        <p:spPr>
          <a:xfrm>
            <a:off x="4828748" y="4948134"/>
            <a:ext cx="541524" cy="466828"/>
          </a:xfrm>
          <a:prstGeom prst="rect">
            <a:avLst/>
          </a:prstGeom>
          <a:effectLst/>
        </p:spPr>
      </p:pic>
      <p:sp>
        <p:nvSpPr>
          <p:cNvPr id="34" name="Title 5">
            <a:extLst>
              <a:ext uri="{FF2B5EF4-FFF2-40B4-BE49-F238E27FC236}">
                <a16:creationId xmlns:a16="http://schemas.microsoft.com/office/drawing/2014/main" id="{4B2A7FA3-4F08-EB20-DCE7-0DE57A68C803}"/>
              </a:ext>
            </a:extLst>
          </p:cNvPr>
          <p:cNvSpPr txBox="1">
            <a:spLocks/>
          </p:cNvSpPr>
          <p:nvPr/>
        </p:nvSpPr>
        <p:spPr>
          <a:xfrm>
            <a:off x="1415564" y="1370842"/>
            <a:ext cx="9885560" cy="594490"/>
          </a:xfrm>
          <a:prstGeom prst="rect">
            <a:avLst/>
          </a:prstGeom>
        </p:spPr>
        <p:txBody>
          <a:bodyPr vert="horz" lIns="75028" tIns="37514" rIns="75028" bIns="37514" rtlCol="0" anchor="t">
            <a:noAutofit/>
          </a:bodyPr>
          <a:lstStyle>
            <a:defPPr>
              <a:defRPr lang="en-US"/>
            </a:defPPr>
            <a:lvl1pPr marR="0" lvl="0" indent="0" algn="ctr" fontAlgn="auto">
              <a:lnSpc>
                <a:spcPct val="90000"/>
              </a:lnSpc>
              <a:spcBef>
                <a:spcPct val="0"/>
              </a:spcBef>
              <a:spcAft>
                <a:spcPts val="0"/>
              </a:spcAft>
              <a:buClrTx/>
              <a:buSzTx/>
              <a:buFontTx/>
              <a:buNone/>
              <a:tabLst/>
              <a:defRPr kumimoji="0" sz="3200" b="0" i="0" u="none" strike="noStrike" cap="none" spc="0" normalizeH="0" baseline="0">
                <a:ln>
                  <a:noFill/>
                </a:ln>
                <a:solidFill>
                  <a:srgbClr val="FFFFFF"/>
                </a:solidFill>
                <a:effectLst/>
                <a:uLnTx/>
                <a:uFillTx/>
                <a:latin typeface="+mj-lt"/>
                <a:ea typeface="+mj-ea"/>
                <a:cs typeface="Segoe Sans Display" pitchFamily="2" charset="0"/>
              </a:defRPr>
            </a:lvl1pPr>
          </a:lstStyle>
          <a:p>
            <a:pPr marL="0" marR="0" lvl="0" indent="0" algn="ctr" defTabSz="750357" rtl="0" eaLnBrk="1" fontAlgn="auto" latinLnBrk="0" hangingPunct="1">
              <a:lnSpc>
                <a:spcPct val="90000"/>
              </a:lnSpc>
              <a:spcBef>
                <a:spcPts val="0"/>
              </a:spcBef>
              <a:spcAft>
                <a:spcPts val="0"/>
              </a:spcAft>
              <a:buClrTx/>
              <a:buSzTx/>
              <a:buFontTx/>
              <a:buNone/>
              <a:tabLst/>
              <a:defRPr/>
            </a:pPr>
            <a:r>
              <a:rPr kumimoji="0" lang="en-US" sz="3600" b="0" i="0" u="none" strike="noStrike" kern="1200" cap="none" spc="-50" normalizeH="0" baseline="0" noProof="0">
                <a:ln w="3175">
                  <a:noFill/>
                </a:ln>
                <a:solidFill>
                  <a:srgbClr val="000000"/>
                </a:solidFill>
                <a:effectLst/>
                <a:uLnTx/>
                <a:uFillTx/>
                <a:latin typeface="Segoe UI Semibold"/>
                <a:ea typeface="+mj-ea"/>
                <a:cs typeface="Segoe Sans Text"/>
              </a:rPr>
              <a:t>Foundry IQ </a:t>
            </a:r>
          </a:p>
          <a:p>
            <a:pPr marL="0" marR="0" lvl="0" indent="0" algn="ctr" defTabSz="750357"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Segoe UI Variable Display Semib"/>
                <a:ea typeface="+mj-ea"/>
                <a:cs typeface="Segoe Sans Display"/>
              </a:rPr>
              <a:t>by Azure AI Search</a:t>
            </a:r>
          </a:p>
        </p:txBody>
      </p:sp>
      <p:pic>
        <p:nvPicPr>
          <p:cNvPr id="6" name="Picture 5">
            <a:extLst>
              <a:ext uri="{FF2B5EF4-FFF2-40B4-BE49-F238E27FC236}">
                <a16:creationId xmlns:a16="http://schemas.microsoft.com/office/drawing/2014/main" id="{2BA2C2B8-F49B-2699-7A33-819CDAE3F2E8}"/>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24179" y="5013375"/>
            <a:ext cx="365760" cy="365760"/>
          </a:xfrm>
          <a:prstGeom prst="rect">
            <a:avLst/>
          </a:prstGeom>
        </p:spPr>
      </p:pic>
      <p:pic>
        <p:nvPicPr>
          <p:cNvPr id="7" name="Picture 6">
            <a:extLst>
              <a:ext uri="{FF2B5EF4-FFF2-40B4-BE49-F238E27FC236}">
                <a16:creationId xmlns:a16="http://schemas.microsoft.com/office/drawing/2014/main" id="{1A1F23F5-3CED-B554-9202-67DEB51B444F}"/>
              </a:ext>
              <a:ext uri="{C183D7F6-B498-43B3-948B-1728B52AA6E4}">
                <adec:decorative xmlns:adec="http://schemas.microsoft.com/office/drawing/2017/decorative" val="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7916" r="-7916"/>
          <a:stretch/>
        </p:blipFill>
        <p:spPr>
          <a:xfrm>
            <a:off x="2187896" y="5013375"/>
            <a:ext cx="422838" cy="365760"/>
          </a:xfrm>
          <a:prstGeom prst="rect">
            <a:avLst/>
          </a:prstGeom>
          <a:noFill/>
          <a:ln w="57150">
            <a:noFill/>
          </a:ln>
        </p:spPr>
      </p:pic>
      <p:sp>
        <p:nvSpPr>
          <p:cNvPr id="4" name="Rectangle: Rounded Corners 3">
            <a:extLst>
              <a:ext uri="{FF2B5EF4-FFF2-40B4-BE49-F238E27FC236}">
                <a16:creationId xmlns:a16="http://schemas.microsoft.com/office/drawing/2014/main" id="{829BFF33-6D47-4663-3D12-A6E82EAE8359}"/>
              </a:ext>
            </a:extLst>
          </p:cNvPr>
          <p:cNvSpPr/>
          <p:nvPr/>
        </p:nvSpPr>
        <p:spPr bwMode="auto">
          <a:xfrm>
            <a:off x="1911119" y="2817080"/>
            <a:ext cx="1603552" cy="1344168"/>
          </a:xfrm>
          <a:prstGeom prst="roundRect">
            <a:avLst>
              <a:gd name="adj" fmla="val 12898"/>
            </a:avLst>
          </a:prstGeom>
          <a:gradFill flip="none" rotWithShape="1">
            <a:gsLst>
              <a:gs pos="0">
                <a:srgbClr val="E4DCF2"/>
              </a:gs>
              <a:gs pos="99000">
                <a:srgbClr val="E5F2F9"/>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0" bIns="45720" rtlCol="0" anchor="t"/>
          <a:lstStyle/>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rPr>
              <a:t>Knowledge </a:t>
            </a:r>
            <a:endParaRPr kumimoji="0" lang="en-US" sz="18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rPr>
              <a:t>bases</a:t>
            </a:r>
            <a:endParaRPr kumimoji="0" lang="en-US" sz="1800" b="0" i="0" u="none" strike="noStrike" kern="1200" cap="none" spc="0" normalizeH="0" baseline="0" noProof="0">
              <a:ln>
                <a:noFill/>
              </a:ln>
              <a:solidFill>
                <a:srgbClr val="000000"/>
              </a:solidFill>
              <a:effectLst/>
              <a:uLnTx/>
              <a:uFillTx/>
              <a:latin typeface="Segoe UI"/>
              <a:ea typeface="+mn-ea"/>
              <a:cs typeface="Segoe UI"/>
            </a:endParaRPr>
          </a:p>
        </p:txBody>
      </p:sp>
      <p:sp>
        <p:nvSpPr>
          <p:cNvPr id="5" name="Rectangle: Rounded Corners 4">
            <a:extLst>
              <a:ext uri="{FF2B5EF4-FFF2-40B4-BE49-F238E27FC236}">
                <a16:creationId xmlns:a16="http://schemas.microsoft.com/office/drawing/2014/main" id="{7C79565A-D2F3-E3F9-A412-5E7D5DAB6614}"/>
              </a:ext>
            </a:extLst>
          </p:cNvPr>
          <p:cNvSpPr/>
          <p:nvPr/>
        </p:nvSpPr>
        <p:spPr bwMode="auto">
          <a:xfrm>
            <a:off x="3672527" y="2817080"/>
            <a:ext cx="1603552" cy="1344168"/>
          </a:xfrm>
          <a:prstGeom prst="roundRect">
            <a:avLst>
              <a:gd name="adj" fmla="val 12898"/>
            </a:avLst>
          </a:prstGeom>
          <a:gradFill flip="none" rotWithShape="1">
            <a:gsLst>
              <a:gs pos="0">
                <a:srgbClr val="E4DCF2"/>
              </a:gs>
              <a:gs pos="99000">
                <a:srgbClr val="E5F2F9"/>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0" bIns="45720" rtlCol="0" anchor="t"/>
          <a:lstStyle/>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600" b="1" i="0" u="none" strike="noStrike" kern="1200" cap="none" spc="0" normalizeH="0" baseline="0" noProof="0">
              <a:ln w="3175">
                <a:noFill/>
              </a:ln>
              <a:solidFill>
                <a:srgbClr val="000000"/>
              </a:solidFill>
              <a:effectLst/>
              <a:uLnTx/>
              <a:uFillTx/>
              <a:latin typeface="Segoe UI Variable Display Semibold"/>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endParaRPr kumimoji="0" lang="en-US" sz="600" b="1" i="0" u="none" strike="noStrike" kern="1200" cap="none" spc="0" normalizeH="0" baseline="0" noProof="0">
              <a:ln w="3175">
                <a:noFill/>
              </a:ln>
              <a:solidFill>
                <a:srgbClr val="000000"/>
              </a:solidFill>
              <a:effectLst/>
              <a:uLnTx/>
              <a:uFillTx/>
              <a:latin typeface="Segoe UI Variable Display Semibold"/>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endParaRPr kumimoji="0" lang="en-US" sz="600" b="1" i="0" u="none" strike="noStrike" kern="1200" cap="none" spc="0" normalizeH="0" baseline="0" noProof="0">
              <a:ln w="3175">
                <a:noFill/>
              </a:ln>
              <a:solidFill>
                <a:srgbClr val="000000"/>
              </a:solidFill>
              <a:effectLst/>
              <a:uLnTx/>
              <a:uFillTx/>
              <a:latin typeface="Segoe UI Variable Display Semibold"/>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rPr>
              <a:t>Indexed &amp; remote sources</a:t>
            </a:r>
            <a:endParaRPr kumimoji="0" lang="en-US" sz="2000" b="0" i="0" u="none" strike="noStrike" kern="1200" cap="none" spc="0" normalizeH="0" baseline="0" noProof="0">
              <a:ln>
                <a:noFill/>
              </a:ln>
              <a:solidFill>
                <a:srgbClr val="000000"/>
              </a:solidFill>
              <a:effectLst/>
              <a:uLnTx/>
              <a:uFillTx/>
              <a:latin typeface="Segoe Sans Text Semibold"/>
              <a:ea typeface="+mn-ea"/>
              <a:cs typeface="Segoe Sans Text Semibold"/>
            </a:endParaRPr>
          </a:p>
        </p:txBody>
      </p:sp>
      <p:sp>
        <p:nvSpPr>
          <p:cNvPr id="8" name="Rectangle: Rounded Corners 7">
            <a:extLst>
              <a:ext uri="{FF2B5EF4-FFF2-40B4-BE49-F238E27FC236}">
                <a16:creationId xmlns:a16="http://schemas.microsoft.com/office/drawing/2014/main" id="{8E9B09DF-804D-EA70-4B11-7858BFD1A51E}"/>
              </a:ext>
            </a:extLst>
          </p:cNvPr>
          <p:cNvSpPr/>
          <p:nvPr/>
        </p:nvSpPr>
        <p:spPr bwMode="auto">
          <a:xfrm>
            <a:off x="5433935" y="2817080"/>
            <a:ext cx="1603552" cy="1344168"/>
          </a:xfrm>
          <a:prstGeom prst="roundRect">
            <a:avLst>
              <a:gd name="adj" fmla="val 12898"/>
            </a:avLst>
          </a:prstGeom>
          <a:gradFill flip="none" rotWithShape="1">
            <a:gsLst>
              <a:gs pos="0">
                <a:srgbClr val="E4DCF2"/>
              </a:gs>
              <a:gs pos="99000">
                <a:srgbClr val="E5F2F9"/>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0" bIns="45720" rtlCol="0" anchor="t"/>
          <a:lstStyle/>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endParaRPr kumimoji="0" lang="en-US" sz="600" b="1" i="0" u="none" strike="noStrike" kern="1200" cap="none" spc="0" normalizeH="0" baseline="0" noProof="0">
              <a:ln w="3175">
                <a:noFill/>
              </a:ln>
              <a:solidFill>
                <a:srgbClr val="000000"/>
              </a:solidFill>
              <a:effectLst/>
              <a:uLnTx/>
              <a:uFillTx/>
              <a:latin typeface="Segoe UI Variable Display Semibold"/>
              <a:ea typeface="+mn-ea"/>
              <a:cs typeface="Segoe UI"/>
            </a:endParaRPr>
          </a:p>
          <a:p>
            <a:pPr marL="0" marR="0" lvl="0" indent="0" algn="ctr" defTabSz="914400" rtl="0" eaLnBrk="1" fontAlgn="auto"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rPr>
              <a:t>Agentic RAG</a:t>
            </a:r>
          </a:p>
        </p:txBody>
      </p:sp>
      <p:sp>
        <p:nvSpPr>
          <p:cNvPr id="23" name="Rectangle: Rounded Corners 22">
            <a:extLst>
              <a:ext uri="{FF2B5EF4-FFF2-40B4-BE49-F238E27FC236}">
                <a16:creationId xmlns:a16="http://schemas.microsoft.com/office/drawing/2014/main" id="{FBAEC9CA-4384-69E9-761C-20A36947DDAD}"/>
              </a:ext>
            </a:extLst>
          </p:cNvPr>
          <p:cNvSpPr/>
          <p:nvPr/>
        </p:nvSpPr>
        <p:spPr bwMode="auto">
          <a:xfrm>
            <a:off x="7195343" y="2817080"/>
            <a:ext cx="1603552" cy="1344168"/>
          </a:xfrm>
          <a:prstGeom prst="roundRect">
            <a:avLst>
              <a:gd name="adj" fmla="val 12898"/>
            </a:avLst>
          </a:prstGeom>
          <a:gradFill flip="none" rotWithShape="1">
            <a:gsLst>
              <a:gs pos="0">
                <a:srgbClr val="E4DCF2"/>
              </a:gs>
              <a:gs pos="99000">
                <a:srgbClr val="E5F2F9"/>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0" bIns="45720" rtlCol="0" anchor="t"/>
          <a:lstStyle/>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rPr>
              <a:t>Enterprise access control</a:t>
            </a:r>
          </a:p>
        </p:txBody>
      </p:sp>
      <p:sp>
        <p:nvSpPr>
          <p:cNvPr id="24" name="Rectangle: Rounded Corners 23">
            <a:extLst>
              <a:ext uri="{FF2B5EF4-FFF2-40B4-BE49-F238E27FC236}">
                <a16:creationId xmlns:a16="http://schemas.microsoft.com/office/drawing/2014/main" id="{B7A4B3C8-AFAB-BD60-2CEB-FE65BC3E6191}"/>
              </a:ext>
            </a:extLst>
          </p:cNvPr>
          <p:cNvSpPr/>
          <p:nvPr/>
        </p:nvSpPr>
        <p:spPr bwMode="auto">
          <a:xfrm>
            <a:off x="8956749" y="2817080"/>
            <a:ext cx="1603552" cy="1344168"/>
          </a:xfrm>
          <a:prstGeom prst="roundRect">
            <a:avLst>
              <a:gd name="adj" fmla="val 12898"/>
            </a:avLst>
          </a:prstGeom>
          <a:gradFill flip="none" rotWithShape="1">
            <a:gsLst>
              <a:gs pos="0">
                <a:srgbClr val="E4DCF2"/>
              </a:gs>
              <a:gs pos="99000">
                <a:srgbClr val="E5F2F9"/>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0" bIns="45720" rtlCol="0" anchor="t"/>
          <a:lstStyle/>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endParaRPr kumimoji="0" lang="en-US" sz="2000" b="0" i="0" u="none" strike="noStrike" kern="1200" cap="none" spc="0" normalizeH="0" baseline="0" noProof="0">
              <a:ln>
                <a:noFill/>
              </a:ln>
              <a:solidFill>
                <a:srgbClr val="000000"/>
              </a:solidFill>
              <a:effectLst/>
              <a:uLnTx/>
              <a:uFillTx/>
              <a:latin typeface="Segoe Sans Text Semibold" pitchFamily="2" charset="0"/>
              <a:ea typeface="+mn-ea"/>
              <a:cs typeface="Segoe Sans Text Semibold" pitchFamily="2" charset="0"/>
            </a:endParaRPr>
          </a:p>
          <a:p>
            <a:pPr marL="0" marR="0" lvl="0" indent="0" algn="ctr" defTabSz="914400" rtl="0" eaLnBrk="1" fontAlgn="base" latinLnBrk="0" hangingPunct="1">
              <a:lnSpc>
                <a:spcPct val="100000"/>
              </a:lnSpc>
              <a:spcBef>
                <a:spcPct val="0"/>
              </a:spcBef>
              <a:spcAft>
                <a:spcPct val="0"/>
              </a:spcAft>
              <a:buClrTx/>
              <a:buSzTx/>
              <a:buFontTx/>
              <a:buNone/>
              <a:tabLst>
                <a:tab pos="1487158" algn="l"/>
              </a:tabLst>
              <a:defRPr/>
            </a:pPr>
            <a:r>
              <a:rPr kumimoji="0" lang="en-US" sz="1400" b="1" i="0" u="none" strike="noStrike" kern="1200" cap="none" spc="0" normalizeH="0" baseline="0" noProof="0">
                <a:ln w="3175">
                  <a:noFill/>
                </a:ln>
                <a:solidFill>
                  <a:srgbClr val="000000"/>
                </a:solidFill>
                <a:effectLst/>
                <a:uLnTx/>
                <a:uFillTx/>
                <a:latin typeface="Segoe UI Variable Display Semibold"/>
                <a:ea typeface="+mn-ea"/>
                <a:cs typeface="Segoe UI"/>
              </a:rPr>
              <a:t>Automated data preparation</a:t>
            </a:r>
          </a:p>
        </p:txBody>
      </p:sp>
      <p:pic>
        <p:nvPicPr>
          <p:cNvPr id="29" name="!! Logo Foundry">
            <a:extLst>
              <a:ext uri="{FF2B5EF4-FFF2-40B4-BE49-F238E27FC236}">
                <a16:creationId xmlns:a16="http://schemas.microsoft.com/office/drawing/2014/main" id="{6093410B-5BB4-C4C1-8F3C-7A1541D16D30}"/>
              </a:ext>
              <a:ext uri="{C183D7F6-B498-43B3-948B-1728B52AA6E4}">
                <adec:decorative xmlns:adec="http://schemas.microsoft.com/office/drawing/2017/decorative" val="1"/>
              </a:ext>
            </a:extLst>
          </p:cNvPr>
          <p:cNvPicPr>
            <a:picLocks noChangeAspect="1"/>
          </p:cNvPicPr>
          <p:nvPr/>
        </p:nvPicPr>
        <p:blipFill>
          <a:blip r:embed="rId10">
            <a:alphaModFix/>
          </a:blip>
          <a:stretch>
            <a:fillRect/>
          </a:stretch>
        </p:blipFill>
        <p:spPr>
          <a:xfrm>
            <a:off x="9612420" y="4948162"/>
            <a:ext cx="348976" cy="365760"/>
          </a:xfrm>
          <a:prstGeom prst="rect">
            <a:avLst/>
          </a:prstGeom>
          <a:effectLst>
            <a:outerShdw blurRad="330200" sx="102000" sy="102000" algn="ctr" rotWithShape="0">
              <a:schemeClr val="bg1">
                <a:alpha val="40000"/>
              </a:schemeClr>
            </a:outerShdw>
          </a:effectLst>
        </p:spPr>
      </p:pic>
      <p:pic>
        <p:nvPicPr>
          <p:cNvPr id="30" name="Picture 29">
            <a:extLst>
              <a:ext uri="{FF2B5EF4-FFF2-40B4-BE49-F238E27FC236}">
                <a16:creationId xmlns:a16="http://schemas.microsoft.com/office/drawing/2014/main" id="{0C1F0BA4-0013-AB1B-78AF-C0C54850ED64}"/>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760929" y="4929874"/>
            <a:ext cx="402336" cy="402336"/>
          </a:xfrm>
          <a:prstGeom prst="rect">
            <a:avLst/>
          </a:prstGeom>
        </p:spPr>
      </p:pic>
      <p:sp>
        <p:nvSpPr>
          <p:cNvPr id="31" name="Freeform: Shape 30" descr="At the top is Data Factory, Analytics, Databases, Real-Time Intelligence, and Power BI.&#10;&#10;Below this going across is AI, OneLake, and Purview.&#10;&#10;Databases is Public Preview.">
            <a:extLst>
              <a:ext uri="{FF2B5EF4-FFF2-40B4-BE49-F238E27FC236}">
                <a16:creationId xmlns:a16="http://schemas.microsoft.com/office/drawing/2014/main" id="{AA1378F4-7736-CB8F-AB0E-A141CD0B3C8C}"/>
              </a:ext>
            </a:extLst>
          </p:cNvPr>
          <p:cNvSpPr/>
          <p:nvPr/>
        </p:nvSpPr>
        <p:spPr>
          <a:xfrm>
            <a:off x="6358344" y="4579558"/>
            <a:ext cx="4040437" cy="1161288"/>
          </a:xfrm>
          <a:custGeom>
            <a:avLst/>
            <a:gdLst>
              <a:gd name="connsiteX0" fmla="*/ 247568 w 10473316"/>
              <a:gd name="connsiteY0" fmla="*/ 0 h 1412976"/>
              <a:gd name="connsiteX1" fmla="*/ 4337192 w 10473316"/>
              <a:gd name="connsiteY1" fmla="*/ 0 h 1412976"/>
              <a:gd name="connsiteX2" fmla="*/ 4337192 w 10473316"/>
              <a:gd name="connsiteY2" fmla="*/ 110420 h 1412976"/>
              <a:gd name="connsiteX3" fmla="*/ 6136125 w 10473316"/>
              <a:gd name="connsiteY3" fmla="*/ 110420 h 1412976"/>
              <a:gd name="connsiteX4" fmla="*/ 6136125 w 10473316"/>
              <a:gd name="connsiteY4" fmla="*/ 0 h 1412976"/>
              <a:gd name="connsiteX5" fmla="*/ 10225748 w 10473316"/>
              <a:gd name="connsiteY5" fmla="*/ 0 h 1412976"/>
              <a:gd name="connsiteX6" fmla="*/ 10473316 w 10473316"/>
              <a:gd name="connsiteY6" fmla="*/ 247568 h 1412976"/>
              <a:gd name="connsiteX7" fmla="*/ 10473316 w 10473316"/>
              <a:gd name="connsiteY7" fmla="*/ 1165408 h 1412976"/>
              <a:gd name="connsiteX8" fmla="*/ 10225748 w 10473316"/>
              <a:gd name="connsiteY8" fmla="*/ 1412976 h 1412976"/>
              <a:gd name="connsiteX9" fmla="*/ 247568 w 10473316"/>
              <a:gd name="connsiteY9" fmla="*/ 1412976 h 1412976"/>
              <a:gd name="connsiteX10" fmla="*/ 0 w 10473316"/>
              <a:gd name="connsiteY10" fmla="*/ 1165408 h 1412976"/>
              <a:gd name="connsiteX11" fmla="*/ 0 w 10473316"/>
              <a:gd name="connsiteY11" fmla="*/ 247568 h 1412976"/>
              <a:gd name="connsiteX12" fmla="*/ 247568 w 10473316"/>
              <a:gd name="connsiteY12" fmla="*/ 0 h 1412976"/>
              <a:gd name="connsiteX0" fmla="*/ 4337192 w 10473316"/>
              <a:gd name="connsiteY0" fmla="*/ 110420 h 1412976"/>
              <a:gd name="connsiteX1" fmla="*/ 6136125 w 10473316"/>
              <a:gd name="connsiteY1" fmla="*/ 110420 h 1412976"/>
              <a:gd name="connsiteX2" fmla="*/ 6136125 w 10473316"/>
              <a:gd name="connsiteY2" fmla="*/ 0 h 1412976"/>
              <a:gd name="connsiteX3" fmla="*/ 10225748 w 10473316"/>
              <a:gd name="connsiteY3" fmla="*/ 0 h 1412976"/>
              <a:gd name="connsiteX4" fmla="*/ 10473316 w 10473316"/>
              <a:gd name="connsiteY4" fmla="*/ 247568 h 1412976"/>
              <a:gd name="connsiteX5" fmla="*/ 10473316 w 10473316"/>
              <a:gd name="connsiteY5" fmla="*/ 1165408 h 1412976"/>
              <a:gd name="connsiteX6" fmla="*/ 10225748 w 10473316"/>
              <a:gd name="connsiteY6" fmla="*/ 1412976 h 1412976"/>
              <a:gd name="connsiteX7" fmla="*/ 247568 w 10473316"/>
              <a:gd name="connsiteY7" fmla="*/ 1412976 h 1412976"/>
              <a:gd name="connsiteX8" fmla="*/ 0 w 10473316"/>
              <a:gd name="connsiteY8" fmla="*/ 1165408 h 1412976"/>
              <a:gd name="connsiteX9" fmla="*/ 0 w 10473316"/>
              <a:gd name="connsiteY9" fmla="*/ 247568 h 1412976"/>
              <a:gd name="connsiteX10" fmla="*/ 247568 w 10473316"/>
              <a:gd name="connsiteY10" fmla="*/ 0 h 1412976"/>
              <a:gd name="connsiteX11" fmla="*/ 4337192 w 10473316"/>
              <a:gd name="connsiteY11" fmla="*/ 0 h 1412976"/>
              <a:gd name="connsiteX12" fmla="*/ 4428632 w 10473316"/>
              <a:gd name="connsiteY12" fmla="*/ 201860 h 1412976"/>
              <a:gd name="connsiteX0" fmla="*/ 4337192 w 10473316"/>
              <a:gd name="connsiteY0" fmla="*/ 110420 h 1412976"/>
              <a:gd name="connsiteX1" fmla="*/ 6136125 w 10473316"/>
              <a:gd name="connsiteY1" fmla="*/ 110420 h 1412976"/>
              <a:gd name="connsiteX2" fmla="*/ 6136125 w 10473316"/>
              <a:gd name="connsiteY2" fmla="*/ 0 h 1412976"/>
              <a:gd name="connsiteX3" fmla="*/ 10225748 w 10473316"/>
              <a:gd name="connsiteY3" fmla="*/ 0 h 1412976"/>
              <a:gd name="connsiteX4" fmla="*/ 10473316 w 10473316"/>
              <a:gd name="connsiteY4" fmla="*/ 247568 h 1412976"/>
              <a:gd name="connsiteX5" fmla="*/ 10473316 w 10473316"/>
              <a:gd name="connsiteY5" fmla="*/ 1165408 h 1412976"/>
              <a:gd name="connsiteX6" fmla="*/ 10225748 w 10473316"/>
              <a:gd name="connsiteY6" fmla="*/ 1412976 h 1412976"/>
              <a:gd name="connsiteX7" fmla="*/ 247568 w 10473316"/>
              <a:gd name="connsiteY7" fmla="*/ 1412976 h 1412976"/>
              <a:gd name="connsiteX8" fmla="*/ 0 w 10473316"/>
              <a:gd name="connsiteY8" fmla="*/ 1165408 h 1412976"/>
              <a:gd name="connsiteX9" fmla="*/ 0 w 10473316"/>
              <a:gd name="connsiteY9" fmla="*/ 247568 h 1412976"/>
              <a:gd name="connsiteX10" fmla="*/ 247568 w 10473316"/>
              <a:gd name="connsiteY10" fmla="*/ 0 h 1412976"/>
              <a:gd name="connsiteX11" fmla="*/ 4337192 w 10473316"/>
              <a:gd name="connsiteY11" fmla="*/ 0 h 1412976"/>
              <a:gd name="connsiteX0" fmla="*/ 6136125 w 10473316"/>
              <a:gd name="connsiteY0" fmla="*/ 110420 h 1412976"/>
              <a:gd name="connsiteX1" fmla="*/ 6136125 w 10473316"/>
              <a:gd name="connsiteY1" fmla="*/ 0 h 1412976"/>
              <a:gd name="connsiteX2" fmla="*/ 10225748 w 10473316"/>
              <a:gd name="connsiteY2" fmla="*/ 0 h 1412976"/>
              <a:gd name="connsiteX3" fmla="*/ 10473316 w 10473316"/>
              <a:gd name="connsiteY3" fmla="*/ 247568 h 1412976"/>
              <a:gd name="connsiteX4" fmla="*/ 10473316 w 10473316"/>
              <a:gd name="connsiteY4" fmla="*/ 1165408 h 1412976"/>
              <a:gd name="connsiteX5" fmla="*/ 10225748 w 10473316"/>
              <a:gd name="connsiteY5" fmla="*/ 1412976 h 1412976"/>
              <a:gd name="connsiteX6" fmla="*/ 247568 w 10473316"/>
              <a:gd name="connsiteY6" fmla="*/ 1412976 h 1412976"/>
              <a:gd name="connsiteX7" fmla="*/ 0 w 10473316"/>
              <a:gd name="connsiteY7" fmla="*/ 1165408 h 1412976"/>
              <a:gd name="connsiteX8" fmla="*/ 0 w 10473316"/>
              <a:gd name="connsiteY8" fmla="*/ 247568 h 1412976"/>
              <a:gd name="connsiteX9" fmla="*/ 247568 w 10473316"/>
              <a:gd name="connsiteY9" fmla="*/ 0 h 1412976"/>
              <a:gd name="connsiteX10" fmla="*/ 4337192 w 10473316"/>
              <a:gd name="connsiteY10" fmla="*/ 0 h 1412976"/>
              <a:gd name="connsiteX0" fmla="*/ 6136125 w 10473316"/>
              <a:gd name="connsiteY0" fmla="*/ 0 h 1412976"/>
              <a:gd name="connsiteX1" fmla="*/ 10225748 w 10473316"/>
              <a:gd name="connsiteY1" fmla="*/ 0 h 1412976"/>
              <a:gd name="connsiteX2" fmla="*/ 10473316 w 10473316"/>
              <a:gd name="connsiteY2" fmla="*/ 247568 h 1412976"/>
              <a:gd name="connsiteX3" fmla="*/ 10473316 w 10473316"/>
              <a:gd name="connsiteY3" fmla="*/ 1165408 h 1412976"/>
              <a:gd name="connsiteX4" fmla="*/ 10225748 w 10473316"/>
              <a:gd name="connsiteY4" fmla="*/ 1412976 h 1412976"/>
              <a:gd name="connsiteX5" fmla="*/ 247568 w 10473316"/>
              <a:gd name="connsiteY5" fmla="*/ 1412976 h 1412976"/>
              <a:gd name="connsiteX6" fmla="*/ 0 w 10473316"/>
              <a:gd name="connsiteY6" fmla="*/ 1165408 h 1412976"/>
              <a:gd name="connsiteX7" fmla="*/ 0 w 10473316"/>
              <a:gd name="connsiteY7" fmla="*/ 247568 h 1412976"/>
              <a:gd name="connsiteX8" fmla="*/ 247568 w 10473316"/>
              <a:gd name="connsiteY8" fmla="*/ 0 h 1412976"/>
              <a:gd name="connsiteX9" fmla="*/ 4337192 w 10473316"/>
              <a:gd name="connsiteY9" fmla="*/ 0 h 141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3316" h="1412976">
                <a:moveTo>
                  <a:pt x="6136125" y="0"/>
                </a:moveTo>
                <a:lnTo>
                  <a:pt x="10225748" y="0"/>
                </a:lnTo>
                <a:cubicBezTo>
                  <a:pt x="10362476" y="0"/>
                  <a:pt x="10473316" y="110840"/>
                  <a:pt x="10473316" y="247568"/>
                </a:cubicBezTo>
                <a:lnTo>
                  <a:pt x="10473316" y="1165408"/>
                </a:lnTo>
                <a:cubicBezTo>
                  <a:pt x="10473316" y="1302136"/>
                  <a:pt x="10362476" y="1412976"/>
                  <a:pt x="10225748" y="1412976"/>
                </a:cubicBezTo>
                <a:lnTo>
                  <a:pt x="247568" y="1412976"/>
                </a:lnTo>
                <a:cubicBezTo>
                  <a:pt x="110840" y="1412976"/>
                  <a:pt x="0" y="1302136"/>
                  <a:pt x="0" y="1165408"/>
                </a:cubicBezTo>
                <a:lnTo>
                  <a:pt x="0" y="247568"/>
                </a:lnTo>
                <a:cubicBezTo>
                  <a:pt x="0" y="110840"/>
                  <a:pt x="110840" y="0"/>
                  <a:pt x="247568" y="0"/>
                </a:cubicBezTo>
                <a:lnTo>
                  <a:pt x="4337192" y="0"/>
                </a:lnTo>
              </a:path>
            </a:pathLst>
          </a:custGeom>
          <a:ln w="12700" cap="rnd">
            <a:solidFill>
              <a:schemeClr val="bg1">
                <a:lumMod val="50000"/>
                <a:lumOff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274320" rtlCol="0" anchor="b" anchorCtr="0">
            <a:noAutofit/>
          </a:bodyPr>
          <a:lstStyle/>
          <a:p>
            <a:pPr marL="0" marR="0" lvl="0" indent="0" algn="ctr" defTabSz="1427220" rtl="0" eaLnBrk="1" fontAlgn="auto" latinLnBrk="0" hangingPunct="1">
              <a:lnSpc>
                <a:spcPct val="100000"/>
              </a:lnSpc>
              <a:spcBef>
                <a:spcPts val="400"/>
              </a:spcBef>
              <a:spcAft>
                <a:spcPts val="0"/>
              </a:spcAft>
              <a:buClrTx/>
              <a:buSzTx/>
              <a:buFontTx/>
              <a:buNone/>
              <a:tabLst/>
              <a:defRPr/>
            </a:pPr>
            <a:endParaRPr kumimoji="0" lang="en-US" sz="4000" b="0" i="0" u="none" strike="noStrike" kern="1200" cap="none" spc="-50" normalizeH="0" baseline="0" noProof="0">
              <a:ln>
                <a:noFill/>
              </a:ln>
              <a:solidFill>
                <a:srgbClr val="000000"/>
              </a:solidFill>
              <a:effectLst/>
              <a:uLnTx/>
              <a:uFillTx/>
              <a:latin typeface="Segoe UI Variable Display Semibold" pitchFamily="2" charset="0"/>
              <a:ea typeface="+mn-ea"/>
              <a:cs typeface="+mn-cs"/>
            </a:endParaRPr>
          </a:p>
        </p:txBody>
      </p:sp>
      <p:pic>
        <p:nvPicPr>
          <p:cNvPr id="33" name="!! Logo Studio">
            <a:extLst>
              <a:ext uri="{FF2B5EF4-FFF2-40B4-BE49-F238E27FC236}">
                <a16:creationId xmlns:a16="http://schemas.microsoft.com/office/drawing/2014/main" id="{5AF37228-A986-5C1C-8942-2F624AE26576}"/>
              </a:ext>
              <a:ext uri="{C183D7F6-B498-43B3-948B-1728B52AA6E4}">
                <adec:decorative xmlns:adec="http://schemas.microsoft.com/office/drawing/2017/decorative" val="1"/>
              </a:ext>
            </a:extLst>
          </p:cNvPr>
          <p:cNvPicPr>
            <a:picLocks noChangeAspect="1"/>
          </p:cNvPicPr>
          <p:nvPr/>
        </p:nvPicPr>
        <p:blipFill>
          <a:blip r:embed="rId12">
            <a:alphaModFix/>
            <a:extLst>
              <a:ext uri="{28A0092B-C50C-407E-A947-70E740481C1C}">
                <a14:useLocalDpi xmlns:a14="http://schemas.microsoft.com/office/drawing/2010/main" val="0"/>
              </a:ext>
            </a:extLst>
          </a:blip>
          <a:stretch>
            <a:fillRect/>
          </a:stretch>
        </p:blipFill>
        <p:spPr>
          <a:xfrm>
            <a:off x="6885598" y="4948162"/>
            <a:ext cx="365760" cy="365760"/>
          </a:xfrm>
          <a:prstGeom prst="rect">
            <a:avLst/>
          </a:prstGeom>
          <a:effectLst>
            <a:outerShdw blurRad="330200" sx="102000" sy="102000" algn="ctr" rotWithShape="0">
              <a:schemeClr val="bg1">
                <a:alpha val="40000"/>
              </a:schemeClr>
            </a:outerShdw>
          </a:effectLst>
        </p:spPr>
      </p:pic>
      <p:pic>
        <p:nvPicPr>
          <p:cNvPr id="35" name="!!Fabric">
            <a:extLst>
              <a:ext uri="{FF2B5EF4-FFF2-40B4-BE49-F238E27FC236}">
                <a16:creationId xmlns:a16="http://schemas.microsoft.com/office/drawing/2014/main" id="{1D680FB6-EF4B-1F61-BDF9-DE9E64A81489}"/>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8709410" y="4948162"/>
            <a:ext cx="356865" cy="365760"/>
          </a:xfrm>
          <a:prstGeom prst="rect">
            <a:avLst/>
          </a:prstGeom>
          <a:effectLst/>
        </p:spPr>
      </p:pic>
      <p:sp useBgFill="1">
        <p:nvSpPr>
          <p:cNvPr id="28" name="Rounded Rectangle 15">
            <a:extLst>
              <a:ext uri="{FF2B5EF4-FFF2-40B4-BE49-F238E27FC236}">
                <a16:creationId xmlns:a16="http://schemas.microsoft.com/office/drawing/2014/main" id="{E36EFDC7-23AB-395F-C00B-70BF6373D895}"/>
              </a:ext>
              <a:ext uri="{C183D7F6-B498-43B3-948B-1728B52AA6E4}">
                <adec:decorative xmlns:adec="http://schemas.microsoft.com/office/drawing/2017/decorative" val="1"/>
              </a:ext>
            </a:extLst>
          </p:cNvPr>
          <p:cNvSpPr/>
          <p:nvPr/>
        </p:nvSpPr>
        <p:spPr>
          <a:xfrm>
            <a:off x="7499615" y="4481463"/>
            <a:ext cx="1839810" cy="255746"/>
          </a:xfrm>
          <a:prstGeom prst="roundRect">
            <a:avLst>
              <a:gd name="adj" fmla="val 6586"/>
            </a:avLst>
          </a:prstGeom>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765408"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rgbClr val="000000"/>
                </a:solidFill>
                <a:effectLst/>
                <a:uLnTx/>
                <a:uFillTx/>
                <a:latin typeface="Segoe UI Variable Display Semib"/>
                <a:ea typeface="+mn-ea"/>
                <a:cs typeface="Segoe Sans Display Semibold"/>
              </a:rPr>
              <a:t>Integrations</a:t>
            </a:r>
          </a:p>
        </p:txBody>
      </p:sp>
      <p:sp useBgFill="1">
        <p:nvSpPr>
          <p:cNvPr id="37" name="Rounded Rectangle 15">
            <a:extLst>
              <a:ext uri="{FF2B5EF4-FFF2-40B4-BE49-F238E27FC236}">
                <a16:creationId xmlns:a16="http://schemas.microsoft.com/office/drawing/2014/main" id="{ED77D9BA-DD88-B47C-D624-85B722C7A2C3}"/>
              </a:ext>
              <a:ext uri="{C183D7F6-B498-43B3-948B-1728B52AA6E4}">
                <adec:decorative xmlns:adec="http://schemas.microsoft.com/office/drawing/2017/decorative" val="1"/>
              </a:ext>
            </a:extLst>
          </p:cNvPr>
          <p:cNvSpPr>
            <a:spLocks noGrp="1"/>
          </p:cNvSpPr>
          <p:nvPr>
            <p:ph type="title" idx="4294967295"/>
          </p:nvPr>
        </p:nvSpPr>
        <p:spPr>
          <a:xfrm>
            <a:off x="3144535" y="4440038"/>
            <a:ext cx="1839810" cy="255746"/>
          </a:xfrm>
          <a:prstGeom prst="roundRect">
            <a:avLst>
              <a:gd name="adj" fmla="val 6586"/>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765408"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rgbClr val="000000"/>
                </a:solidFill>
                <a:effectLst/>
                <a:uLnTx/>
                <a:uFillTx/>
                <a:latin typeface="Segoe UI Variable Display Semib"/>
                <a:ea typeface="+mn-ea"/>
                <a:cs typeface="Segoe Sans Display Semibold"/>
              </a:rPr>
              <a:t>Sources</a:t>
            </a:r>
          </a:p>
        </p:txBody>
      </p:sp>
      <p:sp>
        <p:nvSpPr>
          <p:cNvPr id="38" name="Rectangle: Rounded Corners 37">
            <a:extLst>
              <a:ext uri="{FF2B5EF4-FFF2-40B4-BE49-F238E27FC236}">
                <a16:creationId xmlns:a16="http://schemas.microsoft.com/office/drawing/2014/main" id="{8E7FFB7F-C7F5-8734-669D-FDAD69B0582B}"/>
              </a:ext>
              <a:ext uri="{C183D7F6-B498-43B3-948B-1728B52AA6E4}">
                <adec:decorative xmlns:adec="http://schemas.microsoft.com/office/drawing/2017/decorative" val="1"/>
              </a:ext>
            </a:extLst>
          </p:cNvPr>
          <p:cNvSpPr/>
          <p:nvPr/>
        </p:nvSpPr>
        <p:spPr>
          <a:xfrm>
            <a:off x="1224324" y="953269"/>
            <a:ext cx="9885560" cy="4951461"/>
          </a:xfrm>
          <a:prstGeom prst="roundRect">
            <a:avLst>
              <a:gd name="adj" fmla="val 4930"/>
            </a:avLst>
          </a:prstGeom>
          <a:noFill/>
          <a:ln w="50800">
            <a:gradFill flip="none" rotWithShape="1">
              <a:gsLst>
                <a:gs pos="0">
                  <a:schemeClr val="accent5">
                    <a:lumMod val="40000"/>
                    <a:lumOff val="60000"/>
                  </a:schemeClr>
                </a:gs>
                <a:gs pos="100000">
                  <a:srgbClr val="7656AD"/>
                </a:gs>
              </a:gsLst>
              <a:lin ang="2700000" scaled="1"/>
              <a:tileRect/>
            </a:gradFill>
            <a:headEnd type="none" w="med" len="med"/>
            <a:tailEnd type="none" w="med" len="med"/>
          </a:ln>
          <a:effectLst>
            <a:glow rad="254000">
              <a:schemeClr val="accent1">
                <a:satMod val="175000"/>
                <a:alpha val="14000"/>
              </a:schemeClr>
            </a:glo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5028" tIns="60022" rIns="75028" bIns="60022" numCol="1" spcCol="0" rtlCol="0" fromWordArt="0" anchor="t" anchorCtr="0" forceAA="0" compatLnSpc="1">
            <a:prstTxWarp prst="textNoShape">
              <a:avLst/>
            </a:prstTxWarp>
            <a:noAutofit/>
          </a:bodyPr>
          <a:lstStyle/>
          <a:p>
            <a:pPr marL="0" marR="0" lvl="0" indent="0" algn="l" defTabSz="382593" rtl="0" eaLnBrk="1" fontAlgn="base" latinLnBrk="0" hangingPunct="1">
              <a:lnSpc>
                <a:spcPct val="100000"/>
              </a:lnSpc>
              <a:spcBef>
                <a:spcPct val="0"/>
              </a:spcBef>
              <a:spcAft>
                <a:spcPct val="0"/>
              </a:spcAft>
              <a:buClrTx/>
              <a:buSzTx/>
              <a:buFontTx/>
              <a:buNone/>
              <a:tabLst/>
              <a:defRPr/>
            </a:pPr>
            <a:endParaRPr kumimoji="0" lang="en-US" sz="1641" b="0" i="0" u="none" strike="noStrike" kern="1200" cap="none" spc="0" normalizeH="0" baseline="0" noProof="0">
              <a:ln>
                <a:noFill/>
              </a:ln>
              <a:solidFill>
                <a:srgbClr val="000000"/>
              </a:solidFill>
              <a:effectLst/>
              <a:uLnTx/>
              <a:uFillTx/>
              <a:latin typeface="Segoe UI"/>
              <a:ea typeface="+mn-ea"/>
              <a:cs typeface="Segoe UI" pitchFamily="34" charset="0"/>
            </a:endParaRPr>
          </a:p>
        </p:txBody>
      </p:sp>
      <p:pic>
        <p:nvPicPr>
          <p:cNvPr id="27" name="Picture 47">
            <a:extLst>
              <a:ext uri="{FF2B5EF4-FFF2-40B4-BE49-F238E27FC236}">
                <a16:creationId xmlns:a16="http://schemas.microsoft.com/office/drawing/2014/main" id="{B30BAC12-2791-EA0F-956A-68943EBAA04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t="6749" b="6749"/>
          <a:stretch/>
        </p:blipFill>
        <p:spPr>
          <a:xfrm>
            <a:off x="2448620" y="2974295"/>
            <a:ext cx="473433" cy="409524"/>
          </a:xfrm>
          <a:prstGeom prst="rect">
            <a:avLst/>
          </a:prstGeom>
          <a:effectLst/>
        </p:spPr>
      </p:pic>
      <p:pic>
        <p:nvPicPr>
          <p:cNvPr id="40" name="Picture 39">
            <a:extLst>
              <a:ext uri="{FF2B5EF4-FFF2-40B4-BE49-F238E27FC236}">
                <a16:creationId xmlns:a16="http://schemas.microsoft.com/office/drawing/2014/main" id="{94046B3A-07AA-9E4E-0028-215053A18DBA}"/>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6033512" y="2974295"/>
            <a:ext cx="489936" cy="457200"/>
          </a:xfrm>
          <a:prstGeom prst="rect">
            <a:avLst/>
          </a:prstGeom>
        </p:spPr>
      </p:pic>
      <p:pic>
        <p:nvPicPr>
          <p:cNvPr id="50" name="Picture 49">
            <a:extLst>
              <a:ext uri="{FF2B5EF4-FFF2-40B4-BE49-F238E27FC236}">
                <a16:creationId xmlns:a16="http://schemas.microsoft.com/office/drawing/2014/main" id="{37D69081-3336-39EA-3086-A3FD7A1A1ABC}"/>
              </a:ext>
              <a:ext uri="{C183D7F6-B498-43B3-948B-1728B52AA6E4}">
                <adec:decorative xmlns:adec="http://schemas.microsoft.com/office/drawing/2017/decorative" val="1"/>
              </a:ext>
            </a:extLst>
          </p:cNvPr>
          <p:cNvPicPr>
            <a:picLocks noChangeAspect="1" noChangeArrowheads="1"/>
          </p:cNvPicPr>
          <p:nvPr/>
        </p:nvPicPr>
        <p:blipFill>
          <a:blip r:embed="rId15" cstate="print">
            <a:extLst>
              <a:ext uri="{BEBA8EAE-BF5A-486C-A8C5-ECC9F3942E4B}">
                <a14:imgProps xmlns:a14="http://schemas.microsoft.com/office/drawing/2010/main">
                  <a14:imgLayer r:embed="rId1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89627" y="2926619"/>
            <a:ext cx="632475" cy="632476"/>
          </a:xfrm>
          <a:prstGeom prst="rect">
            <a:avLst/>
          </a:prstGeom>
          <a:ln w="12700" cap="rnd">
            <a:noFill/>
            <a:headEnd type="none" w="lg" len="sm"/>
            <a:tailEnd type="none" w="lg" len="sm"/>
          </a:ln>
          <a:effectLst/>
        </p:spPr>
      </p:pic>
      <p:pic>
        <p:nvPicPr>
          <p:cNvPr id="53" name="Picture 52">
            <a:extLst>
              <a:ext uri="{FF2B5EF4-FFF2-40B4-BE49-F238E27FC236}">
                <a16:creationId xmlns:a16="http://schemas.microsoft.com/office/drawing/2014/main" id="{2D828508-5993-2E4E-CFE7-E840B351F581}"/>
              </a:ext>
              <a:ext uri="{C183D7F6-B498-43B3-948B-1728B52AA6E4}">
                <adec:decorative xmlns:adec="http://schemas.microsoft.com/office/drawing/2017/decorative" val="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263507" y="2991889"/>
            <a:ext cx="421592" cy="421592"/>
          </a:xfrm>
          <a:prstGeom prst="rect">
            <a:avLst/>
          </a:prstGeom>
        </p:spPr>
      </p:pic>
      <p:pic>
        <p:nvPicPr>
          <p:cNvPr id="58" name="Picture 57">
            <a:extLst>
              <a:ext uri="{FF2B5EF4-FFF2-40B4-BE49-F238E27FC236}">
                <a16:creationId xmlns:a16="http://schemas.microsoft.com/office/drawing/2014/main" id="{676F5337-F86B-8CC9-280D-35F19FEBFCDB}"/>
              </a:ext>
              <a:ext uri="{C183D7F6-B498-43B3-948B-1728B52AA6E4}">
                <adec:decorative xmlns:adec="http://schemas.microsoft.com/office/drawing/2017/decorative" val="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549611" y="3002001"/>
            <a:ext cx="446440" cy="411480"/>
          </a:xfrm>
          <a:prstGeom prst="rect">
            <a:avLst/>
          </a:prstGeom>
        </p:spPr>
      </p:pic>
      <p:sp>
        <p:nvSpPr>
          <p:cNvPr id="21" name="Oval 20">
            <a:extLst>
              <a:ext uri="{FF2B5EF4-FFF2-40B4-BE49-F238E27FC236}">
                <a16:creationId xmlns:a16="http://schemas.microsoft.com/office/drawing/2014/main" id="{143B6FC8-328C-BAD3-5A3B-18EADE5E82A7}"/>
              </a:ext>
              <a:ext uri="{C183D7F6-B498-43B3-948B-1728B52AA6E4}">
                <adec:decorative xmlns:adec="http://schemas.microsoft.com/office/drawing/2017/decorative" val="1"/>
              </a:ext>
            </a:extLst>
          </p:cNvPr>
          <p:cNvSpPr/>
          <p:nvPr/>
        </p:nvSpPr>
        <p:spPr bwMode="auto">
          <a:xfrm>
            <a:off x="5888224" y="587509"/>
            <a:ext cx="731520" cy="731520"/>
          </a:xfrm>
          <a:prstGeom prst="ellipse">
            <a:avLst/>
          </a:prstGeom>
          <a:solidFill>
            <a:schemeClr val="tx1"/>
          </a:solidFill>
          <a:ln w="25400">
            <a:gradFill flip="none" rotWithShape="1">
              <a:gsLst>
                <a:gs pos="30000">
                  <a:schemeClr val="accent5">
                    <a:lumMod val="40000"/>
                    <a:lumOff val="60000"/>
                  </a:schemeClr>
                </a:gs>
                <a:gs pos="100000">
                  <a:srgbClr val="7656AD"/>
                </a:gs>
              </a:gsLst>
              <a:lin ang="2700000" scaled="1"/>
              <a:tileRect/>
            </a:gradFill>
            <a:headEnd type="none" w="med" len="med"/>
            <a:tailEnd type="none" w="med" len="med"/>
          </a:ln>
          <a:effectLst>
            <a:glow rad="254000">
              <a:schemeClr val="accent1">
                <a:satMod val="175000"/>
                <a:alpha val="14000"/>
              </a:schemeClr>
            </a:glo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5028" tIns="60022" rIns="75028" bIns="60022" numCol="1" spcCol="0" rtlCol="0" fromWordArt="0" anchor="t" anchorCtr="0" forceAA="0" compatLnSpc="1">
            <a:prstTxWarp prst="textNoShape">
              <a:avLst/>
            </a:prstTxWarp>
            <a:noAutofit/>
          </a:bodyPr>
          <a:lstStyle/>
          <a:p>
            <a:pPr marL="0" marR="0" lvl="0" indent="0" algn="l" defTabSz="382593" rtl="0" eaLnBrk="1" fontAlgn="base" latinLnBrk="0" hangingPunct="1">
              <a:lnSpc>
                <a:spcPct val="100000"/>
              </a:lnSpc>
              <a:spcBef>
                <a:spcPct val="0"/>
              </a:spcBef>
              <a:spcAft>
                <a:spcPct val="0"/>
              </a:spcAft>
              <a:buClrTx/>
              <a:buSzTx/>
              <a:buFontTx/>
              <a:buNone/>
              <a:tabLst/>
              <a:defRPr/>
            </a:pPr>
            <a:endParaRPr kumimoji="0" lang="en-US" sz="1641" b="0" i="0" u="none" strike="noStrike" kern="1200" cap="none" spc="0" normalizeH="0" baseline="0" noProof="0">
              <a:ln>
                <a:noFill/>
              </a:ln>
              <a:solidFill>
                <a:srgbClr val="000000"/>
              </a:solidFill>
              <a:effectLst/>
              <a:uLnTx/>
              <a:uFillTx/>
              <a:latin typeface="Segoe UI"/>
              <a:ea typeface="+mn-ea"/>
              <a:cs typeface="Segoe UI" pitchFamily="34" charset="0"/>
            </a:endParaRPr>
          </a:p>
        </p:txBody>
      </p:sp>
      <p:pic>
        <p:nvPicPr>
          <p:cNvPr id="22" name="!!Fabric">
            <a:extLst>
              <a:ext uri="{FF2B5EF4-FFF2-40B4-BE49-F238E27FC236}">
                <a16:creationId xmlns:a16="http://schemas.microsoft.com/office/drawing/2014/main" id="{69B33428-C571-CF77-A47C-AFC88345555A}"/>
              </a:ext>
              <a:ext uri="{C183D7F6-B498-43B3-948B-1728B52AA6E4}">
                <adec:decorative xmlns:adec="http://schemas.microsoft.com/office/drawing/2017/decorative" val="1"/>
              </a:ext>
            </a:extLst>
          </p:cNvPr>
          <p:cNvPicPr>
            <a:picLocks noChangeAspect="1"/>
          </p:cNvPicPr>
          <p:nvPr/>
        </p:nvPicPr>
        <p:blipFill>
          <a:blip r:embed="rId19">
            <a:extLst>
              <a:ext uri="{28A0092B-C50C-407E-A947-70E740481C1C}">
                <a14:useLocalDpi xmlns:a14="http://schemas.microsoft.com/office/drawing/2010/main" val="0"/>
              </a:ext>
            </a:extLst>
          </a:blip>
          <a:srcRect/>
          <a:stretch/>
        </p:blipFill>
        <p:spPr>
          <a:xfrm>
            <a:off x="5965751" y="664299"/>
            <a:ext cx="576465" cy="576465"/>
          </a:xfrm>
          <a:prstGeom prst="rect">
            <a:avLst/>
          </a:prstGeom>
          <a:effectLst/>
        </p:spPr>
      </p:pic>
    </p:spTree>
    <p:custDataLst>
      <p:tags r:id="rId1"/>
    </p:custDataLst>
    <p:extLst>
      <p:ext uri="{BB962C8B-B14F-4D97-AF65-F5344CB8AC3E}">
        <p14:creationId xmlns:p14="http://schemas.microsoft.com/office/powerpoint/2010/main" val="638977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42" presetClass="path" presetSubtype="0" decel="100000" fill="hold" nodeType="withEffect">
                                  <p:stCondLst>
                                    <p:cond delay="400"/>
                                  </p:stCondLst>
                                  <p:childTnLst>
                                    <p:animMotion origin="layout" path="M 2.5E-6 -1.48148E-6 L 2.5E-6 0.03542 " pathEditMode="relative" rAng="0" ptsTypes="AA">
                                      <p:cBhvr>
                                        <p:cTn id="9" dur="700" spd="-100000" fill="hold"/>
                                        <p:tgtEl>
                                          <p:spTgt spid="14"/>
                                        </p:tgtEl>
                                        <p:attrNameLst>
                                          <p:attrName>ppt_x</p:attrName>
                                          <p:attrName>ppt_y</p:attrName>
                                        </p:attrNameLst>
                                      </p:cBhvr>
                                      <p:rCtr x="0" y="1759"/>
                                    </p:animMotion>
                                  </p:childTnLst>
                                </p:cTn>
                              </p:par>
                              <p:par>
                                <p:cTn id="10" presetID="10" presetClass="entr" presetSubtype="0" fill="hold" nodeType="withEffect">
                                  <p:stCondLst>
                                    <p:cond delay="5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42" presetClass="path" presetSubtype="0" decel="100000" fill="hold" nodeType="withEffect">
                                  <p:stCondLst>
                                    <p:cond delay="500"/>
                                  </p:stCondLst>
                                  <p:childTnLst>
                                    <p:animMotion origin="layout" path="M 3.125E-6 2.96296E-6 L 3.125E-6 0.03541 " pathEditMode="relative" rAng="0" ptsTypes="AA">
                                      <p:cBhvr>
                                        <p:cTn id="14" dur="700" spd="-100000" fill="hold"/>
                                        <p:tgtEl>
                                          <p:spTgt spid="17"/>
                                        </p:tgtEl>
                                        <p:attrNameLst>
                                          <p:attrName>ppt_x</p:attrName>
                                          <p:attrName>ppt_y</p:attrName>
                                        </p:attrNameLst>
                                      </p:cBhvr>
                                      <p:rCtr x="0" y="1759"/>
                                    </p:animMotion>
                                  </p:childTnLst>
                                </p:cTn>
                              </p:par>
                              <p:par>
                                <p:cTn id="15" presetID="10" presetClass="entr" presetSubtype="0" fill="hold" nodeType="withEffect">
                                  <p:stCondLst>
                                    <p:cond delay="60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42" presetClass="path" presetSubtype="0" decel="100000" fill="hold" nodeType="withEffect">
                                  <p:stCondLst>
                                    <p:cond delay="600"/>
                                  </p:stCondLst>
                                  <p:childTnLst>
                                    <p:animMotion origin="layout" path="M 2.08333E-7 -3.7037E-6 L 2.08333E-7 0.03542 " pathEditMode="relative" rAng="0" ptsTypes="AA">
                                      <p:cBhvr>
                                        <p:cTn id="19" dur="700" spd="-100000" fill="hold"/>
                                        <p:tgtEl>
                                          <p:spTgt spid="19"/>
                                        </p:tgtEl>
                                        <p:attrNameLst>
                                          <p:attrName>ppt_x</p:attrName>
                                          <p:attrName>ppt_y</p:attrName>
                                        </p:attrNameLst>
                                      </p:cBhvr>
                                      <p:rCtr x="0" y="1759"/>
                                    </p:animMotion>
                                  </p:childTnLst>
                                </p:cTn>
                              </p:par>
                              <p:par>
                                <p:cTn id="20" presetID="10" presetClass="entr" presetSubtype="0" fill="hold" grpId="0" nodeType="withEffect">
                                  <p:stCondLst>
                                    <p:cond delay="10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42" presetClass="path" presetSubtype="0" decel="100000" fill="hold" grpId="1" nodeType="withEffect">
                                  <p:stCondLst>
                                    <p:cond delay="100"/>
                                  </p:stCondLst>
                                  <p:childTnLst>
                                    <p:animMotion origin="layout" path="M 4.16667E-7 2.96296E-6 L 4.16667E-7 0.03541 " pathEditMode="relative" rAng="0" ptsTypes="AA">
                                      <p:cBhvr>
                                        <p:cTn id="24" dur="700" spd="-100000" fill="hold"/>
                                        <p:tgtEl>
                                          <p:spTgt spid="34"/>
                                        </p:tgtEl>
                                        <p:attrNameLst>
                                          <p:attrName>ppt_x</p:attrName>
                                          <p:attrName>ppt_y</p:attrName>
                                        </p:attrNameLst>
                                      </p:cBhvr>
                                      <p:rCtr x="0" y="1759"/>
                                    </p:animMotion>
                                  </p:childTnLst>
                                </p:cTn>
                              </p:par>
                              <p:par>
                                <p:cTn id="25" presetID="10" presetClass="entr" presetSubtype="0" fill="hold" grpId="0" nodeType="withEffect">
                                  <p:stCondLst>
                                    <p:cond delay="30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par>
                                <p:cTn id="28" presetID="42" presetClass="path" presetSubtype="0" decel="100000" fill="hold" grpId="1" nodeType="withEffect">
                                  <p:stCondLst>
                                    <p:cond delay="300"/>
                                  </p:stCondLst>
                                  <p:childTnLst>
                                    <p:animMotion origin="layout" path="M 1.45833E-6 -1.85185E-6 L 1.45833E-6 0.03542 " pathEditMode="relative" rAng="0" ptsTypes="AA">
                                      <p:cBhvr>
                                        <p:cTn id="29" dur="700" spd="-100000" fill="hold"/>
                                        <p:tgtEl>
                                          <p:spTgt spid="28"/>
                                        </p:tgtEl>
                                        <p:attrNameLst>
                                          <p:attrName>ppt_x</p:attrName>
                                          <p:attrName>ppt_y</p:attrName>
                                        </p:attrNameLst>
                                      </p:cBhvr>
                                      <p:rCtr x="0" y="1759"/>
                                    </p:animMotion>
                                  </p:childTnLst>
                                </p:cTn>
                              </p:par>
                              <p:par>
                                <p:cTn id="30" presetID="10" presetClass="entr" presetSubtype="0" fill="hold" grpId="0" nodeType="withEffect">
                                  <p:stCondLst>
                                    <p:cond delay="3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par>
                                <p:cTn id="33" presetID="42" presetClass="path" presetSubtype="0" decel="100000" fill="hold" grpId="1" nodeType="withEffect">
                                  <p:stCondLst>
                                    <p:cond delay="300"/>
                                  </p:stCondLst>
                                  <p:childTnLst>
                                    <p:animMotion origin="layout" path="M 1.45833E-6 -1.85185E-6 L 1.45833E-6 0.03542 " pathEditMode="relative" rAng="0" ptsTypes="AA">
                                      <p:cBhvr>
                                        <p:cTn id="34" dur="700" spd="-100000" fill="hold"/>
                                        <p:tgtEl>
                                          <p:spTgt spid="37"/>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28" grpId="0" animBg="1"/>
      <p:bldP spid="28" grpId="1" animBg="1"/>
      <p:bldP spid="37" grpId="0" animBg="1"/>
      <p:bldP spid="37" grpId="1" animBg="1"/>
      <p:bldP spid="3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57770-F583-D2AD-9DB3-361BB8A45AF6}"/>
            </a:ext>
          </a:extLst>
        </p:cNvPr>
        <p:cNvGrpSpPr/>
        <p:nvPr/>
      </p:nvGrpSpPr>
      <p:grpSpPr>
        <a:xfrm>
          <a:off x="0" y="0"/>
          <a:ext cx="0" cy="0"/>
          <a:chOff x="0" y="0"/>
          <a:chExt cx="0" cy="0"/>
        </a:xfrm>
      </p:grpSpPr>
      <p:sp>
        <p:nvSpPr>
          <p:cNvPr id="15" name="Rectangle: Top Corners Rounded 14">
            <a:extLst>
              <a:ext uri="{FF2B5EF4-FFF2-40B4-BE49-F238E27FC236}">
                <a16:creationId xmlns:a16="http://schemas.microsoft.com/office/drawing/2014/main" id="{7408DC16-F5B6-B33E-9C44-239B40E57237}"/>
              </a:ext>
              <a:ext uri="{C183D7F6-B498-43B3-948B-1728B52AA6E4}">
                <adec:decorative xmlns:adec="http://schemas.microsoft.com/office/drawing/2017/decorative" val="1"/>
              </a:ext>
            </a:extLst>
          </p:cNvPr>
          <p:cNvSpPr/>
          <p:nvPr/>
        </p:nvSpPr>
        <p:spPr bwMode="auto">
          <a:xfrm rot="5400000">
            <a:off x="-1188810" y="1188808"/>
            <a:ext cx="6858000" cy="4480384"/>
          </a:xfrm>
          <a:prstGeom prst="round2SameRect">
            <a:avLst>
              <a:gd name="adj1" fmla="val 0"/>
              <a:gd name="adj2" fmla="val 0"/>
            </a:avLst>
          </a:prstGeom>
          <a:solidFill>
            <a:srgbClr val="091F2C">
              <a:alpha val="8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a:ln w="3175">
                <a:noFill/>
              </a:ln>
              <a:gradFill>
                <a:gsLst>
                  <a:gs pos="22936">
                    <a:srgbClr val="091F2C"/>
                  </a:gs>
                  <a:gs pos="38000">
                    <a:srgbClr val="091F2C"/>
                  </a:gs>
                </a:gsLst>
                <a:path path="circle">
                  <a:fillToRect l="100000" t="100000"/>
                </a:path>
              </a:gradFill>
              <a:latin typeface="Segoe UI Variable Display Semibold" pitchFamily="2" charset="0"/>
              <a:cs typeface="Segoe UI" pitchFamily="34" charset="0"/>
            </a:endParaRPr>
          </a:p>
        </p:txBody>
      </p:sp>
      <p:sp>
        <p:nvSpPr>
          <p:cNvPr id="30" name="TextBox 29">
            <a:extLst>
              <a:ext uri="{FF2B5EF4-FFF2-40B4-BE49-F238E27FC236}">
                <a16:creationId xmlns:a16="http://schemas.microsoft.com/office/drawing/2014/main" id="{1FF3D384-00E4-19DE-CCC9-D137508C592D}"/>
              </a:ext>
            </a:extLst>
          </p:cNvPr>
          <p:cNvSpPr txBox="1"/>
          <p:nvPr/>
        </p:nvSpPr>
        <p:spPr>
          <a:xfrm>
            <a:off x="588263" y="2900402"/>
            <a:ext cx="3078138" cy="1107996"/>
          </a:xfrm>
          <a:prstGeom prst="rect">
            <a:avLst/>
          </a:prstGeom>
          <a:noFill/>
        </p:spPr>
        <p:txBody>
          <a:bodyPr wrap="square" lIns="0" tIns="0" rIns="0" bIns="0" rtlCol="0">
            <a:spAutoFit/>
          </a:bodyPr>
          <a:lstStyle/>
          <a:p>
            <a:pPr defTabSz="914400">
              <a:defRPr/>
            </a:pPr>
            <a:r>
              <a:rPr lang="en-US" sz="1800">
                <a:solidFill>
                  <a:srgbClr val="5230AC"/>
                </a:solidFill>
                <a:latin typeface="+mj-lt"/>
                <a:cs typeface="Segoe UI Semibold" panose="020B0702040204020203" pitchFamily="34" charset="0"/>
              </a:rPr>
              <a:t>Ground agents </a:t>
            </a:r>
            <a:r>
              <a:rPr lang="en-US" sz="1800" kern="0">
                <a:solidFill>
                  <a:srgbClr val="091F2C"/>
                </a:solidFill>
                <a:cs typeface="Segoe UI" panose="020B0502040204020203" pitchFamily="34" charset="0"/>
              </a:rPr>
              <a:t>with</a:t>
            </a:r>
            <a:br>
              <a:rPr lang="en-US" sz="1800" kern="0">
                <a:solidFill>
                  <a:srgbClr val="091F2C"/>
                </a:solidFill>
                <a:cs typeface="Segoe UI" panose="020B0502040204020203" pitchFamily="34" charset="0"/>
              </a:rPr>
            </a:br>
            <a:r>
              <a:rPr lang="en-US" sz="1800" kern="0">
                <a:solidFill>
                  <a:srgbClr val="091F2C"/>
                </a:solidFill>
                <a:cs typeface="Segoe UI" panose="020B0502040204020203" pitchFamily="34" charset="0"/>
              </a:rPr>
              <a:t>unified context across the enterprise with Microsoft’s intelligence layer</a:t>
            </a:r>
          </a:p>
        </p:txBody>
      </p:sp>
      <p:sp>
        <p:nvSpPr>
          <p:cNvPr id="31" name="Rounded Rectangle 45">
            <a:extLst>
              <a:ext uri="{FF2B5EF4-FFF2-40B4-BE49-F238E27FC236}">
                <a16:creationId xmlns:a16="http://schemas.microsoft.com/office/drawing/2014/main" id="{11A18E46-CB3A-33B6-EC83-246FA84C2592}"/>
              </a:ext>
              <a:ext uri="{C183D7F6-B498-43B3-948B-1728B52AA6E4}">
                <adec:decorative xmlns:adec="http://schemas.microsoft.com/office/drawing/2017/decorative" val="1"/>
              </a:ext>
            </a:extLst>
          </p:cNvPr>
          <p:cNvSpPr/>
          <p:nvPr/>
        </p:nvSpPr>
        <p:spPr>
          <a:xfrm>
            <a:off x="8035257" y="443734"/>
            <a:ext cx="577081" cy="215444"/>
          </a:xfrm>
          <a:prstGeom prst="rect">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lang="en-US" sz="1400">
                <a:solidFill>
                  <a:schemeClr val="tx1"/>
                </a:solidFill>
                <a:latin typeface="+mj-lt"/>
              </a:rPr>
              <a:t>Agents</a:t>
            </a:r>
          </a:p>
        </p:txBody>
      </p:sp>
      <p:pic>
        <p:nvPicPr>
          <p:cNvPr id="28" name="Graphic 112">
            <a:extLst>
              <a:ext uri="{FF2B5EF4-FFF2-40B4-BE49-F238E27FC236}">
                <a16:creationId xmlns:a16="http://schemas.microsoft.com/office/drawing/2014/main" id="{93AEDDDC-2567-4E81-F5F5-141BF4FE3E8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669648" y="749285"/>
            <a:ext cx="397806" cy="397807"/>
          </a:xfrm>
          <a:prstGeom prst="rect">
            <a:avLst/>
          </a:prstGeom>
        </p:spPr>
      </p:pic>
      <p:pic>
        <p:nvPicPr>
          <p:cNvPr id="2" name="Graphic 112">
            <a:extLst>
              <a:ext uri="{FF2B5EF4-FFF2-40B4-BE49-F238E27FC236}">
                <a16:creationId xmlns:a16="http://schemas.microsoft.com/office/drawing/2014/main" id="{49475263-A809-E36A-4FDB-1901871A8C82}"/>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8124894" y="749285"/>
            <a:ext cx="397806" cy="397807"/>
          </a:xfrm>
          <a:prstGeom prst="rect">
            <a:avLst/>
          </a:prstGeom>
        </p:spPr>
      </p:pic>
      <p:pic>
        <p:nvPicPr>
          <p:cNvPr id="27" name="Graphic 112">
            <a:extLst>
              <a:ext uri="{FF2B5EF4-FFF2-40B4-BE49-F238E27FC236}">
                <a16:creationId xmlns:a16="http://schemas.microsoft.com/office/drawing/2014/main" id="{03EA3F81-3EEE-25EB-8907-90E4D7744A5E}"/>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8579450" y="749285"/>
            <a:ext cx="397806" cy="397807"/>
          </a:xfrm>
          <a:prstGeom prst="rect">
            <a:avLst/>
          </a:prstGeom>
        </p:spPr>
      </p:pic>
      <p:grpSp>
        <p:nvGrpSpPr>
          <p:cNvPr id="70" name="Graphic 141" descr="Lines flowing down">
            <a:extLst>
              <a:ext uri="{FF2B5EF4-FFF2-40B4-BE49-F238E27FC236}">
                <a16:creationId xmlns:a16="http://schemas.microsoft.com/office/drawing/2014/main" id="{4A1DA8FB-69A8-9F78-E0B7-9F970418DEA0}"/>
              </a:ext>
            </a:extLst>
          </p:cNvPr>
          <p:cNvGrpSpPr>
            <a:grpSpLocks/>
          </p:cNvGrpSpPr>
          <p:nvPr/>
        </p:nvGrpSpPr>
        <p:grpSpPr>
          <a:xfrm rot="10800000" flipV="1">
            <a:off x="5103296" y="1118403"/>
            <a:ext cx="6441003" cy="599964"/>
            <a:chOff x="1702769" y="2483312"/>
            <a:chExt cx="8665793" cy="1104954"/>
          </a:xfrm>
          <a:noFill/>
        </p:grpSpPr>
        <p:grpSp>
          <p:nvGrpSpPr>
            <p:cNvPr id="72" name="Graphic 141">
              <a:extLst>
                <a:ext uri="{FF2B5EF4-FFF2-40B4-BE49-F238E27FC236}">
                  <a16:creationId xmlns:a16="http://schemas.microsoft.com/office/drawing/2014/main" id="{8C4580A8-0E18-CC4C-C084-B13071C89273}"/>
                </a:ext>
              </a:extLst>
            </p:cNvPr>
            <p:cNvGrpSpPr>
              <a:grpSpLocks/>
            </p:cNvGrpSpPr>
            <p:nvPr/>
          </p:nvGrpSpPr>
          <p:grpSpPr>
            <a:xfrm>
              <a:off x="1702769" y="2483312"/>
              <a:ext cx="4273266" cy="1104953"/>
              <a:chOff x="1702769" y="2483312"/>
              <a:chExt cx="4273266" cy="1104953"/>
            </a:xfrm>
            <a:noFill/>
          </p:grpSpPr>
          <p:sp>
            <p:nvSpPr>
              <p:cNvPr id="87" name="Freeform 77">
                <a:extLst>
                  <a:ext uri="{FF2B5EF4-FFF2-40B4-BE49-F238E27FC236}">
                    <a16:creationId xmlns:a16="http://schemas.microsoft.com/office/drawing/2014/main" id="{D09356CC-79C8-F248-AB22-3041EE054D4A}"/>
                  </a:ext>
                </a:extLst>
              </p:cNvPr>
              <p:cNvSpPr>
                <a:spLocks/>
              </p:cNvSpPr>
              <p:nvPr/>
            </p:nvSpPr>
            <p:spPr>
              <a:xfrm>
                <a:off x="1702769" y="2483312"/>
                <a:ext cx="3809611" cy="1104952"/>
              </a:xfrm>
              <a:custGeom>
                <a:avLst/>
                <a:gdLst>
                  <a:gd name="csX0" fmla="*/ 0 w 3809611"/>
                  <a:gd name="csY0" fmla="*/ 1039355 h 1039354"/>
                  <a:gd name="csX1" fmla="*/ 1001859 w 3809611"/>
                  <a:gd name="csY1" fmla="*/ 604472 h 1039354"/>
                  <a:gd name="csX2" fmla="*/ 3809611 w 3809611"/>
                  <a:gd name="csY2" fmla="*/ 0 h 1039354"/>
                </a:gdLst>
                <a:ahLst/>
                <a:cxnLst>
                  <a:cxn ang="0">
                    <a:pos x="csX0" y="csY0"/>
                  </a:cxn>
                  <a:cxn ang="0">
                    <a:pos x="csX1" y="csY1"/>
                  </a:cxn>
                  <a:cxn ang="0">
                    <a:pos x="csX2" y="csY2"/>
                  </a:cxn>
                </a:cxnLst>
                <a:rect l="l" t="t" r="r" b="b"/>
                <a:pathLst>
                  <a:path w="3809611" h="1039354">
                    <a:moveTo>
                      <a:pt x="0" y="1039355"/>
                    </a:moveTo>
                    <a:cubicBezTo>
                      <a:pt x="0" y="1039355"/>
                      <a:pt x="190375" y="638447"/>
                      <a:pt x="1001859" y="604472"/>
                    </a:cubicBezTo>
                    <a:cubicBezTo>
                      <a:pt x="2095207" y="558695"/>
                      <a:pt x="3772748" y="484904"/>
                      <a:pt x="3809611"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8" name="Freeform 78">
                <a:extLst>
                  <a:ext uri="{FF2B5EF4-FFF2-40B4-BE49-F238E27FC236}">
                    <a16:creationId xmlns:a16="http://schemas.microsoft.com/office/drawing/2014/main" id="{A272D6A9-D37D-D96A-D6AD-01AB40A3C1F8}"/>
                  </a:ext>
                </a:extLst>
              </p:cNvPr>
              <p:cNvSpPr>
                <a:spLocks/>
              </p:cNvSpPr>
              <p:nvPr/>
            </p:nvSpPr>
            <p:spPr>
              <a:xfrm>
                <a:off x="2155026" y="2504303"/>
                <a:ext cx="3408876" cy="1083962"/>
              </a:xfrm>
              <a:custGeom>
                <a:avLst/>
                <a:gdLst>
                  <a:gd name="csX0" fmla="*/ 0 w 3408876"/>
                  <a:gd name="csY0" fmla="*/ 1039355 h 1039354"/>
                  <a:gd name="csX1" fmla="*/ 897069 w 3408876"/>
                  <a:gd name="csY1" fmla="*/ 624857 h 1039354"/>
                  <a:gd name="csX2" fmla="*/ 3408877 w 3408876"/>
                  <a:gd name="csY2" fmla="*/ 0 h 1039354"/>
                </a:gdLst>
                <a:ahLst/>
                <a:cxnLst>
                  <a:cxn ang="0">
                    <a:pos x="csX0" y="csY0"/>
                  </a:cxn>
                  <a:cxn ang="0">
                    <a:pos x="csX1" y="csY1"/>
                  </a:cxn>
                  <a:cxn ang="0">
                    <a:pos x="csX2" y="csY2"/>
                  </a:cxn>
                </a:cxnLst>
                <a:rect l="l" t="t" r="r" b="b"/>
                <a:pathLst>
                  <a:path w="3408876" h="1039354">
                    <a:moveTo>
                      <a:pt x="0" y="1039355"/>
                    </a:moveTo>
                    <a:cubicBezTo>
                      <a:pt x="0" y="1039355"/>
                      <a:pt x="170557" y="675190"/>
                      <a:pt x="897069" y="624857"/>
                    </a:cubicBezTo>
                    <a:cubicBezTo>
                      <a:pt x="1875373" y="559250"/>
                      <a:pt x="3375897" y="484904"/>
                      <a:pt x="3408877"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9" name="Freeform 79">
                <a:extLst>
                  <a:ext uri="{FF2B5EF4-FFF2-40B4-BE49-F238E27FC236}">
                    <a16:creationId xmlns:a16="http://schemas.microsoft.com/office/drawing/2014/main" id="{8AEDB810-30AB-1300-574A-8B9A64FDAD29}"/>
                  </a:ext>
                </a:extLst>
              </p:cNvPr>
              <p:cNvSpPr>
                <a:spLocks/>
              </p:cNvSpPr>
              <p:nvPr/>
            </p:nvSpPr>
            <p:spPr>
              <a:xfrm>
                <a:off x="2607283" y="2530541"/>
                <a:ext cx="3008142" cy="1057724"/>
              </a:xfrm>
              <a:custGeom>
                <a:avLst/>
                <a:gdLst>
                  <a:gd name="csX0" fmla="*/ 0 w 3008142"/>
                  <a:gd name="csY0" fmla="*/ 1039355 h 1039354"/>
                  <a:gd name="csX1" fmla="*/ 792286 w 3008142"/>
                  <a:gd name="csY1" fmla="*/ 645242 h 1039354"/>
                  <a:gd name="csX2" fmla="*/ 3008143 w 3008142"/>
                  <a:gd name="csY2" fmla="*/ 0 h 1039354"/>
                </a:gdLst>
                <a:ahLst/>
                <a:cxnLst>
                  <a:cxn ang="0">
                    <a:pos x="csX0" y="csY0"/>
                  </a:cxn>
                  <a:cxn ang="0">
                    <a:pos x="csX1" y="csY1"/>
                  </a:cxn>
                  <a:cxn ang="0">
                    <a:pos x="csX2" y="csY2"/>
                  </a:cxn>
                </a:cxnLst>
                <a:rect l="l" t="t" r="r" b="b"/>
                <a:pathLst>
                  <a:path w="3008142" h="1039354">
                    <a:moveTo>
                      <a:pt x="0" y="1039355"/>
                    </a:moveTo>
                    <a:cubicBezTo>
                      <a:pt x="0" y="1039355"/>
                      <a:pt x="150608" y="710347"/>
                      <a:pt x="792286" y="645242"/>
                    </a:cubicBezTo>
                    <a:cubicBezTo>
                      <a:pt x="1655356" y="557674"/>
                      <a:pt x="2979033" y="484904"/>
                      <a:pt x="3008143"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0" name="Freeform 80">
                <a:extLst>
                  <a:ext uri="{FF2B5EF4-FFF2-40B4-BE49-F238E27FC236}">
                    <a16:creationId xmlns:a16="http://schemas.microsoft.com/office/drawing/2014/main" id="{926C5C71-3292-4604-1EE1-B71956FDEA08}"/>
                  </a:ext>
                </a:extLst>
              </p:cNvPr>
              <p:cNvSpPr>
                <a:spLocks/>
              </p:cNvSpPr>
              <p:nvPr/>
            </p:nvSpPr>
            <p:spPr>
              <a:xfrm>
                <a:off x="3059541" y="2548910"/>
                <a:ext cx="2607394" cy="1039354"/>
              </a:xfrm>
              <a:custGeom>
                <a:avLst/>
                <a:gdLst>
                  <a:gd name="csX0" fmla="*/ 0 w 2607394"/>
                  <a:gd name="csY0" fmla="*/ 1039355 h 1039354"/>
                  <a:gd name="csX1" fmla="*/ 687502 w 2607394"/>
                  <a:gd name="csY1" fmla="*/ 665627 h 1039354"/>
                  <a:gd name="csX2" fmla="*/ 2607395 w 2607394"/>
                  <a:gd name="csY2" fmla="*/ 0 h 1039354"/>
                </a:gdLst>
                <a:ahLst/>
                <a:cxnLst>
                  <a:cxn ang="0">
                    <a:pos x="csX0" y="csY0"/>
                  </a:cxn>
                  <a:cxn ang="0">
                    <a:pos x="csX1" y="csY1"/>
                  </a:cxn>
                  <a:cxn ang="0">
                    <a:pos x="csX2" y="csY2"/>
                  </a:cxn>
                </a:cxnLst>
                <a:rect l="l" t="t" r="r" b="b"/>
                <a:pathLst>
                  <a:path w="2607394" h="1039354">
                    <a:moveTo>
                      <a:pt x="0" y="1039355"/>
                    </a:moveTo>
                    <a:cubicBezTo>
                      <a:pt x="0" y="1039355"/>
                      <a:pt x="130644" y="746343"/>
                      <a:pt x="687502" y="665627"/>
                    </a:cubicBezTo>
                    <a:cubicBezTo>
                      <a:pt x="1435324" y="557230"/>
                      <a:pt x="2582168" y="484904"/>
                      <a:pt x="2607395"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1" name="Freeform 81">
                <a:extLst>
                  <a:ext uri="{FF2B5EF4-FFF2-40B4-BE49-F238E27FC236}">
                    <a16:creationId xmlns:a16="http://schemas.microsoft.com/office/drawing/2014/main" id="{56CD48AE-4126-40D0-E174-152FC97DDF65}"/>
                  </a:ext>
                </a:extLst>
              </p:cNvPr>
              <p:cNvSpPr>
                <a:spLocks/>
              </p:cNvSpPr>
              <p:nvPr/>
            </p:nvSpPr>
            <p:spPr>
              <a:xfrm>
                <a:off x="3511793" y="2548910"/>
                <a:ext cx="2206653" cy="1039354"/>
              </a:xfrm>
              <a:custGeom>
                <a:avLst/>
                <a:gdLst>
                  <a:gd name="csX0" fmla="*/ 0 w 2206653"/>
                  <a:gd name="csY0" fmla="*/ 1039355 h 1039354"/>
                  <a:gd name="csX1" fmla="*/ 582724 w 2206653"/>
                  <a:gd name="csY1" fmla="*/ 686012 h 1039354"/>
                  <a:gd name="csX2" fmla="*/ 2206653 w 2206653"/>
                  <a:gd name="csY2" fmla="*/ 0 h 1039354"/>
                </a:gdLst>
                <a:ahLst/>
                <a:cxnLst>
                  <a:cxn ang="0">
                    <a:pos x="csX0" y="csY0"/>
                  </a:cxn>
                  <a:cxn ang="0">
                    <a:pos x="csX1" y="csY1"/>
                  </a:cxn>
                  <a:cxn ang="0">
                    <a:pos x="csX2" y="csY2"/>
                  </a:cxn>
                </a:cxnLst>
                <a:rect l="l" t="t" r="r" b="b"/>
                <a:pathLst>
                  <a:path w="2206653" h="1039354">
                    <a:moveTo>
                      <a:pt x="0" y="1039355"/>
                    </a:moveTo>
                    <a:cubicBezTo>
                      <a:pt x="0" y="1039355"/>
                      <a:pt x="110602" y="782405"/>
                      <a:pt x="582724" y="686012"/>
                    </a:cubicBezTo>
                    <a:cubicBezTo>
                      <a:pt x="1215201" y="556879"/>
                      <a:pt x="2185309" y="484904"/>
                      <a:pt x="2206653"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2" name="Freeform 82">
                <a:extLst>
                  <a:ext uri="{FF2B5EF4-FFF2-40B4-BE49-F238E27FC236}">
                    <a16:creationId xmlns:a16="http://schemas.microsoft.com/office/drawing/2014/main" id="{089DB5A1-B414-5B12-17E1-F9B8C3DA45F8}"/>
                  </a:ext>
                </a:extLst>
              </p:cNvPr>
              <p:cNvSpPr>
                <a:spLocks/>
              </p:cNvSpPr>
              <p:nvPr/>
            </p:nvSpPr>
            <p:spPr>
              <a:xfrm>
                <a:off x="3964058" y="2548910"/>
                <a:ext cx="1805911" cy="1039354"/>
              </a:xfrm>
              <a:custGeom>
                <a:avLst/>
                <a:gdLst>
                  <a:gd name="csX0" fmla="*/ 0 w 1805911"/>
                  <a:gd name="csY0" fmla="*/ 1039355 h 1039354"/>
                  <a:gd name="csX1" fmla="*/ 477921 w 1805911"/>
                  <a:gd name="csY1" fmla="*/ 706397 h 1039354"/>
                  <a:gd name="csX2" fmla="*/ 1805911 w 1805911"/>
                  <a:gd name="csY2" fmla="*/ 0 h 1039354"/>
                </a:gdLst>
                <a:ahLst/>
                <a:cxnLst>
                  <a:cxn ang="0">
                    <a:pos x="csX0" y="csY0"/>
                  </a:cxn>
                  <a:cxn ang="0">
                    <a:pos x="csX1" y="csY1"/>
                  </a:cxn>
                  <a:cxn ang="0">
                    <a:pos x="csX2" y="csY2"/>
                  </a:cxn>
                </a:cxnLst>
                <a:rect l="l" t="t" r="r" b="b"/>
                <a:pathLst>
                  <a:path w="1805911" h="1039354">
                    <a:moveTo>
                      <a:pt x="0" y="1039355"/>
                    </a:moveTo>
                    <a:cubicBezTo>
                      <a:pt x="0" y="1039355"/>
                      <a:pt x="90426" y="818596"/>
                      <a:pt x="477921" y="706397"/>
                    </a:cubicBezTo>
                    <a:cubicBezTo>
                      <a:pt x="994905" y="556708"/>
                      <a:pt x="1788438" y="484904"/>
                      <a:pt x="1805911"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3" name="Freeform 83">
                <a:extLst>
                  <a:ext uri="{FF2B5EF4-FFF2-40B4-BE49-F238E27FC236}">
                    <a16:creationId xmlns:a16="http://schemas.microsoft.com/office/drawing/2014/main" id="{855303DA-8F07-5404-6BD8-014BB1251641}"/>
                  </a:ext>
                </a:extLst>
              </p:cNvPr>
              <p:cNvSpPr>
                <a:spLocks/>
              </p:cNvSpPr>
              <p:nvPr/>
            </p:nvSpPr>
            <p:spPr>
              <a:xfrm>
                <a:off x="4416310" y="2548910"/>
                <a:ext cx="1405170" cy="1039354"/>
              </a:xfrm>
              <a:custGeom>
                <a:avLst/>
                <a:gdLst>
                  <a:gd name="csX0" fmla="*/ 0 w 1405170"/>
                  <a:gd name="csY0" fmla="*/ 1039355 h 1039354"/>
                  <a:gd name="csX1" fmla="*/ 373143 w 1405170"/>
                  <a:gd name="csY1" fmla="*/ 726782 h 1039354"/>
                  <a:gd name="csX2" fmla="*/ 1405170 w 1405170"/>
                  <a:gd name="csY2" fmla="*/ 0 h 1039354"/>
                </a:gdLst>
                <a:ahLst/>
                <a:cxnLst>
                  <a:cxn ang="0">
                    <a:pos x="csX0" y="csY0"/>
                  </a:cxn>
                  <a:cxn ang="0">
                    <a:pos x="csX1" y="csY1"/>
                  </a:cxn>
                  <a:cxn ang="0">
                    <a:pos x="csX2" y="csY2"/>
                  </a:cxn>
                </a:cxnLst>
                <a:rect l="l" t="t" r="r" b="b"/>
                <a:pathLst>
                  <a:path w="1405170" h="1039354">
                    <a:moveTo>
                      <a:pt x="0" y="1039355"/>
                    </a:moveTo>
                    <a:cubicBezTo>
                      <a:pt x="0" y="1039355"/>
                      <a:pt x="70126" y="855055"/>
                      <a:pt x="373143" y="726782"/>
                    </a:cubicBezTo>
                    <a:cubicBezTo>
                      <a:pt x="774438" y="556913"/>
                      <a:pt x="1391580" y="484904"/>
                      <a:pt x="140517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4" name="Freeform 84">
                <a:extLst>
                  <a:ext uri="{FF2B5EF4-FFF2-40B4-BE49-F238E27FC236}">
                    <a16:creationId xmlns:a16="http://schemas.microsoft.com/office/drawing/2014/main" id="{36BF48BB-C437-E131-89F0-E173DABB6217}"/>
                  </a:ext>
                </a:extLst>
              </p:cNvPr>
              <p:cNvSpPr>
                <a:spLocks/>
              </p:cNvSpPr>
              <p:nvPr/>
            </p:nvSpPr>
            <p:spPr>
              <a:xfrm>
                <a:off x="4868574" y="2548910"/>
                <a:ext cx="1004428" cy="1039354"/>
              </a:xfrm>
              <a:custGeom>
                <a:avLst/>
                <a:gdLst>
                  <a:gd name="csX0" fmla="*/ 0 w 1004428"/>
                  <a:gd name="csY0" fmla="*/ 1039355 h 1039354"/>
                  <a:gd name="csX1" fmla="*/ 268353 w 1004428"/>
                  <a:gd name="csY1" fmla="*/ 747168 h 1039354"/>
                  <a:gd name="csX2" fmla="*/ 1004428 w 1004428"/>
                  <a:gd name="csY2" fmla="*/ 0 h 1039354"/>
                </a:gdLst>
                <a:ahLst/>
                <a:cxnLst>
                  <a:cxn ang="0">
                    <a:pos x="csX0" y="csY0"/>
                  </a:cxn>
                  <a:cxn ang="0">
                    <a:pos x="csX1" y="csY1"/>
                  </a:cxn>
                  <a:cxn ang="0">
                    <a:pos x="csX2" y="csY2"/>
                  </a:cxn>
                </a:cxnLst>
                <a:rect l="l" t="t" r="r" b="b"/>
                <a:pathLst>
                  <a:path w="1004428" h="1039354">
                    <a:moveTo>
                      <a:pt x="0" y="1039355"/>
                    </a:moveTo>
                    <a:cubicBezTo>
                      <a:pt x="0" y="1039355"/>
                      <a:pt x="49704" y="892106"/>
                      <a:pt x="268353" y="747168"/>
                    </a:cubicBezTo>
                    <a:cubicBezTo>
                      <a:pt x="553847" y="557923"/>
                      <a:pt x="994709" y="484904"/>
                      <a:pt x="1004428"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5" name="Freeform 85">
                <a:extLst>
                  <a:ext uri="{FF2B5EF4-FFF2-40B4-BE49-F238E27FC236}">
                    <a16:creationId xmlns:a16="http://schemas.microsoft.com/office/drawing/2014/main" id="{9106B1F6-C34B-FB8F-5A8E-261F9E141BD5}"/>
                  </a:ext>
                </a:extLst>
              </p:cNvPr>
              <p:cNvSpPr>
                <a:spLocks/>
              </p:cNvSpPr>
              <p:nvPr/>
            </p:nvSpPr>
            <p:spPr>
              <a:xfrm>
                <a:off x="5320826" y="2548910"/>
                <a:ext cx="603687" cy="1039354"/>
              </a:xfrm>
              <a:custGeom>
                <a:avLst/>
                <a:gdLst>
                  <a:gd name="csX0" fmla="*/ 0 w 603687"/>
                  <a:gd name="csY0" fmla="*/ 1039355 h 1039354"/>
                  <a:gd name="csX1" fmla="*/ 163575 w 603687"/>
                  <a:gd name="csY1" fmla="*/ 767553 h 1039354"/>
                  <a:gd name="csX2" fmla="*/ 603687 w 603687"/>
                  <a:gd name="csY2" fmla="*/ 0 h 1039354"/>
                </a:gdLst>
                <a:ahLst/>
                <a:cxnLst>
                  <a:cxn ang="0">
                    <a:pos x="csX0" y="csY0"/>
                  </a:cxn>
                  <a:cxn ang="0">
                    <a:pos x="csX1" y="csY1"/>
                  </a:cxn>
                  <a:cxn ang="0">
                    <a:pos x="csX2" y="csY2"/>
                  </a:cxn>
                </a:cxnLst>
                <a:rect l="l" t="t" r="r" b="b"/>
                <a:pathLst>
                  <a:path w="603687" h="1039354">
                    <a:moveTo>
                      <a:pt x="0" y="1039355"/>
                    </a:moveTo>
                    <a:cubicBezTo>
                      <a:pt x="0" y="1039355"/>
                      <a:pt x="29737" y="930311"/>
                      <a:pt x="163575" y="767553"/>
                    </a:cubicBezTo>
                    <a:cubicBezTo>
                      <a:pt x="333859" y="560456"/>
                      <a:pt x="597850" y="484904"/>
                      <a:pt x="603687"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96" name="Freeform 86">
                <a:extLst>
                  <a:ext uri="{FF2B5EF4-FFF2-40B4-BE49-F238E27FC236}">
                    <a16:creationId xmlns:a16="http://schemas.microsoft.com/office/drawing/2014/main" id="{4FA45CD9-64EB-E37A-A5E8-1180C51B2CF4}"/>
                  </a:ext>
                </a:extLst>
              </p:cNvPr>
              <p:cNvSpPr>
                <a:spLocks/>
              </p:cNvSpPr>
              <p:nvPr/>
            </p:nvSpPr>
            <p:spPr>
              <a:xfrm>
                <a:off x="5773078" y="2548910"/>
                <a:ext cx="202957" cy="1039354"/>
              </a:xfrm>
              <a:custGeom>
                <a:avLst/>
                <a:gdLst>
                  <a:gd name="csX0" fmla="*/ 0 w 202957"/>
                  <a:gd name="csY0" fmla="*/ 1039355 h 1039354"/>
                  <a:gd name="csX1" fmla="*/ 58785 w 202957"/>
                  <a:gd name="csY1" fmla="*/ 787938 h 1039354"/>
                  <a:gd name="csX2" fmla="*/ 202957 w 202957"/>
                  <a:gd name="csY2" fmla="*/ 0 h 1039354"/>
                </a:gdLst>
                <a:ahLst/>
                <a:cxnLst>
                  <a:cxn ang="0">
                    <a:pos x="csX0" y="csY0"/>
                  </a:cxn>
                  <a:cxn ang="0">
                    <a:pos x="csX1" y="csY1"/>
                  </a:cxn>
                  <a:cxn ang="0">
                    <a:pos x="csX2" y="csY2"/>
                  </a:cxn>
                </a:cxnLst>
                <a:rect l="l" t="t" r="r" b="b"/>
                <a:pathLst>
                  <a:path w="202957" h="1039354">
                    <a:moveTo>
                      <a:pt x="0" y="1039355"/>
                    </a:moveTo>
                    <a:cubicBezTo>
                      <a:pt x="0" y="1039355"/>
                      <a:pt x="12030" y="969135"/>
                      <a:pt x="58785" y="787938"/>
                    </a:cubicBezTo>
                    <a:cubicBezTo>
                      <a:pt x="116660" y="563701"/>
                      <a:pt x="200991" y="484904"/>
                      <a:pt x="202957"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grpSp>
        <p:grpSp>
          <p:nvGrpSpPr>
            <p:cNvPr id="74" name="Graphic 141">
              <a:extLst>
                <a:ext uri="{FF2B5EF4-FFF2-40B4-BE49-F238E27FC236}">
                  <a16:creationId xmlns:a16="http://schemas.microsoft.com/office/drawing/2014/main" id="{E4444A9C-56E3-CA68-114A-C95D9117A0D3}"/>
                </a:ext>
              </a:extLst>
            </p:cNvPr>
            <p:cNvGrpSpPr>
              <a:grpSpLocks/>
            </p:cNvGrpSpPr>
            <p:nvPr/>
          </p:nvGrpSpPr>
          <p:grpSpPr>
            <a:xfrm>
              <a:off x="6095301" y="2483314"/>
              <a:ext cx="4273261" cy="1104952"/>
              <a:chOff x="6095301" y="2483314"/>
              <a:chExt cx="4273261" cy="1104952"/>
            </a:xfrm>
            <a:noFill/>
          </p:grpSpPr>
          <p:sp>
            <p:nvSpPr>
              <p:cNvPr id="76" name="Freeform 67">
                <a:extLst>
                  <a:ext uri="{FF2B5EF4-FFF2-40B4-BE49-F238E27FC236}">
                    <a16:creationId xmlns:a16="http://schemas.microsoft.com/office/drawing/2014/main" id="{D0785F36-7DDD-2AC8-D562-3290FAC0EB18}"/>
                  </a:ext>
                </a:extLst>
              </p:cNvPr>
              <p:cNvSpPr>
                <a:spLocks/>
              </p:cNvSpPr>
              <p:nvPr/>
            </p:nvSpPr>
            <p:spPr>
              <a:xfrm>
                <a:off x="6558943" y="2483314"/>
                <a:ext cx="3809619" cy="1104952"/>
              </a:xfrm>
              <a:custGeom>
                <a:avLst/>
                <a:gdLst>
                  <a:gd name="csX0" fmla="*/ 3809620 w 3809619"/>
                  <a:gd name="csY0" fmla="*/ 1039355 h 1039354"/>
                  <a:gd name="csX1" fmla="*/ 2807760 w 3809619"/>
                  <a:gd name="csY1" fmla="*/ 604472 h 1039354"/>
                  <a:gd name="csX2" fmla="*/ 0 w 3809619"/>
                  <a:gd name="csY2" fmla="*/ 0 h 1039354"/>
                </a:gdLst>
                <a:ahLst/>
                <a:cxnLst>
                  <a:cxn ang="0">
                    <a:pos x="csX0" y="csY0"/>
                  </a:cxn>
                  <a:cxn ang="0">
                    <a:pos x="csX1" y="csY1"/>
                  </a:cxn>
                  <a:cxn ang="0">
                    <a:pos x="csX2" y="csY2"/>
                  </a:cxn>
                </a:cxnLst>
                <a:rect l="l" t="t" r="r" b="b"/>
                <a:pathLst>
                  <a:path w="3809619" h="1039354">
                    <a:moveTo>
                      <a:pt x="3809620" y="1039355"/>
                    </a:moveTo>
                    <a:cubicBezTo>
                      <a:pt x="3809620" y="1039355"/>
                      <a:pt x="3619245" y="638447"/>
                      <a:pt x="2807760" y="604472"/>
                    </a:cubicBezTo>
                    <a:cubicBezTo>
                      <a:pt x="1714404" y="558695"/>
                      <a:pt x="36863"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78" name="Freeform 68">
                <a:extLst>
                  <a:ext uri="{FF2B5EF4-FFF2-40B4-BE49-F238E27FC236}">
                    <a16:creationId xmlns:a16="http://schemas.microsoft.com/office/drawing/2014/main" id="{12EFD41F-D5F4-D932-3AB7-02F1312B5EBB}"/>
                  </a:ext>
                </a:extLst>
              </p:cNvPr>
              <p:cNvSpPr>
                <a:spLocks/>
              </p:cNvSpPr>
              <p:nvPr/>
            </p:nvSpPr>
            <p:spPr>
              <a:xfrm>
                <a:off x="6507419" y="2504303"/>
                <a:ext cx="3408877" cy="1083962"/>
              </a:xfrm>
              <a:custGeom>
                <a:avLst/>
                <a:gdLst>
                  <a:gd name="csX0" fmla="*/ 3408878 w 3408877"/>
                  <a:gd name="csY0" fmla="*/ 1039355 h 1039354"/>
                  <a:gd name="csX1" fmla="*/ 2511808 w 3408877"/>
                  <a:gd name="csY1" fmla="*/ 624857 h 1039354"/>
                  <a:gd name="csX2" fmla="*/ 0 w 3408877"/>
                  <a:gd name="csY2" fmla="*/ 0 h 1039354"/>
                </a:gdLst>
                <a:ahLst/>
                <a:cxnLst>
                  <a:cxn ang="0">
                    <a:pos x="csX0" y="csY0"/>
                  </a:cxn>
                  <a:cxn ang="0">
                    <a:pos x="csX1" y="csY1"/>
                  </a:cxn>
                  <a:cxn ang="0">
                    <a:pos x="csX2" y="csY2"/>
                  </a:cxn>
                </a:cxnLst>
                <a:rect l="l" t="t" r="r" b="b"/>
                <a:pathLst>
                  <a:path w="3408877" h="1039354">
                    <a:moveTo>
                      <a:pt x="3408878" y="1039355"/>
                    </a:moveTo>
                    <a:cubicBezTo>
                      <a:pt x="3408878" y="1039355"/>
                      <a:pt x="3238323" y="675190"/>
                      <a:pt x="2511808" y="624857"/>
                    </a:cubicBezTo>
                    <a:cubicBezTo>
                      <a:pt x="1533504" y="559252"/>
                      <a:pt x="32993"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79" name="Freeform 69">
                <a:extLst>
                  <a:ext uri="{FF2B5EF4-FFF2-40B4-BE49-F238E27FC236}">
                    <a16:creationId xmlns:a16="http://schemas.microsoft.com/office/drawing/2014/main" id="{7925438A-C38D-39D3-FB57-E45E75D3A815}"/>
                  </a:ext>
                </a:extLst>
              </p:cNvPr>
              <p:cNvSpPr>
                <a:spLocks/>
              </p:cNvSpPr>
              <p:nvPr/>
            </p:nvSpPr>
            <p:spPr>
              <a:xfrm>
                <a:off x="6455910" y="2530541"/>
                <a:ext cx="3008136" cy="1057724"/>
              </a:xfrm>
              <a:custGeom>
                <a:avLst/>
                <a:gdLst>
                  <a:gd name="csX0" fmla="*/ 3008137 w 3008136"/>
                  <a:gd name="csY0" fmla="*/ 1039355 h 1039354"/>
                  <a:gd name="csX1" fmla="*/ 2215845 w 3008136"/>
                  <a:gd name="csY1" fmla="*/ 645242 h 1039354"/>
                  <a:gd name="csX2" fmla="*/ 0 w 3008136"/>
                  <a:gd name="csY2" fmla="*/ 0 h 1039354"/>
                </a:gdLst>
                <a:ahLst/>
                <a:cxnLst>
                  <a:cxn ang="0">
                    <a:pos x="csX0" y="csY0"/>
                  </a:cxn>
                  <a:cxn ang="0">
                    <a:pos x="csX1" y="csY1"/>
                  </a:cxn>
                  <a:cxn ang="0">
                    <a:pos x="csX2" y="csY2"/>
                  </a:cxn>
                </a:cxnLst>
                <a:rect l="l" t="t" r="r" b="b"/>
                <a:pathLst>
                  <a:path w="3008136" h="1039354">
                    <a:moveTo>
                      <a:pt x="3008137" y="1039355"/>
                    </a:moveTo>
                    <a:cubicBezTo>
                      <a:pt x="3008137" y="1039355"/>
                      <a:pt x="2857525" y="710347"/>
                      <a:pt x="2215845" y="645242"/>
                    </a:cubicBezTo>
                    <a:cubicBezTo>
                      <a:pt x="1352775" y="557674"/>
                      <a:pt x="29110"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0" name="Freeform 70">
                <a:extLst>
                  <a:ext uri="{FF2B5EF4-FFF2-40B4-BE49-F238E27FC236}">
                    <a16:creationId xmlns:a16="http://schemas.microsoft.com/office/drawing/2014/main" id="{D15DBAC5-2D49-1A37-07BC-860CA6334835}"/>
                  </a:ext>
                </a:extLst>
              </p:cNvPr>
              <p:cNvSpPr>
                <a:spLocks/>
              </p:cNvSpPr>
              <p:nvPr/>
            </p:nvSpPr>
            <p:spPr>
              <a:xfrm>
                <a:off x="6404388" y="2548910"/>
                <a:ext cx="2607407" cy="1039354"/>
              </a:xfrm>
              <a:custGeom>
                <a:avLst/>
                <a:gdLst>
                  <a:gd name="csX0" fmla="*/ 2607407 w 2607407"/>
                  <a:gd name="csY0" fmla="*/ 1039355 h 1039354"/>
                  <a:gd name="csX1" fmla="*/ 1919893 w 2607407"/>
                  <a:gd name="csY1" fmla="*/ 665627 h 1039354"/>
                  <a:gd name="csX2" fmla="*/ 0 w 2607407"/>
                  <a:gd name="csY2" fmla="*/ 0 h 1039354"/>
                </a:gdLst>
                <a:ahLst/>
                <a:cxnLst>
                  <a:cxn ang="0">
                    <a:pos x="csX0" y="csY0"/>
                  </a:cxn>
                  <a:cxn ang="0">
                    <a:pos x="csX1" y="csY1"/>
                  </a:cxn>
                  <a:cxn ang="0">
                    <a:pos x="csX2" y="csY2"/>
                  </a:cxn>
                </a:cxnLst>
                <a:rect l="l" t="t" r="r" b="b"/>
                <a:pathLst>
                  <a:path w="2607407" h="1039354">
                    <a:moveTo>
                      <a:pt x="2607407" y="1039355"/>
                    </a:moveTo>
                    <a:cubicBezTo>
                      <a:pt x="2607407" y="1039355"/>
                      <a:pt x="2476751" y="746343"/>
                      <a:pt x="1919893" y="665627"/>
                    </a:cubicBezTo>
                    <a:cubicBezTo>
                      <a:pt x="1172071" y="557230"/>
                      <a:pt x="25239"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1" name="Freeform 71">
                <a:extLst>
                  <a:ext uri="{FF2B5EF4-FFF2-40B4-BE49-F238E27FC236}">
                    <a16:creationId xmlns:a16="http://schemas.microsoft.com/office/drawing/2014/main" id="{65F60050-0282-E0FA-25EB-CDCCD906C9B1}"/>
                  </a:ext>
                </a:extLst>
              </p:cNvPr>
              <p:cNvSpPr>
                <a:spLocks/>
              </p:cNvSpPr>
              <p:nvPr/>
            </p:nvSpPr>
            <p:spPr>
              <a:xfrm>
                <a:off x="6352877" y="2548910"/>
                <a:ext cx="2206652" cy="1039354"/>
              </a:xfrm>
              <a:custGeom>
                <a:avLst/>
                <a:gdLst>
                  <a:gd name="csX0" fmla="*/ 2206653 w 2206652"/>
                  <a:gd name="csY0" fmla="*/ 1039355 h 1039354"/>
                  <a:gd name="csX1" fmla="*/ 1623942 w 2206652"/>
                  <a:gd name="csY1" fmla="*/ 686012 h 1039354"/>
                  <a:gd name="csX2" fmla="*/ 0 w 2206652"/>
                  <a:gd name="csY2" fmla="*/ 0 h 1039354"/>
                </a:gdLst>
                <a:ahLst/>
                <a:cxnLst>
                  <a:cxn ang="0">
                    <a:pos x="csX0" y="csY0"/>
                  </a:cxn>
                  <a:cxn ang="0">
                    <a:pos x="csX1" y="csY1"/>
                  </a:cxn>
                  <a:cxn ang="0">
                    <a:pos x="csX2" y="csY2"/>
                  </a:cxn>
                </a:cxnLst>
                <a:rect l="l" t="t" r="r" b="b"/>
                <a:pathLst>
                  <a:path w="2206652" h="1039354">
                    <a:moveTo>
                      <a:pt x="2206653" y="1039355"/>
                    </a:moveTo>
                    <a:cubicBezTo>
                      <a:pt x="2206653" y="1039355"/>
                      <a:pt x="2096063" y="782405"/>
                      <a:pt x="1623942" y="686012"/>
                    </a:cubicBezTo>
                    <a:cubicBezTo>
                      <a:pt x="991465" y="556879"/>
                      <a:pt x="21356"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2" name="Freeform 72">
                <a:extLst>
                  <a:ext uri="{FF2B5EF4-FFF2-40B4-BE49-F238E27FC236}">
                    <a16:creationId xmlns:a16="http://schemas.microsoft.com/office/drawing/2014/main" id="{389A932E-3C9B-BBBE-3474-B9363951611D}"/>
                  </a:ext>
                </a:extLst>
              </p:cNvPr>
              <p:cNvSpPr>
                <a:spLocks/>
              </p:cNvSpPr>
              <p:nvPr/>
            </p:nvSpPr>
            <p:spPr>
              <a:xfrm>
                <a:off x="6301367" y="2548910"/>
                <a:ext cx="1805911" cy="1039354"/>
              </a:xfrm>
              <a:custGeom>
                <a:avLst/>
                <a:gdLst>
                  <a:gd name="csX0" fmla="*/ 1805911 w 1805911"/>
                  <a:gd name="csY0" fmla="*/ 1039355 h 1039354"/>
                  <a:gd name="csX1" fmla="*/ 1327978 w 1805911"/>
                  <a:gd name="csY1" fmla="*/ 706397 h 1039354"/>
                  <a:gd name="csX2" fmla="*/ 0 w 1805911"/>
                  <a:gd name="csY2" fmla="*/ 0 h 1039354"/>
                </a:gdLst>
                <a:ahLst/>
                <a:cxnLst>
                  <a:cxn ang="0">
                    <a:pos x="csX0" y="csY0"/>
                  </a:cxn>
                  <a:cxn ang="0">
                    <a:pos x="csX1" y="csY1"/>
                  </a:cxn>
                  <a:cxn ang="0">
                    <a:pos x="csX2" y="csY2"/>
                  </a:cxn>
                </a:cxnLst>
                <a:rect l="l" t="t" r="r" b="b"/>
                <a:pathLst>
                  <a:path w="1805911" h="1039354">
                    <a:moveTo>
                      <a:pt x="1805911" y="1039355"/>
                    </a:moveTo>
                    <a:cubicBezTo>
                      <a:pt x="1805911" y="1039355"/>
                      <a:pt x="1715474" y="818596"/>
                      <a:pt x="1327978" y="706397"/>
                    </a:cubicBezTo>
                    <a:cubicBezTo>
                      <a:pt x="811006" y="556708"/>
                      <a:pt x="17473"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3" name="Freeform 73">
                <a:extLst>
                  <a:ext uri="{FF2B5EF4-FFF2-40B4-BE49-F238E27FC236}">
                    <a16:creationId xmlns:a16="http://schemas.microsoft.com/office/drawing/2014/main" id="{2018F01D-0F34-8351-3B99-ED631574BD92}"/>
                  </a:ext>
                </a:extLst>
              </p:cNvPr>
              <p:cNvSpPr>
                <a:spLocks/>
              </p:cNvSpPr>
              <p:nvPr/>
            </p:nvSpPr>
            <p:spPr>
              <a:xfrm>
                <a:off x="6249844" y="2548910"/>
                <a:ext cx="1405170" cy="1039354"/>
              </a:xfrm>
              <a:custGeom>
                <a:avLst/>
                <a:gdLst>
                  <a:gd name="csX0" fmla="*/ 1405170 w 1405170"/>
                  <a:gd name="csY0" fmla="*/ 1039355 h 1039354"/>
                  <a:gd name="csX1" fmla="*/ 1032027 w 1405170"/>
                  <a:gd name="csY1" fmla="*/ 726782 h 1039354"/>
                  <a:gd name="csX2" fmla="*/ 0 w 1405170"/>
                  <a:gd name="csY2" fmla="*/ 0 h 1039354"/>
                </a:gdLst>
                <a:ahLst/>
                <a:cxnLst>
                  <a:cxn ang="0">
                    <a:pos x="csX0" y="csY0"/>
                  </a:cxn>
                  <a:cxn ang="0">
                    <a:pos x="csX1" y="csY1"/>
                  </a:cxn>
                  <a:cxn ang="0">
                    <a:pos x="csX2" y="csY2"/>
                  </a:cxn>
                </a:cxnLst>
                <a:rect l="l" t="t" r="r" b="b"/>
                <a:pathLst>
                  <a:path w="1405170" h="1039354">
                    <a:moveTo>
                      <a:pt x="1405170" y="1039355"/>
                    </a:moveTo>
                    <a:cubicBezTo>
                      <a:pt x="1405170" y="1039355"/>
                      <a:pt x="1335056" y="855055"/>
                      <a:pt x="1032027" y="726782"/>
                    </a:cubicBezTo>
                    <a:cubicBezTo>
                      <a:pt x="630744" y="556913"/>
                      <a:pt x="13603"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4" name="Freeform 74">
                <a:extLst>
                  <a:ext uri="{FF2B5EF4-FFF2-40B4-BE49-F238E27FC236}">
                    <a16:creationId xmlns:a16="http://schemas.microsoft.com/office/drawing/2014/main" id="{0FB526AC-34FB-785D-D943-80B55C5216AA}"/>
                  </a:ext>
                </a:extLst>
              </p:cNvPr>
              <p:cNvSpPr>
                <a:spLocks/>
              </p:cNvSpPr>
              <p:nvPr/>
            </p:nvSpPr>
            <p:spPr>
              <a:xfrm>
                <a:off x="6198322" y="2548910"/>
                <a:ext cx="1004440" cy="1039354"/>
              </a:xfrm>
              <a:custGeom>
                <a:avLst/>
                <a:gdLst>
                  <a:gd name="csX0" fmla="*/ 1004440 w 1004440"/>
                  <a:gd name="csY0" fmla="*/ 1039355 h 1039354"/>
                  <a:gd name="csX1" fmla="*/ 736075 w 1004440"/>
                  <a:gd name="csY1" fmla="*/ 747168 h 1039354"/>
                  <a:gd name="csX2" fmla="*/ 0 w 1004440"/>
                  <a:gd name="csY2" fmla="*/ 0 h 1039354"/>
                </a:gdLst>
                <a:ahLst/>
                <a:cxnLst>
                  <a:cxn ang="0">
                    <a:pos x="csX0" y="csY0"/>
                  </a:cxn>
                  <a:cxn ang="0">
                    <a:pos x="csX1" y="csY1"/>
                  </a:cxn>
                  <a:cxn ang="0">
                    <a:pos x="csX2" y="csY2"/>
                  </a:cxn>
                </a:cxnLst>
                <a:rect l="l" t="t" r="r" b="b"/>
                <a:pathLst>
                  <a:path w="1004440" h="1039354">
                    <a:moveTo>
                      <a:pt x="1004440" y="1039355"/>
                    </a:moveTo>
                    <a:cubicBezTo>
                      <a:pt x="1004440" y="1039355"/>
                      <a:pt x="954737" y="892106"/>
                      <a:pt x="736075" y="747168"/>
                    </a:cubicBezTo>
                    <a:cubicBezTo>
                      <a:pt x="450593" y="557923"/>
                      <a:pt x="9732"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5" name="Freeform 75">
                <a:extLst>
                  <a:ext uri="{FF2B5EF4-FFF2-40B4-BE49-F238E27FC236}">
                    <a16:creationId xmlns:a16="http://schemas.microsoft.com/office/drawing/2014/main" id="{9CFBE47A-59AB-F237-BA80-0F4FCD583953}"/>
                  </a:ext>
                </a:extLst>
              </p:cNvPr>
              <p:cNvSpPr>
                <a:spLocks/>
              </p:cNvSpPr>
              <p:nvPr/>
            </p:nvSpPr>
            <p:spPr>
              <a:xfrm>
                <a:off x="6146811" y="2548910"/>
                <a:ext cx="603686" cy="1039354"/>
              </a:xfrm>
              <a:custGeom>
                <a:avLst/>
                <a:gdLst>
                  <a:gd name="csX0" fmla="*/ 603687 w 603686"/>
                  <a:gd name="csY0" fmla="*/ 1039355 h 1039354"/>
                  <a:gd name="csX1" fmla="*/ 440124 w 603686"/>
                  <a:gd name="csY1" fmla="*/ 767553 h 1039354"/>
                  <a:gd name="csX2" fmla="*/ 0 w 603686"/>
                  <a:gd name="csY2" fmla="*/ 0 h 1039354"/>
                </a:gdLst>
                <a:ahLst/>
                <a:cxnLst>
                  <a:cxn ang="0">
                    <a:pos x="csX0" y="csY0"/>
                  </a:cxn>
                  <a:cxn ang="0">
                    <a:pos x="csX1" y="csY1"/>
                  </a:cxn>
                  <a:cxn ang="0">
                    <a:pos x="csX2" y="csY2"/>
                  </a:cxn>
                </a:cxnLst>
                <a:rect l="l" t="t" r="r" b="b"/>
                <a:pathLst>
                  <a:path w="603686" h="1039354">
                    <a:moveTo>
                      <a:pt x="603687" y="1039355"/>
                    </a:moveTo>
                    <a:cubicBezTo>
                      <a:pt x="603687" y="1039355"/>
                      <a:pt x="573950" y="930311"/>
                      <a:pt x="440124" y="767553"/>
                    </a:cubicBezTo>
                    <a:cubicBezTo>
                      <a:pt x="269828" y="560456"/>
                      <a:pt x="5837"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sp>
            <p:nvSpPr>
              <p:cNvPr id="86" name="Freeform 76">
                <a:extLst>
                  <a:ext uri="{FF2B5EF4-FFF2-40B4-BE49-F238E27FC236}">
                    <a16:creationId xmlns:a16="http://schemas.microsoft.com/office/drawing/2014/main" id="{C804384F-3D43-CF87-D801-E4E188094168}"/>
                  </a:ext>
                </a:extLst>
              </p:cNvPr>
              <p:cNvSpPr>
                <a:spLocks/>
              </p:cNvSpPr>
              <p:nvPr/>
            </p:nvSpPr>
            <p:spPr>
              <a:xfrm>
                <a:off x="6095301" y="2548910"/>
                <a:ext cx="202944" cy="1039354"/>
              </a:xfrm>
              <a:custGeom>
                <a:avLst/>
                <a:gdLst>
                  <a:gd name="csX0" fmla="*/ 202945 w 202944"/>
                  <a:gd name="csY0" fmla="*/ 1039355 h 1039354"/>
                  <a:gd name="csX1" fmla="*/ 144160 w 202944"/>
                  <a:gd name="csY1" fmla="*/ 787938 h 1039354"/>
                  <a:gd name="csX2" fmla="*/ 0 w 202944"/>
                  <a:gd name="csY2" fmla="*/ 0 h 1039354"/>
                </a:gdLst>
                <a:ahLst/>
                <a:cxnLst>
                  <a:cxn ang="0">
                    <a:pos x="csX0" y="csY0"/>
                  </a:cxn>
                  <a:cxn ang="0">
                    <a:pos x="csX1" y="csY1"/>
                  </a:cxn>
                  <a:cxn ang="0">
                    <a:pos x="csX2" y="csY2"/>
                  </a:cxn>
                </a:cxnLst>
                <a:rect l="l" t="t" r="r" b="b"/>
                <a:pathLst>
                  <a:path w="202944" h="1039354">
                    <a:moveTo>
                      <a:pt x="202945" y="1039355"/>
                    </a:moveTo>
                    <a:cubicBezTo>
                      <a:pt x="202945" y="1039355"/>
                      <a:pt x="190915" y="969135"/>
                      <a:pt x="144160" y="787938"/>
                    </a:cubicBezTo>
                    <a:cubicBezTo>
                      <a:pt x="86285" y="563701"/>
                      <a:pt x="1954" y="484904"/>
                      <a:pt x="0" y="0"/>
                    </a:cubicBez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grpSp>
        <p:sp>
          <p:nvSpPr>
            <p:cNvPr id="75" name="Freeform 66">
              <a:extLst>
                <a:ext uri="{FF2B5EF4-FFF2-40B4-BE49-F238E27FC236}">
                  <a16:creationId xmlns:a16="http://schemas.microsoft.com/office/drawing/2014/main" id="{676B4626-C867-60E2-70DA-A0CC3EDB922E}"/>
                </a:ext>
              </a:extLst>
            </p:cNvPr>
            <p:cNvSpPr>
              <a:spLocks/>
            </p:cNvSpPr>
            <p:nvPr/>
          </p:nvSpPr>
          <p:spPr>
            <a:xfrm>
              <a:off x="6040767" y="2548910"/>
              <a:ext cx="12287" cy="1032559"/>
            </a:xfrm>
            <a:custGeom>
              <a:avLst/>
              <a:gdLst>
                <a:gd name="csX0" fmla="*/ 0 w 12287"/>
                <a:gd name="csY0" fmla="*/ 0 h 1032559"/>
                <a:gd name="csX1" fmla="*/ 0 w 12287"/>
                <a:gd name="csY1" fmla="*/ 1032560 h 1032559"/>
              </a:gdLst>
              <a:ahLst/>
              <a:cxnLst>
                <a:cxn ang="0">
                  <a:pos x="csX0" y="csY0"/>
                </a:cxn>
                <a:cxn ang="0">
                  <a:pos x="csX1" y="csY1"/>
                </a:cxn>
              </a:cxnLst>
              <a:rect l="l" t="t" r="r" b="b"/>
              <a:pathLst>
                <a:path w="12287" h="1032559">
                  <a:moveTo>
                    <a:pt x="0" y="0"/>
                  </a:moveTo>
                  <a:lnTo>
                    <a:pt x="0" y="1032560"/>
                  </a:lnTo>
                </a:path>
              </a:pathLst>
            </a:custGeom>
            <a:noFill/>
            <a:ln w="12700" cap="rnd" cmpd="sng" algn="ctr">
              <a:gradFill flip="none" rotWithShape="1">
                <a:gsLst>
                  <a:gs pos="6000">
                    <a:srgbClr val="8F87A3">
                      <a:alpha val="0"/>
                    </a:srgbClr>
                  </a:gs>
                  <a:gs pos="23000">
                    <a:srgbClr val="8F87A3">
                      <a:alpha val="50000"/>
                    </a:srgbClr>
                  </a:gs>
                  <a:gs pos="79000">
                    <a:srgbClr val="8F87A3">
                      <a:alpha val="50000"/>
                    </a:srgbClr>
                  </a:gs>
                  <a:gs pos="94000">
                    <a:srgbClr val="8F87A3">
                      <a:alpha val="0"/>
                    </a:srgbClr>
                  </a:gs>
                </a:gsLst>
                <a:lin ang="5400000" scaled="1"/>
                <a:tileRect/>
              </a:gradFill>
              <a:prstDash val="solid"/>
              <a:headEnd type="none" w="lg" len="sm"/>
              <a:tailEnd type="none" w="lg" len="sm"/>
            </a:ln>
            <a:effectLst/>
          </p:spPr>
          <p:txBody>
            <a:bodyPr wrap="square" lIns="0" tIns="0" rIns="0" bIns="274320" rtlCol="0" anchor="b" anchorCtr="0">
              <a:noAutofit/>
            </a:bodyPr>
            <a:lstStyle/>
            <a:p>
              <a:pPr marL="0" marR="0" lvl="0" indent="0" algn="ctr" defTabSz="142722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solidFill>
                  <a:schemeClr val="bg1"/>
                </a:solidFill>
                <a:effectLst/>
                <a:uLnTx/>
                <a:uFillTx/>
                <a:latin typeface="Segoe UI Variable Display Semibold" pitchFamily="2" charset="0"/>
                <a:ea typeface="+mn-ea"/>
                <a:cs typeface="+mn-cs"/>
              </a:endParaRPr>
            </a:p>
          </p:txBody>
        </p:sp>
      </p:grpSp>
      <p:sp>
        <p:nvSpPr>
          <p:cNvPr id="71" name="Rectangle: Rounded Corners 70">
            <a:extLst>
              <a:ext uri="{FF2B5EF4-FFF2-40B4-BE49-F238E27FC236}">
                <a16:creationId xmlns:a16="http://schemas.microsoft.com/office/drawing/2014/main" id="{C88855FF-7772-80FA-6806-4A83F8B71E4A}"/>
              </a:ext>
              <a:ext uri="{C183D7F6-B498-43B3-948B-1728B52AA6E4}">
                <adec:decorative xmlns:adec="http://schemas.microsoft.com/office/drawing/2017/decorative" val="1"/>
              </a:ext>
            </a:extLst>
          </p:cNvPr>
          <p:cNvSpPr>
            <a:spLocks/>
          </p:cNvSpPr>
          <p:nvPr/>
        </p:nvSpPr>
        <p:spPr>
          <a:xfrm>
            <a:off x="5103296" y="2114453"/>
            <a:ext cx="6441004" cy="3911697"/>
          </a:xfrm>
          <a:prstGeom prst="roundRect">
            <a:avLst>
              <a:gd name="adj" fmla="val 6527"/>
            </a:avLst>
          </a:prstGeom>
          <a:solidFill>
            <a:srgbClr val="091F2C">
              <a:alpha val="8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a:ln w="3175">
                <a:noFill/>
              </a:ln>
              <a:gradFill>
                <a:gsLst>
                  <a:gs pos="22936">
                    <a:srgbClr val="091F2C"/>
                  </a:gs>
                  <a:gs pos="38000">
                    <a:srgbClr val="091F2C"/>
                  </a:gs>
                </a:gsLst>
                <a:path path="circle">
                  <a:fillToRect l="100000" t="100000"/>
                </a:path>
              </a:gradFill>
              <a:latin typeface="Segoe UI Variable Display Semibold" pitchFamily="2" charset="0"/>
              <a:cs typeface="Segoe UI" pitchFamily="34" charset="0"/>
            </a:endParaRPr>
          </a:p>
        </p:txBody>
      </p:sp>
      <p:sp>
        <p:nvSpPr>
          <p:cNvPr id="42" name="TextBox 41">
            <a:extLst>
              <a:ext uri="{FF2B5EF4-FFF2-40B4-BE49-F238E27FC236}">
                <a16:creationId xmlns:a16="http://schemas.microsoft.com/office/drawing/2014/main" id="{C1B82A8E-253A-4D98-7472-2195C1AD7FB9}"/>
              </a:ext>
            </a:extLst>
          </p:cNvPr>
          <p:cNvSpPr txBox="1">
            <a:spLocks/>
          </p:cNvSpPr>
          <p:nvPr/>
        </p:nvSpPr>
        <p:spPr>
          <a:xfrm>
            <a:off x="7465468" y="1927305"/>
            <a:ext cx="1716660" cy="412858"/>
          </a:xfrm>
          <a:prstGeom prst="roundRect">
            <a:avLst>
              <a:gd name="adj" fmla="val 50000"/>
            </a:avLst>
          </a:prstGeom>
          <a:gradFill flip="none" rotWithShape="1">
            <a:gsLst>
              <a:gs pos="0">
                <a:srgbClr val="998CE4"/>
              </a:gs>
              <a:gs pos="38000">
                <a:srgbClr val="5944D4"/>
              </a:gs>
            </a:gsLst>
            <a:path path="circle">
              <a:fillToRect l="100000" t="100000"/>
            </a:path>
            <a:tileRect r="-100000" b="-100000"/>
          </a:gradFill>
        </p:spPr>
        <p:txBody>
          <a:bodyPr wrap="none" lIns="0" tIns="36000" rIns="0" bIns="36000" rtlCol="0" anchor="ctr" anchorCtr="0">
            <a:noAutofit/>
          </a:bodyPr>
          <a:lstStyle>
            <a:defPPr>
              <a:defRPr lang="en-US"/>
            </a:defPPr>
            <a:lvl1pPr algn="ctr" fontAlgn="base">
              <a:spcBef>
                <a:spcPct val="0"/>
              </a:spcBef>
              <a:spcAft>
                <a:spcPct val="0"/>
              </a:spcAft>
              <a:defRPr sz="1800" kern="0">
                <a:ln w="3175">
                  <a:noFill/>
                </a:ln>
                <a:solidFill>
                  <a:schemeClr val="bg1"/>
                </a:solidFill>
                <a:latin typeface="+mj-lt"/>
                <a:cs typeface="Segoe Sans Text" pitchFamily="2" charset="0"/>
              </a:defRPr>
            </a:lvl1pPr>
          </a:lstStyle>
          <a:p>
            <a:r>
              <a:rPr lang="en-US"/>
              <a:t>Foundry IQ</a:t>
            </a:r>
          </a:p>
        </p:txBody>
      </p:sp>
      <p:sp>
        <p:nvSpPr>
          <p:cNvPr id="53" name="Rectangle: Rounded Corners 52">
            <a:extLst>
              <a:ext uri="{FF2B5EF4-FFF2-40B4-BE49-F238E27FC236}">
                <a16:creationId xmlns:a16="http://schemas.microsoft.com/office/drawing/2014/main" id="{344E0F04-85FA-3C5C-68D2-878155F4AF70}"/>
              </a:ext>
            </a:extLst>
          </p:cNvPr>
          <p:cNvSpPr>
            <a:spLocks/>
          </p:cNvSpPr>
          <p:nvPr/>
        </p:nvSpPr>
        <p:spPr bwMode="auto">
          <a:xfrm>
            <a:off x="5428198" y="2565874"/>
            <a:ext cx="5791200" cy="621826"/>
          </a:xfrm>
          <a:prstGeom prst="roundRect">
            <a:avLst>
              <a:gd name="adj" fmla="val 31784"/>
            </a:avLst>
          </a:prstGeom>
          <a:solidFill>
            <a:srgbClr val="091F2C">
              <a:alpha val="8000"/>
            </a:srgbClr>
          </a:solidFill>
        </p:spPr>
        <p:txBody>
          <a:bodyPr wrap="square" lIns="91440" tIns="914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i="0" u="none" strike="noStrike" kern="1200" cap="none" spc="0" normalizeH="0" baseline="0" noProof="0">
                <a:ln w="3175">
                  <a:noFill/>
                </a:ln>
                <a:solidFill>
                  <a:schemeClr val="tx1"/>
                </a:solidFill>
                <a:effectLst/>
                <a:uLnTx/>
                <a:uFillTx/>
                <a:cs typeface="Segoe UI" panose="020B0502040204020203" pitchFamily="34" charset="0"/>
              </a:rPr>
              <a:t>Agentic retrieval engine</a:t>
            </a:r>
          </a:p>
        </p:txBody>
      </p:sp>
      <p:sp>
        <p:nvSpPr>
          <p:cNvPr id="61" name="Freeform: Shape 53">
            <a:extLst>
              <a:ext uri="{FF2B5EF4-FFF2-40B4-BE49-F238E27FC236}">
                <a16:creationId xmlns:a16="http://schemas.microsoft.com/office/drawing/2014/main" id="{0A7B389B-CA26-60F9-4827-F7F5BE1493F7}"/>
              </a:ext>
              <a:ext uri="{C183D7F6-B498-43B3-948B-1728B52AA6E4}">
                <adec:decorative xmlns:adec="http://schemas.microsoft.com/office/drawing/2017/decorative" val="1"/>
              </a:ext>
            </a:extLst>
          </p:cNvPr>
          <p:cNvSpPr>
            <a:spLocks/>
          </p:cNvSpPr>
          <p:nvPr/>
        </p:nvSpPr>
        <p:spPr>
          <a:xfrm>
            <a:off x="5428198" y="3481554"/>
            <a:ext cx="5791200" cy="1472932"/>
          </a:xfrm>
          <a:prstGeom prst="roundRect">
            <a:avLst/>
          </a:prstGeom>
          <a:ln w="12700" cap="rnd">
            <a:solidFill>
              <a:srgbClr val="8F87A3">
                <a:alpha val="50000"/>
              </a:srgb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274320" rtlCol="0" anchor="b" anchorCtr="0">
            <a:noAutofit/>
          </a:bodyPr>
          <a:lstStyle/>
          <a:p>
            <a:pPr algn="ctr" defTabSz="1427220">
              <a:spcBef>
                <a:spcPts val="400"/>
              </a:spcBef>
            </a:pPr>
            <a:endParaRPr lang="en-US" sz="4000" spc="-50">
              <a:gradFill>
                <a:gsLst>
                  <a:gs pos="80460">
                    <a:srgbClr val="000000"/>
                  </a:gs>
                  <a:gs pos="59551">
                    <a:srgbClr val="000000"/>
                  </a:gs>
                </a:gsLst>
                <a:path path="circle">
                  <a:fillToRect l="100000" t="100000"/>
                </a:path>
              </a:gradFill>
              <a:latin typeface="Segoe UI Variable Display Semibold" pitchFamily="2" charset="0"/>
            </a:endParaRPr>
          </a:p>
        </p:txBody>
      </p:sp>
      <p:sp>
        <p:nvSpPr>
          <p:cNvPr id="29" name="TextBox 28">
            <a:extLst>
              <a:ext uri="{FF2B5EF4-FFF2-40B4-BE49-F238E27FC236}">
                <a16:creationId xmlns:a16="http://schemas.microsoft.com/office/drawing/2014/main" id="{1AFE42F5-0C99-B6D7-FFC1-95D736399BD5}"/>
              </a:ext>
            </a:extLst>
          </p:cNvPr>
          <p:cNvSpPr txBox="1">
            <a:spLocks/>
          </p:cNvSpPr>
          <p:nvPr/>
        </p:nvSpPr>
        <p:spPr>
          <a:xfrm>
            <a:off x="7205311" y="3273371"/>
            <a:ext cx="2236973" cy="412858"/>
          </a:xfrm>
          <a:prstGeom prst="roundRect">
            <a:avLst>
              <a:gd name="adj" fmla="val 0"/>
            </a:avLst>
          </a:prstGeom>
          <a:solidFill>
            <a:srgbClr val="FFF8F5"/>
          </a:solidFill>
          <a:ln w="381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kern="0">
                <a:solidFill>
                  <a:srgbClr val="000000"/>
                </a:solidFill>
                <a:latin typeface="Segoe Sans Text" pitchFamily="2" charset="0"/>
                <a:cs typeface="Segoe Sans Text" pitchFamily="2" charset="0"/>
              </a:defRPr>
            </a:lvl1pPr>
          </a:lstStyle>
          <a:p>
            <a:pPr algn="ctr"/>
            <a:r>
              <a:rPr lang="en-US" sz="1600" kern="1200">
                <a:ln w="3175">
                  <a:noFill/>
                </a:ln>
                <a:solidFill>
                  <a:schemeClr val="tx1"/>
                </a:solidFill>
                <a:latin typeface="+mj-lt"/>
                <a:cs typeface="Segoe UI" panose="020B0502040204020203" pitchFamily="34" charset="0"/>
              </a:rPr>
              <a:t>Knowledge sources</a:t>
            </a:r>
          </a:p>
        </p:txBody>
      </p:sp>
      <p:sp>
        <p:nvSpPr>
          <p:cNvPr id="37" name="Rectangle: Rounded Corners 36">
            <a:extLst>
              <a:ext uri="{FF2B5EF4-FFF2-40B4-BE49-F238E27FC236}">
                <a16:creationId xmlns:a16="http://schemas.microsoft.com/office/drawing/2014/main" id="{A6C90A16-AEFC-6825-AD15-782823F310D8}"/>
              </a:ext>
            </a:extLst>
          </p:cNvPr>
          <p:cNvSpPr>
            <a:spLocks/>
          </p:cNvSpPr>
          <p:nvPr/>
        </p:nvSpPr>
        <p:spPr bwMode="auto">
          <a:xfrm>
            <a:off x="5428199" y="5131437"/>
            <a:ext cx="5791199" cy="622800"/>
          </a:xfrm>
          <a:prstGeom prst="roundRect">
            <a:avLst>
              <a:gd name="adj" fmla="val 27172"/>
            </a:avLst>
          </a:prstGeom>
          <a:solidFill>
            <a:srgbClr val="091F2C">
              <a:alpha val="8000"/>
            </a:srgbClr>
          </a:solidFill>
        </p:spPr>
        <p:txBody>
          <a:bodyPr wrap="square" lIns="91440" tIns="91440" rIns="91440" bIns="9144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i="0" u="none" strike="noStrike" kern="1200" cap="none" spc="0" normalizeH="0" baseline="0" noProof="0">
                <a:ln w="3175">
                  <a:noFill/>
                </a:ln>
                <a:solidFill>
                  <a:schemeClr val="tx1"/>
                </a:solidFill>
                <a:effectLst/>
                <a:uLnTx/>
                <a:uFillTx/>
                <a:cs typeface="Segoe UI" panose="020B0502040204020203" pitchFamily="34" charset="0"/>
              </a:rPr>
              <a:t>Automated data transformation &amp; embedding</a:t>
            </a:r>
          </a:p>
        </p:txBody>
      </p:sp>
      <p:pic>
        <p:nvPicPr>
          <p:cNvPr id="60" name="Picture 59" descr="One lake">
            <a:extLst>
              <a:ext uri="{FF2B5EF4-FFF2-40B4-BE49-F238E27FC236}">
                <a16:creationId xmlns:a16="http://schemas.microsoft.com/office/drawing/2014/main" id="{7ECA288D-DB21-F64E-077D-93BFEAC49D52}"/>
              </a:ext>
            </a:extLst>
          </p:cNvPr>
          <p:cNvPicPr>
            <a:picLocks noChangeAspect="1"/>
          </p:cNvPicPr>
          <p:nvPr/>
        </p:nvPicPr>
        <p:blipFill rotWithShape="1">
          <a:blip r:embed="rId4" cstate="print">
            <a:extLst>
              <a:ext uri="{28A0092B-C50C-407E-A947-70E740481C1C}">
                <a14:useLocalDpi xmlns:a14="http://schemas.microsoft.com/office/drawing/2010/main" val="0"/>
              </a:ext>
            </a:extLst>
          </a:blip>
          <a:stretch/>
        </p:blipFill>
        <p:spPr>
          <a:xfrm>
            <a:off x="6232218" y="4085400"/>
            <a:ext cx="412051" cy="412858"/>
          </a:xfrm>
          <a:prstGeom prst="rect">
            <a:avLst/>
          </a:prstGeom>
          <a:noFill/>
          <a:ln w="57150">
            <a:noFill/>
          </a:ln>
        </p:spPr>
      </p:pic>
      <p:pic>
        <p:nvPicPr>
          <p:cNvPr id="63" name="!!Fabric" descr="Fabric">
            <a:extLst>
              <a:ext uri="{FF2B5EF4-FFF2-40B4-BE49-F238E27FC236}">
                <a16:creationId xmlns:a16="http://schemas.microsoft.com/office/drawing/2014/main" id="{8020F19C-82E7-6948-C076-8DDB38B0835E}"/>
              </a:ext>
              <a:ext uri="{C183D7F6-B498-43B3-948B-1728B52AA6E4}">
                <adec:decorative xmlns:adec="http://schemas.microsoft.com/office/drawing/2017/decorative" val="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p:blipFill>
        <p:spPr>
          <a:xfrm>
            <a:off x="6845598" y="4120416"/>
            <a:ext cx="342825" cy="342825"/>
          </a:xfrm>
          <a:prstGeom prst="rect">
            <a:avLst/>
          </a:prstGeom>
          <a:effectLst/>
        </p:spPr>
      </p:pic>
      <p:pic>
        <p:nvPicPr>
          <p:cNvPr id="55" name="Picture 47" descr="Search index">
            <a:extLst>
              <a:ext uri="{FF2B5EF4-FFF2-40B4-BE49-F238E27FC236}">
                <a16:creationId xmlns:a16="http://schemas.microsoft.com/office/drawing/2014/main" id="{6C12B453-1014-7BCC-5447-780780EE79A9}"/>
              </a:ext>
            </a:extLst>
          </p:cNvPr>
          <p:cNvPicPr>
            <a:picLocks noChangeAspect="1"/>
          </p:cNvPicPr>
          <p:nvPr/>
        </p:nvPicPr>
        <p:blipFill>
          <a:blip>
            <a:extLst>
              <a:ext uri="{96DAC541-7B7A-43D3-8B79-37D633B846F1}">
                <asvg:svgBlip xmlns:asvg="http://schemas.microsoft.com/office/drawing/2016/SVG/main" r:embed="rId6"/>
              </a:ext>
            </a:extLst>
          </a:blip>
          <a:srcRect t="6749" b="6749"/>
          <a:stretch/>
        </p:blipFill>
        <p:spPr>
          <a:xfrm>
            <a:off x="7357134" y="4085400"/>
            <a:ext cx="477287" cy="412858"/>
          </a:xfrm>
          <a:prstGeom prst="rect">
            <a:avLst/>
          </a:prstGeom>
          <a:effectLst/>
        </p:spPr>
      </p:pic>
      <p:pic>
        <p:nvPicPr>
          <p:cNvPr id="56" name="Picture 45" descr="Planner">
            <a:extLst>
              <a:ext uri="{FF2B5EF4-FFF2-40B4-BE49-F238E27FC236}">
                <a16:creationId xmlns:a16="http://schemas.microsoft.com/office/drawing/2014/main" id="{1A63D13F-9CCA-749E-B8C0-B4F91159EB80}"/>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504339" y="4085400"/>
            <a:ext cx="412858" cy="412858"/>
          </a:xfrm>
          <a:prstGeom prst="rect">
            <a:avLst/>
          </a:prstGeom>
          <a:effectLst/>
        </p:spPr>
      </p:pic>
      <p:pic>
        <p:nvPicPr>
          <p:cNvPr id="59" name="Picture 58" descr="Model Context Protocol">
            <a:extLst>
              <a:ext uri="{FF2B5EF4-FFF2-40B4-BE49-F238E27FC236}">
                <a16:creationId xmlns:a16="http://schemas.microsoft.com/office/drawing/2014/main" id="{BF89B472-DF90-EFF0-C0BE-2E5B3B458110}"/>
              </a:ext>
            </a:extLst>
          </p:cNvPr>
          <p:cNvPicPr>
            <a:picLocks noChangeAspect="1"/>
          </p:cNvPicPr>
          <p:nvPr/>
        </p:nvPicPr>
        <p:blipFill>
          <a:blip r:embed="rId8" cstate="print">
            <a:duotone>
              <a:srgbClr val="091F2C"/>
              <a:srgbClr val="091F2C"/>
            </a:duotone>
            <a:extLst>
              <a:ext uri="{28A0092B-C50C-407E-A947-70E740481C1C}">
                <a14:useLocalDpi xmlns:a14="http://schemas.microsoft.com/office/drawing/2010/main" val="0"/>
              </a:ext>
            </a:extLst>
          </a:blip>
          <a:stretch>
            <a:fillRect/>
          </a:stretch>
        </p:blipFill>
        <p:spPr>
          <a:xfrm>
            <a:off x="9085910" y="4085400"/>
            <a:ext cx="412858" cy="412858"/>
          </a:xfrm>
          <a:prstGeom prst="rect">
            <a:avLst/>
          </a:prstGeom>
        </p:spPr>
      </p:pic>
      <p:pic>
        <p:nvPicPr>
          <p:cNvPr id="58" name="Graphic 18" descr="Sharepoint">
            <a:extLst>
              <a:ext uri="{FF2B5EF4-FFF2-40B4-BE49-F238E27FC236}">
                <a16:creationId xmlns:a16="http://schemas.microsoft.com/office/drawing/2014/main" id="{73E7DF63-540B-B216-8D51-331D85736301}"/>
              </a:ext>
              <a:ext uri="{C183D7F6-B498-43B3-948B-1728B52AA6E4}">
                <adec:decorative xmlns:adec="http://schemas.microsoft.com/office/drawing/2017/decorative" val="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74461" y="4028358"/>
            <a:ext cx="526942" cy="526942"/>
          </a:xfrm>
          <a:prstGeom prst="rect">
            <a:avLst/>
          </a:prstGeom>
          <a:effectLst/>
        </p:spPr>
      </p:pic>
      <p:pic>
        <p:nvPicPr>
          <p:cNvPr id="57" name="Picture 56" descr="bing">
            <a:extLst>
              <a:ext uri="{FF2B5EF4-FFF2-40B4-BE49-F238E27FC236}">
                <a16:creationId xmlns:a16="http://schemas.microsoft.com/office/drawing/2014/main" id="{C62E4BB1-2909-4583-E3DA-E610080620AE}"/>
              </a:ext>
              <a:ext uri="{C183D7F6-B498-43B3-948B-1728B52AA6E4}">
                <adec:decorative xmlns:adec="http://schemas.microsoft.com/office/drawing/2017/decorative" val="0"/>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10187995" y="4085400"/>
            <a:ext cx="411997" cy="412858"/>
          </a:xfrm>
          <a:prstGeom prst="rect">
            <a:avLst/>
          </a:prstGeom>
          <a:effectLst/>
        </p:spPr>
      </p:pic>
      <p:sp>
        <p:nvSpPr>
          <p:cNvPr id="6" name="Graphic 7">
            <a:extLst>
              <a:ext uri="{FF2B5EF4-FFF2-40B4-BE49-F238E27FC236}">
                <a16:creationId xmlns:a16="http://schemas.microsoft.com/office/drawing/2014/main" id="{46660E14-FB18-6AC0-F973-A666AA7CB837}"/>
              </a:ext>
            </a:extLst>
          </p:cNvPr>
          <p:cNvSpPr>
            <a:spLocks noChangeAspect="1"/>
          </p:cNvSpPr>
          <p:nvPr/>
        </p:nvSpPr>
        <p:spPr>
          <a:xfrm>
            <a:off x="5701593" y="4127237"/>
            <a:ext cx="329296" cy="329184"/>
          </a:xfrm>
          <a:custGeom>
            <a:avLst/>
            <a:gdLst>
              <a:gd name="csX0" fmla="*/ 65787 w 190545"/>
              <a:gd name="csY0" fmla="*/ 138093 h 190480"/>
              <a:gd name="csX1" fmla="*/ 124766 w 190545"/>
              <a:gd name="csY1" fmla="*/ 138093 h 190480"/>
              <a:gd name="csX2" fmla="*/ 95277 w 190545"/>
              <a:gd name="csY2" fmla="*/ 190481 h 190480"/>
              <a:gd name="csX3" fmla="*/ 66340 w 190545"/>
              <a:gd name="csY3" fmla="*/ 140913 h 190480"/>
              <a:gd name="csX4" fmla="*/ 65787 w 190545"/>
              <a:gd name="csY4" fmla="*/ 138113 h 190480"/>
              <a:gd name="csX5" fmla="*/ 124766 w 190545"/>
              <a:gd name="csY5" fmla="*/ 138113 h 190480"/>
              <a:gd name="csX6" fmla="*/ 65787 w 190545"/>
              <a:gd name="csY6" fmla="*/ 138113 h 190480"/>
              <a:gd name="csX7" fmla="*/ 10180 w 190545"/>
              <a:gd name="csY7" fmla="*/ 138103 h 190480"/>
              <a:gd name="csX8" fmla="*/ 51176 w 190545"/>
              <a:gd name="csY8" fmla="*/ 138103 h 190480"/>
              <a:gd name="csX9" fmla="*/ 68254 w 190545"/>
              <a:gd name="csY9" fmla="*/ 186614 h 190480"/>
              <a:gd name="csX10" fmla="*/ 11561 w 190545"/>
              <a:gd name="csY10" fmla="*/ 140760 h 190480"/>
              <a:gd name="csX11" fmla="*/ 10171 w 190545"/>
              <a:gd name="csY11" fmla="*/ 138103 h 190480"/>
              <a:gd name="csX12" fmla="*/ 139368 w 190545"/>
              <a:gd name="csY12" fmla="*/ 138103 h 190480"/>
              <a:gd name="csX13" fmla="*/ 180373 w 190545"/>
              <a:gd name="csY13" fmla="*/ 138103 h 190480"/>
              <a:gd name="csX14" fmla="*/ 122299 w 190545"/>
              <a:gd name="csY14" fmla="*/ 186614 h 190480"/>
              <a:gd name="csX15" fmla="*/ 138634 w 190545"/>
              <a:gd name="csY15" fmla="*/ 142027 h 190480"/>
              <a:gd name="csX16" fmla="*/ 139358 w 190545"/>
              <a:gd name="csY16" fmla="*/ 138103 h 190480"/>
              <a:gd name="csX17" fmla="*/ 180373 w 190545"/>
              <a:gd name="csY17" fmla="*/ 138103 h 190480"/>
              <a:gd name="csX18" fmla="*/ 139358 w 190545"/>
              <a:gd name="csY18" fmla="*/ 138103 h 190480"/>
              <a:gd name="csX19" fmla="*/ 142244 w 190545"/>
              <a:gd name="csY19" fmla="*/ 76190 h 190480"/>
              <a:gd name="csX20" fmla="*/ 188631 w 190545"/>
              <a:gd name="csY20" fmla="*/ 76190 h 190480"/>
              <a:gd name="csX21" fmla="*/ 186183 w 190545"/>
              <a:gd name="csY21" fmla="*/ 123815 h 190480"/>
              <a:gd name="csX22" fmla="*/ 141378 w 190545"/>
              <a:gd name="csY22" fmla="*/ 123815 h 190480"/>
              <a:gd name="csX23" fmla="*/ 142616 w 190545"/>
              <a:gd name="csY23" fmla="*/ 82439 h 190480"/>
              <a:gd name="csX24" fmla="*/ 142235 w 190545"/>
              <a:gd name="csY24" fmla="*/ 76181 h 190480"/>
              <a:gd name="csX25" fmla="*/ 188622 w 190545"/>
              <a:gd name="csY25" fmla="*/ 76181 h 190480"/>
              <a:gd name="csX26" fmla="*/ 142235 w 190545"/>
              <a:gd name="csY26" fmla="*/ 76181 h 190480"/>
              <a:gd name="csX27" fmla="*/ 1913 w 190545"/>
              <a:gd name="csY27" fmla="*/ 76181 h 190480"/>
              <a:gd name="csX28" fmla="*/ 48299 w 190545"/>
              <a:gd name="csY28" fmla="*/ 76181 h 190480"/>
              <a:gd name="csX29" fmla="*/ 48623 w 190545"/>
              <a:gd name="csY29" fmla="*/ 118281 h 190480"/>
              <a:gd name="csX30" fmla="*/ 49166 w 190545"/>
              <a:gd name="csY30" fmla="*/ 123806 h 190480"/>
              <a:gd name="csX31" fmla="*/ 4370 w 190545"/>
              <a:gd name="csY31" fmla="*/ 123806 h 190480"/>
              <a:gd name="csX32" fmla="*/ 1913 w 190545"/>
              <a:gd name="csY32" fmla="*/ 76181 h 190480"/>
              <a:gd name="csX33" fmla="*/ 62653 w 190545"/>
              <a:gd name="csY33" fmla="*/ 76181 h 190480"/>
              <a:gd name="csX34" fmla="*/ 127900 w 190545"/>
              <a:gd name="csY34" fmla="*/ 76181 h 190480"/>
              <a:gd name="csX35" fmla="*/ 127547 w 190545"/>
              <a:gd name="csY35" fmla="*/ 118329 h 190480"/>
              <a:gd name="csX36" fmla="*/ 126957 w 190545"/>
              <a:gd name="csY36" fmla="*/ 123806 h 190480"/>
              <a:gd name="csX37" fmla="*/ 63596 w 190545"/>
              <a:gd name="csY37" fmla="*/ 123806 h 190480"/>
              <a:gd name="csX38" fmla="*/ 62339 w 190545"/>
              <a:gd name="csY38" fmla="*/ 80829 h 190480"/>
              <a:gd name="csX39" fmla="*/ 62653 w 190545"/>
              <a:gd name="csY39" fmla="*/ 76181 h 190480"/>
              <a:gd name="csX40" fmla="*/ 127900 w 190545"/>
              <a:gd name="csY40" fmla="*/ 76181 h 190480"/>
              <a:gd name="csX41" fmla="*/ 62653 w 190545"/>
              <a:gd name="csY41" fmla="*/ 76181 h 190480"/>
              <a:gd name="csX42" fmla="*/ 123328 w 190545"/>
              <a:gd name="csY42" fmla="*/ 5467 h 190480"/>
              <a:gd name="csX43" fmla="*/ 122289 w 190545"/>
              <a:gd name="csY43" fmla="*/ 3848 h 190480"/>
              <a:gd name="csX44" fmla="*/ 184545 w 190545"/>
              <a:gd name="csY44" fmla="*/ 61893 h 190480"/>
              <a:gd name="csX45" fmla="*/ 140806 w 190545"/>
              <a:gd name="csY45" fmla="*/ 61893 h 190480"/>
              <a:gd name="csX46" fmla="*/ 123309 w 190545"/>
              <a:gd name="csY46" fmla="*/ 5477 h 190480"/>
              <a:gd name="csX47" fmla="*/ 122280 w 190545"/>
              <a:gd name="csY47" fmla="*/ 3858 h 190480"/>
              <a:gd name="csX48" fmla="*/ 123309 w 190545"/>
              <a:gd name="csY48" fmla="*/ 5477 h 190480"/>
              <a:gd name="csX49" fmla="*/ 67102 w 190545"/>
              <a:gd name="csY49" fmla="*/ 4201 h 190480"/>
              <a:gd name="csX50" fmla="*/ 68264 w 190545"/>
              <a:gd name="csY50" fmla="*/ 3848 h 190480"/>
              <a:gd name="csX51" fmla="*/ 50319 w 190545"/>
              <a:gd name="csY51" fmla="*/ 57702 h 190480"/>
              <a:gd name="csX52" fmla="*/ 49738 w 190545"/>
              <a:gd name="csY52" fmla="*/ 61893 h 190480"/>
              <a:gd name="csX53" fmla="*/ 6008 w 190545"/>
              <a:gd name="csY53" fmla="*/ 61893 h 190480"/>
              <a:gd name="csX54" fmla="*/ 67102 w 190545"/>
              <a:gd name="csY54" fmla="*/ 4201 h 190480"/>
              <a:gd name="csX55" fmla="*/ 68264 w 190545"/>
              <a:gd name="csY55" fmla="*/ 3848 h 190480"/>
              <a:gd name="csX56" fmla="*/ 67102 w 190545"/>
              <a:gd name="csY56" fmla="*/ 4201 h 190480"/>
              <a:gd name="csX57" fmla="*/ 95277 w 190545"/>
              <a:gd name="csY57" fmla="*/ 0 h 190480"/>
              <a:gd name="csX58" fmla="*/ 125890 w 190545"/>
              <a:gd name="csY58" fmla="*/ 58893 h 190480"/>
              <a:gd name="csX59" fmla="*/ 126338 w 190545"/>
              <a:gd name="csY59" fmla="*/ 61893 h 190480"/>
              <a:gd name="csX60" fmla="*/ 64216 w 190545"/>
              <a:gd name="csY60" fmla="*/ 61893 h 190480"/>
              <a:gd name="csX61" fmla="*/ 95277 w 190545"/>
              <a:gd name="csY61" fmla="*/ 0 h 190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90545" h="190480">
                <a:moveTo>
                  <a:pt x="65787" y="138093"/>
                </a:moveTo>
                <a:lnTo>
                  <a:pt x="124766" y="138093"/>
                </a:lnTo>
                <a:cubicBezTo>
                  <a:pt x="118860" y="169269"/>
                  <a:pt x="107030" y="190481"/>
                  <a:pt x="95277" y="190481"/>
                </a:cubicBezTo>
                <a:cubicBezTo>
                  <a:pt x="83875" y="190481"/>
                  <a:pt x="72417" y="170536"/>
                  <a:pt x="66340" y="140913"/>
                </a:cubicBezTo>
                <a:lnTo>
                  <a:pt x="65787" y="138113"/>
                </a:lnTo>
                <a:lnTo>
                  <a:pt x="124766" y="138113"/>
                </a:lnTo>
                <a:lnTo>
                  <a:pt x="65787" y="138113"/>
                </a:lnTo>
                <a:close/>
                <a:moveTo>
                  <a:pt x="10180" y="138103"/>
                </a:moveTo>
                <a:lnTo>
                  <a:pt x="51176" y="138103"/>
                </a:lnTo>
                <a:cubicBezTo>
                  <a:pt x="54652" y="157934"/>
                  <a:pt x="60539" y="174812"/>
                  <a:pt x="68254" y="186614"/>
                </a:cubicBezTo>
                <a:cubicBezTo>
                  <a:pt x="44037" y="179427"/>
                  <a:pt x="23653" y="162940"/>
                  <a:pt x="11561" y="140760"/>
                </a:cubicBezTo>
                <a:lnTo>
                  <a:pt x="10171" y="138103"/>
                </a:lnTo>
                <a:close/>
                <a:moveTo>
                  <a:pt x="139368" y="138103"/>
                </a:moveTo>
                <a:lnTo>
                  <a:pt x="180373" y="138103"/>
                </a:lnTo>
                <a:cubicBezTo>
                  <a:pt x="168519" y="161579"/>
                  <a:pt x="147510" y="179128"/>
                  <a:pt x="122299" y="186614"/>
                </a:cubicBezTo>
                <a:cubicBezTo>
                  <a:pt x="129490" y="175584"/>
                  <a:pt x="135101" y="160153"/>
                  <a:pt x="138634" y="142027"/>
                </a:cubicBezTo>
                <a:lnTo>
                  <a:pt x="139358" y="138103"/>
                </a:lnTo>
                <a:lnTo>
                  <a:pt x="180373" y="138103"/>
                </a:lnTo>
                <a:lnTo>
                  <a:pt x="139358" y="138103"/>
                </a:lnTo>
                <a:close/>
                <a:moveTo>
                  <a:pt x="142244" y="76190"/>
                </a:moveTo>
                <a:lnTo>
                  <a:pt x="188631" y="76190"/>
                </a:lnTo>
                <a:cubicBezTo>
                  <a:pt x="191844" y="92018"/>
                  <a:pt x="191002" y="108401"/>
                  <a:pt x="186183" y="123815"/>
                </a:cubicBezTo>
                <a:lnTo>
                  <a:pt x="141378" y="123815"/>
                </a:lnTo>
                <a:cubicBezTo>
                  <a:pt x="142841" y="110075"/>
                  <a:pt x="143255" y="96243"/>
                  <a:pt x="142616" y="82439"/>
                </a:cubicBezTo>
                <a:lnTo>
                  <a:pt x="142235" y="76181"/>
                </a:lnTo>
                <a:lnTo>
                  <a:pt x="188622" y="76181"/>
                </a:lnTo>
                <a:lnTo>
                  <a:pt x="142235" y="76181"/>
                </a:lnTo>
                <a:close/>
                <a:moveTo>
                  <a:pt x="1913" y="76181"/>
                </a:moveTo>
                <a:lnTo>
                  <a:pt x="48299" y="76181"/>
                </a:lnTo>
                <a:cubicBezTo>
                  <a:pt x="47306" y="90201"/>
                  <a:pt x="47414" y="104278"/>
                  <a:pt x="48623" y="118281"/>
                </a:cubicBezTo>
                <a:lnTo>
                  <a:pt x="49166" y="123806"/>
                </a:lnTo>
                <a:lnTo>
                  <a:pt x="4370" y="123806"/>
                </a:lnTo>
                <a:cubicBezTo>
                  <a:pt x="-455" y="108393"/>
                  <a:pt x="-1300" y="92009"/>
                  <a:pt x="1913" y="76181"/>
                </a:cubicBezTo>
                <a:close/>
                <a:moveTo>
                  <a:pt x="62653" y="76181"/>
                </a:moveTo>
                <a:lnTo>
                  <a:pt x="127900" y="76181"/>
                </a:lnTo>
                <a:cubicBezTo>
                  <a:pt x="128988" y="90215"/>
                  <a:pt x="128870" y="104316"/>
                  <a:pt x="127547" y="118329"/>
                </a:cubicBezTo>
                <a:lnTo>
                  <a:pt x="126957" y="123806"/>
                </a:lnTo>
                <a:lnTo>
                  <a:pt x="63596" y="123806"/>
                </a:lnTo>
                <a:cubicBezTo>
                  <a:pt x="61931" y="109544"/>
                  <a:pt x="61511" y="95164"/>
                  <a:pt x="62339" y="80829"/>
                </a:cubicBezTo>
                <a:lnTo>
                  <a:pt x="62653" y="76181"/>
                </a:lnTo>
                <a:lnTo>
                  <a:pt x="127900" y="76181"/>
                </a:lnTo>
                <a:lnTo>
                  <a:pt x="62653" y="76181"/>
                </a:lnTo>
                <a:close/>
                <a:moveTo>
                  <a:pt x="123328" y="5467"/>
                </a:moveTo>
                <a:lnTo>
                  <a:pt x="122289" y="3848"/>
                </a:lnTo>
                <a:cubicBezTo>
                  <a:pt x="150993" y="12369"/>
                  <a:pt x="174039" y="33856"/>
                  <a:pt x="184545" y="61893"/>
                </a:cubicBezTo>
                <a:lnTo>
                  <a:pt x="140806" y="61893"/>
                </a:lnTo>
                <a:cubicBezTo>
                  <a:pt x="137796" y="38881"/>
                  <a:pt x="131700" y="19107"/>
                  <a:pt x="123309" y="5477"/>
                </a:cubicBezTo>
                <a:lnTo>
                  <a:pt x="122280" y="3858"/>
                </a:lnTo>
                <a:lnTo>
                  <a:pt x="123309" y="5477"/>
                </a:lnTo>
                <a:close/>
                <a:moveTo>
                  <a:pt x="67102" y="4201"/>
                </a:moveTo>
                <a:lnTo>
                  <a:pt x="68264" y="3848"/>
                </a:lnTo>
                <a:cubicBezTo>
                  <a:pt x="59872" y="16716"/>
                  <a:pt x="53633" y="35566"/>
                  <a:pt x="50319" y="57702"/>
                </a:cubicBezTo>
                <a:lnTo>
                  <a:pt x="49738" y="61893"/>
                </a:lnTo>
                <a:lnTo>
                  <a:pt x="6008" y="61893"/>
                </a:lnTo>
                <a:cubicBezTo>
                  <a:pt x="16366" y="34257"/>
                  <a:pt x="38918" y="12960"/>
                  <a:pt x="67102" y="4201"/>
                </a:cubicBezTo>
                <a:lnTo>
                  <a:pt x="68264" y="3848"/>
                </a:lnTo>
                <a:lnTo>
                  <a:pt x="67102" y="4201"/>
                </a:lnTo>
                <a:close/>
                <a:moveTo>
                  <a:pt x="95277" y="0"/>
                </a:moveTo>
                <a:cubicBezTo>
                  <a:pt x="107840" y="0"/>
                  <a:pt x="120480" y="24213"/>
                  <a:pt x="125890" y="58893"/>
                </a:cubicBezTo>
                <a:lnTo>
                  <a:pt x="126338" y="61893"/>
                </a:lnTo>
                <a:lnTo>
                  <a:pt x="64216" y="61893"/>
                </a:lnTo>
                <a:cubicBezTo>
                  <a:pt x="69369" y="25613"/>
                  <a:pt x="82351" y="0"/>
                  <a:pt x="95277" y="0"/>
                </a:cubicBezTo>
                <a:close/>
              </a:path>
            </a:pathLst>
          </a:custGeom>
          <a:solidFill>
            <a:srgbClr val="00A4EF"/>
          </a:solidFill>
          <a:ln w="9525"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091F2C"/>
              </a:solidFill>
              <a:effectLst/>
              <a:uLnTx/>
              <a:uFillTx/>
              <a:latin typeface="Segoe UI"/>
            </a:endParaRPr>
          </a:p>
        </p:txBody>
      </p:sp>
      <p:sp>
        <p:nvSpPr>
          <p:cNvPr id="17" name="Graphic 6">
            <a:extLst>
              <a:ext uri="{FF2B5EF4-FFF2-40B4-BE49-F238E27FC236}">
                <a16:creationId xmlns:a16="http://schemas.microsoft.com/office/drawing/2014/main" id="{D369E6B6-B8D7-B424-ABFA-0AEC4943AE72}"/>
              </a:ext>
            </a:extLst>
          </p:cNvPr>
          <p:cNvSpPr/>
          <p:nvPr/>
        </p:nvSpPr>
        <p:spPr>
          <a:xfrm>
            <a:off x="10736270" y="4154669"/>
            <a:ext cx="205740" cy="274320"/>
          </a:xfrm>
          <a:custGeom>
            <a:avLst/>
            <a:gdLst>
              <a:gd name="csX0" fmla="*/ 13716 w 205740"/>
              <a:gd name="csY0" fmla="*/ 0 h 274320"/>
              <a:gd name="csX1" fmla="*/ 0 w 205740"/>
              <a:gd name="csY1" fmla="*/ 13716 h 274320"/>
              <a:gd name="csX2" fmla="*/ 13716 w 205740"/>
              <a:gd name="csY2" fmla="*/ 27432 h 274320"/>
              <a:gd name="csX3" fmla="*/ 192024 w 205740"/>
              <a:gd name="csY3" fmla="*/ 27432 h 274320"/>
              <a:gd name="csX4" fmla="*/ 205740 w 205740"/>
              <a:gd name="csY4" fmla="*/ 13716 h 274320"/>
              <a:gd name="csX5" fmla="*/ 192024 w 205740"/>
              <a:gd name="csY5" fmla="*/ 0 h 274320"/>
              <a:gd name="csX6" fmla="*/ 13716 w 205740"/>
              <a:gd name="csY6" fmla="*/ 0 h 274320"/>
              <a:gd name="csX7" fmla="*/ 112569 w 205740"/>
              <a:gd name="csY7" fmla="*/ 52023 h 274320"/>
              <a:gd name="csX8" fmla="*/ 93171 w 205740"/>
              <a:gd name="csY8" fmla="*/ 52023 h 274320"/>
              <a:gd name="csX9" fmla="*/ 24591 w 205740"/>
              <a:gd name="csY9" fmla="*/ 120603 h 274320"/>
              <a:gd name="csX10" fmla="*/ 24591 w 205740"/>
              <a:gd name="csY10" fmla="*/ 140001 h 274320"/>
              <a:gd name="csX11" fmla="*/ 43989 w 205740"/>
              <a:gd name="csY11" fmla="*/ 140001 h 274320"/>
              <a:gd name="csX12" fmla="*/ 89154 w 205740"/>
              <a:gd name="csY12" fmla="*/ 94835 h 274320"/>
              <a:gd name="csX13" fmla="*/ 89154 w 205740"/>
              <a:gd name="csY13" fmla="*/ 260604 h 274320"/>
              <a:gd name="csX14" fmla="*/ 102870 w 205740"/>
              <a:gd name="csY14" fmla="*/ 274320 h 274320"/>
              <a:gd name="csX15" fmla="*/ 116586 w 205740"/>
              <a:gd name="csY15" fmla="*/ 260604 h 274320"/>
              <a:gd name="csX16" fmla="*/ 116586 w 205740"/>
              <a:gd name="csY16" fmla="*/ 94835 h 274320"/>
              <a:gd name="csX17" fmla="*/ 161751 w 205740"/>
              <a:gd name="csY17" fmla="*/ 140001 h 274320"/>
              <a:gd name="csX18" fmla="*/ 181149 w 205740"/>
              <a:gd name="csY18" fmla="*/ 140001 h 274320"/>
              <a:gd name="csX19" fmla="*/ 181149 w 205740"/>
              <a:gd name="csY19" fmla="*/ 120603 h 274320"/>
              <a:gd name="csX20" fmla="*/ 112569 w 205740"/>
              <a:gd name="csY20" fmla="*/ 52023 h 274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05740" h="274320">
                <a:moveTo>
                  <a:pt x="13716" y="0"/>
                </a:moveTo>
                <a:cubicBezTo>
                  <a:pt x="6141" y="0"/>
                  <a:pt x="0" y="6141"/>
                  <a:pt x="0" y="13716"/>
                </a:cubicBezTo>
                <a:cubicBezTo>
                  <a:pt x="0" y="21291"/>
                  <a:pt x="6141" y="27432"/>
                  <a:pt x="13716" y="27432"/>
                </a:cubicBezTo>
                <a:lnTo>
                  <a:pt x="192024" y="27432"/>
                </a:lnTo>
                <a:cubicBezTo>
                  <a:pt x="199599" y="27432"/>
                  <a:pt x="205740" y="21291"/>
                  <a:pt x="205740" y="13716"/>
                </a:cubicBezTo>
                <a:cubicBezTo>
                  <a:pt x="205740" y="6141"/>
                  <a:pt x="199599" y="0"/>
                  <a:pt x="192024" y="0"/>
                </a:cubicBezTo>
                <a:lnTo>
                  <a:pt x="13716" y="0"/>
                </a:lnTo>
                <a:close/>
                <a:moveTo>
                  <a:pt x="112569" y="52023"/>
                </a:moveTo>
                <a:cubicBezTo>
                  <a:pt x="107212" y="46667"/>
                  <a:pt x="98528" y="46667"/>
                  <a:pt x="93171" y="52023"/>
                </a:cubicBezTo>
                <a:lnTo>
                  <a:pt x="24591" y="120603"/>
                </a:lnTo>
                <a:cubicBezTo>
                  <a:pt x="19235" y="125960"/>
                  <a:pt x="19235" y="134644"/>
                  <a:pt x="24591" y="140001"/>
                </a:cubicBezTo>
                <a:cubicBezTo>
                  <a:pt x="29948" y="145357"/>
                  <a:pt x="38632" y="145357"/>
                  <a:pt x="43989" y="140001"/>
                </a:cubicBezTo>
                <a:lnTo>
                  <a:pt x="89154" y="94835"/>
                </a:lnTo>
                <a:lnTo>
                  <a:pt x="89154" y="260604"/>
                </a:lnTo>
                <a:cubicBezTo>
                  <a:pt x="89154" y="268179"/>
                  <a:pt x="95295" y="274320"/>
                  <a:pt x="102870" y="274320"/>
                </a:cubicBezTo>
                <a:cubicBezTo>
                  <a:pt x="110445" y="274320"/>
                  <a:pt x="116586" y="268179"/>
                  <a:pt x="116586" y="260604"/>
                </a:cubicBezTo>
                <a:lnTo>
                  <a:pt x="116586" y="94835"/>
                </a:lnTo>
                <a:lnTo>
                  <a:pt x="161751" y="140001"/>
                </a:lnTo>
                <a:cubicBezTo>
                  <a:pt x="167108" y="145357"/>
                  <a:pt x="175793" y="145357"/>
                  <a:pt x="181149" y="140001"/>
                </a:cubicBezTo>
                <a:cubicBezTo>
                  <a:pt x="186505" y="134644"/>
                  <a:pt x="186505" y="125960"/>
                  <a:pt x="181149" y="120603"/>
                </a:cubicBezTo>
                <a:lnTo>
                  <a:pt x="112569" y="52023"/>
                </a:lnTo>
                <a:close/>
              </a:path>
            </a:pathLst>
          </a:custGeom>
          <a:solidFill>
            <a:srgbClr val="091F2C"/>
          </a:solidFill>
          <a:ln w="13494" cap="flat">
            <a:noFill/>
            <a:prstDash val="solid"/>
            <a:miter/>
          </a:ln>
        </p:spPr>
        <p:txBody>
          <a:bodyPr/>
          <a:lstStyle/>
          <a:p>
            <a:endParaRPr lang="en-CA"/>
          </a:p>
        </p:txBody>
      </p:sp>
      <p:pic>
        <p:nvPicPr>
          <p:cNvPr id="8" name="Picture 7">
            <a:extLst>
              <a:ext uri="{FF2B5EF4-FFF2-40B4-BE49-F238E27FC236}">
                <a16:creationId xmlns:a16="http://schemas.microsoft.com/office/drawing/2014/main" id="{C5118531-3523-B620-1CC3-339C0FAA42CE}"/>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8003132" y="4108956"/>
            <a:ext cx="332496" cy="365745"/>
          </a:xfrm>
          <a:prstGeom prst="rect">
            <a:avLst/>
          </a:prstGeom>
        </p:spPr>
      </p:pic>
      <p:sp>
        <p:nvSpPr>
          <p:cNvPr id="10" name="Title 9">
            <a:extLst>
              <a:ext uri="{FF2B5EF4-FFF2-40B4-BE49-F238E27FC236}">
                <a16:creationId xmlns:a16="http://schemas.microsoft.com/office/drawing/2014/main" id="{6C2F5B1F-22A4-F5DF-DE4D-E42DA722EA8B}"/>
              </a:ext>
            </a:extLst>
          </p:cNvPr>
          <p:cNvSpPr>
            <a:spLocks noGrp="1"/>
          </p:cNvSpPr>
          <p:nvPr>
            <p:ph type="title"/>
          </p:nvPr>
        </p:nvSpPr>
        <p:spPr>
          <a:xfrm>
            <a:off x="588963" y="457200"/>
            <a:ext cx="3652837" cy="554038"/>
          </a:xfrm>
        </p:spPr>
        <p:txBody>
          <a:bodyPr/>
          <a:lstStyle/>
          <a:p>
            <a:r>
              <a:rPr lang="en-US"/>
              <a:t>Fuel agents </a:t>
            </a:r>
            <a:br>
              <a:rPr lang="en-US"/>
            </a:br>
            <a:r>
              <a:rPr lang="en-US"/>
              <a:t>with enterprise knowledge from everywhere</a:t>
            </a:r>
            <a:endParaRPr lang="en-CA"/>
          </a:p>
        </p:txBody>
      </p:sp>
    </p:spTree>
    <p:extLst>
      <p:ext uri="{BB962C8B-B14F-4D97-AF65-F5344CB8AC3E}">
        <p14:creationId xmlns:p14="http://schemas.microsoft.com/office/powerpoint/2010/main" val="15828681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00"/>
                                        <p:tgtEl>
                                          <p:spTgt spid="31"/>
                                        </p:tgtEl>
                                      </p:cBhvr>
                                    </p:animEffect>
                                  </p:childTnLst>
                                </p:cTn>
                              </p:par>
                              <p:par>
                                <p:cTn id="8" presetID="42" presetClass="path" presetSubtype="0" decel="100000" fill="hold" grpId="1" nodeType="withEffect">
                                  <p:stCondLst>
                                    <p:cond delay="0"/>
                                  </p:stCondLst>
                                  <p:childTnLst>
                                    <p:animMotion origin="layout" path="M -2.29167E-6 0.03889 L -2.29167E-6 -4.07407E-6 " pathEditMode="relative" rAng="0" ptsTypes="AA">
                                      <p:cBhvr>
                                        <p:cTn id="9" dur="500" fill="hold"/>
                                        <p:tgtEl>
                                          <p:spTgt spid="31"/>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00"/>
                                        <p:tgtEl>
                                          <p:spTgt spid="28"/>
                                        </p:tgtEl>
                                      </p:cBhvr>
                                    </p:animEffect>
                                  </p:childTnLst>
                                </p:cTn>
                              </p:par>
                              <p:par>
                                <p:cTn id="13" presetID="42" presetClass="path" presetSubtype="0" decel="100000" fill="hold" nodeType="withEffect">
                                  <p:stCondLst>
                                    <p:cond delay="100"/>
                                  </p:stCondLst>
                                  <p:childTnLst>
                                    <p:animMotion origin="layout" path="M -2.5E-6 0.03889 L -2.5E-6 -4.44444E-6 " pathEditMode="relative" rAng="0" ptsTypes="AA">
                                      <p:cBhvr>
                                        <p:cTn id="14" dur="500" fill="hold"/>
                                        <p:tgtEl>
                                          <p:spTgt spid="28"/>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00"/>
                                        <p:tgtEl>
                                          <p:spTgt spid="2"/>
                                        </p:tgtEl>
                                      </p:cBhvr>
                                    </p:animEffect>
                                  </p:childTnLst>
                                </p:cTn>
                              </p:par>
                              <p:par>
                                <p:cTn id="18" presetID="42" presetClass="path" presetSubtype="0" decel="100000" fill="hold" nodeType="withEffect">
                                  <p:stCondLst>
                                    <p:cond delay="100"/>
                                  </p:stCondLst>
                                  <p:childTnLst>
                                    <p:animMotion origin="layout" path="M -2.29167E-6 0.03889 L -2.29167E-6 -4.44444E-6 " pathEditMode="relative" rAng="0" ptsTypes="AA">
                                      <p:cBhvr>
                                        <p:cTn id="19" dur="500" fill="hold"/>
                                        <p:tgtEl>
                                          <p:spTgt spid="2"/>
                                        </p:tgtEl>
                                        <p:attrNameLst>
                                          <p:attrName>ppt_x</p:attrName>
                                          <p:attrName>ppt_y</p:attrName>
                                        </p:attrNameLst>
                                      </p:cBhvr>
                                      <p:rCtr x="0" y="-1944"/>
                                    </p:animMotion>
                                  </p:childTnLst>
                                </p:cTn>
                              </p:par>
                              <p:par>
                                <p:cTn id="20" presetID="10" presetClass="entr" presetSubtype="0" fill="hold" nodeType="withEffect">
                                  <p:stCondLst>
                                    <p:cond delay="10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00"/>
                                        <p:tgtEl>
                                          <p:spTgt spid="27"/>
                                        </p:tgtEl>
                                      </p:cBhvr>
                                    </p:animEffect>
                                  </p:childTnLst>
                                </p:cTn>
                              </p:par>
                              <p:par>
                                <p:cTn id="23" presetID="42" presetClass="path" presetSubtype="0" decel="100000" fill="hold" nodeType="withEffect">
                                  <p:stCondLst>
                                    <p:cond delay="100"/>
                                  </p:stCondLst>
                                  <p:childTnLst>
                                    <p:animMotion origin="layout" path="M -1.875E-6 0.03889 L -1.875E-6 -4.44444E-6 " pathEditMode="relative" rAng="0" ptsTypes="AA">
                                      <p:cBhvr>
                                        <p:cTn id="24" dur="500" fill="hold"/>
                                        <p:tgtEl>
                                          <p:spTgt spid="27"/>
                                        </p:tgtEl>
                                        <p:attrNameLst>
                                          <p:attrName>ppt_x</p:attrName>
                                          <p:attrName>ppt_y</p:attrName>
                                        </p:attrNameLst>
                                      </p:cBhvr>
                                      <p:rCtr x="0" y="-1944"/>
                                    </p:animMotion>
                                  </p:childTnLst>
                                </p:cTn>
                              </p:par>
                              <p:par>
                                <p:cTn id="25" presetID="10" presetClass="entr" presetSubtype="0" fill="hold" nodeType="withEffect">
                                  <p:stCondLst>
                                    <p:cond delay="10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200"/>
                                        <p:tgtEl>
                                          <p:spTgt spid="70"/>
                                        </p:tgtEl>
                                      </p:cBhvr>
                                    </p:animEffect>
                                  </p:childTnLst>
                                </p:cTn>
                              </p:par>
                              <p:par>
                                <p:cTn id="28" presetID="42" presetClass="path" presetSubtype="0" decel="100000" fill="hold" nodeType="withEffect">
                                  <p:stCondLst>
                                    <p:cond delay="100"/>
                                  </p:stCondLst>
                                  <p:childTnLst>
                                    <p:animMotion origin="layout" path="M -2.29167E-6 0.03889 L -2.29167E-6 -2.96296E-6 " pathEditMode="relative" rAng="0" ptsTypes="AA">
                                      <p:cBhvr>
                                        <p:cTn id="29" dur="500" fill="hold"/>
                                        <p:tgtEl>
                                          <p:spTgt spid="70"/>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200"/>
                                        <p:tgtEl>
                                          <p:spTgt spid="71"/>
                                        </p:tgtEl>
                                      </p:cBhvr>
                                    </p:animEffect>
                                  </p:childTnLst>
                                </p:cTn>
                              </p:par>
                              <p:par>
                                <p:cTn id="33" presetID="42" presetClass="path" presetSubtype="0" decel="100000" fill="hold" grpId="1" nodeType="withEffect">
                                  <p:stCondLst>
                                    <p:cond delay="200"/>
                                  </p:stCondLst>
                                  <p:childTnLst>
                                    <p:animMotion origin="layout" path="M -2.29167E-6 0.03889 L -2.29167E-6 1.48148E-6 " pathEditMode="relative" rAng="0" ptsTypes="AA">
                                      <p:cBhvr>
                                        <p:cTn id="34" dur="500" fill="hold"/>
                                        <p:tgtEl>
                                          <p:spTgt spid="71"/>
                                        </p:tgtEl>
                                        <p:attrNameLst>
                                          <p:attrName>ppt_x</p:attrName>
                                          <p:attrName>ppt_y</p:attrName>
                                        </p:attrNameLst>
                                      </p:cBhvr>
                                      <p:rCtr x="0" y="-1944"/>
                                    </p:animMotion>
                                  </p:childTnLst>
                                </p:cTn>
                              </p:par>
                              <p:par>
                                <p:cTn id="35" presetID="10" presetClass="entr" presetSubtype="0" fill="hold" grpId="0" nodeType="withEffect">
                                  <p:stCondLst>
                                    <p:cond delay="20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200"/>
                                        <p:tgtEl>
                                          <p:spTgt spid="42"/>
                                        </p:tgtEl>
                                      </p:cBhvr>
                                    </p:animEffect>
                                  </p:childTnLst>
                                </p:cTn>
                              </p:par>
                              <p:par>
                                <p:cTn id="38" presetID="42" presetClass="path" presetSubtype="0" decel="100000" fill="hold" grpId="1" nodeType="withEffect">
                                  <p:stCondLst>
                                    <p:cond delay="200"/>
                                  </p:stCondLst>
                                  <p:childTnLst>
                                    <p:animMotion origin="layout" path="M -2.29167E-6 0.03889 L -2.29167E-6 -1.11111E-6 " pathEditMode="relative" rAng="0" ptsTypes="AA">
                                      <p:cBhvr>
                                        <p:cTn id="39" dur="500" fill="hold"/>
                                        <p:tgtEl>
                                          <p:spTgt spid="42"/>
                                        </p:tgtEl>
                                        <p:attrNameLst>
                                          <p:attrName>ppt_x</p:attrName>
                                          <p:attrName>ppt_y</p:attrName>
                                        </p:attrNameLst>
                                      </p:cBhvr>
                                      <p:rCtr x="0" y="-1944"/>
                                    </p:animMotion>
                                  </p:childTnLst>
                                </p:cTn>
                              </p:par>
                              <p:par>
                                <p:cTn id="40" presetID="10" presetClass="entr" presetSubtype="0" fill="hold" grpId="0" nodeType="withEffect">
                                  <p:stCondLst>
                                    <p:cond delay="300"/>
                                  </p:stCondLst>
                                  <p:childTnLst>
                                    <p:set>
                                      <p:cBhvr>
                                        <p:cTn id="41" dur="1" fill="hold">
                                          <p:stCondLst>
                                            <p:cond delay="0"/>
                                          </p:stCondLst>
                                        </p:cTn>
                                        <p:tgtEl>
                                          <p:spTgt spid="61"/>
                                        </p:tgtEl>
                                        <p:attrNameLst>
                                          <p:attrName>style.visibility</p:attrName>
                                        </p:attrNameLst>
                                      </p:cBhvr>
                                      <p:to>
                                        <p:strVal val="visible"/>
                                      </p:to>
                                    </p:set>
                                    <p:animEffect transition="in" filter="fade">
                                      <p:cBhvr>
                                        <p:cTn id="42" dur="200"/>
                                        <p:tgtEl>
                                          <p:spTgt spid="61"/>
                                        </p:tgtEl>
                                      </p:cBhvr>
                                    </p:animEffect>
                                  </p:childTnLst>
                                </p:cTn>
                              </p:par>
                              <p:par>
                                <p:cTn id="43" presetID="42" presetClass="path" presetSubtype="0" decel="100000" fill="hold" grpId="1" nodeType="withEffect">
                                  <p:stCondLst>
                                    <p:cond delay="300"/>
                                  </p:stCondLst>
                                  <p:childTnLst>
                                    <p:animMotion origin="layout" path="M -2.29167E-6 0.03889 L -2.29167E-6 3.7037E-6 " pathEditMode="relative" rAng="0" ptsTypes="AA">
                                      <p:cBhvr>
                                        <p:cTn id="44" dur="500" fill="hold"/>
                                        <p:tgtEl>
                                          <p:spTgt spid="61"/>
                                        </p:tgtEl>
                                        <p:attrNameLst>
                                          <p:attrName>ppt_x</p:attrName>
                                          <p:attrName>ppt_y</p:attrName>
                                        </p:attrNameLst>
                                      </p:cBhvr>
                                      <p:rCtr x="0" y="-1944"/>
                                    </p:animMotion>
                                  </p:childTnLst>
                                </p:cTn>
                              </p:par>
                              <p:par>
                                <p:cTn id="45" presetID="10" presetClass="entr" presetSubtype="0" fill="hold" grpId="0" nodeType="withEffect">
                                  <p:stCondLst>
                                    <p:cond delay="30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200"/>
                                        <p:tgtEl>
                                          <p:spTgt spid="29"/>
                                        </p:tgtEl>
                                      </p:cBhvr>
                                    </p:animEffect>
                                  </p:childTnLst>
                                </p:cTn>
                              </p:par>
                              <p:par>
                                <p:cTn id="48" presetID="42" presetClass="path" presetSubtype="0" decel="100000" fill="hold" grpId="1" nodeType="withEffect">
                                  <p:stCondLst>
                                    <p:cond delay="300"/>
                                  </p:stCondLst>
                                  <p:childTnLst>
                                    <p:animMotion origin="layout" path="M -2.29167E-6 0.03889 L -2.29167E-6 2.59259E-6 " pathEditMode="relative" rAng="0" ptsTypes="AA">
                                      <p:cBhvr>
                                        <p:cTn id="49" dur="500" fill="hold"/>
                                        <p:tgtEl>
                                          <p:spTgt spid="29"/>
                                        </p:tgtEl>
                                        <p:attrNameLst>
                                          <p:attrName>ppt_x</p:attrName>
                                          <p:attrName>ppt_y</p:attrName>
                                        </p:attrNameLst>
                                      </p:cBhvr>
                                      <p:rCtr x="0" y="-1944"/>
                                    </p:animMotion>
                                  </p:childTnLst>
                                </p:cTn>
                              </p:par>
                              <p:par>
                                <p:cTn id="50" presetID="10" presetClass="entr" presetSubtype="0" fill="hold" grpId="0" nodeType="withEffect">
                                  <p:stCondLst>
                                    <p:cond delay="40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00"/>
                                        <p:tgtEl>
                                          <p:spTgt spid="37"/>
                                        </p:tgtEl>
                                      </p:cBhvr>
                                    </p:animEffect>
                                  </p:childTnLst>
                                </p:cTn>
                              </p:par>
                              <p:par>
                                <p:cTn id="53" presetID="42" presetClass="path" presetSubtype="0" decel="100000" fill="hold" grpId="1" nodeType="withEffect">
                                  <p:stCondLst>
                                    <p:cond delay="400"/>
                                  </p:stCondLst>
                                  <p:childTnLst>
                                    <p:animMotion origin="layout" path="M -2.29167E-6 0.03889 L -2.29167E-6 1.48148E-6 " pathEditMode="relative" rAng="0" ptsTypes="AA">
                                      <p:cBhvr>
                                        <p:cTn id="54" dur="500" fill="hold"/>
                                        <p:tgtEl>
                                          <p:spTgt spid="37"/>
                                        </p:tgtEl>
                                        <p:attrNameLst>
                                          <p:attrName>ppt_x</p:attrName>
                                          <p:attrName>ppt_y</p:attrName>
                                        </p:attrNameLst>
                                      </p:cBhvr>
                                      <p:rCtr x="0" y="-1944"/>
                                    </p:animMotion>
                                  </p:childTnLst>
                                </p:cTn>
                              </p:par>
                              <p:par>
                                <p:cTn id="55" presetID="10" presetClass="entr" presetSubtype="0" fill="hold" grpId="0" nodeType="withEffect">
                                  <p:stCondLst>
                                    <p:cond delay="20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200"/>
                                        <p:tgtEl>
                                          <p:spTgt spid="53"/>
                                        </p:tgtEl>
                                      </p:cBhvr>
                                    </p:animEffect>
                                  </p:childTnLst>
                                </p:cTn>
                              </p:par>
                              <p:par>
                                <p:cTn id="58" presetID="42" presetClass="path" presetSubtype="0" decel="100000" fill="hold" grpId="1" nodeType="withEffect">
                                  <p:stCondLst>
                                    <p:cond delay="200"/>
                                  </p:stCondLst>
                                  <p:childTnLst>
                                    <p:animMotion origin="layout" path="M -2.29167E-6 0.03889 L -2.29167E-6 -4.44444E-6 " pathEditMode="relative" rAng="0" ptsTypes="AA">
                                      <p:cBhvr>
                                        <p:cTn id="59" dur="500" fill="hold"/>
                                        <p:tgtEl>
                                          <p:spTgt spid="53"/>
                                        </p:tgtEl>
                                        <p:attrNameLst>
                                          <p:attrName>ppt_x</p:attrName>
                                          <p:attrName>ppt_y</p:attrName>
                                        </p:attrNameLst>
                                      </p:cBhvr>
                                      <p:rCtr x="0" y="-1944"/>
                                    </p:animMotion>
                                  </p:childTnLst>
                                </p:cTn>
                              </p:par>
                              <p:par>
                                <p:cTn id="60" presetID="10"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p:tgtEl>
                                          <p:spTgt spid="10"/>
                                        </p:tgtEl>
                                      </p:cBhvr>
                                    </p:animEffect>
                                  </p:childTnLst>
                                </p:cTn>
                              </p:par>
                              <p:par>
                                <p:cTn id="63" presetID="42" presetClass="path" presetSubtype="0" decel="100000" fill="hold" grpId="1" nodeType="withEffect">
                                  <p:stCondLst>
                                    <p:cond delay="0"/>
                                  </p:stCondLst>
                                  <p:childTnLst>
                                    <p:animMotion origin="layout" path="M -2.08333E-7 2.77556E-17 L -2.08333E-7 0.03542 " pathEditMode="relative" rAng="0" ptsTypes="AA">
                                      <p:cBhvr>
                                        <p:cTn id="64" dur="700" spd="-100000" fill="hold"/>
                                        <p:tgtEl>
                                          <p:spTgt spid="10"/>
                                        </p:tgtEl>
                                        <p:attrNameLst>
                                          <p:attrName>ppt_x</p:attrName>
                                          <p:attrName>ppt_y</p:attrName>
                                        </p:attrNameLst>
                                      </p:cBhvr>
                                      <p:rCtr x="0" y="1759"/>
                                    </p:animMotion>
                                  </p:childTnLst>
                                </p:cTn>
                              </p:par>
                              <p:par>
                                <p:cTn id="65" presetID="10" presetClass="entr" presetSubtype="0" fill="hold" grpId="0" nodeType="withEffect">
                                  <p:stCondLst>
                                    <p:cond delay="1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42" presetClass="path" presetSubtype="0" decel="100000" fill="hold" grpId="1" nodeType="withEffect">
                                  <p:stCondLst>
                                    <p:cond delay="100"/>
                                  </p:stCondLst>
                                  <p:childTnLst>
                                    <p:animMotion origin="layout" path="M -2.08333E-7 2.77556E-17 L -2.08333E-7 0.03542 " pathEditMode="relative" rAng="0" ptsTypes="AA">
                                      <p:cBhvr>
                                        <p:cTn id="69" dur="700" spd="-100000" fill="hold"/>
                                        <p:tgtEl>
                                          <p:spTgt spid="30"/>
                                        </p:tgtEl>
                                        <p:attrNameLst>
                                          <p:attrName>ppt_x</p:attrName>
                                          <p:attrName>ppt_y</p:attrName>
                                        </p:attrNameLst>
                                      </p:cBhvr>
                                      <p:rCtr x="0" y="1759"/>
                                    </p:animMotion>
                                  </p:childTnLst>
                                </p:cTn>
                              </p:par>
                              <p:par>
                                <p:cTn id="70" presetID="10" presetClass="entr" presetSubtype="0" fill="hold" grpId="0" nodeType="withEffect">
                                  <p:stCondLst>
                                    <p:cond delay="300"/>
                                  </p:stCondLst>
                                  <p:childTnLst>
                                    <p:set>
                                      <p:cBhvr>
                                        <p:cTn id="71" dur="1" fill="hold">
                                          <p:stCondLst>
                                            <p:cond delay="0"/>
                                          </p:stCondLst>
                                        </p:cTn>
                                        <p:tgtEl>
                                          <p:spTgt spid="6"/>
                                        </p:tgtEl>
                                        <p:attrNameLst>
                                          <p:attrName>style.visibility</p:attrName>
                                        </p:attrNameLst>
                                      </p:cBhvr>
                                      <p:to>
                                        <p:strVal val="visible"/>
                                      </p:to>
                                    </p:set>
                                    <p:animEffect transition="in" filter="fade">
                                      <p:cBhvr>
                                        <p:cTn id="72" dur="200"/>
                                        <p:tgtEl>
                                          <p:spTgt spid="6"/>
                                        </p:tgtEl>
                                      </p:cBhvr>
                                    </p:animEffect>
                                  </p:childTnLst>
                                </p:cTn>
                              </p:par>
                              <p:par>
                                <p:cTn id="73" presetID="42" presetClass="path" presetSubtype="0" decel="100000" fill="hold" grpId="1" nodeType="withEffect">
                                  <p:stCondLst>
                                    <p:cond delay="300"/>
                                  </p:stCondLst>
                                  <p:childTnLst>
                                    <p:animMotion origin="layout" path="M -2.29167E-6 0.03889 L -2.29167E-6 3.7037E-6 " pathEditMode="relative" rAng="0" ptsTypes="AA">
                                      <p:cBhvr>
                                        <p:cTn id="74" dur="500" fill="hold"/>
                                        <p:tgtEl>
                                          <p:spTgt spid="6"/>
                                        </p:tgtEl>
                                        <p:attrNameLst>
                                          <p:attrName>ppt_x</p:attrName>
                                          <p:attrName>ppt_y</p:attrName>
                                        </p:attrNameLst>
                                      </p:cBhvr>
                                      <p:rCtr x="0" y="-1944"/>
                                    </p:animMotion>
                                  </p:childTnLst>
                                </p:cTn>
                              </p:par>
                              <p:par>
                                <p:cTn id="75" presetID="10" presetClass="entr" presetSubtype="0" fill="hold" nodeType="withEffect">
                                  <p:stCondLst>
                                    <p:cond delay="30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200"/>
                                        <p:tgtEl>
                                          <p:spTgt spid="60"/>
                                        </p:tgtEl>
                                      </p:cBhvr>
                                    </p:animEffect>
                                  </p:childTnLst>
                                </p:cTn>
                              </p:par>
                              <p:par>
                                <p:cTn id="78" presetID="42" presetClass="path" presetSubtype="0" decel="100000" fill="hold" nodeType="withEffect">
                                  <p:stCondLst>
                                    <p:cond delay="300"/>
                                  </p:stCondLst>
                                  <p:childTnLst>
                                    <p:animMotion origin="layout" path="M -2.29167E-6 0.03889 L -2.29167E-6 3.7037E-6 " pathEditMode="relative" rAng="0" ptsTypes="AA">
                                      <p:cBhvr>
                                        <p:cTn id="79" dur="500" fill="hold"/>
                                        <p:tgtEl>
                                          <p:spTgt spid="60"/>
                                        </p:tgtEl>
                                        <p:attrNameLst>
                                          <p:attrName>ppt_x</p:attrName>
                                          <p:attrName>ppt_y</p:attrName>
                                        </p:attrNameLst>
                                      </p:cBhvr>
                                      <p:rCtr x="0" y="-1944"/>
                                    </p:animMotion>
                                  </p:childTnLst>
                                </p:cTn>
                              </p:par>
                              <p:par>
                                <p:cTn id="80" presetID="10" presetClass="entr" presetSubtype="0" fill="hold" nodeType="withEffect">
                                  <p:stCondLst>
                                    <p:cond delay="30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200"/>
                                        <p:tgtEl>
                                          <p:spTgt spid="63"/>
                                        </p:tgtEl>
                                      </p:cBhvr>
                                    </p:animEffect>
                                  </p:childTnLst>
                                </p:cTn>
                              </p:par>
                              <p:par>
                                <p:cTn id="83" presetID="42" presetClass="path" presetSubtype="0" decel="100000" fill="hold" nodeType="withEffect">
                                  <p:stCondLst>
                                    <p:cond delay="300"/>
                                  </p:stCondLst>
                                  <p:childTnLst>
                                    <p:animMotion origin="layout" path="M -2.29167E-6 0.03889 L -2.29167E-6 3.7037E-6 " pathEditMode="relative" rAng="0" ptsTypes="AA">
                                      <p:cBhvr>
                                        <p:cTn id="84" dur="500" fill="hold"/>
                                        <p:tgtEl>
                                          <p:spTgt spid="63"/>
                                        </p:tgtEl>
                                        <p:attrNameLst>
                                          <p:attrName>ppt_x</p:attrName>
                                          <p:attrName>ppt_y</p:attrName>
                                        </p:attrNameLst>
                                      </p:cBhvr>
                                      <p:rCtr x="0" y="-1944"/>
                                    </p:animMotion>
                                  </p:childTnLst>
                                </p:cTn>
                              </p:par>
                              <p:par>
                                <p:cTn id="85" presetID="10" presetClass="entr" presetSubtype="0" fill="hold" nodeType="withEffect">
                                  <p:stCondLst>
                                    <p:cond delay="30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200"/>
                                        <p:tgtEl>
                                          <p:spTgt spid="55"/>
                                        </p:tgtEl>
                                      </p:cBhvr>
                                    </p:animEffect>
                                  </p:childTnLst>
                                </p:cTn>
                              </p:par>
                              <p:par>
                                <p:cTn id="88" presetID="42" presetClass="path" presetSubtype="0" decel="100000" fill="hold" nodeType="withEffect">
                                  <p:stCondLst>
                                    <p:cond delay="300"/>
                                  </p:stCondLst>
                                  <p:childTnLst>
                                    <p:animMotion origin="layout" path="M -2.29167E-6 0.03889 L -2.29167E-6 3.7037E-6 " pathEditMode="relative" rAng="0" ptsTypes="AA">
                                      <p:cBhvr>
                                        <p:cTn id="89" dur="500" fill="hold"/>
                                        <p:tgtEl>
                                          <p:spTgt spid="55"/>
                                        </p:tgtEl>
                                        <p:attrNameLst>
                                          <p:attrName>ppt_x</p:attrName>
                                          <p:attrName>ppt_y</p:attrName>
                                        </p:attrNameLst>
                                      </p:cBhvr>
                                      <p:rCtr x="0" y="-1944"/>
                                    </p:animMotion>
                                  </p:childTnLst>
                                </p:cTn>
                              </p:par>
                              <p:par>
                                <p:cTn id="90" presetID="10" presetClass="entr" presetSubtype="0" fill="hold" nodeType="withEffect">
                                  <p:stCondLst>
                                    <p:cond delay="300"/>
                                  </p:stCondLst>
                                  <p:childTnLst>
                                    <p:set>
                                      <p:cBhvr>
                                        <p:cTn id="91" dur="1" fill="hold">
                                          <p:stCondLst>
                                            <p:cond delay="0"/>
                                          </p:stCondLst>
                                        </p:cTn>
                                        <p:tgtEl>
                                          <p:spTgt spid="8"/>
                                        </p:tgtEl>
                                        <p:attrNameLst>
                                          <p:attrName>style.visibility</p:attrName>
                                        </p:attrNameLst>
                                      </p:cBhvr>
                                      <p:to>
                                        <p:strVal val="visible"/>
                                      </p:to>
                                    </p:set>
                                    <p:animEffect transition="in" filter="fade">
                                      <p:cBhvr>
                                        <p:cTn id="92" dur="200"/>
                                        <p:tgtEl>
                                          <p:spTgt spid="8"/>
                                        </p:tgtEl>
                                      </p:cBhvr>
                                    </p:animEffect>
                                  </p:childTnLst>
                                </p:cTn>
                              </p:par>
                              <p:par>
                                <p:cTn id="93" presetID="42" presetClass="path" presetSubtype="0" decel="100000" fill="hold" nodeType="withEffect">
                                  <p:stCondLst>
                                    <p:cond delay="300"/>
                                  </p:stCondLst>
                                  <p:childTnLst>
                                    <p:animMotion origin="layout" path="M -2.29167E-6 0.03889 L -2.29167E-6 3.7037E-6 " pathEditMode="relative" rAng="0" ptsTypes="AA">
                                      <p:cBhvr>
                                        <p:cTn id="94" dur="500" fill="hold"/>
                                        <p:tgtEl>
                                          <p:spTgt spid="8"/>
                                        </p:tgtEl>
                                        <p:attrNameLst>
                                          <p:attrName>ppt_x</p:attrName>
                                          <p:attrName>ppt_y</p:attrName>
                                        </p:attrNameLst>
                                      </p:cBhvr>
                                      <p:rCtr x="0" y="-1944"/>
                                    </p:animMotion>
                                  </p:childTnLst>
                                </p:cTn>
                              </p:par>
                              <p:par>
                                <p:cTn id="95" presetID="10" presetClass="entr" presetSubtype="0" fill="hold" nodeType="withEffect">
                                  <p:stCondLst>
                                    <p:cond delay="30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200"/>
                                        <p:tgtEl>
                                          <p:spTgt spid="56"/>
                                        </p:tgtEl>
                                      </p:cBhvr>
                                    </p:animEffect>
                                  </p:childTnLst>
                                </p:cTn>
                              </p:par>
                              <p:par>
                                <p:cTn id="98" presetID="42" presetClass="path" presetSubtype="0" decel="100000" fill="hold" nodeType="withEffect">
                                  <p:stCondLst>
                                    <p:cond delay="300"/>
                                  </p:stCondLst>
                                  <p:childTnLst>
                                    <p:animMotion origin="layout" path="M -2.29167E-6 0.03889 L -2.29167E-6 3.7037E-6 " pathEditMode="relative" rAng="0" ptsTypes="AA">
                                      <p:cBhvr>
                                        <p:cTn id="99" dur="500" fill="hold"/>
                                        <p:tgtEl>
                                          <p:spTgt spid="56"/>
                                        </p:tgtEl>
                                        <p:attrNameLst>
                                          <p:attrName>ppt_x</p:attrName>
                                          <p:attrName>ppt_y</p:attrName>
                                        </p:attrNameLst>
                                      </p:cBhvr>
                                      <p:rCtr x="0" y="-1944"/>
                                    </p:animMotion>
                                  </p:childTnLst>
                                </p:cTn>
                              </p:par>
                              <p:par>
                                <p:cTn id="100" presetID="10" presetClass="entr" presetSubtype="0" fill="hold" nodeType="withEffect">
                                  <p:stCondLst>
                                    <p:cond delay="300"/>
                                  </p:stCondLst>
                                  <p:childTnLst>
                                    <p:set>
                                      <p:cBhvr>
                                        <p:cTn id="101" dur="1" fill="hold">
                                          <p:stCondLst>
                                            <p:cond delay="0"/>
                                          </p:stCondLst>
                                        </p:cTn>
                                        <p:tgtEl>
                                          <p:spTgt spid="59"/>
                                        </p:tgtEl>
                                        <p:attrNameLst>
                                          <p:attrName>style.visibility</p:attrName>
                                        </p:attrNameLst>
                                      </p:cBhvr>
                                      <p:to>
                                        <p:strVal val="visible"/>
                                      </p:to>
                                    </p:set>
                                    <p:animEffect transition="in" filter="fade">
                                      <p:cBhvr>
                                        <p:cTn id="102" dur="200"/>
                                        <p:tgtEl>
                                          <p:spTgt spid="59"/>
                                        </p:tgtEl>
                                      </p:cBhvr>
                                    </p:animEffect>
                                  </p:childTnLst>
                                </p:cTn>
                              </p:par>
                              <p:par>
                                <p:cTn id="103" presetID="42" presetClass="path" presetSubtype="0" decel="100000" fill="hold" nodeType="withEffect">
                                  <p:stCondLst>
                                    <p:cond delay="300"/>
                                  </p:stCondLst>
                                  <p:childTnLst>
                                    <p:animMotion origin="layout" path="M -2.29167E-6 0.03889 L -2.29167E-6 3.7037E-6 " pathEditMode="relative" rAng="0" ptsTypes="AA">
                                      <p:cBhvr>
                                        <p:cTn id="104" dur="500" fill="hold"/>
                                        <p:tgtEl>
                                          <p:spTgt spid="59"/>
                                        </p:tgtEl>
                                        <p:attrNameLst>
                                          <p:attrName>ppt_x</p:attrName>
                                          <p:attrName>ppt_y</p:attrName>
                                        </p:attrNameLst>
                                      </p:cBhvr>
                                      <p:rCtr x="0" y="-1944"/>
                                    </p:animMotion>
                                  </p:childTnLst>
                                </p:cTn>
                              </p:par>
                              <p:par>
                                <p:cTn id="105" presetID="10" presetClass="entr" presetSubtype="0" fill="hold" nodeType="withEffect">
                                  <p:stCondLst>
                                    <p:cond delay="300"/>
                                  </p:stCondLst>
                                  <p:childTnLst>
                                    <p:set>
                                      <p:cBhvr>
                                        <p:cTn id="106" dur="1" fill="hold">
                                          <p:stCondLst>
                                            <p:cond delay="0"/>
                                          </p:stCondLst>
                                        </p:cTn>
                                        <p:tgtEl>
                                          <p:spTgt spid="58"/>
                                        </p:tgtEl>
                                        <p:attrNameLst>
                                          <p:attrName>style.visibility</p:attrName>
                                        </p:attrNameLst>
                                      </p:cBhvr>
                                      <p:to>
                                        <p:strVal val="visible"/>
                                      </p:to>
                                    </p:set>
                                    <p:animEffect transition="in" filter="fade">
                                      <p:cBhvr>
                                        <p:cTn id="107" dur="200"/>
                                        <p:tgtEl>
                                          <p:spTgt spid="58"/>
                                        </p:tgtEl>
                                      </p:cBhvr>
                                    </p:animEffect>
                                  </p:childTnLst>
                                </p:cTn>
                              </p:par>
                              <p:par>
                                <p:cTn id="108" presetID="42" presetClass="path" presetSubtype="0" decel="100000" fill="hold" nodeType="withEffect">
                                  <p:stCondLst>
                                    <p:cond delay="300"/>
                                  </p:stCondLst>
                                  <p:childTnLst>
                                    <p:animMotion origin="layout" path="M -2.29167E-6 0.03889 L -2.29167E-6 3.7037E-6 " pathEditMode="relative" rAng="0" ptsTypes="AA">
                                      <p:cBhvr>
                                        <p:cTn id="109" dur="500" fill="hold"/>
                                        <p:tgtEl>
                                          <p:spTgt spid="58"/>
                                        </p:tgtEl>
                                        <p:attrNameLst>
                                          <p:attrName>ppt_x</p:attrName>
                                          <p:attrName>ppt_y</p:attrName>
                                        </p:attrNameLst>
                                      </p:cBhvr>
                                      <p:rCtr x="0" y="-1944"/>
                                    </p:animMotion>
                                  </p:childTnLst>
                                </p:cTn>
                              </p:par>
                              <p:par>
                                <p:cTn id="110" presetID="10" presetClass="entr" presetSubtype="0" fill="hold" nodeType="withEffect">
                                  <p:stCondLst>
                                    <p:cond delay="300"/>
                                  </p:stCondLst>
                                  <p:childTnLst>
                                    <p:set>
                                      <p:cBhvr>
                                        <p:cTn id="111" dur="1" fill="hold">
                                          <p:stCondLst>
                                            <p:cond delay="0"/>
                                          </p:stCondLst>
                                        </p:cTn>
                                        <p:tgtEl>
                                          <p:spTgt spid="57"/>
                                        </p:tgtEl>
                                        <p:attrNameLst>
                                          <p:attrName>style.visibility</p:attrName>
                                        </p:attrNameLst>
                                      </p:cBhvr>
                                      <p:to>
                                        <p:strVal val="visible"/>
                                      </p:to>
                                    </p:set>
                                    <p:animEffect transition="in" filter="fade">
                                      <p:cBhvr>
                                        <p:cTn id="112" dur="200"/>
                                        <p:tgtEl>
                                          <p:spTgt spid="57"/>
                                        </p:tgtEl>
                                      </p:cBhvr>
                                    </p:animEffect>
                                  </p:childTnLst>
                                </p:cTn>
                              </p:par>
                              <p:par>
                                <p:cTn id="113" presetID="42" presetClass="path" presetSubtype="0" decel="100000" fill="hold" nodeType="withEffect">
                                  <p:stCondLst>
                                    <p:cond delay="300"/>
                                  </p:stCondLst>
                                  <p:childTnLst>
                                    <p:animMotion origin="layout" path="M -2.29167E-6 0.03889 L -2.29167E-6 3.7037E-6 " pathEditMode="relative" rAng="0" ptsTypes="AA">
                                      <p:cBhvr>
                                        <p:cTn id="114" dur="500" fill="hold"/>
                                        <p:tgtEl>
                                          <p:spTgt spid="57"/>
                                        </p:tgtEl>
                                        <p:attrNameLst>
                                          <p:attrName>ppt_x</p:attrName>
                                          <p:attrName>ppt_y</p:attrName>
                                        </p:attrNameLst>
                                      </p:cBhvr>
                                      <p:rCtr x="0" y="-1944"/>
                                    </p:animMotion>
                                  </p:childTnLst>
                                </p:cTn>
                              </p:par>
                              <p:par>
                                <p:cTn id="115" presetID="10" presetClass="entr" presetSubtype="0" fill="hold" grpId="0" nodeType="withEffect">
                                  <p:stCondLst>
                                    <p:cond delay="300"/>
                                  </p:stCondLst>
                                  <p:childTnLst>
                                    <p:set>
                                      <p:cBhvr>
                                        <p:cTn id="116" dur="1" fill="hold">
                                          <p:stCondLst>
                                            <p:cond delay="0"/>
                                          </p:stCondLst>
                                        </p:cTn>
                                        <p:tgtEl>
                                          <p:spTgt spid="17"/>
                                        </p:tgtEl>
                                        <p:attrNameLst>
                                          <p:attrName>style.visibility</p:attrName>
                                        </p:attrNameLst>
                                      </p:cBhvr>
                                      <p:to>
                                        <p:strVal val="visible"/>
                                      </p:to>
                                    </p:set>
                                    <p:animEffect transition="in" filter="fade">
                                      <p:cBhvr>
                                        <p:cTn id="117" dur="200"/>
                                        <p:tgtEl>
                                          <p:spTgt spid="17"/>
                                        </p:tgtEl>
                                      </p:cBhvr>
                                    </p:animEffect>
                                  </p:childTnLst>
                                </p:cTn>
                              </p:par>
                              <p:par>
                                <p:cTn id="118" presetID="42" presetClass="path" presetSubtype="0" decel="100000" fill="hold" grpId="1" nodeType="withEffect">
                                  <p:stCondLst>
                                    <p:cond delay="300"/>
                                  </p:stCondLst>
                                  <p:childTnLst>
                                    <p:animMotion origin="layout" path="M -2.29167E-6 0.03889 L -2.29167E-6 3.7037E-6 " pathEditMode="relative" rAng="0" ptsTypes="AA">
                                      <p:cBhvr>
                                        <p:cTn id="119" dur="500" fill="hold"/>
                                        <p:tgtEl>
                                          <p:spTgt spid="17"/>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71" grpId="0" animBg="1"/>
      <p:bldP spid="71" grpId="1" animBg="1"/>
      <p:bldP spid="42" grpId="0" animBg="1"/>
      <p:bldP spid="42" grpId="1" animBg="1"/>
      <p:bldP spid="53" grpId="0" animBg="1"/>
      <p:bldP spid="53" grpId="1" animBg="1"/>
      <p:bldP spid="61" grpId="0" animBg="1"/>
      <p:bldP spid="61" grpId="1" animBg="1"/>
      <p:bldP spid="29" grpId="0" animBg="1"/>
      <p:bldP spid="29" grpId="1" animBg="1"/>
      <p:bldP spid="37" grpId="0" animBg="1"/>
      <p:bldP spid="37" grpId="1" animBg="1"/>
      <p:bldP spid="6" grpId="0" animBg="1"/>
      <p:bldP spid="6" grpId="1" animBg="1"/>
      <p:bldP spid="17" grpId="0" animBg="1"/>
      <p:bldP spid="17" grpId="1" animBg="1"/>
      <p:bldP spid="10" grpId="0"/>
      <p:bldP spid="10"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6C34B-2ABE-FFFE-76AE-D4283EED22C7}"/>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E8D29258-495E-87A6-CA06-ED3F8C0D3177}"/>
              </a:ext>
            </a:extLst>
          </p:cNvPr>
          <p:cNvSpPr txBox="1">
            <a:spLocks noGrp="1"/>
          </p:cNvSpPr>
          <p:nvPr>
            <p:ph type="title" idx="4294967295"/>
          </p:nvPr>
        </p:nvSpPr>
        <p:spPr>
          <a:xfrm>
            <a:off x="1089750" y="2363529"/>
            <a:ext cx="3916291" cy="1754326"/>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schemeClr val="tx1"/>
                </a:solidFill>
                <a:effectLst/>
                <a:uLnTx/>
                <a:uFillTx/>
                <a:latin typeface="+mj-lt"/>
                <a:ea typeface="+mn-ea"/>
                <a:cs typeface="Segoe Sans Text" pitchFamily="2" charset="0"/>
              </a:rPr>
              <a:t>Empower agents to understand</a:t>
            </a:r>
            <a:br>
              <a:rPr kumimoji="0" lang="en-US" sz="3600" b="0" i="0" u="none" strike="noStrike" kern="1200" cap="none" spc="-50" normalizeH="0" baseline="0" noProof="0">
                <a:ln w="3175">
                  <a:noFill/>
                </a:ln>
                <a:solidFill>
                  <a:schemeClr val="tx1"/>
                </a:solidFill>
                <a:effectLst/>
                <a:uLnTx/>
                <a:uFillTx/>
                <a:latin typeface="+mj-lt"/>
                <a:ea typeface="+mn-ea"/>
                <a:cs typeface="Segoe Sans Text" pitchFamily="2" charset="0"/>
              </a:rPr>
            </a:br>
            <a:r>
              <a:rPr kumimoji="0" lang="en-US" sz="3600" b="0" i="0" u="none" strike="noStrike" kern="1200" cap="none" spc="-50" normalizeH="0" baseline="0" noProof="0">
                <a:ln w="3175">
                  <a:noFill/>
                </a:ln>
                <a:solidFill>
                  <a:schemeClr val="tx2"/>
                </a:solidFill>
                <a:effectLst/>
                <a:uLnTx/>
                <a:uFillTx/>
                <a:latin typeface="+mj-lt"/>
                <a:ea typeface="+mn-ea"/>
                <a:cs typeface="Segoe Sans Text" pitchFamily="2" charset="0"/>
              </a:rPr>
              <a:t>business context</a:t>
            </a:r>
          </a:p>
        </p:txBody>
      </p:sp>
      <p:cxnSp>
        <p:nvCxnSpPr>
          <p:cNvPr id="14" name="Straight Connector 13">
            <a:extLst>
              <a:ext uri="{FF2B5EF4-FFF2-40B4-BE49-F238E27FC236}">
                <a16:creationId xmlns:a16="http://schemas.microsoft.com/office/drawing/2014/main" id="{CCBF0949-D022-9C6C-86D7-B32AE9623705}"/>
              </a:ext>
              <a:ext uri="{C183D7F6-B498-43B3-948B-1728B52AA6E4}">
                <adec:decorative xmlns:adec="http://schemas.microsoft.com/office/drawing/2017/decorative" val="1"/>
              </a:ext>
            </a:extLst>
          </p:cNvPr>
          <p:cNvCxnSpPr>
            <a:cxnSpLocks/>
          </p:cNvCxnSpPr>
          <p:nvPr/>
        </p:nvCxnSpPr>
        <p:spPr>
          <a:xfrm>
            <a:off x="0" y="5188003"/>
            <a:ext cx="7505162" cy="0"/>
          </a:xfrm>
          <a:prstGeom prst="line">
            <a:avLst/>
          </a:prstGeom>
          <a:ln w="12700">
            <a:solidFill>
              <a:schemeClr val="bg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B2A33B-E2C2-D12F-5943-ED965D1766C0}"/>
              </a:ext>
              <a:ext uri="{C183D7F6-B498-43B3-948B-1728B52AA6E4}">
                <adec:decorative xmlns:adec="http://schemas.microsoft.com/office/drawing/2017/decorative" val="1"/>
              </a:ext>
            </a:extLst>
          </p:cNvPr>
          <p:cNvCxnSpPr>
            <a:cxnSpLocks/>
          </p:cNvCxnSpPr>
          <p:nvPr/>
        </p:nvCxnSpPr>
        <p:spPr>
          <a:xfrm flipH="1">
            <a:off x="7529136" y="4487889"/>
            <a:ext cx="1" cy="617587"/>
          </a:xfrm>
          <a:prstGeom prst="line">
            <a:avLst/>
          </a:prstGeom>
          <a:ln w="12700">
            <a:solidFill>
              <a:schemeClr val="bg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9A556B22-FCF0-4FBB-ECC7-F997E165A558}"/>
              </a:ext>
              <a:ext uri="{C183D7F6-B498-43B3-948B-1728B52AA6E4}">
                <adec:decorative xmlns:adec="http://schemas.microsoft.com/office/drawing/2017/decorative" val="1"/>
              </a:ext>
            </a:extLst>
          </p:cNvPr>
          <p:cNvCxnSpPr>
            <a:cxnSpLocks/>
            <a:stCxn id="44" idx="2"/>
            <a:endCxn id="43" idx="2"/>
          </p:cNvCxnSpPr>
          <p:nvPr/>
        </p:nvCxnSpPr>
        <p:spPr>
          <a:xfrm rot="5400000">
            <a:off x="10015220" y="3631632"/>
            <a:ext cx="12700" cy="1640840"/>
          </a:xfrm>
          <a:prstGeom prst="bentConnector3">
            <a:avLst>
              <a:gd name="adj1" fmla="val 2889079"/>
            </a:avLst>
          </a:prstGeom>
          <a:ln w="12700">
            <a:solidFill>
              <a:schemeClr val="bg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2D5D77B8-CFAE-8377-D9E4-533E49FD39AA}"/>
              </a:ext>
              <a:ext uri="{C183D7F6-B498-43B3-948B-1728B52AA6E4}">
                <adec:decorative xmlns:adec="http://schemas.microsoft.com/office/drawing/2017/decorative" val="1"/>
              </a:ext>
            </a:extLst>
          </p:cNvPr>
          <p:cNvSpPr/>
          <p:nvPr/>
        </p:nvSpPr>
        <p:spPr bwMode="auto">
          <a:xfrm>
            <a:off x="7438649" y="5105476"/>
            <a:ext cx="180974" cy="180974"/>
          </a:xfrm>
          <a:prstGeom prst="ellipse">
            <a:avLst/>
          </a:prstGeom>
          <a:gradFill flip="none" rotWithShape="1">
            <a:gsLst>
              <a:gs pos="100000">
                <a:schemeClr val="accent1"/>
              </a:gs>
              <a:gs pos="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cxnSp>
        <p:nvCxnSpPr>
          <p:cNvPr id="49" name="Connector: Elbow 141">
            <a:extLst>
              <a:ext uri="{FF2B5EF4-FFF2-40B4-BE49-F238E27FC236}">
                <a16:creationId xmlns:a16="http://schemas.microsoft.com/office/drawing/2014/main" id="{C12FE318-DCF0-DE6C-8D09-A675285326ED}"/>
              </a:ext>
              <a:ext uri="{C183D7F6-B498-43B3-948B-1728B52AA6E4}">
                <adec:decorative xmlns:adec="http://schemas.microsoft.com/office/drawing/2017/decorative" val="1"/>
              </a:ext>
            </a:extLst>
          </p:cNvPr>
          <p:cNvCxnSpPr>
            <a:cxnSpLocks/>
            <a:stCxn id="44" idx="2"/>
            <a:endCxn id="48" idx="4"/>
          </p:cNvCxnSpPr>
          <p:nvPr/>
        </p:nvCxnSpPr>
        <p:spPr>
          <a:xfrm rot="5400000">
            <a:off x="9334066" y="3078664"/>
            <a:ext cx="128187" cy="2874962"/>
          </a:xfrm>
          <a:prstGeom prst="bentConnector3">
            <a:avLst>
              <a:gd name="adj1" fmla="val 278333"/>
            </a:avLst>
          </a:prstGeom>
          <a:ln w="12700">
            <a:solidFill>
              <a:schemeClr val="bg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6" name="Group 15" descr="Azure AI Foundry knowledge&#10;">
            <a:extLst>
              <a:ext uri="{FF2B5EF4-FFF2-40B4-BE49-F238E27FC236}">
                <a16:creationId xmlns:a16="http://schemas.microsoft.com/office/drawing/2014/main" id="{967824D2-A88E-B405-16FC-54C1AF4511CD}"/>
              </a:ext>
            </a:extLst>
          </p:cNvPr>
          <p:cNvGrpSpPr/>
          <p:nvPr/>
        </p:nvGrpSpPr>
        <p:grpSpPr>
          <a:xfrm>
            <a:off x="6702309" y="1521526"/>
            <a:ext cx="1653655" cy="2966363"/>
            <a:chOff x="5937770" y="1976411"/>
            <a:chExt cx="1878014" cy="2602263"/>
          </a:xfrm>
        </p:grpSpPr>
        <p:sp>
          <p:nvSpPr>
            <p:cNvPr id="17" name="Rectangle: Rounded Corners 16">
              <a:extLst>
                <a:ext uri="{FF2B5EF4-FFF2-40B4-BE49-F238E27FC236}">
                  <a16:creationId xmlns:a16="http://schemas.microsoft.com/office/drawing/2014/main" id="{7DE521FA-202A-AF9C-338C-9357E7365186}"/>
                </a:ext>
              </a:extLst>
            </p:cNvPr>
            <p:cNvSpPr/>
            <p:nvPr/>
          </p:nvSpPr>
          <p:spPr>
            <a:xfrm>
              <a:off x="5937770" y="1976411"/>
              <a:ext cx="1878014" cy="2602263"/>
            </a:xfrm>
            <a:prstGeom prst="roundRect">
              <a:avLst>
                <a:gd name="adj" fmla="val 5181"/>
              </a:avLst>
            </a:prstGeom>
            <a:ln>
              <a:solidFill>
                <a:schemeClr val="tx1">
                  <a:lumMod val="75000"/>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18" name="Rectangle: Rounded Corners 17">
              <a:extLst>
                <a:ext uri="{FF2B5EF4-FFF2-40B4-BE49-F238E27FC236}">
                  <a16:creationId xmlns:a16="http://schemas.microsoft.com/office/drawing/2014/main" id="{21DEF29F-A018-072C-254A-8E4C79D92ED3}"/>
                </a:ext>
              </a:extLst>
            </p:cNvPr>
            <p:cNvSpPr/>
            <p:nvPr/>
          </p:nvSpPr>
          <p:spPr>
            <a:xfrm>
              <a:off x="5976093" y="2009835"/>
              <a:ext cx="1801368" cy="2537694"/>
            </a:xfrm>
            <a:prstGeom prst="roundRect">
              <a:avLst>
                <a:gd name="adj" fmla="val 4380"/>
              </a:avLst>
            </a:prstGeom>
            <a:gradFill flip="none" rotWithShape="1">
              <a:gsLst>
                <a:gs pos="100000">
                  <a:schemeClr val="accent3"/>
                </a:gs>
                <a:gs pos="0">
                  <a:schemeClr val="accent6"/>
                </a:gs>
                <a:gs pos="50000">
                  <a:schemeClr val="tx2">
                    <a:alpha val="79000"/>
                  </a:schemeClr>
                </a:gs>
              </a:gsLst>
              <a:path path="circle">
                <a:fillToRect l="100000" t="100000"/>
              </a:path>
              <a:tileRect r="-100000" b="-100000"/>
            </a:gradFill>
            <a:ln w="12700" cap="flat">
              <a:solidFill>
                <a:schemeClr val="bg1"/>
              </a:solidFill>
              <a:prstDash val="solid"/>
              <a:miter/>
            </a:ln>
          </p:spPr>
          <p:txBody>
            <a:bodyPr lIns="91440" tIns="7315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Sans Text Semibold"/>
                  <a:ea typeface="+mn-ea"/>
                  <a:cs typeface="+mn-cs"/>
                </a:rPr>
                <a:t>Foundry IQ</a:t>
              </a:r>
            </a:p>
          </p:txBody>
        </p:sp>
      </p:grpSp>
      <p:sp>
        <p:nvSpPr>
          <p:cNvPr id="48" name="Oval 47">
            <a:extLst>
              <a:ext uri="{FF2B5EF4-FFF2-40B4-BE49-F238E27FC236}">
                <a16:creationId xmlns:a16="http://schemas.microsoft.com/office/drawing/2014/main" id="{2BEE6D8C-E1A9-3740-B3DE-53CD7BC49A17}"/>
              </a:ext>
              <a:ext uri="{C183D7F6-B498-43B3-948B-1728B52AA6E4}">
                <adec:decorative xmlns:adec="http://schemas.microsoft.com/office/drawing/2017/decorative" val="1"/>
              </a:ext>
            </a:extLst>
          </p:cNvPr>
          <p:cNvSpPr/>
          <p:nvPr/>
        </p:nvSpPr>
        <p:spPr bwMode="auto">
          <a:xfrm>
            <a:off x="7870191" y="4399265"/>
            <a:ext cx="180974" cy="180974"/>
          </a:xfrm>
          <a:prstGeom prst="ellipse">
            <a:avLst/>
          </a:prstGeom>
          <a:gradFill flip="none" rotWithShape="1">
            <a:gsLst>
              <a:gs pos="100000">
                <a:schemeClr val="accent1"/>
              </a:gs>
              <a:gs pos="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3" name="Rectangle: Rounded Corners 42">
            <a:extLst>
              <a:ext uri="{FF2B5EF4-FFF2-40B4-BE49-F238E27FC236}">
                <a16:creationId xmlns:a16="http://schemas.microsoft.com/office/drawing/2014/main" id="{406A9A69-81AB-2056-F94E-F4DDF2D07924}"/>
              </a:ext>
            </a:extLst>
          </p:cNvPr>
          <p:cNvSpPr/>
          <p:nvPr/>
        </p:nvSpPr>
        <p:spPr bwMode="auto">
          <a:xfrm>
            <a:off x="8432800" y="3524744"/>
            <a:ext cx="1524000" cy="927308"/>
          </a:xfrm>
          <a:prstGeom prst="roundRect">
            <a:avLst>
              <a:gd name="adj" fmla="val 9469"/>
            </a:avLst>
          </a:prstGeom>
          <a:gradFill flip="none" rotWithShape="1">
            <a:gsLst>
              <a:gs pos="6000">
                <a:schemeClr val="accent6"/>
              </a:gs>
              <a:gs pos="10000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Third-party data sources</a:t>
            </a:r>
          </a:p>
        </p:txBody>
      </p:sp>
      <p:sp>
        <p:nvSpPr>
          <p:cNvPr id="37" name="Rectangle: Rounded Corners 36">
            <a:extLst>
              <a:ext uri="{FF2B5EF4-FFF2-40B4-BE49-F238E27FC236}">
                <a16:creationId xmlns:a16="http://schemas.microsoft.com/office/drawing/2014/main" id="{38966FF8-F09E-9EFB-5EED-E143DDD83F9A}"/>
              </a:ext>
            </a:extLst>
          </p:cNvPr>
          <p:cNvSpPr/>
          <p:nvPr/>
        </p:nvSpPr>
        <p:spPr>
          <a:xfrm>
            <a:off x="8439150" y="3133745"/>
            <a:ext cx="151130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Elasticsearch</a:t>
            </a:r>
          </a:p>
        </p:txBody>
      </p:sp>
      <p:sp>
        <p:nvSpPr>
          <p:cNvPr id="36" name="Rectangle: Rounded Corners 35">
            <a:extLst>
              <a:ext uri="{FF2B5EF4-FFF2-40B4-BE49-F238E27FC236}">
                <a16:creationId xmlns:a16="http://schemas.microsoft.com/office/drawing/2014/main" id="{B50A07CB-1F78-F7F0-D6A3-D98FD78BB89B}"/>
              </a:ext>
            </a:extLst>
          </p:cNvPr>
          <p:cNvSpPr/>
          <p:nvPr/>
        </p:nvSpPr>
        <p:spPr>
          <a:xfrm>
            <a:off x="8439150" y="2785368"/>
            <a:ext cx="151130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Pinecone</a:t>
            </a:r>
          </a:p>
        </p:txBody>
      </p:sp>
      <p:sp>
        <p:nvSpPr>
          <p:cNvPr id="35" name="Rectangle: Rounded Corners 34">
            <a:extLst>
              <a:ext uri="{FF2B5EF4-FFF2-40B4-BE49-F238E27FC236}">
                <a16:creationId xmlns:a16="http://schemas.microsoft.com/office/drawing/2014/main" id="{E051DD07-F2A2-8E5F-FC2E-D001172947E2}"/>
              </a:ext>
            </a:extLst>
          </p:cNvPr>
          <p:cNvSpPr/>
          <p:nvPr/>
        </p:nvSpPr>
        <p:spPr>
          <a:xfrm>
            <a:off x="8439150" y="2436993"/>
            <a:ext cx="151130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AWS S3</a:t>
            </a:r>
          </a:p>
        </p:txBody>
      </p:sp>
      <p:sp>
        <p:nvSpPr>
          <p:cNvPr id="33" name="Rectangle: Rounded Corners 32">
            <a:extLst>
              <a:ext uri="{FF2B5EF4-FFF2-40B4-BE49-F238E27FC236}">
                <a16:creationId xmlns:a16="http://schemas.microsoft.com/office/drawing/2014/main" id="{41C23EC2-9EB9-E557-5803-509C4173343E}"/>
              </a:ext>
            </a:extLst>
          </p:cNvPr>
          <p:cNvSpPr/>
          <p:nvPr/>
        </p:nvSpPr>
        <p:spPr>
          <a:xfrm>
            <a:off x="8439150" y="2088618"/>
            <a:ext cx="151130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Redis</a:t>
            </a:r>
          </a:p>
        </p:txBody>
      </p:sp>
      <p:sp>
        <p:nvSpPr>
          <p:cNvPr id="32" name="Rectangle: Rounded Corners 31">
            <a:extLst>
              <a:ext uri="{FF2B5EF4-FFF2-40B4-BE49-F238E27FC236}">
                <a16:creationId xmlns:a16="http://schemas.microsoft.com/office/drawing/2014/main" id="{799E5687-39FE-FF2A-6A59-1B91E71C8240}"/>
              </a:ext>
            </a:extLst>
          </p:cNvPr>
          <p:cNvSpPr/>
          <p:nvPr/>
        </p:nvSpPr>
        <p:spPr>
          <a:xfrm>
            <a:off x="8439150" y="1740243"/>
            <a:ext cx="151130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Mongo DB</a:t>
            </a:r>
          </a:p>
        </p:txBody>
      </p:sp>
      <p:sp>
        <p:nvSpPr>
          <p:cNvPr id="51" name="Rectangle: Rounded Corners 50">
            <a:extLst>
              <a:ext uri="{FF2B5EF4-FFF2-40B4-BE49-F238E27FC236}">
                <a16:creationId xmlns:a16="http://schemas.microsoft.com/office/drawing/2014/main" id="{81E11399-FCD6-9CB0-FD94-2CA101F0526D}"/>
              </a:ext>
            </a:extLst>
          </p:cNvPr>
          <p:cNvSpPr/>
          <p:nvPr/>
        </p:nvSpPr>
        <p:spPr>
          <a:xfrm>
            <a:off x="8436610" y="1391868"/>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Databricks</a:t>
            </a:r>
          </a:p>
        </p:txBody>
      </p:sp>
      <p:sp>
        <p:nvSpPr>
          <p:cNvPr id="44" name="Rectangle: Rounded Corners 43">
            <a:extLst>
              <a:ext uri="{FF2B5EF4-FFF2-40B4-BE49-F238E27FC236}">
                <a16:creationId xmlns:a16="http://schemas.microsoft.com/office/drawing/2014/main" id="{0AC9E0BE-7765-EE5D-5902-B52DF8BF74FE}"/>
              </a:ext>
            </a:extLst>
          </p:cNvPr>
          <p:cNvSpPr/>
          <p:nvPr/>
        </p:nvSpPr>
        <p:spPr bwMode="auto">
          <a:xfrm>
            <a:off x="10073640" y="3524744"/>
            <a:ext cx="1524000" cy="927308"/>
          </a:xfrm>
          <a:prstGeom prst="roundRect">
            <a:avLst>
              <a:gd name="adj" fmla="val 10189"/>
            </a:avLst>
          </a:prstGeom>
          <a:gradFill flip="none" rotWithShape="1">
            <a:gsLst>
              <a:gs pos="100000">
                <a:schemeClr val="accent2"/>
              </a:gs>
              <a:gs pos="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pitchFamily="2" charset="0"/>
                <a:ea typeface="+mn-ea"/>
                <a:cs typeface="Segoe Sans Text Semibold" pitchFamily="2" charset="0"/>
              </a:rPr>
              <a:t>Microsoft data sources</a:t>
            </a:r>
          </a:p>
        </p:txBody>
      </p:sp>
      <p:sp>
        <p:nvSpPr>
          <p:cNvPr id="38" name="Rectangle: Rounded Corners 37">
            <a:extLst>
              <a:ext uri="{FF2B5EF4-FFF2-40B4-BE49-F238E27FC236}">
                <a16:creationId xmlns:a16="http://schemas.microsoft.com/office/drawing/2014/main" id="{4579D3E4-8172-9F2B-FEA3-7D91C9BBBAB5}"/>
              </a:ext>
            </a:extLst>
          </p:cNvPr>
          <p:cNvSpPr/>
          <p:nvPr/>
        </p:nvSpPr>
        <p:spPr>
          <a:xfrm>
            <a:off x="10077450" y="3133745"/>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Local Files</a:t>
            </a:r>
          </a:p>
        </p:txBody>
      </p:sp>
      <p:sp>
        <p:nvSpPr>
          <p:cNvPr id="31" name="Rectangle: Rounded Corners 30">
            <a:extLst>
              <a:ext uri="{FF2B5EF4-FFF2-40B4-BE49-F238E27FC236}">
                <a16:creationId xmlns:a16="http://schemas.microsoft.com/office/drawing/2014/main" id="{88CA1225-8A09-4E79-7285-979D3DC80F00}"/>
              </a:ext>
            </a:extLst>
          </p:cNvPr>
          <p:cNvSpPr/>
          <p:nvPr/>
        </p:nvSpPr>
        <p:spPr>
          <a:xfrm>
            <a:off x="10077450" y="2785368"/>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Azure Blob</a:t>
            </a:r>
          </a:p>
        </p:txBody>
      </p:sp>
      <p:sp>
        <p:nvSpPr>
          <p:cNvPr id="30" name="Rectangle: Rounded Corners 29">
            <a:extLst>
              <a:ext uri="{FF2B5EF4-FFF2-40B4-BE49-F238E27FC236}">
                <a16:creationId xmlns:a16="http://schemas.microsoft.com/office/drawing/2014/main" id="{891BDD93-75C3-1DB4-3EC0-D278565CE0D6}"/>
              </a:ext>
            </a:extLst>
          </p:cNvPr>
          <p:cNvSpPr/>
          <p:nvPr/>
        </p:nvSpPr>
        <p:spPr>
          <a:xfrm>
            <a:off x="10077450" y="2436993"/>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Azure SQL</a:t>
            </a:r>
          </a:p>
        </p:txBody>
      </p:sp>
      <p:sp>
        <p:nvSpPr>
          <p:cNvPr id="29" name="Rectangle: Rounded Corners 28">
            <a:extLst>
              <a:ext uri="{FF2B5EF4-FFF2-40B4-BE49-F238E27FC236}">
                <a16:creationId xmlns:a16="http://schemas.microsoft.com/office/drawing/2014/main" id="{9AD8FB84-D9C1-D549-B66F-A657FAB6BBEE}"/>
              </a:ext>
            </a:extLst>
          </p:cNvPr>
          <p:cNvSpPr/>
          <p:nvPr/>
        </p:nvSpPr>
        <p:spPr>
          <a:xfrm>
            <a:off x="10077450" y="2088618"/>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Azure DB for PostgreSQL</a:t>
            </a:r>
          </a:p>
        </p:txBody>
      </p:sp>
      <p:sp>
        <p:nvSpPr>
          <p:cNvPr id="28" name="Rectangle: Rounded Corners 27">
            <a:extLst>
              <a:ext uri="{FF2B5EF4-FFF2-40B4-BE49-F238E27FC236}">
                <a16:creationId xmlns:a16="http://schemas.microsoft.com/office/drawing/2014/main" id="{A7138EA3-D964-BA43-E9D7-6888BA1DF802}"/>
              </a:ext>
            </a:extLst>
          </p:cNvPr>
          <p:cNvSpPr/>
          <p:nvPr/>
        </p:nvSpPr>
        <p:spPr>
          <a:xfrm>
            <a:off x="10077450" y="1740243"/>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Azure Cosmos DB</a:t>
            </a:r>
          </a:p>
        </p:txBody>
      </p:sp>
      <p:sp>
        <p:nvSpPr>
          <p:cNvPr id="27" name="Rectangle: Rounded Corners 26">
            <a:extLst>
              <a:ext uri="{FF2B5EF4-FFF2-40B4-BE49-F238E27FC236}">
                <a16:creationId xmlns:a16="http://schemas.microsoft.com/office/drawing/2014/main" id="{5A6753F4-94A2-D954-985B-865C3750F86F}"/>
              </a:ext>
            </a:extLst>
          </p:cNvPr>
          <p:cNvSpPr/>
          <p:nvPr/>
        </p:nvSpPr>
        <p:spPr>
          <a:xfrm>
            <a:off x="10077450" y="1391868"/>
            <a:ext cx="1516380" cy="274320"/>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OneLake</a:t>
            </a:r>
          </a:p>
        </p:txBody>
      </p:sp>
      <p:pic>
        <p:nvPicPr>
          <p:cNvPr id="7" name="Picture 6">
            <a:extLst>
              <a:ext uri="{FF2B5EF4-FFF2-40B4-BE49-F238E27FC236}">
                <a16:creationId xmlns:a16="http://schemas.microsoft.com/office/drawing/2014/main" id="{52C03DEE-681A-323B-E67A-7ADCC9B41FC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3929" y="2145595"/>
            <a:ext cx="831346" cy="831346"/>
          </a:xfrm>
          <a:prstGeom prst="rect">
            <a:avLst/>
          </a:prstGeom>
        </p:spPr>
      </p:pic>
      <p:sp>
        <p:nvSpPr>
          <p:cNvPr id="9" name="Rectangle: Rounded Corners 8">
            <a:extLst>
              <a:ext uri="{FF2B5EF4-FFF2-40B4-BE49-F238E27FC236}">
                <a16:creationId xmlns:a16="http://schemas.microsoft.com/office/drawing/2014/main" id="{422AA4C0-F221-9A25-9997-AA66FB71E45C}"/>
              </a:ext>
            </a:extLst>
          </p:cNvPr>
          <p:cNvSpPr/>
          <p:nvPr/>
        </p:nvSpPr>
        <p:spPr>
          <a:xfrm>
            <a:off x="8441392" y="1043493"/>
            <a:ext cx="3152438" cy="274320"/>
          </a:xfrm>
          <a:prstGeom prst="roundRect">
            <a:avLst>
              <a:gd name="adj" fmla="val 50000"/>
            </a:avLst>
          </a:prstGeom>
          <a:gradFill flip="none" rotWithShape="1">
            <a:gsLst>
              <a:gs pos="100000">
                <a:schemeClr val="accent2"/>
              </a:gs>
              <a:gs pos="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Text Semibold"/>
                <a:ea typeface="+mn-ea"/>
                <a:cs typeface="Segoe Sans Text Semibold"/>
              </a:rPr>
              <a:t>Fabric IQ</a:t>
            </a:r>
          </a:p>
        </p:txBody>
      </p:sp>
    </p:spTree>
    <p:extLst>
      <p:ext uri="{BB962C8B-B14F-4D97-AF65-F5344CB8AC3E}">
        <p14:creationId xmlns:p14="http://schemas.microsoft.com/office/powerpoint/2010/main" val="30724984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42" presetClass="path" presetSubtype="0" decel="100000" fill="hold" nodeType="withEffect">
                                  <p:stCondLst>
                                    <p:cond delay="0"/>
                                  </p:stCondLst>
                                  <p:childTnLst>
                                    <p:animMotion origin="layout" path="M 1.25E-6 0.03889 L 1.25E-6 1.85185E-6 " pathEditMode="relative" rAng="0" ptsTypes="AA">
                                      <p:cBhvr>
                                        <p:cTn id="9" dur="500" fill="hold"/>
                                        <p:tgtEl>
                                          <p:spTgt spid="14"/>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childTnLst>
                                </p:cTn>
                              </p:par>
                              <p:par>
                                <p:cTn id="13" presetID="42" presetClass="path" presetSubtype="0" decel="100000" fill="hold" nodeType="withEffect">
                                  <p:stCondLst>
                                    <p:cond delay="100"/>
                                  </p:stCondLst>
                                  <p:childTnLst>
                                    <p:animMotion origin="layout" path="M 1.25E-6 0.03889 L 1.25E-6 1.85185E-6 " pathEditMode="relative" rAng="0" ptsTypes="AA">
                                      <p:cBhvr>
                                        <p:cTn id="14" dur="500" fill="hold"/>
                                        <p:tgtEl>
                                          <p:spTgt spid="15"/>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50"/>
                                        <p:tgtEl>
                                          <p:spTgt spid="16"/>
                                        </p:tgtEl>
                                      </p:cBhvr>
                                    </p:animEffect>
                                  </p:childTnLst>
                                </p:cTn>
                              </p:par>
                              <p:par>
                                <p:cTn id="18" presetID="42" presetClass="path" presetSubtype="0" decel="100000" fill="hold" nodeType="withEffect">
                                  <p:stCondLst>
                                    <p:cond delay="100"/>
                                  </p:stCondLst>
                                  <p:childTnLst>
                                    <p:animMotion origin="layout" path="M 1.25E-6 0.03889 L 1.25E-6 1.85185E-6 " pathEditMode="relative" rAng="0" ptsTypes="AA">
                                      <p:cBhvr>
                                        <p:cTn id="19" dur="500" fill="hold"/>
                                        <p:tgtEl>
                                          <p:spTgt spid="16"/>
                                        </p:tgtEl>
                                        <p:attrNameLst>
                                          <p:attrName>ppt_x</p:attrName>
                                          <p:attrName>ppt_y</p:attrName>
                                        </p:attrNameLst>
                                      </p:cBhvr>
                                      <p:rCtr x="0" y="-1944"/>
                                    </p:animMotion>
                                  </p:childTnLst>
                                </p:cTn>
                              </p:par>
                              <p:par>
                                <p:cTn id="20" presetID="10" presetClass="entr" presetSubtype="0" fill="hold" nodeType="withEffect">
                                  <p:stCondLst>
                                    <p:cond delay="2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250"/>
                                        <p:tgtEl>
                                          <p:spTgt spid="42"/>
                                        </p:tgtEl>
                                      </p:cBhvr>
                                    </p:animEffect>
                                  </p:childTnLst>
                                </p:cTn>
                              </p:par>
                              <p:par>
                                <p:cTn id="23" presetID="42" presetClass="path" presetSubtype="0" decel="100000" fill="hold" nodeType="withEffect">
                                  <p:stCondLst>
                                    <p:cond delay="200"/>
                                  </p:stCondLst>
                                  <p:childTnLst>
                                    <p:animMotion origin="layout" path="M 1.25E-6 0.03889 L 1.25E-6 1.85185E-6 " pathEditMode="relative" rAng="0" ptsTypes="AA">
                                      <p:cBhvr>
                                        <p:cTn id="24" dur="500" fill="hold"/>
                                        <p:tgtEl>
                                          <p:spTgt spid="42"/>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250"/>
                                        <p:tgtEl>
                                          <p:spTgt spid="43"/>
                                        </p:tgtEl>
                                      </p:cBhvr>
                                    </p:animEffect>
                                  </p:childTnLst>
                                </p:cTn>
                              </p:par>
                              <p:par>
                                <p:cTn id="28" presetID="42" presetClass="path" presetSubtype="0" decel="100000" fill="hold" grpId="1" nodeType="withEffect">
                                  <p:stCondLst>
                                    <p:cond delay="200"/>
                                  </p:stCondLst>
                                  <p:childTnLst>
                                    <p:animMotion origin="layout" path="M 1.25E-6 0.03889 L 1.25E-6 1.85185E-6 " pathEditMode="relative" rAng="0" ptsTypes="AA">
                                      <p:cBhvr>
                                        <p:cTn id="29" dur="500" fill="hold"/>
                                        <p:tgtEl>
                                          <p:spTgt spid="43"/>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250"/>
                                        <p:tgtEl>
                                          <p:spTgt spid="44"/>
                                        </p:tgtEl>
                                      </p:cBhvr>
                                    </p:animEffect>
                                  </p:childTnLst>
                                </p:cTn>
                              </p:par>
                              <p:par>
                                <p:cTn id="33" presetID="42" presetClass="path" presetSubtype="0" decel="100000" fill="hold" grpId="1" nodeType="withEffect">
                                  <p:stCondLst>
                                    <p:cond delay="200"/>
                                  </p:stCondLst>
                                  <p:childTnLst>
                                    <p:animMotion origin="layout" path="M 1.25E-6 0.03889 L 1.25E-6 1.85185E-6 " pathEditMode="relative" rAng="0" ptsTypes="AA">
                                      <p:cBhvr>
                                        <p:cTn id="34" dur="500" fill="hold"/>
                                        <p:tgtEl>
                                          <p:spTgt spid="44"/>
                                        </p:tgtEl>
                                        <p:attrNameLst>
                                          <p:attrName>ppt_x</p:attrName>
                                          <p:attrName>ppt_y</p:attrName>
                                        </p:attrNameLst>
                                      </p:cBhvr>
                                      <p:rCtr x="0" y="-1944"/>
                                    </p:animMotion>
                                  </p:childTnLst>
                                </p:cTn>
                              </p:par>
                              <p:par>
                                <p:cTn id="35" presetID="10" presetClass="entr" presetSubtype="0" fill="hold" grpId="0" nodeType="withEffect">
                                  <p:stCondLst>
                                    <p:cond delay="10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250"/>
                                        <p:tgtEl>
                                          <p:spTgt spid="46"/>
                                        </p:tgtEl>
                                      </p:cBhvr>
                                    </p:animEffect>
                                  </p:childTnLst>
                                </p:cTn>
                              </p:par>
                              <p:par>
                                <p:cTn id="38" presetID="42" presetClass="path" presetSubtype="0" decel="100000" fill="hold" grpId="1" nodeType="withEffect">
                                  <p:stCondLst>
                                    <p:cond delay="100"/>
                                  </p:stCondLst>
                                  <p:childTnLst>
                                    <p:animMotion origin="layout" path="M 1.25E-6 0.03889 L 1.25E-6 1.85185E-6 " pathEditMode="relative" rAng="0" ptsTypes="AA">
                                      <p:cBhvr>
                                        <p:cTn id="39" dur="500" fill="hold"/>
                                        <p:tgtEl>
                                          <p:spTgt spid="46"/>
                                        </p:tgtEl>
                                        <p:attrNameLst>
                                          <p:attrName>ppt_x</p:attrName>
                                          <p:attrName>ppt_y</p:attrName>
                                        </p:attrNameLst>
                                      </p:cBhvr>
                                      <p:rCtr x="0" y="-1944"/>
                                    </p:animMotion>
                                  </p:childTnLst>
                                </p:cTn>
                              </p:par>
                              <p:par>
                                <p:cTn id="40" presetID="10" presetClass="entr" presetSubtype="0" fill="hold" grpId="0" nodeType="withEffect">
                                  <p:stCondLst>
                                    <p:cond delay="20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250"/>
                                        <p:tgtEl>
                                          <p:spTgt spid="48"/>
                                        </p:tgtEl>
                                      </p:cBhvr>
                                    </p:animEffect>
                                  </p:childTnLst>
                                </p:cTn>
                              </p:par>
                              <p:par>
                                <p:cTn id="43" presetID="42" presetClass="path" presetSubtype="0" decel="100000" fill="hold" grpId="1" nodeType="withEffect">
                                  <p:stCondLst>
                                    <p:cond delay="200"/>
                                  </p:stCondLst>
                                  <p:childTnLst>
                                    <p:animMotion origin="layout" path="M 1.25E-6 0.03889 L 1.25E-6 1.85185E-6 " pathEditMode="relative" rAng="0" ptsTypes="AA">
                                      <p:cBhvr>
                                        <p:cTn id="44" dur="500" fill="hold"/>
                                        <p:tgtEl>
                                          <p:spTgt spid="48"/>
                                        </p:tgtEl>
                                        <p:attrNameLst>
                                          <p:attrName>ppt_x</p:attrName>
                                          <p:attrName>ppt_y</p:attrName>
                                        </p:attrNameLst>
                                      </p:cBhvr>
                                      <p:rCtr x="0" y="-1944"/>
                                    </p:animMotion>
                                  </p:childTnLst>
                                </p:cTn>
                              </p:par>
                              <p:par>
                                <p:cTn id="45" presetID="10" presetClass="entr" presetSubtype="0" fill="hold" nodeType="withEffect">
                                  <p:stCondLst>
                                    <p:cond delay="20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250"/>
                                        <p:tgtEl>
                                          <p:spTgt spid="49"/>
                                        </p:tgtEl>
                                      </p:cBhvr>
                                    </p:animEffect>
                                  </p:childTnLst>
                                </p:cTn>
                              </p:par>
                              <p:par>
                                <p:cTn id="48" presetID="42" presetClass="path" presetSubtype="0" decel="100000" fill="hold" nodeType="withEffect">
                                  <p:stCondLst>
                                    <p:cond delay="200"/>
                                  </p:stCondLst>
                                  <p:childTnLst>
                                    <p:animMotion origin="layout" path="M 1.25E-6 0.03889 L 1.25E-6 1.85185E-6 " pathEditMode="relative" rAng="0" ptsTypes="AA">
                                      <p:cBhvr>
                                        <p:cTn id="49" dur="500" fill="hold"/>
                                        <p:tgtEl>
                                          <p:spTgt spid="49"/>
                                        </p:tgtEl>
                                        <p:attrNameLst>
                                          <p:attrName>ppt_x</p:attrName>
                                          <p:attrName>ppt_y</p:attrName>
                                        </p:attrNameLst>
                                      </p:cBhvr>
                                      <p:rCtr x="0" y="-1944"/>
                                    </p:animMotion>
                                  </p:childTnLst>
                                </p:cTn>
                              </p:par>
                              <p:par>
                                <p:cTn id="50" presetID="10" presetClass="entr" presetSubtype="0" fill="hold" grpId="0" nodeType="withEffect">
                                  <p:stCondLst>
                                    <p:cond delay="30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250"/>
                                        <p:tgtEl>
                                          <p:spTgt spid="27"/>
                                        </p:tgtEl>
                                      </p:cBhvr>
                                    </p:animEffect>
                                  </p:childTnLst>
                                </p:cTn>
                              </p:par>
                              <p:par>
                                <p:cTn id="53" presetID="42" presetClass="path" presetSubtype="0" decel="100000" fill="hold" grpId="1" nodeType="withEffect">
                                  <p:stCondLst>
                                    <p:cond delay="300"/>
                                  </p:stCondLst>
                                  <p:childTnLst>
                                    <p:animMotion origin="layout" path="M -3.75E-6 -0.03472 L -3.75E-6 1.85185E-6 " pathEditMode="relative" rAng="0" ptsTypes="AA">
                                      <p:cBhvr>
                                        <p:cTn id="54" dur="500" fill="hold"/>
                                        <p:tgtEl>
                                          <p:spTgt spid="27"/>
                                        </p:tgtEl>
                                        <p:attrNameLst>
                                          <p:attrName>ppt_x</p:attrName>
                                          <p:attrName>ppt_y</p:attrName>
                                        </p:attrNameLst>
                                      </p:cBhvr>
                                      <p:rCtr x="0" y="1736"/>
                                    </p:animMotion>
                                  </p:childTnLst>
                                </p:cTn>
                              </p:par>
                              <p:par>
                                <p:cTn id="55" presetID="10" presetClass="entr" presetSubtype="0" fill="hold" grpId="0" nodeType="withEffect">
                                  <p:stCondLst>
                                    <p:cond delay="30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250"/>
                                        <p:tgtEl>
                                          <p:spTgt spid="28"/>
                                        </p:tgtEl>
                                      </p:cBhvr>
                                    </p:animEffect>
                                  </p:childTnLst>
                                </p:cTn>
                              </p:par>
                              <p:par>
                                <p:cTn id="58" presetID="42" presetClass="path" presetSubtype="0" decel="100000" fill="hold" grpId="1" nodeType="withEffect">
                                  <p:stCondLst>
                                    <p:cond delay="300"/>
                                  </p:stCondLst>
                                  <p:childTnLst>
                                    <p:animMotion origin="layout" path="M -3.75E-6 -0.03472 L -3.75E-6 1.85185E-6 " pathEditMode="relative" rAng="0" ptsTypes="AA">
                                      <p:cBhvr>
                                        <p:cTn id="59" dur="500" fill="hold"/>
                                        <p:tgtEl>
                                          <p:spTgt spid="28"/>
                                        </p:tgtEl>
                                        <p:attrNameLst>
                                          <p:attrName>ppt_x</p:attrName>
                                          <p:attrName>ppt_y</p:attrName>
                                        </p:attrNameLst>
                                      </p:cBhvr>
                                      <p:rCtr x="0" y="1736"/>
                                    </p:animMotion>
                                  </p:childTnLst>
                                </p:cTn>
                              </p:par>
                              <p:par>
                                <p:cTn id="60" presetID="10" presetClass="entr" presetSubtype="0" fill="hold" grpId="0" nodeType="withEffect">
                                  <p:stCondLst>
                                    <p:cond delay="30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250"/>
                                        <p:tgtEl>
                                          <p:spTgt spid="29"/>
                                        </p:tgtEl>
                                      </p:cBhvr>
                                    </p:animEffect>
                                  </p:childTnLst>
                                </p:cTn>
                              </p:par>
                              <p:par>
                                <p:cTn id="63" presetID="42" presetClass="path" presetSubtype="0" decel="100000" fill="hold" grpId="1" nodeType="withEffect">
                                  <p:stCondLst>
                                    <p:cond delay="300"/>
                                  </p:stCondLst>
                                  <p:childTnLst>
                                    <p:animMotion origin="layout" path="M -3.75E-6 -0.03472 L -3.75E-6 1.85185E-6 " pathEditMode="relative" rAng="0" ptsTypes="AA">
                                      <p:cBhvr>
                                        <p:cTn id="64" dur="500" fill="hold"/>
                                        <p:tgtEl>
                                          <p:spTgt spid="29"/>
                                        </p:tgtEl>
                                        <p:attrNameLst>
                                          <p:attrName>ppt_x</p:attrName>
                                          <p:attrName>ppt_y</p:attrName>
                                        </p:attrNameLst>
                                      </p:cBhvr>
                                      <p:rCtr x="0" y="1736"/>
                                    </p:animMotion>
                                  </p:childTnLst>
                                </p:cTn>
                              </p:par>
                              <p:par>
                                <p:cTn id="65" presetID="10" presetClass="entr" presetSubtype="0" fill="hold" grpId="0" nodeType="withEffect">
                                  <p:stCondLst>
                                    <p:cond delay="3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250"/>
                                        <p:tgtEl>
                                          <p:spTgt spid="30"/>
                                        </p:tgtEl>
                                      </p:cBhvr>
                                    </p:animEffect>
                                  </p:childTnLst>
                                </p:cTn>
                              </p:par>
                              <p:par>
                                <p:cTn id="68" presetID="42" presetClass="path" presetSubtype="0" decel="100000" fill="hold" grpId="1" nodeType="withEffect">
                                  <p:stCondLst>
                                    <p:cond delay="300"/>
                                  </p:stCondLst>
                                  <p:childTnLst>
                                    <p:animMotion origin="layout" path="M -3.75E-6 -0.03472 L -3.75E-6 1.85185E-6 " pathEditMode="relative" rAng="0" ptsTypes="AA">
                                      <p:cBhvr>
                                        <p:cTn id="69" dur="500" fill="hold"/>
                                        <p:tgtEl>
                                          <p:spTgt spid="30"/>
                                        </p:tgtEl>
                                        <p:attrNameLst>
                                          <p:attrName>ppt_x</p:attrName>
                                          <p:attrName>ppt_y</p:attrName>
                                        </p:attrNameLst>
                                      </p:cBhvr>
                                      <p:rCtr x="0" y="1736"/>
                                    </p:animMotion>
                                  </p:childTnLst>
                                </p:cTn>
                              </p:par>
                              <p:par>
                                <p:cTn id="70" presetID="10" presetClass="entr" presetSubtype="0" fill="hold" grpId="0" nodeType="withEffect">
                                  <p:stCondLst>
                                    <p:cond delay="30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250"/>
                                        <p:tgtEl>
                                          <p:spTgt spid="31"/>
                                        </p:tgtEl>
                                      </p:cBhvr>
                                    </p:animEffect>
                                  </p:childTnLst>
                                </p:cTn>
                              </p:par>
                              <p:par>
                                <p:cTn id="73" presetID="42" presetClass="path" presetSubtype="0" decel="100000" fill="hold" grpId="1" nodeType="withEffect">
                                  <p:stCondLst>
                                    <p:cond delay="300"/>
                                  </p:stCondLst>
                                  <p:childTnLst>
                                    <p:animMotion origin="layout" path="M -3.75E-6 -0.03472 L -3.75E-6 1.85185E-6 " pathEditMode="relative" rAng="0" ptsTypes="AA">
                                      <p:cBhvr>
                                        <p:cTn id="74" dur="500" fill="hold"/>
                                        <p:tgtEl>
                                          <p:spTgt spid="31"/>
                                        </p:tgtEl>
                                        <p:attrNameLst>
                                          <p:attrName>ppt_x</p:attrName>
                                          <p:attrName>ppt_y</p:attrName>
                                        </p:attrNameLst>
                                      </p:cBhvr>
                                      <p:rCtr x="0" y="1736"/>
                                    </p:animMotion>
                                  </p:childTnLst>
                                </p:cTn>
                              </p:par>
                              <p:par>
                                <p:cTn id="75" presetID="10" presetClass="entr" presetSubtype="0" fill="hold" grpId="0" nodeType="withEffect">
                                  <p:stCondLst>
                                    <p:cond delay="30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250"/>
                                        <p:tgtEl>
                                          <p:spTgt spid="32"/>
                                        </p:tgtEl>
                                      </p:cBhvr>
                                    </p:animEffect>
                                  </p:childTnLst>
                                </p:cTn>
                              </p:par>
                              <p:par>
                                <p:cTn id="78" presetID="42" presetClass="path" presetSubtype="0" decel="100000" fill="hold" grpId="1" nodeType="withEffect">
                                  <p:stCondLst>
                                    <p:cond delay="300"/>
                                  </p:stCondLst>
                                  <p:childTnLst>
                                    <p:animMotion origin="layout" path="M -3.75E-6 -0.03472 L -3.75E-6 1.85185E-6 " pathEditMode="relative" rAng="0" ptsTypes="AA">
                                      <p:cBhvr>
                                        <p:cTn id="79" dur="500" fill="hold"/>
                                        <p:tgtEl>
                                          <p:spTgt spid="32"/>
                                        </p:tgtEl>
                                        <p:attrNameLst>
                                          <p:attrName>ppt_x</p:attrName>
                                          <p:attrName>ppt_y</p:attrName>
                                        </p:attrNameLst>
                                      </p:cBhvr>
                                      <p:rCtr x="0" y="1736"/>
                                    </p:animMotion>
                                  </p:childTnLst>
                                </p:cTn>
                              </p:par>
                              <p:par>
                                <p:cTn id="80" presetID="10" presetClass="entr" presetSubtype="0" fill="hold" grpId="0" nodeType="withEffect">
                                  <p:stCondLst>
                                    <p:cond delay="30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250"/>
                                        <p:tgtEl>
                                          <p:spTgt spid="33"/>
                                        </p:tgtEl>
                                      </p:cBhvr>
                                    </p:animEffect>
                                  </p:childTnLst>
                                </p:cTn>
                              </p:par>
                              <p:par>
                                <p:cTn id="83" presetID="42" presetClass="path" presetSubtype="0" decel="100000" fill="hold" grpId="1" nodeType="withEffect">
                                  <p:stCondLst>
                                    <p:cond delay="300"/>
                                  </p:stCondLst>
                                  <p:childTnLst>
                                    <p:animMotion origin="layout" path="M -3.75E-6 -0.03472 L -3.75E-6 1.85185E-6 " pathEditMode="relative" rAng="0" ptsTypes="AA">
                                      <p:cBhvr>
                                        <p:cTn id="84" dur="500" fill="hold"/>
                                        <p:tgtEl>
                                          <p:spTgt spid="33"/>
                                        </p:tgtEl>
                                        <p:attrNameLst>
                                          <p:attrName>ppt_x</p:attrName>
                                          <p:attrName>ppt_y</p:attrName>
                                        </p:attrNameLst>
                                      </p:cBhvr>
                                      <p:rCtr x="0" y="1736"/>
                                    </p:animMotion>
                                  </p:childTnLst>
                                </p:cTn>
                              </p:par>
                              <p:par>
                                <p:cTn id="85" presetID="10" presetClass="entr" presetSubtype="0" fill="hold" grpId="0" nodeType="withEffect">
                                  <p:stCondLst>
                                    <p:cond delay="30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250"/>
                                        <p:tgtEl>
                                          <p:spTgt spid="35"/>
                                        </p:tgtEl>
                                      </p:cBhvr>
                                    </p:animEffect>
                                  </p:childTnLst>
                                </p:cTn>
                              </p:par>
                              <p:par>
                                <p:cTn id="88" presetID="42" presetClass="path" presetSubtype="0" decel="100000" fill="hold" grpId="1" nodeType="withEffect">
                                  <p:stCondLst>
                                    <p:cond delay="300"/>
                                  </p:stCondLst>
                                  <p:childTnLst>
                                    <p:animMotion origin="layout" path="M -3.75E-6 -0.03472 L -3.75E-6 1.85185E-6 " pathEditMode="relative" rAng="0" ptsTypes="AA">
                                      <p:cBhvr>
                                        <p:cTn id="89" dur="500" fill="hold"/>
                                        <p:tgtEl>
                                          <p:spTgt spid="35"/>
                                        </p:tgtEl>
                                        <p:attrNameLst>
                                          <p:attrName>ppt_x</p:attrName>
                                          <p:attrName>ppt_y</p:attrName>
                                        </p:attrNameLst>
                                      </p:cBhvr>
                                      <p:rCtr x="0" y="1736"/>
                                    </p:animMotion>
                                  </p:childTnLst>
                                </p:cTn>
                              </p:par>
                              <p:par>
                                <p:cTn id="90" presetID="10" presetClass="entr" presetSubtype="0" fill="hold" grpId="0" nodeType="withEffect">
                                  <p:stCondLst>
                                    <p:cond delay="30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250"/>
                                        <p:tgtEl>
                                          <p:spTgt spid="36"/>
                                        </p:tgtEl>
                                      </p:cBhvr>
                                    </p:animEffect>
                                  </p:childTnLst>
                                </p:cTn>
                              </p:par>
                              <p:par>
                                <p:cTn id="93" presetID="42" presetClass="path" presetSubtype="0" decel="100000" fill="hold" grpId="1" nodeType="withEffect">
                                  <p:stCondLst>
                                    <p:cond delay="300"/>
                                  </p:stCondLst>
                                  <p:childTnLst>
                                    <p:animMotion origin="layout" path="M -3.75E-6 -0.03472 L -3.75E-6 1.85185E-6 " pathEditMode="relative" rAng="0" ptsTypes="AA">
                                      <p:cBhvr>
                                        <p:cTn id="94" dur="500" fill="hold"/>
                                        <p:tgtEl>
                                          <p:spTgt spid="36"/>
                                        </p:tgtEl>
                                        <p:attrNameLst>
                                          <p:attrName>ppt_x</p:attrName>
                                          <p:attrName>ppt_y</p:attrName>
                                        </p:attrNameLst>
                                      </p:cBhvr>
                                      <p:rCtr x="0" y="1736"/>
                                    </p:animMotion>
                                  </p:childTnLst>
                                </p:cTn>
                              </p:par>
                              <p:par>
                                <p:cTn id="95" presetID="10" presetClass="entr" presetSubtype="0" fill="hold" grpId="0" nodeType="withEffect">
                                  <p:stCondLst>
                                    <p:cond delay="300"/>
                                  </p:stCondLst>
                                  <p:childTnLst>
                                    <p:set>
                                      <p:cBhvr>
                                        <p:cTn id="96" dur="1" fill="hold">
                                          <p:stCondLst>
                                            <p:cond delay="0"/>
                                          </p:stCondLst>
                                        </p:cTn>
                                        <p:tgtEl>
                                          <p:spTgt spid="37"/>
                                        </p:tgtEl>
                                        <p:attrNameLst>
                                          <p:attrName>style.visibility</p:attrName>
                                        </p:attrNameLst>
                                      </p:cBhvr>
                                      <p:to>
                                        <p:strVal val="visible"/>
                                      </p:to>
                                    </p:set>
                                    <p:animEffect transition="in" filter="fade">
                                      <p:cBhvr>
                                        <p:cTn id="97" dur="250"/>
                                        <p:tgtEl>
                                          <p:spTgt spid="37"/>
                                        </p:tgtEl>
                                      </p:cBhvr>
                                    </p:animEffect>
                                  </p:childTnLst>
                                </p:cTn>
                              </p:par>
                              <p:par>
                                <p:cTn id="98" presetID="42" presetClass="path" presetSubtype="0" decel="100000" fill="hold" grpId="1" nodeType="withEffect">
                                  <p:stCondLst>
                                    <p:cond delay="300"/>
                                  </p:stCondLst>
                                  <p:childTnLst>
                                    <p:animMotion origin="layout" path="M -3.75E-6 -0.03472 L -3.75E-6 1.85185E-6 " pathEditMode="relative" rAng="0" ptsTypes="AA">
                                      <p:cBhvr>
                                        <p:cTn id="99" dur="500" fill="hold"/>
                                        <p:tgtEl>
                                          <p:spTgt spid="37"/>
                                        </p:tgtEl>
                                        <p:attrNameLst>
                                          <p:attrName>ppt_x</p:attrName>
                                          <p:attrName>ppt_y</p:attrName>
                                        </p:attrNameLst>
                                      </p:cBhvr>
                                      <p:rCtr x="0" y="1736"/>
                                    </p:animMotion>
                                  </p:childTnLst>
                                </p:cTn>
                              </p:par>
                              <p:par>
                                <p:cTn id="100" presetID="10" presetClass="entr" presetSubtype="0" fill="hold" grpId="0" nodeType="withEffect">
                                  <p:stCondLst>
                                    <p:cond delay="30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250"/>
                                        <p:tgtEl>
                                          <p:spTgt spid="38"/>
                                        </p:tgtEl>
                                      </p:cBhvr>
                                    </p:animEffect>
                                  </p:childTnLst>
                                </p:cTn>
                              </p:par>
                              <p:par>
                                <p:cTn id="103" presetID="42" presetClass="path" presetSubtype="0" decel="100000" fill="hold" grpId="1" nodeType="withEffect">
                                  <p:stCondLst>
                                    <p:cond delay="300"/>
                                  </p:stCondLst>
                                  <p:childTnLst>
                                    <p:animMotion origin="layout" path="M -3.75E-6 -0.03472 L -3.75E-6 1.85185E-6 " pathEditMode="relative" rAng="0" ptsTypes="AA">
                                      <p:cBhvr>
                                        <p:cTn id="104" dur="500" fill="hold"/>
                                        <p:tgtEl>
                                          <p:spTgt spid="38"/>
                                        </p:tgtEl>
                                        <p:attrNameLst>
                                          <p:attrName>ppt_x</p:attrName>
                                          <p:attrName>ppt_y</p:attrName>
                                        </p:attrNameLst>
                                      </p:cBhvr>
                                      <p:rCtr x="0" y="1736"/>
                                    </p:animMotion>
                                  </p:childTnLst>
                                </p:cTn>
                              </p:par>
                              <p:par>
                                <p:cTn id="105" presetID="10" presetClass="entr" presetSubtype="0" fill="hold" grpId="0" nodeType="withEffect">
                                  <p:stCondLst>
                                    <p:cond delay="30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250"/>
                                        <p:tgtEl>
                                          <p:spTgt spid="51"/>
                                        </p:tgtEl>
                                      </p:cBhvr>
                                    </p:animEffect>
                                  </p:childTnLst>
                                </p:cTn>
                              </p:par>
                              <p:par>
                                <p:cTn id="108" presetID="42" presetClass="path" presetSubtype="0" decel="100000" fill="hold" grpId="1" nodeType="withEffect">
                                  <p:stCondLst>
                                    <p:cond delay="300"/>
                                  </p:stCondLst>
                                  <p:childTnLst>
                                    <p:animMotion origin="layout" path="M -3.75E-6 -0.03472 L -3.75E-6 1.85185E-6 " pathEditMode="relative" rAng="0" ptsTypes="AA">
                                      <p:cBhvr>
                                        <p:cTn id="109" dur="500" fill="hold"/>
                                        <p:tgtEl>
                                          <p:spTgt spid="51"/>
                                        </p:tgtEl>
                                        <p:attrNameLst>
                                          <p:attrName>ppt_x</p:attrName>
                                          <p:attrName>ppt_y</p:attrName>
                                        </p:attrNameLst>
                                      </p:cBhvr>
                                      <p:rCtr x="0" y="1736"/>
                                    </p:animMotion>
                                  </p:childTnLst>
                                </p:cTn>
                              </p:par>
                              <p:par>
                                <p:cTn id="110" presetID="10" presetClass="entr" presetSubtype="0" fill="hold" grpId="0" nodeType="withEffect">
                                  <p:stCondLst>
                                    <p:cond delay="30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250"/>
                                        <p:tgtEl>
                                          <p:spTgt spid="9"/>
                                        </p:tgtEl>
                                      </p:cBhvr>
                                    </p:animEffect>
                                  </p:childTnLst>
                                </p:cTn>
                              </p:par>
                              <p:par>
                                <p:cTn id="113" presetID="42" presetClass="path" presetSubtype="0" decel="100000" fill="hold" grpId="1" nodeType="withEffect">
                                  <p:stCondLst>
                                    <p:cond delay="300"/>
                                  </p:stCondLst>
                                  <p:childTnLst>
                                    <p:animMotion origin="layout" path="M -1.875E-6 -0.03472 L -1.875E-6 -7.40741E-7 " pathEditMode="relative" rAng="0" ptsTypes="AA">
                                      <p:cBhvr>
                                        <p:cTn id="114" dur="500" fill="hold"/>
                                        <p:tgtEl>
                                          <p:spTgt spid="9"/>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P spid="48" grpId="0" animBg="1"/>
      <p:bldP spid="48" grpId="1" animBg="1"/>
      <p:bldP spid="43" grpId="0" animBg="1"/>
      <p:bldP spid="43" grpId="1" animBg="1"/>
      <p:bldP spid="37" grpId="0" animBg="1"/>
      <p:bldP spid="37" grpId="1" animBg="1"/>
      <p:bldP spid="36" grpId="0" animBg="1"/>
      <p:bldP spid="36" grpId="1" animBg="1"/>
      <p:bldP spid="35" grpId="0" animBg="1"/>
      <p:bldP spid="35" grpId="1" animBg="1"/>
      <p:bldP spid="33" grpId="0" animBg="1"/>
      <p:bldP spid="33" grpId="1" animBg="1"/>
      <p:bldP spid="32" grpId="0" animBg="1"/>
      <p:bldP spid="32" grpId="1" animBg="1"/>
      <p:bldP spid="51" grpId="0" animBg="1"/>
      <p:bldP spid="51" grpId="1" animBg="1"/>
      <p:bldP spid="44" grpId="0" animBg="1"/>
      <p:bldP spid="44" grpId="1" animBg="1"/>
      <p:bldP spid="38" grpId="0" animBg="1"/>
      <p:bldP spid="38" grpId="1" animBg="1"/>
      <p:bldP spid="31" grpId="0" animBg="1"/>
      <p:bldP spid="31" grpId="1" animBg="1"/>
      <p:bldP spid="30" grpId="0" animBg="1"/>
      <p:bldP spid="30" grpId="1" animBg="1"/>
      <p:bldP spid="29" grpId="0" animBg="1"/>
      <p:bldP spid="29" grpId="1" animBg="1"/>
      <p:bldP spid="28" grpId="0" animBg="1"/>
      <p:bldP spid="28" grpId="1" animBg="1"/>
      <p:bldP spid="27" grpId="0" animBg="1"/>
      <p:bldP spid="27" grpId="1" animBg="1"/>
      <p:bldP spid="9" grpId="0" animBg="1"/>
      <p:bldP spid="9"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66AA6-C17D-3CE7-F2FF-F435F02DCC86}"/>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2CF424FE-CC07-EF22-B666-871D86F4931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 y="0"/>
            <a:ext cx="4299965" cy="6858000"/>
          </a:xfrm>
          <a:prstGeom prst="rect">
            <a:avLst/>
          </a:prstGeom>
          <a:gradFill>
            <a:gsLst>
              <a:gs pos="0">
                <a:srgbClr val="FCC7CD">
                  <a:alpha val="10000"/>
                </a:srgbClr>
              </a:gs>
              <a:gs pos="80000">
                <a:srgbClr val="A9D5ED">
                  <a:alpha val="10000"/>
                </a:srgbClr>
              </a:gs>
            </a:gsLst>
            <a:path path="circle">
              <a:fillToRect l="100000" t="100000"/>
            </a:path>
          </a:gradFill>
          <a:ln w="12700" cap="flat" cmpd="sng" algn="ctr">
            <a:solidFill>
              <a:srgbClr val="000000">
                <a:alpha val="40000"/>
              </a:srgbClr>
            </a:solidFill>
            <a:prstDash val="solid"/>
            <a:headEnd type="none" w="med" len="med"/>
            <a:tailEnd type="none" w="med" len="med"/>
          </a:ln>
          <a:effectLst/>
        </p:spPr>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50" name="Title 49">
            <a:extLst>
              <a:ext uri="{FF2B5EF4-FFF2-40B4-BE49-F238E27FC236}">
                <a16:creationId xmlns:a16="http://schemas.microsoft.com/office/drawing/2014/main" id="{634E8FE6-0EDE-2B26-1870-D6E1E353269D}"/>
              </a:ext>
            </a:extLst>
          </p:cNvPr>
          <p:cNvSpPr txBox="1">
            <a:spLocks noGrp="1"/>
          </p:cNvSpPr>
          <p:nvPr>
            <p:ph type="title" idx="4294967295"/>
          </p:nvPr>
        </p:nvSpPr>
        <p:spPr>
          <a:xfrm>
            <a:off x="280828" y="418334"/>
            <a:ext cx="3938931" cy="17543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3600" b="0" spc="-50">
                <a:latin typeface="Segoe Sans Display Semibold" pitchFamily="2" charset="0"/>
                <a:cs typeface="Segoe Sans Display Semibold" pitchFamily="2" charset="0"/>
              </a:rPr>
              <a:t>Point-and-click </a:t>
            </a:r>
            <a:br>
              <a:rPr lang="en-US" sz="3600" b="0" spc="-50">
                <a:latin typeface="Segoe Sans Display Semibold" pitchFamily="2" charset="0"/>
                <a:cs typeface="Segoe Sans Display Semibold" pitchFamily="2" charset="0"/>
              </a:rPr>
            </a:br>
            <a:r>
              <a:rPr lang="en-US" sz="3600" b="0" spc="-50">
                <a:latin typeface="Segoe Sans Display Semibold" pitchFamily="2" charset="0"/>
                <a:cs typeface="Segoe Sans Display Semibold" pitchFamily="2" charset="0"/>
              </a:rPr>
              <a:t>data transformation </a:t>
            </a:r>
          </a:p>
        </p:txBody>
      </p:sp>
      <p:sp>
        <p:nvSpPr>
          <p:cNvPr id="145" name="TextBox 144">
            <a:extLst>
              <a:ext uri="{FF2B5EF4-FFF2-40B4-BE49-F238E27FC236}">
                <a16:creationId xmlns:a16="http://schemas.microsoft.com/office/drawing/2014/main" id="{73D8092A-CF20-9942-0EAF-5CB8FEBCD3DA}"/>
              </a:ext>
            </a:extLst>
          </p:cNvPr>
          <p:cNvSpPr txBox="1"/>
          <p:nvPr/>
        </p:nvSpPr>
        <p:spPr>
          <a:xfrm>
            <a:off x="369600" y="2495580"/>
            <a:ext cx="3196229" cy="1938992"/>
          </a:xfrm>
          <a:prstGeom prst="rect">
            <a:avLst/>
          </a:prstGeom>
          <a:noFill/>
        </p:spPr>
        <p:txBody>
          <a:bodyPr wrap="square" lIns="0" tIns="0" rIns="0" bIns="0" rtlCol="0">
            <a:spAutoFit/>
          </a:bodyPr>
          <a:lstStyle/>
          <a:p>
            <a:pPr defTabSz="914400">
              <a:defRPr/>
            </a:pPr>
            <a:r>
              <a:rPr lang="en-US" sz="1800">
                <a:solidFill>
                  <a:srgbClr val="5230AC"/>
                </a:solidFill>
                <a:latin typeface="+mj-lt"/>
                <a:cs typeface="Segoe UI Semibold" panose="020B0702040204020203" pitchFamily="34" charset="0"/>
              </a:rPr>
              <a:t>No upfront data preparation </a:t>
            </a:r>
            <a:r>
              <a:rPr lang="en-US" sz="1800" kern="0">
                <a:solidFill>
                  <a:srgbClr val="091F2C"/>
                </a:solidFill>
                <a:cs typeface="Segoe UI" panose="020B0502040204020203" pitchFamily="34" charset="0"/>
              </a:rPr>
              <a:t>An automatic indexing pipeline analyzes, chunks, and embeds your documents automatically. Change tracking ensures only updated documents are processed</a:t>
            </a:r>
          </a:p>
        </p:txBody>
      </p:sp>
      <p:sp>
        <p:nvSpPr>
          <p:cNvPr id="16" name="Rectangle: Rounded Corners 15">
            <a:extLst>
              <a:ext uri="{FF2B5EF4-FFF2-40B4-BE49-F238E27FC236}">
                <a16:creationId xmlns:a16="http://schemas.microsoft.com/office/drawing/2014/main" id="{FABA7188-1FD5-B8C2-9515-11A0953E9B3B}"/>
              </a:ext>
              <a:ext uri="{C183D7F6-B498-43B3-948B-1728B52AA6E4}">
                <adec:decorative xmlns:adec="http://schemas.microsoft.com/office/drawing/2017/decorative" val="1"/>
              </a:ext>
            </a:extLst>
          </p:cNvPr>
          <p:cNvSpPr>
            <a:spLocks/>
          </p:cNvSpPr>
          <p:nvPr/>
        </p:nvSpPr>
        <p:spPr>
          <a:xfrm>
            <a:off x="4611781" y="1675779"/>
            <a:ext cx="1152000" cy="3276000"/>
          </a:xfrm>
          <a:prstGeom prst="roundRect">
            <a:avLst>
              <a:gd name="adj" fmla="val 14912"/>
            </a:avLst>
          </a:prstGeom>
          <a:solidFill>
            <a:srgbClr val="091F2C">
              <a:alpha val="8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a:ln w="3175">
                <a:noFill/>
              </a:ln>
              <a:gradFill>
                <a:gsLst>
                  <a:gs pos="22936">
                    <a:srgbClr val="091F2C"/>
                  </a:gs>
                  <a:gs pos="38000">
                    <a:srgbClr val="091F2C"/>
                  </a:gs>
                </a:gsLst>
                <a:path path="circle">
                  <a:fillToRect l="100000" t="100000"/>
                </a:path>
              </a:gradFill>
              <a:latin typeface="Segoe UI Variable Display Semibold" pitchFamily="2" charset="0"/>
              <a:cs typeface="Segoe UI" pitchFamily="34" charset="0"/>
            </a:endParaRPr>
          </a:p>
        </p:txBody>
      </p:sp>
      <p:sp>
        <p:nvSpPr>
          <p:cNvPr id="17" name="Rectangle: Rounded Corners 16">
            <a:extLst>
              <a:ext uri="{FF2B5EF4-FFF2-40B4-BE49-F238E27FC236}">
                <a16:creationId xmlns:a16="http://schemas.microsoft.com/office/drawing/2014/main" id="{F2674C3E-887F-E2C3-A5BD-D177E073556C}"/>
              </a:ext>
              <a:ext uri="{C183D7F6-B498-43B3-948B-1728B52AA6E4}">
                <adec:decorative xmlns:adec="http://schemas.microsoft.com/office/drawing/2017/decorative" val="1"/>
              </a:ext>
            </a:extLst>
          </p:cNvPr>
          <p:cNvSpPr>
            <a:spLocks/>
          </p:cNvSpPr>
          <p:nvPr/>
        </p:nvSpPr>
        <p:spPr>
          <a:xfrm>
            <a:off x="10821496" y="1675779"/>
            <a:ext cx="1044000" cy="3276000"/>
          </a:xfrm>
          <a:prstGeom prst="roundRect">
            <a:avLst>
              <a:gd name="adj" fmla="val 16455"/>
            </a:avLst>
          </a:prstGeom>
          <a:solidFill>
            <a:srgbClr val="091F2C">
              <a:alpha val="8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a:ln w="3175">
                <a:noFill/>
              </a:ln>
              <a:gradFill>
                <a:gsLst>
                  <a:gs pos="22936">
                    <a:srgbClr val="091F2C"/>
                  </a:gs>
                  <a:gs pos="38000">
                    <a:srgbClr val="091F2C"/>
                  </a:gs>
                </a:gsLst>
                <a:path path="circle">
                  <a:fillToRect l="100000" t="100000"/>
                </a:path>
              </a:gradFill>
              <a:latin typeface="Segoe UI Variable Display Semibold" pitchFamily="2" charset="0"/>
              <a:cs typeface="Segoe UI" pitchFamily="34" charset="0"/>
            </a:endParaRPr>
          </a:p>
        </p:txBody>
      </p:sp>
      <p:sp>
        <p:nvSpPr>
          <p:cNvPr id="53" name="Rectangle: Rounded Corners 52">
            <a:extLst>
              <a:ext uri="{FF2B5EF4-FFF2-40B4-BE49-F238E27FC236}">
                <a16:creationId xmlns:a16="http://schemas.microsoft.com/office/drawing/2014/main" id="{46D422DB-A422-0BB0-427D-C3AF873D4096}"/>
              </a:ext>
              <a:ext uri="{C183D7F6-B498-43B3-948B-1728B52AA6E4}">
                <adec:decorative xmlns:adec="http://schemas.microsoft.com/office/drawing/2017/decorative" val="1"/>
              </a:ext>
            </a:extLst>
          </p:cNvPr>
          <p:cNvSpPr>
            <a:spLocks/>
          </p:cNvSpPr>
          <p:nvPr/>
        </p:nvSpPr>
        <p:spPr>
          <a:xfrm>
            <a:off x="5898551" y="1675780"/>
            <a:ext cx="4788174" cy="3276000"/>
          </a:xfrm>
          <a:prstGeom prst="roundRect">
            <a:avLst>
              <a:gd name="adj" fmla="val 4770"/>
            </a:avLst>
          </a:prstGeom>
          <a:solidFill>
            <a:srgbClr val="FFF8F5"/>
          </a:solidFill>
          <a:ln w="19050" cap="flat" cmpd="sng" algn="ctr">
            <a:gradFill flip="none" rotWithShape="1">
              <a:gsLst>
                <a:gs pos="0">
                  <a:srgbClr val="101010"/>
                </a:gs>
                <a:gs pos="79000">
                  <a:srgbClr val="432EC8"/>
                </a:gs>
                <a:gs pos="100000">
                  <a:srgbClr val="EDDEFF"/>
                </a:gs>
              </a:gsLst>
              <a:lin ang="2700000" scaled="1"/>
              <a:tileRect/>
            </a:gradFill>
            <a:prstDash val="solid"/>
            <a:headEnd type="none" w="med" len="med"/>
            <a:tailEnd type="none" w="med" len="med"/>
          </a:ln>
          <a:effectLst>
            <a:glow rad="190500">
              <a:srgbClr val="432EC8">
                <a:alpha val="22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defRPr/>
            </a:pPr>
            <a:endParaRPr lang="en-US" sz="2000" kern="0">
              <a:solidFill>
                <a:srgbClr val="000000"/>
              </a:solidFill>
              <a:latin typeface="Segoe Sans Text" pitchFamily="2" charset="0"/>
              <a:cs typeface="Segoe Sans Text" pitchFamily="2" charset="0"/>
            </a:endParaRPr>
          </a:p>
        </p:txBody>
      </p:sp>
      <p:sp>
        <p:nvSpPr>
          <p:cNvPr id="68" name="TextBox 67">
            <a:extLst>
              <a:ext uri="{FF2B5EF4-FFF2-40B4-BE49-F238E27FC236}">
                <a16:creationId xmlns:a16="http://schemas.microsoft.com/office/drawing/2014/main" id="{7ABB743A-1F4C-21AD-B4CD-46E955666CB1}"/>
              </a:ext>
            </a:extLst>
          </p:cNvPr>
          <p:cNvSpPr txBox="1">
            <a:spLocks/>
          </p:cNvSpPr>
          <p:nvPr/>
        </p:nvSpPr>
        <p:spPr>
          <a:xfrm>
            <a:off x="4740205" y="1551142"/>
            <a:ext cx="895152" cy="259675"/>
          </a:xfrm>
          <a:prstGeom prst="roundRect">
            <a:avLst>
              <a:gd name="adj" fmla="val 32246"/>
            </a:avLst>
          </a:prstGeom>
          <a:gradFill flip="none" rotWithShape="1">
            <a:gsLst>
              <a:gs pos="0">
                <a:srgbClr val="7C6BDD">
                  <a:lumMod val="89955"/>
                </a:srgbClr>
              </a:gs>
              <a:gs pos="49000">
                <a:srgbClr val="5944D4">
                  <a:lumMod val="75686"/>
                </a:srgbClr>
              </a:gs>
            </a:gsLst>
            <a:path path="circle">
              <a:fillToRect l="100000" t="100000"/>
            </a:path>
            <a:tileRect r="-100000" b="-100000"/>
          </a:gradFill>
        </p:spPr>
        <p:txBody>
          <a:bodyPr wrap="none" lIns="72000" tIns="0" rIns="72000" bIns="0" rtlCol="0" anchor="ctr" anchorCtr="0">
            <a:noAutofit/>
          </a:bodyPr>
          <a:lstStyle>
            <a:defPPr>
              <a:defRPr lang="en-US"/>
            </a:defPPr>
            <a:lvl1pPr algn="ctr" fontAlgn="base">
              <a:spcBef>
                <a:spcPct val="0"/>
              </a:spcBef>
              <a:spcAft>
                <a:spcPct val="0"/>
              </a:spcAft>
              <a:defRPr sz="1600" kern="0">
                <a:ln w="3175">
                  <a:noFill/>
                </a:ln>
                <a:gradFill>
                  <a:gsLst>
                    <a:gs pos="53147">
                      <a:srgbClr val="FFFFFF"/>
                    </a:gs>
                    <a:gs pos="28000">
                      <a:srgbClr val="FFFFFF"/>
                    </a:gs>
                  </a:gsLst>
                  <a:path path="circle">
                    <a:fillToRect l="100000" b="100000"/>
                  </a:path>
                </a:gradFill>
                <a:latin typeface="+mj-lt"/>
                <a:cs typeface="Segoe Sans Text" pitchFamily="2" charset="0"/>
              </a:defRPr>
            </a:lvl1pPr>
          </a:lstStyle>
          <a:p>
            <a:r>
              <a:rPr lang="en-US" sz="1200">
                <a:solidFill>
                  <a:schemeClr val="bg1"/>
                </a:solidFill>
              </a:rPr>
              <a:t>Your data</a:t>
            </a:r>
          </a:p>
        </p:txBody>
      </p:sp>
      <p:sp>
        <p:nvSpPr>
          <p:cNvPr id="42" name="TextBox 41">
            <a:extLst>
              <a:ext uri="{FF2B5EF4-FFF2-40B4-BE49-F238E27FC236}">
                <a16:creationId xmlns:a16="http://schemas.microsoft.com/office/drawing/2014/main" id="{9F937DAB-71EB-667F-5AF2-D35B5849E962}"/>
              </a:ext>
            </a:extLst>
          </p:cNvPr>
          <p:cNvSpPr txBox="1"/>
          <p:nvPr/>
        </p:nvSpPr>
        <p:spPr>
          <a:xfrm>
            <a:off x="4607420" y="1915406"/>
            <a:ext cx="1156360" cy="1318310"/>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kumimoji="0" lang="en-US" sz="1200" i="0" u="none" strike="noStrike" kern="0" cap="none" spc="-20" normalizeH="0" noProof="0">
                <a:ln>
                  <a:noFill/>
                </a:ln>
                <a:solidFill>
                  <a:srgbClr val="091F2C"/>
                </a:solidFill>
                <a:effectLst/>
                <a:uLnTx/>
                <a:uFillTx/>
                <a:ea typeface="+mn-ea"/>
                <a:cs typeface="+mn-cs"/>
              </a:rPr>
              <a:t>Documents</a:t>
            </a:r>
          </a:p>
          <a:p>
            <a:pPr marL="0" marR="0" lvl="0" indent="0" algn="ctr" defTabSz="932449" eaLnBrk="1" fontAlgn="auto" latinLnBrk="0" hangingPunct="1">
              <a:spcBef>
                <a:spcPts val="400"/>
              </a:spcBef>
              <a:buClrTx/>
              <a:buSzTx/>
              <a:buFontTx/>
              <a:buNone/>
              <a:tabLst/>
              <a:defRPr/>
            </a:pPr>
            <a:r>
              <a:rPr lang="en-US" sz="1100" kern="0">
                <a:solidFill>
                  <a:srgbClr val="091F2C"/>
                </a:solidFill>
                <a:latin typeface="+mn-lt"/>
              </a:rPr>
              <a:t>PDFs</a:t>
            </a:r>
          </a:p>
          <a:p>
            <a:pPr marL="0" marR="0" lvl="0" indent="0" algn="ctr" defTabSz="932449" eaLnBrk="1" fontAlgn="auto" latinLnBrk="0" hangingPunct="1">
              <a:spcBef>
                <a:spcPts val="400"/>
              </a:spcBef>
              <a:buClrTx/>
              <a:buSzTx/>
              <a:buFontTx/>
              <a:buNone/>
              <a:tabLst/>
              <a:defRPr/>
            </a:pPr>
            <a:r>
              <a:rPr kumimoji="0" lang="en-US" sz="1100" i="0" u="none" strike="noStrike" kern="0" cap="none" spc="0" normalizeH="0" baseline="0" noProof="0">
                <a:ln>
                  <a:noFill/>
                </a:ln>
                <a:solidFill>
                  <a:srgbClr val="091F2C"/>
                </a:solidFill>
                <a:effectLst/>
                <a:uLnTx/>
                <a:uFillTx/>
                <a:latin typeface="+mn-lt"/>
                <a:ea typeface="+mn-ea"/>
                <a:cs typeface="+mn-cs"/>
              </a:rPr>
              <a:t>Word</a:t>
            </a:r>
          </a:p>
          <a:p>
            <a:pPr marL="0" marR="0" lvl="0" indent="0" algn="ctr" defTabSz="932449" eaLnBrk="1" fontAlgn="auto" latinLnBrk="0" hangingPunct="1">
              <a:spcBef>
                <a:spcPts val="400"/>
              </a:spcBef>
              <a:buClrTx/>
              <a:buSzTx/>
              <a:buFontTx/>
              <a:buNone/>
              <a:tabLst/>
              <a:defRPr/>
            </a:pPr>
            <a:r>
              <a:rPr lang="en-US" sz="1100" kern="0">
                <a:solidFill>
                  <a:srgbClr val="091F2C"/>
                </a:solidFill>
                <a:latin typeface="+mn-lt"/>
              </a:rPr>
              <a:t>PowerPoint</a:t>
            </a:r>
          </a:p>
          <a:p>
            <a:pPr marL="0" marR="0" lvl="0" indent="0" algn="ctr" defTabSz="932449" eaLnBrk="1" fontAlgn="auto" latinLnBrk="0" hangingPunct="1">
              <a:spcBef>
                <a:spcPts val="400"/>
              </a:spcBef>
              <a:buClrTx/>
              <a:buSzTx/>
              <a:buFontTx/>
              <a:buNone/>
              <a:tabLst/>
              <a:defRPr/>
            </a:pPr>
            <a:r>
              <a:rPr kumimoji="0" lang="en-US" sz="1100" i="0" u="none" strike="noStrike" kern="0" cap="none" spc="0" normalizeH="0" baseline="0" noProof="0">
                <a:ln>
                  <a:noFill/>
                </a:ln>
                <a:solidFill>
                  <a:srgbClr val="091F2C"/>
                </a:solidFill>
                <a:effectLst/>
                <a:uLnTx/>
                <a:uFillTx/>
                <a:latin typeface="+mn-lt"/>
                <a:ea typeface="+mn-ea"/>
                <a:cs typeface="+mn-cs"/>
              </a:rPr>
              <a:t>HTML</a:t>
            </a:r>
          </a:p>
          <a:p>
            <a:pPr marL="0" marR="0" lvl="0" indent="0" algn="ctr" defTabSz="932449" eaLnBrk="1" fontAlgn="auto" latinLnBrk="0" hangingPunct="1">
              <a:spcBef>
                <a:spcPts val="400"/>
              </a:spcBef>
              <a:buClrTx/>
              <a:buSzTx/>
              <a:buFontTx/>
              <a:buNone/>
              <a:tabLst/>
              <a:defRPr/>
            </a:pPr>
            <a:r>
              <a:rPr lang="en-US" sz="1100" kern="0">
                <a:solidFill>
                  <a:srgbClr val="091F2C"/>
                </a:solidFill>
                <a:latin typeface="+mn-lt"/>
              </a:rPr>
              <a:t>Images</a:t>
            </a:r>
            <a:endParaRPr kumimoji="0" lang="en-US" sz="1100" i="0" u="none" strike="noStrike" kern="0" cap="none" spc="0" normalizeH="0" baseline="0" noProof="0">
              <a:ln>
                <a:noFill/>
              </a:ln>
              <a:solidFill>
                <a:srgbClr val="091F2C"/>
              </a:solidFill>
              <a:effectLst/>
              <a:uLnTx/>
              <a:uFillTx/>
              <a:latin typeface="+mn-lt"/>
              <a:ea typeface="+mn-ea"/>
              <a:cs typeface="+mn-cs"/>
            </a:endParaRPr>
          </a:p>
        </p:txBody>
      </p:sp>
      <p:cxnSp>
        <p:nvCxnSpPr>
          <p:cNvPr id="40" name="Straight Arrow Connector 39">
            <a:extLst>
              <a:ext uri="{FF2B5EF4-FFF2-40B4-BE49-F238E27FC236}">
                <a16:creationId xmlns:a16="http://schemas.microsoft.com/office/drawing/2014/main" id="{C4BEC97C-0FC1-63E3-1327-D269C05B048F}"/>
              </a:ext>
              <a:ext uri="{C183D7F6-B498-43B3-948B-1728B52AA6E4}">
                <adec:decorative xmlns:adec="http://schemas.microsoft.com/office/drawing/2017/decorative" val="1"/>
              </a:ext>
            </a:extLst>
          </p:cNvPr>
          <p:cNvCxnSpPr>
            <a:cxnSpLocks/>
          </p:cNvCxnSpPr>
          <p:nvPr/>
        </p:nvCxnSpPr>
        <p:spPr>
          <a:xfrm>
            <a:off x="4755781" y="3396762"/>
            <a:ext cx="864000" cy="0"/>
          </a:xfrm>
          <a:prstGeom prst="straightConnector1">
            <a:avLst/>
          </a:prstGeom>
          <a:noFill/>
          <a:ln w="12700" cap="rnd" cmpd="sng" algn="ctr">
            <a:solidFill>
              <a:srgbClr val="7F7F7F"/>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sp>
        <p:nvSpPr>
          <p:cNvPr id="43" name="TextBox 42">
            <a:extLst>
              <a:ext uri="{FF2B5EF4-FFF2-40B4-BE49-F238E27FC236}">
                <a16:creationId xmlns:a16="http://schemas.microsoft.com/office/drawing/2014/main" id="{33DBD48D-D340-E224-F2BD-A3CF2A4C1D03}"/>
              </a:ext>
            </a:extLst>
          </p:cNvPr>
          <p:cNvSpPr txBox="1"/>
          <p:nvPr/>
        </p:nvSpPr>
        <p:spPr>
          <a:xfrm>
            <a:off x="4607420" y="3365723"/>
            <a:ext cx="1156360" cy="1538801"/>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lang="en-US" sz="1200" kern="0" spc="-20">
                <a:solidFill>
                  <a:srgbClr val="091F2C"/>
                </a:solidFill>
              </a:rPr>
              <a:t>Databases</a:t>
            </a:r>
          </a:p>
          <a:p>
            <a:pPr marL="0" marR="0" lvl="0" indent="0" algn="ctr" defTabSz="932449" eaLnBrk="1" fontAlgn="auto" latinLnBrk="0" hangingPunct="1">
              <a:spcBef>
                <a:spcPts val="400"/>
              </a:spcBef>
              <a:buClrTx/>
              <a:buSzTx/>
              <a:buFontTx/>
              <a:buNone/>
              <a:tabLst/>
              <a:defRPr/>
            </a:pPr>
            <a:r>
              <a:rPr lang="en-US" sz="1100" kern="0">
                <a:solidFill>
                  <a:srgbClr val="091F2C"/>
                </a:solidFill>
                <a:latin typeface="+mn-lt"/>
              </a:rPr>
              <a:t>SQL</a:t>
            </a:r>
          </a:p>
          <a:p>
            <a:pPr marL="0" marR="0" lvl="0" indent="0" algn="ctr" defTabSz="932449" eaLnBrk="1" fontAlgn="auto" latinLnBrk="0" hangingPunct="1">
              <a:spcBef>
                <a:spcPts val="400"/>
              </a:spcBef>
              <a:buClrTx/>
              <a:buSzTx/>
              <a:buFontTx/>
              <a:buNone/>
              <a:tabLst/>
              <a:defRPr/>
            </a:pPr>
            <a:r>
              <a:rPr kumimoji="0" lang="en-US" sz="1100" i="0" u="none" strike="noStrike" kern="0" cap="none" spc="0" normalizeH="0" baseline="0" noProof="0">
                <a:ln>
                  <a:noFill/>
                </a:ln>
                <a:solidFill>
                  <a:srgbClr val="091F2C"/>
                </a:solidFill>
                <a:effectLst/>
                <a:uLnTx/>
                <a:uFillTx/>
                <a:latin typeface="+mn-lt"/>
                <a:ea typeface="+mn-ea"/>
                <a:cs typeface="+mn-cs"/>
              </a:rPr>
              <a:t>Cosmos DB</a:t>
            </a:r>
          </a:p>
          <a:p>
            <a:pPr marL="0" marR="0" lvl="0" indent="0" algn="ctr" defTabSz="932449" eaLnBrk="1" fontAlgn="auto" latinLnBrk="0" hangingPunct="1">
              <a:spcBef>
                <a:spcPts val="400"/>
              </a:spcBef>
              <a:buClrTx/>
              <a:buSzTx/>
              <a:buFontTx/>
              <a:buNone/>
              <a:tabLst/>
              <a:defRPr/>
            </a:pPr>
            <a:r>
              <a:rPr lang="en-US" sz="1100" kern="0">
                <a:solidFill>
                  <a:srgbClr val="091F2C"/>
                </a:solidFill>
                <a:latin typeface="+mn-lt"/>
              </a:rPr>
              <a:t>SharePoint</a:t>
            </a:r>
          </a:p>
          <a:p>
            <a:pPr marL="0" marR="0" lvl="0" indent="0" algn="ctr" defTabSz="932449" eaLnBrk="1" fontAlgn="auto" latinLnBrk="0" hangingPunct="1">
              <a:spcBef>
                <a:spcPts val="400"/>
              </a:spcBef>
              <a:buClrTx/>
              <a:buSzTx/>
              <a:buFontTx/>
              <a:buNone/>
              <a:tabLst/>
              <a:defRPr/>
            </a:pPr>
            <a:r>
              <a:rPr kumimoji="0" lang="en-US" sz="1100" i="0" u="none" strike="noStrike" kern="0" cap="none" spc="0" normalizeH="0" baseline="0" noProof="0">
                <a:ln>
                  <a:noFill/>
                </a:ln>
                <a:solidFill>
                  <a:srgbClr val="091F2C"/>
                </a:solidFill>
                <a:effectLst/>
                <a:uLnTx/>
                <a:uFillTx/>
                <a:latin typeface="+mn-lt"/>
                <a:ea typeface="+mn-ea"/>
                <a:cs typeface="+mn-cs"/>
              </a:rPr>
              <a:t>Blob/ADLS</a:t>
            </a:r>
          </a:p>
        </p:txBody>
      </p:sp>
      <p:cxnSp>
        <p:nvCxnSpPr>
          <p:cNvPr id="56" name="Straight Arrow Connector 55">
            <a:extLst>
              <a:ext uri="{FF2B5EF4-FFF2-40B4-BE49-F238E27FC236}">
                <a16:creationId xmlns:a16="http://schemas.microsoft.com/office/drawing/2014/main" id="{4D28A4D0-572E-B133-2C7E-419DE3EF6D3B}"/>
              </a:ext>
              <a:ext uri="{C183D7F6-B498-43B3-948B-1728B52AA6E4}">
                <adec:decorative xmlns:adec="http://schemas.microsoft.com/office/drawing/2017/decorative" val="1"/>
              </a:ext>
            </a:extLst>
          </p:cNvPr>
          <p:cNvCxnSpPr>
            <a:cxnSpLocks/>
          </p:cNvCxnSpPr>
          <p:nvPr/>
        </p:nvCxnSpPr>
        <p:spPr>
          <a:xfrm>
            <a:off x="5694098" y="3110403"/>
            <a:ext cx="324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cxnSp>
        <p:nvCxnSpPr>
          <p:cNvPr id="59" name="Straight Arrow Connector 58" descr="arrow right">
            <a:extLst>
              <a:ext uri="{FF2B5EF4-FFF2-40B4-BE49-F238E27FC236}">
                <a16:creationId xmlns:a16="http://schemas.microsoft.com/office/drawing/2014/main" id="{66415BF4-A3D5-AB9C-1488-DA706F194B79}"/>
              </a:ext>
            </a:extLst>
          </p:cNvPr>
          <p:cNvCxnSpPr>
            <a:cxnSpLocks/>
          </p:cNvCxnSpPr>
          <p:nvPr/>
        </p:nvCxnSpPr>
        <p:spPr>
          <a:xfrm>
            <a:off x="5694098" y="3698625"/>
            <a:ext cx="324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sp>
        <p:nvSpPr>
          <p:cNvPr id="94" name="TextBox 93">
            <a:extLst>
              <a:ext uri="{FF2B5EF4-FFF2-40B4-BE49-F238E27FC236}">
                <a16:creationId xmlns:a16="http://schemas.microsoft.com/office/drawing/2014/main" id="{3E1CE163-2D21-50E7-5660-95E225BF9AD5}"/>
              </a:ext>
            </a:extLst>
          </p:cNvPr>
          <p:cNvSpPr txBox="1">
            <a:spLocks/>
          </p:cNvSpPr>
          <p:nvPr/>
        </p:nvSpPr>
        <p:spPr>
          <a:xfrm>
            <a:off x="7301733" y="1900520"/>
            <a:ext cx="1938132" cy="300749"/>
          </a:xfrm>
          <a:prstGeom prst="roundRect">
            <a:avLst>
              <a:gd name="adj" fmla="val 0"/>
            </a:avLst>
          </a:prstGeom>
          <a:noFill/>
        </p:spPr>
        <p:txBody>
          <a:bodyPr wrap="none" lIns="108000" tIns="18000" rIns="108000" bIns="36000" rtlCol="0" anchor="ctr" anchorCtr="0">
            <a:spAutoFit/>
          </a:bodyPr>
          <a:lstStyle>
            <a:defPPr>
              <a:defRPr lang="en-US"/>
            </a:defPPr>
            <a:lvl1pPr algn="ctr" fontAlgn="base">
              <a:spcBef>
                <a:spcPct val="0"/>
              </a:spcBef>
              <a:spcAft>
                <a:spcPct val="0"/>
              </a:spcAft>
              <a:defRPr sz="1600" kern="0">
                <a:ln w="3175">
                  <a:noFill/>
                </a:ln>
                <a:gradFill>
                  <a:gsLst>
                    <a:gs pos="53147">
                      <a:srgbClr val="091F2C"/>
                    </a:gs>
                    <a:gs pos="28000">
                      <a:srgbClr val="091F2C"/>
                    </a:gs>
                  </a:gsLst>
                  <a:path path="circle">
                    <a:fillToRect l="100000" b="100000"/>
                  </a:path>
                </a:gradFill>
                <a:latin typeface="+mj-lt"/>
                <a:cs typeface="Segoe Sans Text" pitchFamily="2" charset="0"/>
              </a:defRPr>
            </a:lvl1pPr>
          </a:lstStyle>
          <a:p>
            <a:r>
              <a:rPr lang="en-US">
                <a:solidFill>
                  <a:schemeClr val="tx1"/>
                </a:solidFill>
              </a:rPr>
              <a:t>Knowledge source</a:t>
            </a:r>
          </a:p>
        </p:txBody>
      </p:sp>
      <p:sp>
        <p:nvSpPr>
          <p:cNvPr id="140" name="Rounded Rectangle 14">
            <a:extLst>
              <a:ext uri="{FF2B5EF4-FFF2-40B4-BE49-F238E27FC236}">
                <a16:creationId xmlns:a16="http://schemas.microsoft.com/office/drawing/2014/main" id="{FA7302E2-4DF6-9136-EB28-A41FF2F78DBE}"/>
              </a:ext>
              <a:ext uri="{C183D7F6-B498-43B3-948B-1728B52AA6E4}">
                <adec:decorative xmlns:adec="http://schemas.microsoft.com/office/drawing/2017/decorative" val="1"/>
              </a:ext>
            </a:extLst>
          </p:cNvPr>
          <p:cNvSpPr>
            <a:spLocks/>
          </p:cNvSpPr>
          <p:nvPr/>
        </p:nvSpPr>
        <p:spPr bwMode="auto">
          <a:xfrm>
            <a:off x="6069676" y="2410440"/>
            <a:ext cx="4445924" cy="2364617"/>
          </a:xfrm>
          <a:prstGeom prst="roundRect">
            <a:avLst>
              <a:gd name="adj" fmla="val 5687"/>
            </a:avLst>
          </a:prstGeom>
          <a:noFill/>
          <a:ln w="12700" cap="rnd" cmpd="sng" algn="ctr">
            <a:solidFill>
              <a:srgbClr val="8F87A3">
                <a:alpha val="20000"/>
              </a:srgbClr>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UI Variable Text" pitchFamily="2" charset="0"/>
              <a:ea typeface="+mn-ea"/>
              <a:cs typeface="Segoe UI" panose="020B0502040204020203" pitchFamily="34" charset="0"/>
            </a:endParaRPr>
          </a:p>
        </p:txBody>
      </p:sp>
      <p:cxnSp>
        <p:nvCxnSpPr>
          <p:cNvPr id="24" name="Straight Connector 23">
            <a:extLst>
              <a:ext uri="{FF2B5EF4-FFF2-40B4-BE49-F238E27FC236}">
                <a16:creationId xmlns:a16="http://schemas.microsoft.com/office/drawing/2014/main" id="{1AC9A7CF-071A-076C-9D03-5880F5FFB7F8}"/>
              </a:ext>
              <a:ext uri="{C183D7F6-B498-43B3-948B-1728B52AA6E4}">
                <adec:decorative xmlns:adec="http://schemas.microsoft.com/office/drawing/2017/decorative" val="1"/>
              </a:ext>
            </a:extLst>
          </p:cNvPr>
          <p:cNvCxnSpPr/>
          <p:nvPr/>
        </p:nvCxnSpPr>
        <p:spPr>
          <a:xfrm>
            <a:off x="6958861" y="2410440"/>
            <a:ext cx="0" cy="2365200"/>
          </a:xfrm>
          <a:prstGeom prst="line">
            <a:avLst/>
          </a:prstGeom>
          <a:noFill/>
          <a:ln w="12700" cap="rnd" cmpd="sng" algn="ctr">
            <a:solidFill>
              <a:srgbClr val="8F87A3">
                <a:alpha val="20000"/>
              </a:srgbClr>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cxnSp>
        <p:nvCxnSpPr>
          <p:cNvPr id="25" name="Straight Connector 24">
            <a:extLst>
              <a:ext uri="{FF2B5EF4-FFF2-40B4-BE49-F238E27FC236}">
                <a16:creationId xmlns:a16="http://schemas.microsoft.com/office/drawing/2014/main" id="{B021D60B-DDE8-8473-2A2E-5AFCF7AF6865}"/>
              </a:ext>
              <a:ext uri="{C183D7F6-B498-43B3-948B-1728B52AA6E4}">
                <adec:decorative xmlns:adec="http://schemas.microsoft.com/office/drawing/2017/decorative" val="1"/>
              </a:ext>
            </a:extLst>
          </p:cNvPr>
          <p:cNvCxnSpPr/>
          <p:nvPr/>
        </p:nvCxnSpPr>
        <p:spPr>
          <a:xfrm>
            <a:off x="7848046" y="2410440"/>
            <a:ext cx="0" cy="2365200"/>
          </a:xfrm>
          <a:prstGeom prst="line">
            <a:avLst/>
          </a:prstGeom>
          <a:noFill/>
          <a:ln w="12700" cap="rnd" cmpd="sng" algn="ctr">
            <a:solidFill>
              <a:srgbClr val="8F87A3">
                <a:alpha val="20000"/>
              </a:srgbClr>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cxnSp>
        <p:nvCxnSpPr>
          <p:cNvPr id="26" name="Straight Connector 25">
            <a:extLst>
              <a:ext uri="{FF2B5EF4-FFF2-40B4-BE49-F238E27FC236}">
                <a16:creationId xmlns:a16="http://schemas.microsoft.com/office/drawing/2014/main" id="{30D2AE99-D09C-33BB-6CB3-D782849A2A5C}"/>
              </a:ext>
              <a:ext uri="{C183D7F6-B498-43B3-948B-1728B52AA6E4}">
                <adec:decorative xmlns:adec="http://schemas.microsoft.com/office/drawing/2017/decorative" val="1"/>
              </a:ext>
            </a:extLst>
          </p:cNvPr>
          <p:cNvCxnSpPr/>
          <p:nvPr/>
        </p:nvCxnSpPr>
        <p:spPr>
          <a:xfrm>
            <a:off x="8737231" y="2410440"/>
            <a:ext cx="0" cy="2365200"/>
          </a:xfrm>
          <a:prstGeom prst="line">
            <a:avLst/>
          </a:prstGeom>
          <a:noFill/>
          <a:ln w="12700" cap="rnd" cmpd="sng" algn="ctr">
            <a:solidFill>
              <a:srgbClr val="8F87A3">
                <a:alpha val="20000"/>
              </a:srgbClr>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cxnSp>
        <p:nvCxnSpPr>
          <p:cNvPr id="27" name="Straight Connector 26">
            <a:extLst>
              <a:ext uri="{FF2B5EF4-FFF2-40B4-BE49-F238E27FC236}">
                <a16:creationId xmlns:a16="http://schemas.microsoft.com/office/drawing/2014/main" id="{CF3C23B3-08B0-69A2-78FA-B3AF995ED8CC}"/>
              </a:ext>
              <a:ext uri="{C183D7F6-B498-43B3-948B-1728B52AA6E4}">
                <adec:decorative xmlns:adec="http://schemas.microsoft.com/office/drawing/2017/decorative" val="1"/>
              </a:ext>
            </a:extLst>
          </p:cNvPr>
          <p:cNvCxnSpPr/>
          <p:nvPr/>
        </p:nvCxnSpPr>
        <p:spPr>
          <a:xfrm>
            <a:off x="9626416" y="2410440"/>
            <a:ext cx="0" cy="2365200"/>
          </a:xfrm>
          <a:prstGeom prst="line">
            <a:avLst/>
          </a:prstGeom>
          <a:noFill/>
          <a:ln w="12700" cap="rnd" cmpd="sng" algn="ctr">
            <a:solidFill>
              <a:srgbClr val="8F87A3">
                <a:alpha val="20000"/>
              </a:srgbClr>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sp>
        <p:nvSpPr>
          <p:cNvPr id="7" name="Oval 6">
            <a:extLst>
              <a:ext uri="{FF2B5EF4-FFF2-40B4-BE49-F238E27FC236}">
                <a16:creationId xmlns:a16="http://schemas.microsoft.com/office/drawing/2014/main" id="{9588A0B3-1629-8ED1-2048-0A88BFF742E7}"/>
              </a:ext>
              <a:ext uri="{C183D7F6-B498-43B3-948B-1728B52AA6E4}">
                <adec:decorative xmlns:adec="http://schemas.microsoft.com/office/drawing/2017/decorative" val="1"/>
              </a:ext>
            </a:extLst>
          </p:cNvPr>
          <p:cNvSpPr>
            <a:spLocks noChangeAspect="1"/>
          </p:cNvSpPr>
          <p:nvPr/>
        </p:nvSpPr>
        <p:spPr>
          <a:xfrm>
            <a:off x="6282658" y="2956122"/>
            <a:ext cx="481385" cy="481385"/>
          </a:xfrm>
          <a:prstGeom prst="ellipse">
            <a:avLst/>
          </a:pr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CA"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133" name="Graphic 249">
            <a:extLst>
              <a:ext uri="{FF2B5EF4-FFF2-40B4-BE49-F238E27FC236}">
                <a16:creationId xmlns:a16="http://schemas.microsoft.com/office/drawing/2014/main" id="{ADB82CF8-4137-2555-EB7E-C80762DBA41C}"/>
              </a:ext>
              <a:ext uri="{C183D7F6-B498-43B3-948B-1728B52AA6E4}">
                <adec:decorative xmlns:adec="http://schemas.microsoft.com/office/drawing/2017/decorative" val="1"/>
              </a:ext>
            </a:extLst>
          </p:cNvPr>
          <p:cNvSpPr>
            <a:spLocks noChangeAspect="1"/>
          </p:cNvSpPr>
          <p:nvPr/>
        </p:nvSpPr>
        <p:spPr>
          <a:xfrm>
            <a:off x="6420176" y="3077767"/>
            <a:ext cx="206349" cy="238095"/>
          </a:xfrm>
          <a:custGeom>
            <a:avLst/>
            <a:gdLst>
              <a:gd name="connsiteX0" fmla="*/ 11430 w 297180"/>
              <a:gd name="connsiteY0" fmla="*/ 0 h 342900"/>
              <a:gd name="connsiteX1" fmla="*/ 22860 w 297180"/>
              <a:gd name="connsiteY1" fmla="*/ 11430 h 342900"/>
              <a:gd name="connsiteX2" fmla="*/ 171450 w 297180"/>
              <a:gd name="connsiteY2" fmla="*/ 160020 h 342900"/>
              <a:gd name="connsiteX3" fmla="*/ 189576 w 297180"/>
              <a:gd name="connsiteY3" fmla="*/ 160020 h 342900"/>
              <a:gd name="connsiteX4" fmla="*/ 163367 w 297180"/>
              <a:gd name="connsiteY4" fmla="*/ 133812 h 342900"/>
              <a:gd name="connsiteX5" fmla="*/ 163367 w 297180"/>
              <a:gd name="connsiteY5" fmla="*/ 117648 h 342900"/>
              <a:gd name="connsiteX6" fmla="*/ 179533 w 297180"/>
              <a:gd name="connsiteY6" fmla="*/ 117648 h 342900"/>
              <a:gd name="connsiteX7" fmla="*/ 225253 w 297180"/>
              <a:gd name="connsiteY7" fmla="*/ 163368 h 342900"/>
              <a:gd name="connsiteX8" fmla="*/ 225253 w 297180"/>
              <a:gd name="connsiteY8" fmla="*/ 179532 h 342900"/>
              <a:gd name="connsiteX9" fmla="*/ 179533 w 297180"/>
              <a:gd name="connsiteY9" fmla="*/ 225253 h 342900"/>
              <a:gd name="connsiteX10" fmla="*/ 163367 w 297180"/>
              <a:gd name="connsiteY10" fmla="*/ 225253 h 342900"/>
              <a:gd name="connsiteX11" fmla="*/ 163367 w 297180"/>
              <a:gd name="connsiteY11" fmla="*/ 209087 h 342900"/>
              <a:gd name="connsiteX12" fmla="*/ 189576 w 297180"/>
              <a:gd name="connsiteY12" fmla="*/ 182880 h 342900"/>
              <a:gd name="connsiteX13" fmla="*/ 171450 w 297180"/>
              <a:gd name="connsiteY13" fmla="*/ 182880 h 342900"/>
              <a:gd name="connsiteX14" fmla="*/ 22860 w 297180"/>
              <a:gd name="connsiteY14" fmla="*/ 331470 h 342900"/>
              <a:gd name="connsiteX15" fmla="*/ 11430 w 297180"/>
              <a:gd name="connsiteY15" fmla="*/ 342900 h 342900"/>
              <a:gd name="connsiteX16" fmla="*/ 0 w 297180"/>
              <a:gd name="connsiteY16" fmla="*/ 331470 h 342900"/>
              <a:gd name="connsiteX17" fmla="*/ 109204 w 297180"/>
              <a:gd name="connsiteY17" fmla="*/ 171450 h 342900"/>
              <a:gd name="connsiteX18" fmla="*/ 0 w 297180"/>
              <a:gd name="connsiteY18" fmla="*/ 11430 h 342900"/>
              <a:gd name="connsiteX19" fmla="*/ 11430 w 297180"/>
              <a:gd name="connsiteY19" fmla="*/ 0 h 342900"/>
              <a:gd name="connsiteX20" fmla="*/ 137885 w 297180"/>
              <a:gd name="connsiteY20" fmla="*/ 210143 h 342900"/>
              <a:gd name="connsiteX21" fmla="*/ 68580 w 297180"/>
              <a:gd name="connsiteY21" fmla="*/ 258517 h 342900"/>
              <a:gd name="connsiteX22" fmla="*/ 68580 w 297180"/>
              <a:gd name="connsiteY22" fmla="*/ 274320 h 342900"/>
              <a:gd name="connsiteX23" fmla="*/ 114300 w 297180"/>
              <a:gd name="connsiteY23" fmla="*/ 320040 h 342900"/>
              <a:gd name="connsiteX24" fmla="*/ 251460 w 297180"/>
              <a:gd name="connsiteY24" fmla="*/ 320040 h 342900"/>
              <a:gd name="connsiteX25" fmla="*/ 297180 w 297180"/>
              <a:gd name="connsiteY25" fmla="*/ 274320 h 342900"/>
              <a:gd name="connsiteX26" fmla="*/ 297180 w 297180"/>
              <a:gd name="connsiteY26" fmla="*/ 68580 h 342900"/>
              <a:gd name="connsiteX27" fmla="*/ 251460 w 297180"/>
              <a:gd name="connsiteY27" fmla="*/ 22860 h 342900"/>
              <a:gd name="connsiteX28" fmla="*/ 114300 w 297180"/>
              <a:gd name="connsiteY28" fmla="*/ 22860 h 342900"/>
              <a:gd name="connsiteX29" fmla="*/ 68580 w 297180"/>
              <a:gd name="connsiteY29" fmla="*/ 68580 h 342900"/>
              <a:gd name="connsiteX30" fmla="*/ 68580 w 297180"/>
              <a:gd name="connsiteY30" fmla="*/ 84382 h 342900"/>
              <a:gd name="connsiteX31" fmla="*/ 137885 w 297180"/>
              <a:gd name="connsiteY31" fmla="*/ 132757 h 342900"/>
              <a:gd name="connsiteX32" fmla="*/ 147202 w 297180"/>
              <a:gd name="connsiteY32" fmla="*/ 101483 h 342900"/>
              <a:gd name="connsiteX33" fmla="*/ 195698 w 297180"/>
              <a:gd name="connsiteY33" fmla="*/ 101483 h 342900"/>
              <a:gd name="connsiteX34" fmla="*/ 241418 w 297180"/>
              <a:gd name="connsiteY34" fmla="*/ 147203 h 342900"/>
              <a:gd name="connsiteX35" fmla="*/ 241418 w 297180"/>
              <a:gd name="connsiteY35" fmla="*/ 195698 h 342900"/>
              <a:gd name="connsiteX36" fmla="*/ 195698 w 297180"/>
              <a:gd name="connsiteY36" fmla="*/ 241418 h 342900"/>
              <a:gd name="connsiteX37" fmla="*/ 147202 w 297180"/>
              <a:gd name="connsiteY37" fmla="*/ 241418 h 342900"/>
              <a:gd name="connsiteX38" fmla="*/ 137885 w 297180"/>
              <a:gd name="connsiteY38" fmla="*/ 21014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97180" h="342900">
                <a:moveTo>
                  <a:pt x="11430" y="0"/>
                </a:moveTo>
                <a:cubicBezTo>
                  <a:pt x="17743" y="0"/>
                  <a:pt x="22860" y="5117"/>
                  <a:pt x="22860" y="11430"/>
                </a:cubicBezTo>
                <a:cubicBezTo>
                  <a:pt x="22860" y="94271"/>
                  <a:pt x="88609" y="160020"/>
                  <a:pt x="171450" y="160020"/>
                </a:cubicBezTo>
                <a:lnTo>
                  <a:pt x="189576" y="160020"/>
                </a:lnTo>
                <a:lnTo>
                  <a:pt x="163367" y="133812"/>
                </a:lnTo>
                <a:cubicBezTo>
                  <a:pt x="158904" y="129349"/>
                  <a:pt x="158904" y="122111"/>
                  <a:pt x="163367" y="117648"/>
                </a:cubicBezTo>
                <a:cubicBezTo>
                  <a:pt x="167831" y="113184"/>
                  <a:pt x="175069" y="113184"/>
                  <a:pt x="179533" y="117648"/>
                </a:cubicBezTo>
                <a:lnTo>
                  <a:pt x="225253" y="163368"/>
                </a:lnTo>
                <a:cubicBezTo>
                  <a:pt x="229716" y="167832"/>
                  <a:pt x="229716" y="175069"/>
                  <a:pt x="225253" y="179532"/>
                </a:cubicBezTo>
                <a:lnTo>
                  <a:pt x="179533" y="225253"/>
                </a:lnTo>
                <a:cubicBezTo>
                  <a:pt x="175069" y="229716"/>
                  <a:pt x="167831" y="229716"/>
                  <a:pt x="163367" y="225253"/>
                </a:cubicBezTo>
                <a:cubicBezTo>
                  <a:pt x="158904" y="220789"/>
                  <a:pt x="158904" y="213551"/>
                  <a:pt x="163367" y="209087"/>
                </a:cubicBezTo>
                <a:lnTo>
                  <a:pt x="189576" y="182880"/>
                </a:lnTo>
                <a:lnTo>
                  <a:pt x="171450" y="182880"/>
                </a:lnTo>
                <a:cubicBezTo>
                  <a:pt x="88609" y="182880"/>
                  <a:pt x="22860" y="248628"/>
                  <a:pt x="22860" y="331470"/>
                </a:cubicBezTo>
                <a:cubicBezTo>
                  <a:pt x="22860" y="337782"/>
                  <a:pt x="17743" y="342900"/>
                  <a:pt x="11430" y="342900"/>
                </a:cubicBezTo>
                <a:cubicBezTo>
                  <a:pt x="5117" y="342900"/>
                  <a:pt x="0" y="337782"/>
                  <a:pt x="0" y="331470"/>
                </a:cubicBezTo>
                <a:cubicBezTo>
                  <a:pt x="0" y="258019"/>
                  <a:pt x="44979" y="196102"/>
                  <a:pt x="109204" y="171450"/>
                </a:cubicBezTo>
                <a:cubicBezTo>
                  <a:pt x="44979" y="146798"/>
                  <a:pt x="0" y="84881"/>
                  <a:pt x="0" y="11430"/>
                </a:cubicBezTo>
                <a:cubicBezTo>
                  <a:pt x="0" y="5117"/>
                  <a:pt x="5117" y="0"/>
                  <a:pt x="11430" y="0"/>
                </a:cubicBezTo>
                <a:close/>
                <a:moveTo>
                  <a:pt x="137885" y="210143"/>
                </a:moveTo>
                <a:cubicBezTo>
                  <a:pt x="109346" y="217835"/>
                  <a:pt x="85050" y="235154"/>
                  <a:pt x="68580" y="258517"/>
                </a:cubicBezTo>
                <a:lnTo>
                  <a:pt x="68580" y="274320"/>
                </a:lnTo>
                <a:cubicBezTo>
                  <a:pt x="68580" y="299571"/>
                  <a:pt x="89050" y="320040"/>
                  <a:pt x="114300" y="320040"/>
                </a:cubicBezTo>
                <a:lnTo>
                  <a:pt x="251460" y="320040"/>
                </a:lnTo>
                <a:cubicBezTo>
                  <a:pt x="276711" y="320040"/>
                  <a:pt x="297180" y="299571"/>
                  <a:pt x="297180" y="274320"/>
                </a:cubicBezTo>
                <a:lnTo>
                  <a:pt x="297180" y="68580"/>
                </a:lnTo>
                <a:cubicBezTo>
                  <a:pt x="297180" y="43330"/>
                  <a:pt x="276711" y="22860"/>
                  <a:pt x="251460" y="22860"/>
                </a:cubicBezTo>
                <a:lnTo>
                  <a:pt x="114300" y="22860"/>
                </a:lnTo>
                <a:cubicBezTo>
                  <a:pt x="89050" y="22860"/>
                  <a:pt x="68580" y="43330"/>
                  <a:pt x="68580" y="68580"/>
                </a:cubicBezTo>
                <a:lnTo>
                  <a:pt x="68580" y="84382"/>
                </a:lnTo>
                <a:cubicBezTo>
                  <a:pt x="85050" y="107746"/>
                  <a:pt x="109346" y="125065"/>
                  <a:pt x="137885" y="132757"/>
                </a:cubicBezTo>
                <a:cubicBezTo>
                  <a:pt x="135604" y="121816"/>
                  <a:pt x="138710" y="109976"/>
                  <a:pt x="147202" y="101483"/>
                </a:cubicBezTo>
                <a:cubicBezTo>
                  <a:pt x="160594" y="88092"/>
                  <a:pt x="182306" y="88092"/>
                  <a:pt x="195698" y="101483"/>
                </a:cubicBezTo>
                <a:lnTo>
                  <a:pt x="241418" y="147203"/>
                </a:lnTo>
                <a:cubicBezTo>
                  <a:pt x="254807" y="160594"/>
                  <a:pt x="254807" y="182306"/>
                  <a:pt x="241418" y="195698"/>
                </a:cubicBezTo>
                <a:lnTo>
                  <a:pt x="195698" y="241418"/>
                </a:lnTo>
                <a:cubicBezTo>
                  <a:pt x="182306" y="254807"/>
                  <a:pt x="160594" y="254807"/>
                  <a:pt x="147202" y="241418"/>
                </a:cubicBezTo>
                <a:cubicBezTo>
                  <a:pt x="138710" y="232923"/>
                  <a:pt x="135604" y="221084"/>
                  <a:pt x="137885" y="210143"/>
                </a:cubicBezTo>
                <a:close/>
              </a:path>
            </a:pathLst>
          </a:custGeom>
          <a:solidFill>
            <a:srgbClr val="091F2C"/>
          </a:solid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gradFill flip="none" rotWithShape="1">
                <a:gsLst>
                  <a:gs pos="1629">
                    <a:srgbClr val="2F2F2F"/>
                  </a:gs>
                  <a:gs pos="39000">
                    <a:srgbClr val="2F2F2F"/>
                  </a:gs>
                </a:gsLst>
                <a:lin ang="2700000" scaled="1"/>
                <a:tileRect/>
              </a:gradFill>
              <a:effectLst/>
              <a:uLnTx/>
              <a:uFillTx/>
              <a:latin typeface="Segoe UI Variable Text Semibold" pitchFamily="2" charset="0"/>
            </a:endParaRPr>
          </a:p>
        </p:txBody>
      </p:sp>
      <p:sp>
        <p:nvSpPr>
          <p:cNvPr id="106" name="TextBox 105">
            <a:extLst>
              <a:ext uri="{FF2B5EF4-FFF2-40B4-BE49-F238E27FC236}">
                <a16:creationId xmlns:a16="http://schemas.microsoft.com/office/drawing/2014/main" id="{3CD44E76-7B63-C6F4-DE75-A0AA66C65FCD}"/>
              </a:ext>
            </a:extLst>
          </p:cNvPr>
          <p:cNvSpPr txBox="1"/>
          <p:nvPr/>
        </p:nvSpPr>
        <p:spPr>
          <a:xfrm>
            <a:off x="6089580" y="3559683"/>
            <a:ext cx="864000" cy="805349"/>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kumimoji="0" lang="en-US" sz="1400" i="0" u="none" strike="noStrike" kern="0" cap="none" spc="0" normalizeH="0" baseline="0" noProof="0">
                <a:ln>
                  <a:noFill/>
                </a:ln>
                <a:solidFill>
                  <a:srgbClr val="5230AC"/>
                </a:solidFill>
                <a:effectLst/>
                <a:uLnTx/>
                <a:uFillTx/>
                <a:ea typeface="+mn-ea"/>
                <a:cs typeface="+mn-cs"/>
              </a:rPr>
              <a:t>Ingest</a:t>
            </a:r>
            <a:endParaRPr kumimoji="0" lang="en-US" sz="1600" i="0" u="none" strike="noStrike" kern="0" cap="none" spc="0" normalizeH="0" baseline="0" noProof="0">
              <a:ln>
                <a:noFill/>
              </a:ln>
              <a:solidFill>
                <a:srgbClr val="5230AC"/>
              </a:solidFill>
              <a:effectLst/>
              <a:uLnTx/>
              <a:uFillTx/>
              <a:ea typeface="+mn-ea"/>
              <a:cs typeface="+mn-cs"/>
            </a:endParaRPr>
          </a:p>
          <a:p>
            <a:pPr marL="0" marR="0" lvl="0" indent="0" algn="ctr" defTabSz="932449" eaLnBrk="1" fontAlgn="auto" latinLnBrk="0" hangingPunct="1">
              <a:spcBef>
                <a:spcPts val="400"/>
              </a:spcBef>
              <a:buClrTx/>
              <a:buSzTx/>
              <a:buFontTx/>
              <a:buNone/>
              <a:tabLst/>
              <a:defRPr/>
            </a:pPr>
            <a:r>
              <a:rPr lang="en-US" sz="1100" kern="0">
                <a:solidFill>
                  <a:srgbClr val="091F2C"/>
                </a:solidFill>
                <a:latin typeface="+mn-lt"/>
              </a:rPr>
              <a:t>Pull data from your sources</a:t>
            </a:r>
            <a:endParaRPr kumimoji="0" lang="en-US" sz="1100" i="0" u="none" strike="noStrike" kern="0" cap="none" spc="0" normalizeH="0" baseline="0" noProof="0">
              <a:ln>
                <a:noFill/>
              </a:ln>
              <a:solidFill>
                <a:srgbClr val="091F2C"/>
              </a:solidFill>
              <a:effectLst/>
              <a:uLnTx/>
              <a:uFillTx/>
              <a:latin typeface="+mn-lt"/>
              <a:ea typeface="+mn-ea"/>
              <a:cs typeface="+mn-cs"/>
            </a:endParaRPr>
          </a:p>
        </p:txBody>
      </p:sp>
      <p:cxnSp>
        <p:nvCxnSpPr>
          <p:cNvPr id="60" name="Straight Arrow Connector 59" descr="arrow right">
            <a:extLst>
              <a:ext uri="{FF2B5EF4-FFF2-40B4-BE49-F238E27FC236}">
                <a16:creationId xmlns:a16="http://schemas.microsoft.com/office/drawing/2014/main" id="{0245F2F0-AB35-DDC8-557F-705E04D41348}"/>
              </a:ext>
            </a:extLst>
          </p:cNvPr>
          <p:cNvCxnSpPr>
            <a:cxnSpLocks/>
          </p:cNvCxnSpPr>
          <p:nvPr/>
        </p:nvCxnSpPr>
        <p:spPr>
          <a:xfrm>
            <a:off x="6825956" y="3178860"/>
            <a:ext cx="288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sp>
        <p:nvSpPr>
          <p:cNvPr id="8" name="Oval 7">
            <a:extLst>
              <a:ext uri="{FF2B5EF4-FFF2-40B4-BE49-F238E27FC236}">
                <a16:creationId xmlns:a16="http://schemas.microsoft.com/office/drawing/2014/main" id="{5242E3FB-AA93-1CEE-5DD5-A187940FF605}"/>
              </a:ext>
              <a:ext uri="{C183D7F6-B498-43B3-948B-1728B52AA6E4}">
                <adec:decorative xmlns:adec="http://schemas.microsoft.com/office/drawing/2017/decorative" val="1"/>
              </a:ext>
            </a:extLst>
          </p:cNvPr>
          <p:cNvSpPr>
            <a:spLocks noChangeAspect="1"/>
          </p:cNvSpPr>
          <p:nvPr/>
        </p:nvSpPr>
        <p:spPr>
          <a:xfrm>
            <a:off x="7175561" y="2956122"/>
            <a:ext cx="481385" cy="481385"/>
          </a:xfrm>
          <a:prstGeom prst="ellipse">
            <a:avLst/>
          </a:pr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CA"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122" name="Graphic 36">
            <a:extLst>
              <a:ext uri="{FF2B5EF4-FFF2-40B4-BE49-F238E27FC236}">
                <a16:creationId xmlns:a16="http://schemas.microsoft.com/office/drawing/2014/main" id="{38392237-01A2-CA82-A6D1-102AAC6239D8}"/>
              </a:ext>
              <a:ext uri="{C183D7F6-B498-43B3-948B-1728B52AA6E4}">
                <adec:decorative xmlns:adec="http://schemas.microsoft.com/office/drawing/2017/decorative" val="1"/>
              </a:ext>
            </a:extLst>
          </p:cNvPr>
          <p:cNvSpPr>
            <a:spLocks noChangeAspect="1"/>
          </p:cNvSpPr>
          <p:nvPr/>
        </p:nvSpPr>
        <p:spPr>
          <a:xfrm>
            <a:off x="7309978" y="3090528"/>
            <a:ext cx="212552" cy="212574"/>
          </a:xfrm>
          <a:custGeom>
            <a:avLst/>
            <a:gdLst>
              <a:gd name="connsiteX0" fmla="*/ 16765 w 447063"/>
              <a:gd name="connsiteY0" fmla="*/ 290591 h 447108"/>
              <a:gd name="connsiteX1" fmla="*/ 33373 w 447063"/>
              <a:gd name="connsiteY1" fmla="*/ 305076 h 447108"/>
              <a:gd name="connsiteX2" fmla="*/ 33530 w 447063"/>
              <a:gd name="connsiteY2" fmla="*/ 307356 h 447108"/>
              <a:gd name="connsiteX3" fmla="*/ 33530 w 447063"/>
              <a:gd name="connsiteY3" fmla="*/ 385637 h 447108"/>
              <a:gd name="connsiteX4" fmla="*/ 33686 w 447063"/>
              <a:gd name="connsiteY4" fmla="*/ 388498 h 447108"/>
              <a:gd name="connsiteX5" fmla="*/ 58610 w 447063"/>
              <a:gd name="connsiteY5" fmla="*/ 413444 h 447108"/>
              <a:gd name="connsiteX6" fmla="*/ 61471 w 447063"/>
              <a:gd name="connsiteY6" fmla="*/ 413578 h 447108"/>
              <a:gd name="connsiteX7" fmla="*/ 139707 w 447063"/>
              <a:gd name="connsiteY7" fmla="*/ 413578 h 447108"/>
              <a:gd name="connsiteX8" fmla="*/ 141987 w 447063"/>
              <a:gd name="connsiteY8" fmla="*/ 413735 h 447108"/>
              <a:gd name="connsiteX9" fmla="*/ 156311 w 447063"/>
              <a:gd name="connsiteY9" fmla="*/ 432628 h 447108"/>
              <a:gd name="connsiteX10" fmla="*/ 141987 w 447063"/>
              <a:gd name="connsiteY10" fmla="*/ 446952 h 447108"/>
              <a:gd name="connsiteX11" fmla="*/ 139707 w 447063"/>
              <a:gd name="connsiteY11" fmla="*/ 447108 h 447108"/>
              <a:gd name="connsiteX12" fmla="*/ 61471 w 447063"/>
              <a:gd name="connsiteY12" fmla="*/ 447108 h 447108"/>
              <a:gd name="connsiteX13" fmla="*/ 57738 w 447063"/>
              <a:gd name="connsiteY13" fmla="*/ 446996 h 447108"/>
              <a:gd name="connsiteX14" fmla="*/ 112 w 447063"/>
              <a:gd name="connsiteY14" fmla="*/ 389549 h 447108"/>
              <a:gd name="connsiteX15" fmla="*/ 0 w 447063"/>
              <a:gd name="connsiteY15" fmla="*/ 385637 h 447108"/>
              <a:gd name="connsiteX16" fmla="*/ 0 w 447063"/>
              <a:gd name="connsiteY16" fmla="*/ 307356 h 447108"/>
              <a:gd name="connsiteX17" fmla="*/ 156 w 447063"/>
              <a:gd name="connsiteY17" fmla="*/ 305076 h 447108"/>
              <a:gd name="connsiteX18" fmla="*/ 16765 w 447063"/>
              <a:gd name="connsiteY18" fmla="*/ 290591 h 447108"/>
              <a:gd name="connsiteX19" fmla="*/ 430298 w 447063"/>
              <a:gd name="connsiteY19" fmla="*/ 290591 h 447108"/>
              <a:gd name="connsiteX20" fmla="*/ 446907 w 447063"/>
              <a:gd name="connsiteY20" fmla="*/ 305076 h 447108"/>
              <a:gd name="connsiteX21" fmla="*/ 447063 w 447063"/>
              <a:gd name="connsiteY21" fmla="*/ 307356 h 447108"/>
              <a:gd name="connsiteX22" fmla="*/ 447063 w 447063"/>
              <a:gd name="connsiteY22" fmla="*/ 385637 h 447108"/>
              <a:gd name="connsiteX23" fmla="*/ 389347 w 447063"/>
              <a:gd name="connsiteY23" fmla="*/ 446996 h 447108"/>
              <a:gd name="connsiteX24" fmla="*/ 385592 w 447063"/>
              <a:gd name="connsiteY24" fmla="*/ 447108 h 447108"/>
              <a:gd name="connsiteX25" fmla="*/ 307356 w 447063"/>
              <a:gd name="connsiteY25" fmla="*/ 447108 h 447108"/>
              <a:gd name="connsiteX26" fmla="*/ 290596 w 447063"/>
              <a:gd name="connsiteY26" fmla="*/ 430339 h 447108"/>
              <a:gd name="connsiteX27" fmla="*/ 305076 w 447063"/>
              <a:gd name="connsiteY27" fmla="*/ 413735 h 447108"/>
              <a:gd name="connsiteX28" fmla="*/ 307356 w 447063"/>
              <a:gd name="connsiteY28" fmla="*/ 413578 h 447108"/>
              <a:gd name="connsiteX29" fmla="*/ 385592 w 447063"/>
              <a:gd name="connsiteY29" fmla="*/ 413578 h 447108"/>
              <a:gd name="connsiteX30" fmla="*/ 413399 w 447063"/>
              <a:gd name="connsiteY30" fmla="*/ 388498 h 447108"/>
              <a:gd name="connsiteX31" fmla="*/ 413534 w 447063"/>
              <a:gd name="connsiteY31" fmla="*/ 385637 h 447108"/>
              <a:gd name="connsiteX32" fmla="*/ 413534 w 447063"/>
              <a:gd name="connsiteY32" fmla="*/ 307356 h 447108"/>
              <a:gd name="connsiteX33" fmla="*/ 430298 w 447063"/>
              <a:gd name="connsiteY33" fmla="*/ 290591 h 447108"/>
              <a:gd name="connsiteX34" fmla="*/ 223599 w 447063"/>
              <a:gd name="connsiteY34" fmla="*/ 290591 h 447108"/>
              <a:gd name="connsiteX35" fmla="*/ 245927 w 447063"/>
              <a:gd name="connsiteY35" fmla="*/ 312969 h 447108"/>
              <a:gd name="connsiteX36" fmla="*/ 226214 w 447063"/>
              <a:gd name="connsiteY36" fmla="*/ 335141 h 447108"/>
              <a:gd name="connsiteX37" fmla="*/ 223599 w 447063"/>
              <a:gd name="connsiteY37" fmla="*/ 335298 h 447108"/>
              <a:gd name="connsiteX38" fmla="*/ 134186 w 447063"/>
              <a:gd name="connsiteY38" fmla="*/ 335298 h 447108"/>
              <a:gd name="connsiteX39" fmla="*/ 111880 w 447063"/>
              <a:gd name="connsiteY39" fmla="*/ 312897 h 447108"/>
              <a:gd name="connsiteX40" fmla="*/ 131593 w 447063"/>
              <a:gd name="connsiteY40" fmla="*/ 290748 h 447108"/>
              <a:gd name="connsiteX41" fmla="*/ 134186 w 447063"/>
              <a:gd name="connsiteY41" fmla="*/ 290591 h 447108"/>
              <a:gd name="connsiteX42" fmla="*/ 223599 w 447063"/>
              <a:gd name="connsiteY42" fmla="*/ 290591 h 447108"/>
              <a:gd name="connsiteX43" fmla="*/ 313011 w 447063"/>
              <a:gd name="connsiteY43" fmla="*/ 201179 h 447108"/>
              <a:gd name="connsiteX44" fmla="*/ 335340 w 447063"/>
              <a:gd name="connsiteY44" fmla="*/ 223556 h 447108"/>
              <a:gd name="connsiteX45" fmla="*/ 315627 w 447063"/>
              <a:gd name="connsiteY45" fmla="*/ 245728 h 447108"/>
              <a:gd name="connsiteX46" fmla="*/ 313011 w 447063"/>
              <a:gd name="connsiteY46" fmla="*/ 245885 h 447108"/>
              <a:gd name="connsiteX47" fmla="*/ 134186 w 447063"/>
              <a:gd name="connsiteY47" fmla="*/ 245885 h 447108"/>
              <a:gd name="connsiteX48" fmla="*/ 111880 w 447063"/>
              <a:gd name="connsiteY48" fmla="*/ 223485 h 447108"/>
              <a:gd name="connsiteX49" fmla="*/ 131593 w 447063"/>
              <a:gd name="connsiteY49" fmla="*/ 201335 h 447108"/>
              <a:gd name="connsiteX50" fmla="*/ 134186 w 447063"/>
              <a:gd name="connsiteY50" fmla="*/ 201179 h 447108"/>
              <a:gd name="connsiteX51" fmla="*/ 313011 w 447063"/>
              <a:gd name="connsiteY51" fmla="*/ 201179 h 447108"/>
              <a:gd name="connsiteX52" fmla="*/ 139707 w 447063"/>
              <a:gd name="connsiteY52" fmla="*/ 0 h 447108"/>
              <a:gd name="connsiteX53" fmla="*/ 156467 w 447063"/>
              <a:gd name="connsiteY53" fmla="*/ 16770 h 447108"/>
              <a:gd name="connsiteX54" fmla="*/ 141987 w 447063"/>
              <a:gd name="connsiteY54" fmla="*/ 33373 h 447108"/>
              <a:gd name="connsiteX55" fmla="*/ 139707 w 447063"/>
              <a:gd name="connsiteY55" fmla="*/ 33530 h 447108"/>
              <a:gd name="connsiteX56" fmla="*/ 61471 w 447063"/>
              <a:gd name="connsiteY56" fmla="*/ 33530 h 447108"/>
              <a:gd name="connsiteX57" fmla="*/ 33686 w 447063"/>
              <a:gd name="connsiteY57" fmla="*/ 58610 h 447108"/>
              <a:gd name="connsiteX58" fmla="*/ 33530 w 447063"/>
              <a:gd name="connsiteY58" fmla="*/ 61471 h 447108"/>
              <a:gd name="connsiteX59" fmla="*/ 33530 w 447063"/>
              <a:gd name="connsiteY59" fmla="*/ 139752 h 447108"/>
              <a:gd name="connsiteX60" fmla="*/ 16760 w 447063"/>
              <a:gd name="connsiteY60" fmla="*/ 156512 h 447108"/>
              <a:gd name="connsiteX61" fmla="*/ 156 w 447063"/>
              <a:gd name="connsiteY61" fmla="*/ 142032 h 447108"/>
              <a:gd name="connsiteX62" fmla="*/ 0 w 447063"/>
              <a:gd name="connsiteY62" fmla="*/ 139752 h 447108"/>
              <a:gd name="connsiteX63" fmla="*/ 0 w 447063"/>
              <a:gd name="connsiteY63" fmla="*/ 61471 h 447108"/>
              <a:gd name="connsiteX64" fmla="*/ 57738 w 447063"/>
              <a:gd name="connsiteY64" fmla="*/ 112 h 447108"/>
              <a:gd name="connsiteX65" fmla="*/ 61471 w 447063"/>
              <a:gd name="connsiteY65" fmla="*/ 0 h 447108"/>
              <a:gd name="connsiteX66" fmla="*/ 139707 w 447063"/>
              <a:gd name="connsiteY66" fmla="*/ 0 h 447108"/>
              <a:gd name="connsiteX67" fmla="*/ 385592 w 447063"/>
              <a:gd name="connsiteY67" fmla="*/ 0 h 447108"/>
              <a:gd name="connsiteX68" fmla="*/ 389347 w 447063"/>
              <a:gd name="connsiteY68" fmla="*/ 112 h 447108"/>
              <a:gd name="connsiteX69" fmla="*/ 446952 w 447063"/>
              <a:gd name="connsiteY69" fmla="*/ 57559 h 447108"/>
              <a:gd name="connsiteX70" fmla="*/ 447063 w 447063"/>
              <a:gd name="connsiteY70" fmla="*/ 61471 h 447108"/>
              <a:gd name="connsiteX71" fmla="*/ 447063 w 447063"/>
              <a:gd name="connsiteY71" fmla="*/ 139752 h 447108"/>
              <a:gd name="connsiteX72" fmla="*/ 446907 w 447063"/>
              <a:gd name="connsiteY72" fmla="*/ 142032 h 447108"/>
              <a:gd name="connsiteX73" fmla="*/ 428014 w 447063"/>
              <a:gd name="connsiteY73" fmla="*/ 156355 h 447108"/>
              <a:gd name="connsiteX74" fmla="*/ 413690 w 447063"/>
              <a:gd name="connsiteY74" fmla="*/ 142032 h 447108"/>
              <a:gd name="connsiteX75" fmla="*/ 413534 w 447063"/>
              <a:gd name="connsiteY75" fmla="*/ 139752 h 447108"/>
              <a:gd name="connsiteX76" fmla="*/ 413534 w 447063"/>
              <a:gd name="connsiteY76" fmla="*/ 61471 h 447108"/>
              <a:gd name="connsiteX77" fmla="*/ 413399 w 447063"/>
              <a:gd name="connsiteY77" fmla="*/ 58610 h 447108"/>
              <a:gd name="connsiteX78" fmla="*/ 388453 w 447063"/>
              <a:gd name="connsiteY78" fmla="*/ 33664 h 447108"/>
              <a:gd name="connsiteX79" fmla="*/ 385592 w 447063"/>
              <a:gd name="connsiteY79" fmla="*/ 33530 h 447108"/>
              <a:gd name="connsiteX80" fmla="*/ 307356 w 447063"/>
              <a:gd name="connsiteY80" fmla="*/ 33530 h 447108"/>
              <a:gd name="connsiteX81" fmla="*/ 305076 w 447063"/>
              <a:gd name="connsiteY81" fmla="*/ 33373 h 447108"/>
              <a:gd name="connsiteX82" fmla="*/ 290752 w 447063"/>
              <a:gd name="connsiteY82" fmla="*/ 14480 h 447108"/>
              <a:gd name="connsiteX83" fmla="*/ 305076 w 447063"/>
              <a:gd name="connsiteY83" fmla="*/ 156 h 447108"/>
              <a:gd name="connsiteX84" fmla="*/ 307356 w 447063"/>
              <a:gd name="connsiteY84" fmla="*/ 0 h 447108"/>
              <a:gd name="connsiteX85" fmla="*/ 385592 w 447063"/>
              <a:gd name="connsiteY85" fmla="*/ 0 h 447108"/>
              <a:gd name="connsiteX86" fmla="*/ 313011 w 447063"/>
              <a:gd name="connsiteY86" fmla="*/ 111766 h 447108"/>
              <a:gd name="connsiteX87" fmla="*/ 335340 w 447063"/>
              <a:gd name="connsiteY87" fmla="*/ 134144 h 447108"/>
              <a:gd name="connsiteX88" fmla="*/ 315627 w 447063"/>
              <a:gd name="connsiteY88" fmla="*/ 156316 h 447108"/>
              <a:gd name="connsiteX89" fmla="*/ 313011 w 447063"/>
              <a:gd name="connsiteY89" fmla="*/ 156472 h 447108"/>
              <a:gd name="connsiteX90" fmla="*/ 134186 w 447063"/>
              <a:gd name="connsiteY90" fmla="*/ 156472 h 447108"/>
              <a:gd name="connsiteX91" fmla="*/ 111880 w 447063"/>
              <a:gd name="connsiteY91" fmla="*/ 134072 h 447108"/>
              <a:gd name="connsiteX92" fmla="*/ 131593 w 447063"/>
              <a:gd name="connsiteY92" fmla="*/ 111922 h 447108"/>
              <a:gd name="connsiteX93" fmla="*/ 134186 w 447063"/>
              <a:gd name="connsiteY93" fmla="*/ 111766 h 447108"/>
              <a:gd name="connsiteX94" fmla="*/ 313011 w 447063"/>
              <a:gd name="connsiteY94" fmla="*/ 111766 h 44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47063" h="447108">
                <a:moveTo>
                  <a:pt x="16765" y="290591"/>
                </a:moveTo>
                <a:cubicBezTo>
                  <a:pt x="25143" y="290591"/>
                  <a:pt x="32234" y="296776"/>
                  <a:pt x="33373" y="305076"/>
                </a:cubicBezTo>
                <a:lnTo>
                  <a:pt x="33530" y="307356"/>
                </a:lnTo>
                <a:lnTo>
                  <a:pt x="33530" y="385637"/>
                </a:lnTo>
                <a:lnTo>
                  <a:pt x="33686" y="388498"/>
                </a:lnTo>
                <a:cubicBezTo>
                  <a:pt x="35035" y="401669"/>
                  <a:pt x="45441" y="412083"/>
                  <a:pt x="58610" y="413444"/>
                </a:cubicBezTo>
                <a:lnTo>
                  <a:pt x="61471" y="413578"/>
                </a:lnTo>
                <a:lnTo>
                  <a:pt x="139707" y="413578"/>
                </a:lnTo>
                <a:lnTo>
                  <a:pt x="141987" y="413735"/>
                </a:lnTo>
                <a:cubicBezTo>
                  <a:pt x="151160" y="414998"/>
                  <a:pt x="157573" y="423456"/>
                  <a:pt x="156311" y="432628"/>
                </a:cubicBezTo>
                <a:cubicBezTo>
                  <a:pt x="155286" y="440074"/>
                  <a:pt x="149432" y="445928"/>
                  <a:pt x="141987" y="446952"/>
                </a:cubicBezTo>
                <a:lnTo>
                  <a:pt x="139707" y="447108"/>
                </a:lnTo>
                <a:lnTo>
                  <a:pt x="61471" y="447108"/>
                </a:lnTo>
                <a:lnTo>
                  <a:pt x="57738" y="446996"/>
                </a:lnTo>
                <a:cubicBezTo>
                  <a:pt x="26790" y="445121"/>
                  <a:pt x="2084" y="420490"/>
                  <a:pt x="112" y="389549"/>
                </a:cubicBezTo>
                <a:lnTo>
                  <a:pt x="0" y="385637"/>
                </a:lnTo>
                <a:lnTo>
                  <a:pt x="0" y="307356"/>
                </a:lnTo>
                <a:lnTo>
                  <a:pt x="156" y="305076"/>
                </a:lnTo>
                <a:cubicBezTo>
                  <a:pt x="1296" y="296776"/>
                  <a:pt x="8387" y="290591"/>
                  <a:pt x="16765" y="290591"/>
                </a:cubicBezTo>
                <a:close/>
                <a:moveTo>
                  <a:pt x="430298" y="290591"/>
                </a:moveTo>
                <a:cubicBezTo>
                  <a:pt x="438676" y="290591"/>
                  <a:pt x="445767" y="296776"/>
                  <a:pt x="446907" y="305076"/>
                </a:cubicBezTo>
                <a:lnTo>
                  <a:pt x="447063" y="307356"/>
                </a:lnTo>
                <a:lnTo>
                  <a:pt x="447063" y="385637"/>
                </a:lnTo>
                <a:cubicBezTo>
                  <a:pt x="447066" y="418129"/>
                  <a:pt x="421780" y="445011"/>
                  <a:pt x="389347" y="446996"/>
                </a:cubicBezTo>
                <a:lnTo>
                  <a:pt x="385592" y="447108"/>
                </a:lnTo>
                <a:lnTo>
                  <a:pt x="307356" y="447108"/>
                </a:lnTo>
                <a:cubicBezTo>
                  <a:pt x="298097" y="447106"/>
                  <a:pt x="290593" y="439597"/>
                  <a:pt x="290596" y="430339"/>
                </a:cubicBezTo>
                <a:cubicBezTo>
                  <a:pt x="290598" y="421963"/>
                  <a:pt x="296781" y="414877"/>
                  <a:pt x="305076" y="413735"/>
                </a:cubicBezTo>
                <a:lnTo>
                  <a:pt x="307356" y="413578"/>
                </a:lnTo>
                <a:lnTo>
                  <a:pt x="385592" y="413578"/>
                </a:lnTo>
                <a:cubicBezTo>
                  <a:pt x="399921" y="413585"/>
                  <a:pt x="411933" y="402750"/>
                  <a:pt x="413399" y="388498"/>
                </a:cubicBezTo>
                <a:lnTo>
                  <a:pt x="413534" y="385637"/>
                </a:lnTo>
                <a:lnTo>
                  <a:pt x="413534" y="307356"/>
                </a:lnTo>
                <a:cubicBezTo>
                  <a:pt x="413534" y="298097"/>
                  <a:pt x="421040" y="290591"/>
                  <a:pt x="430298" y="290591"/>
                </a:cubicBezTo>
                <a:close/>
                <a:moveTo>
                  <a:pt x="223599" y="290591"/>
                </a:moveTo>
                <a:cubicBezTo>
                  <a:pt x="235944" y="290605"/>
                  <a:pt x="245941" y="300623"/>
                  <a:pt x="245927" y="312969"/>
                </a:cubicBezTo>
                <a:cubicBezTo>
                  <a:pt x="245914" y="324284"/>
                  <a:pt x="237449" y="333804"/>
                  <a:pt x="226214" y="335141"/>
                </a:cubicBezTo>
                <a:lnTo>
                  <a:pt x="223599" y="335298"/>
                </a:lnTo>
                <a:lnTo>
                  <a:pt x="134186" y="335298"/>
                </a:lnTo>
                <a:cubicBezTo>
                  <a:pt x="121841" y="335271"/>
                  <a:pt x="111854" y="325243"/>
                  <a:pt x="111880" y="312897"/>
                </a:cubicBezTo>
                <a:cubicBezTo>
                  <a:pt x="111904" y="301591"/>
                  <a:pt x="120366" y="292082"/>
                  <a:pt x="131593" y="290748"/>
                </a:cubicBezTo>
                <a:lnTo>
                  <a:pt x="134186" y="290591"/>
                </a:lnTo>
                <a:lnTo>
                  <a:pt x="223599" y="290591"/>
                </a:lnTo>
                <a:close/>
                <a:moveTo>
                  <a:pt x="313011" y="201179"/>
                </a:moveTo>
                <a:cubicBezTo>
                  <a:pt x="325357" y="201192"/>
                  <a:pt x="335353" y="211211"/>
                  <a:pt x="335340" y="223556"/>
                </a:cubicBezTo>
                <a:cubicBezTo>
                  <a:pt x="335327" y="234871"/>
                  <a:pt x="326861" y="244392"/>
                  <a:pt x="315627" y="245728"/>
                </a:cubicBezTo>
                <a:lnTo>
                  <a:pt x="313011" y="245885"/>
                </a:lnTo>
                <a:lnTo>
                  <a:pt x="134186" y="245885"/>
                </a:lnTo>
                <a:cubicBezTo>
                  <a:pt x="121841" y="245858"/>
                  <a:pt x="111854" y="235830"/>
                  <a:pt x="111880" y="223485"/>
                </a:cubicBezTo>
                <a:cubicBezTo>
                  <a:pt x="111904" y="212178"/>
                  <a:pt x="120366" y="202669"/>
                  <a:pt x="131593" y="201335"/>
                </a:cubicBezTo>
                <a:lnTo>
                  <a:pt x="134186" y="201179"/>
                </a:lnTo>
                <a:lnTo>
                  <a:pt x="313011" y="201179"/>
                </a:lnTo>
                <a:close/>
                <a:moveTo>
                  <a:pt x="139707" y="0"/>
                </a:moveTo>
                <a:cubicBezTo>
                  <a:pt x="148966" y="3"/>
                  <a:pt x="156470" y="7511"/>
                  <a:pt x="156467" y="16770"/>
                </a:cubicBezTo>
                <a:cubicBezTo>
                  <a:pt x="156465" y="25144"/>
                  <a:pt x="150283" y="32232"/>
                  <a:pt x="141987" y="33373"/>
                </a:cubicBezTo>
                <a:lnTo>
                  <a:pt x="139707" y="33530"/>
                </a:lnTo>
                <a:lnTo>
                  <a:pt x="61471" y="33530"/>
                </a:lnTo>
                <a:cubicBezTo>
                  <a:pt x="47151" y="33535"/>
                  <a:pt x="35153" y="44365"/>
                  <a:pt x="33686" y="58610"/>
                </a:cubicBezTo>
                <a:lnTo>
                  <a:pt x="33530" y="61471"/>
                </a:lnTo>
                <a:lnTo>
                  <a:pt x="33530" y="139752"/>
                </a:lnTo>
                <a:cubicBezTo>
                  <a:pt x="33527" y="149011"/>
                  <a:pt x="26019" y="156515"/>
                  <a:pt x="16760" y="156512"/>
                </a:cubicBezTo>
                <a:cubicBezTo>
                  <a:pt x="8386" y="156509"/>
                  <a:pt x="1298" y="150328"/>
                  <a:pt x="156" y="142032"/>
                </a:cubicBezTo>
                <a:lnTo>
                  <a:pt x="0" y="139752"/>
                </a:lnTo>
                <a:lnTo>
                  <a:pt x="0" y="61471"/>
                </a:lnTo>
                <a:cubicBezTo>
                  <a:pt x="-1" y="28971"/>
                  <a:pt x="25298" y="2085"/>
                  <a:pt x="57738" y="112"/>
                </a:cubicBezTo>
                <a:lnTo>
                  <a:pt x="61471" y="0"/>
                </a:lnTo>
                <a:lnTo>
                  <a:pt x="139707" y="0"/>
                </a:lnTo>
                <a:close/>
                <a:moveTo>
                  <a:pt x="385592" y="0"/>
                </a:moveTo>
                <a:lnTo>
                  <a:pt x="389347" y="112"/>
                </a:lnTo>
                <a:cubicBezTo>
                  <a:pt x="420287" y="1999"/>
                  <a:pt x="444980" y="26626"/>
                  <a:pt x="446952" y="57559"/>
                </a:cubicBezTo>
                <a:lnTo>
                  <a:pt x="447063" y="61471"/>
                </a:lnTo>
                <a:lnTo>
                  <a:pt x="447063" y="139752"/>
                </a:lnTo>
                <a:lnTo>
                  <a:pt x="446907" y="142032"/>
                </a:lnTo>
                <a:cubicBezTo>
                  <a:pt x="445644" y="151205"/>
                  <a:pt x="437185" y="157617"/>
                  <a:pt x="428014" y="156355"/>
                </a:cubicBezTo>
                <a:cubicBezTo>
                  <a:pt x="420568" y="155331"/>
                  <a:pt x="414714" y="149477"/>
                  <a:pt x="413690" y="142032"/>
                </a:cubicBezTo>
                <a:lnTo>
                  <a:pt x="413534" y="139752"/>
                </a:lnTo>
                <a:lnTo>
                  <a:pt x="413534" y="61471"/>
                </a:lnTo>
                <a:lnTo>
                  <a:pt x="413399" y="58610"/>
                </a:lnTo>
                <a:cubicBezTo>
                  <a:pt x="412049" y="45433"/>
                  <a:pt x="401631" y="35015"/>
                  <a:pt x="388453" y="33664"/>
                </a:cubicBezTo>
                <a:lnTo>
                  <a:pt x="385592" y="33530"/>
                </a:lnTo>
                <a:lnTo>
                  <a:pt x="307356" y="33530"/>
                </a:lnTo>
                <a:lnTo>
                  <a:pt x="305076" y="33373"/>
                </a:lnTo>
                <a:cubicBezTo>
                  <a:pt x="295905" y="32111"/>
                  <a:pt x="289491" y="23652"/>
                  <a:pt x="290752" y="14480"/>
                </a:cubicBezTo>
                <a:cubicBezTo>
                  <a:pt x="291778" y="7035"/>
                  <a:pt x="297630" y="1181"/>
                  <a:pt x="305076" y="156"/>
                </a:cubicBezTo>
                <a:lnTo>
                  <a:pt x="307356" y="0"/>
                </a:lnTo>
                <a:lnTo>
                  <a:pt x="385592" y="0"/>
                </a:lnTo>
                <a:close/>
                <a:moveTo>
                  <a:pt x="313011" y="111766"/>
                </a:moveTo>
                <a:cubicBezTo>
                  <a:pt x="325357" y="111779"/>
                  <a:pt x="335353" y="121798"/>
                  <a:pt x="335340" y="134144"/>
                </a:cubicBezTo>
                <a:cubicBezTo>
                  <a:pt x="335327" y="145458"/>
                  <a:pt x="326861" y="154979"/>
                  <a:pt x="315627" y="156316"/>
                </a:cubicBezTo>
                <a:lnTo>
                  <a:pt x="313011" y="156472"/>
                </a:lnTo>
                <a:lnTo>
                  <a:pt x="134186" y="156472"/>
                </a:lnTo>
                <a:cubicBezTo>
                  <a:pt x="121841" y="156446"/>
                  <a:pt x="111854" y="146417"/>
                  <a:pt x="111880" y="134072"/>
                </a:cubicBezTo>
                <a:cubicBezTo>
                  <a:pt x="111904" y="122766"/>
                  <a:pt x="120366" y="113257"/>
                  <a:pt x="131593" y="111922"/>
                </a:cubicBezTo>
                <a:lnTo>
                  <a:pt x="134186" y="111766"/>
                </a:lnTo>
                <a:lnTo>
                  <a:pt x="313011" y="111766"/>
                </a:lnTo>
                <a:close/>
              </a:path>
            </a:pathLst>
          </a:custGeom>
          <a:solidFill>
            <a:srgbClr val="091F2C"/>
          </a:solidFill>
          <a:ln w="9525" cap="flat" cmpd="sng" algn="ctr">
            <a:noFill/>
            <a:prstDash val="solid"/>
            <a:headEnd type="none" w="med" len="med"/>
            <a:tailEnd type="none" w="med" len="med"/>
          </a:ln>
          <a:effectLst>
            <a:outerShdw blurRad="63500" dist="127000" dir="2700000" algn="tl" rotWithShape="0">
              <a:srgbClr val="FFFFFF">
                <a:alpha val="2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w="3175">
                <a:noFill/>
              </a:ln>
              <a:gradFill>
                <a:gsLst>
                  <a:gs pos="71910">
                    <a:srgbClr val="000000"/>
                  </a:gs>
                  <a:gs pos="53933">
                    <a:srgbClr val="000000"/>
                  </a:gs>
                </a:gsLst>
                <a:path path="circle">
                  <a:fillToRect l="100000" b="100000"/>
                </a:path>
              </a:gradFill>
              <a:effectLst/>
              <a:uLnTx/>
              <a:uFillTx/>
              <a:latin typeface="Segoe UI Variable Text Semibold" pitchFamily="2" charset="0"/>
              <a:ea typeface="+mn-ea"/>
              <a:cs typeface="Segoe UI" pitchFamily="34" charset="0"/>
            </a:endParaRPr>
          </a:p>
        </p:txBody>
      </p:sp>
      <p:sp>
        <p:nvSpPr>
          <p:cNvPr id="119" name="TextBox 118">
            <a:extLst>
              <a:ext uri="{FF2B5EF4-FFF2-40B4-BE49-F238E27FC236}">
                <a16:creationId xmlns:a16="http://schemas.microsoft.com/office/drawing/2014/main" id="{8EBCF636-D245-5B7D-C7D0-7C4E616FF5C9}"/>
              </a:ext>
            </a:extLst>
          </p:cNvPr>
          <p:cNvSpPr txBox="1"/>
          <p:nvPr/>
        </p:nvSpPr>
        <p:spPr>
          <a:xfrm>
            <a:off x="6978079" y="3559683"/>
            <a:ext cx="864000" cy="974626"/>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kumimoji="0" lang="en-US" i="0" u="none" strike="noStrike" kern="0" cap="none" spc="0" normalizeH="0" baseline="0" noProof="0">
                <a:ln>
                  <a:noFill/>
                </a:ln>
                <a:solidFill>
                  <a:srgbClr val="5230AC"/>
                </a:solidFill>
                <a:effectLst/>
                <a:uLnTx/>
                <a:uFillTx/>
                <a:ea typeface="+mn-ea"/>
                <a:cs typeface="+mn-cs"/>
              </a:rPr>
              <a:t>Extract</a:t>
            </a:r>
            <a:endParaRPr kumimoji="0" lang="en-US" sz="1600" i="0" u="none" strike="noStrike" kern="0" cap="none" spc="0" normalizeH="0" baseline="0" noProof="0">
              <a:ln>
                <a:noFill/>
              </a:ln>
              <a:solidFill>
                <a:srgbClr val="5230AC"/>
              </a:solidFill>
              <a:effectLst/>
              <a:uLnTx/>
              <a:uFillTx/>
              <a:ea typeface="+mn-ea"/>
              <a:cs typeface="+mn-cs"/>
            </a:endParaRPr>
          </a:p>
          <a:p>
            <a:pPr algn="ctr">
              <a:spcBef>
                <a:spcPts val="400"/>
              </a:spcBef>
              <a:defRPr/>
            </a:pPr>
            <a:r>
              <a:rPr lang="en-US" sz="1100" kern="0">
                <a:solidFill>
                  <a:srgbClr val="091F2C"/>
                </a:solidFill>
                <a:latin typeface="+mn-lt"/>
              </a:rPr>
              <a:t>Open files, extract text, tables, images</a:t>
            </a:r>
          </a:p>
        </p:txBody>
      </p:sp>
      <p:cxnSp>
        <p:nvCxnSpPr>
          <p:cNvPr id="61" name="Straight Arrow Connector 60" descr="arrow right">
            <a:extLst>
              <a:ext uri="{FF2B5EF4-FFF2-40B4-BE49-F238E27FC236}">
                <a16:creationId xmlns:a16="http://schemas.microsoft.com/office/drawing/2014/main" id="{E68AF3F2-9913-17F1-A95D-C5E2BEBE814C}"/>
              </a:ext>
            </a:extLst>
          </p:cNvPr>
          <p:cNvCxnSpPr>
            <a:cxnSpLocks/>
          </p:cNvCxnSpPr>
          <p:nvPr/>
        </p:nvCxnSpPr>
        <p:spPr>
          <a:xfrm>
            <a:off x="7716350" y="3178860"/>
            <a:ext cx="288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sp>
        <p:nvSpPr>
          <p:cNvPr id="9" name="Oval 8">
            <a:extLst>
              <a:ext uri="{FF2B5EF4-FFF2-40B4-BE49-F238E27FC236}">
                <a16:creationId xmlns:a16="http://schemas.microsoft.com/office/drawing/2014/main" id="{E8B91505-2D17-F5A7-F5F2-553B7F3552FF}"/>
              </a:ext>
              <a:ext uri="{C183D7F6-B498-43B3-948B-1728B52AA6E4}">
                <adec:decorative xmlns:adec="http://schemas.microsoft.com/office/drawing/2017/decorative" val="1"/>
              </a:ext>
            </a:extLst>
          </p:cNvPr>
          <p:cNvSpPr>
            <a:spLocks noChangeAspect="1"/>
          </p:cNvSpPr>
          <p:nvPr/>
        </p:nvSpPr>
        <p:spPr>
          <a:xfrm>
            <a:off x="8068464" y="2956122"/>
            <a:ext cx="481385" cy="481385"/>
          </a:xfrm>
          <a:prstGeom prst="ellipse">
            <a:avLst/>
          </a:pr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CA"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130" name="Graphic 1028">
            <a:extLst>
              <a:ext uri="{FF2B5EF4-FFF2-40B4-BE49-F238E27FC236}">
                <a16:creationId xmlns:a16="http://schemas.microsoft.com/office/drawing/2014/main" id="{74FC0BA7-0B22-9462-F294-929FCB7BF682}"/>
              </a:ext>
              <a:ext uri="{C183D7F6-B498-43B3-948B-1728B52AA6E4}">
                <adec:decorative xmlns:adec="http://schemas.microsoft.com/office/drawing/2017/decorative" val="1"/>
              </a:ext>
            </a:extLst>
          </p:cNvPr>
          <p:cNvSpPr>
            <a:spLocks noChangeAspect="1"/>
          </p:cNvSpPr>
          <p:nvPr/>
        </p:nvSpPr>
        <p:spPr>
          <a:xfrm>
            <a:off x="8195665" y="3083323"/>
            <a:ext cx="226983" cy="226983"/>
          </a:xfrm>
          <a:custGeom>
            <a:avLst/>
            <a:gdLst>
              <a:gd name="connsiteX0" fmla="*/ 581025 w 685800"/>
              <a:gd name="connsiteY0" fmla="*/ 0 h 685800"/>
              <a:gd name="connsiteX1" fmla="*/ 685800 w 685800"/>
              <a:gd name="connsiteY1" fmla="*/ 104775 h 685800"/>
              <a:gd name="connsiteX2" fmla="*/ 685800 w 685800"/>
              <a:gd name="connsiteY2" fmla="*/ 581025 h 685800"/>
              <a:gd name="connsiteX3" fmla="*/ 581025 w 685800"/>
              <a:gd name="connsiteY3" fmla="*/ 685800 h 685800"/>
              <a:gd name="connsiteX4" fmla="*/ 104775 w 685800"/>
              <a:gd name="connsiteY4" fmla="*/ 685800 h 685800"/>
              <a:gd name="connsiteX5" fmla="*/ 0 w 685800"/>
              <a:gd name="connsiteY5" fmla="*/ 581025 h 685800"/>
              <a:gd name="connsiteX6" fmla="*/ 0 w 685800"/>
              <a:gd name="connsiteY6" fmla="*/ 104775 h 685800"/>
              <a:gd name="connsiteX7" fmla="*/ 104775 w 685800"/>
              <a:gd name="connsiteY7" fmla="*/ 0 h 685800"/>
              <a:gd name="connsiteX8" fmla="*/ 581025 w 685800"/>
              <a:gd name="connsiteY8" fmla="*/ 0 h 685800"/>
              <a:gd name="connsiteX9" fmla="*/ 581025 w 685800"/>
              <a:gd name="connsiteY9" fmla="*/ 57150 h 685800"/>
              <a:gd name="connsiteX10" fmla="*/ 104775 w 685800"/>
              <a:gd name="connsiteY10" fmla="*/ 57150 h 685800"/>
              <a:gd name="connsiteX11" fmla="*/ 57150 w 685800"/>
              <a:gd name="connsiteY11" fmla="*/ 104775 h 685800"/>
              <a:gd name="connsiteX12" fmla="*/ 57150 w 685800"/>
              <a:gd name="connsiteY12" fmla="*/ 581025 h 685800"/>
              <a:gd name="connsiteX13" fmla="*/ 104775 w 685800"/>
              <a:gd name="connsiteY13" fmla="*/ 628650 h 685800"/>
              <a:gd name="connsiteX14" fmla="*/ 581025 w 685800"/>
              <a:gd name="connsiteY14" fmla="*/ 628650 h 685800"/>
              <a:gd name="connsiteX15" fmla="*/ 628650 w 685800"/>
              <a:gd name="connsiteY15" fmla="*/ 581025 h 685800"/>
              <a:gd name="connsiteX16" fmla="*/ 628650 w 685800"/>
              <a:gd name="connsiteY16" fmla="*/ 104775 h 685800"/>
              <a:gd name="connsiteX17" fmla="*/ 581025 w 685800"/>
              <a:gd name="connsiteY17" fmla="*/ 57150 h 685800"/>
              <a:gd name="connsiteX18" fmla="*/ 257251 w 685800"/>
              <a:gd name="connsiteY18" fmla="*/ 361950 h 685800"/>
              <a:gd name="connsiteX19" fmla="*/ 323926 w 685800"/>
              <a:gd name="connsiteY19" fmla="*/ 428625 h 685800"/>
              <a:gd name="connsiteX20" fmla="*/ 323926 w 685800"/>
              <a:gd name="connsiteY20" fmla="*/ 504825 h 685800"/>
              <a:gd name="connsiteX21" fmla="*/ 257251 w 685800"/>
              <a:gd name="connsiteY21" fmla="*/ 571500 h 685800"/>
              <a:gd name="connsiteX22" fmla="*/ 181051 w 685800"/>
              <a:gd name="connsiteY22" fmla="*/ 571500 h 685800"/>
              <a:gd name="connsiteX23" fmla="*/ 114376 w 685800"/>
              <a:gd name="connsiteY23" fmla="*/ 504825 h 685800"/>
              <a:gd name="connsiteX24" fmla="*/ 114376 w 685800"/>
              <a:gd name="connsiteY24" fmla="*/ 428625 h 685800"/>
              <a:gd name="connsiteX25" fmla="*/ 181051 w 685800"/>
              <a:gd name="connsiteY25" fmla="*/ 361950 h 685800"/>
              <a:gd name="connsiteX26" fmla="*/ 257251 w 685800"/>
              <a:gd name="connsiteY26" fmla="*/ 361950 h 685800"/>
              <a:gd name="connsiteX27" fmla="*/ 504787 w 685800"/>
              <a:gd name="connsiteY27" fmla="*/ 361950 h 685800"/>
              <a:gd name="connsiteX28" fmla="*/ 571462 w 685800"/>
              <a:gd name="connsiteY28" fmla="*/ 428625 h 685800"/>
              <a:gd name="connsiteX29" fmla="*/ 571462 w 685800"/>
              <a:gd name="connsiteY29" fmla="*/ 504825 h 685800"/>
              <a:gd name="connsiteX30" fmla="*/ 504825 w 685800"/>
              <a:gd name="connsiteY30" fmla="*/ 571500 h 685800"/>
              <a:gd name="connsiteX31" fmla="*/ 428625 w 685800"/>
              <a:gd name="connsiteY31" fmla="*/ 571500 h 685800"/>
              <a:gd name="connsiteX32" fmla="*/ 361950 w 685800"/>
              <a:gd name="connsiteY32" fmla="*/ 504825 h 685800"/>
              <a:gd name="connsiteX33" fmla="*/ 361950 w 685800"/>
              <a:gd name="connsiteY33" fmla="*/ 428625 h 685800"/>
              <a:gd name="connsiteX34" fmla="*/ 428625 w 685800"/>
              <a:gd name="connsiteY34" fmla="*/ 361950 h 685800"/>
              <a:gd name="connsiteX35" fmla="*/ 504825 w 685800"/>
              <a:gd name="connsiteY35" fmla="*/ 361950 h 685800"/>
              <a:gd name="connsiteX36" fmla="*/ 257213 w 685800"/>
              <a:gd name="connsiteY36" fmla="*/ 114300 h 685800"/>
              <a:gd name="connsiteX37" fmla="*/ 323888 w 685800"/>
              <a:gd name="connsiteY37" fmla="*/ 180975 h 685800"/>
              <a:gd name="connsiteX38" fmla="*/ 323888 w 685800"/>
              <a:gd name="connsiteY38" fmla="*/ 257175 h 685800"/>
              <a:gd name="connsiteX39" fmla="*/ 257213 w 685800"/>
              <a:gd name="connsiteY39" fmla="*/ 323850 h 685800"/>
              <a:gd name="connsiteX40" fmla="*/ 181013 w 685800"/>
              <a:gd name="connsiteY40" fmla="*/ 323850 h 685800"/>
              <a:gd name="connsiteX41" fmla="*/ 114300 w 685800"/>
              <a:gd name="connsiteY41" fmla="*/ 257213 h 685800"/>
              <a:gd name="connsiteX42" fmla="*/ 114300 w 685800"/>
              <a:gd name="connsiteY42" fmla="*/ 257175 h 685800"/>
              <a:gd name="connsiteX43" fmla="*/ 114300 w 685800"/>
              <a:gd name="connsiteY43" fmla="*/ 180975 h 685800"/>
              <a:gd name="connsiteX44" fmla="*/ 180975 w 685800"/>
              <a:gd name="connsiteY44" fmla="*/ 114300 h 685800"/>
              <a:gd name="connsiteX45" fmla="*/ 257175 w 685800"/>
              <a:gd name="connsiteY45" fmla="*/ 114300 h 685800"/>
              <a:gd name="connsiteX46" fmla="*/ 504749 w 685800"/>
              <a:gd name="connsiteY46" fmla="*/ 114300 h 685800"/>
              <a:gd name="connsiteX47" fmla="*/ 571424 w 685800"/>
              <a:gd name="connsiteY47" fmla="*/ 180975 h 685800"/>
              <a:gd name="connsiteX48" fmla="*/ 571424 w 685800"/>
              <a:gd name="connsiteY48" fmla="*/ 257175 h 685800"/>
              <a:gd name="connsiteX49" fmla="*/ 504749 w 685800"/>
              <a:gd name="connsiteY49" fmla="*/ 323850 h 685800"/>
              <a:gd name="connsiteX50" fmla="*/ 428549 w 685800"/>
              <a:gd name="connsiteY50" fmla="*/ 323850 h 685800"/>
              <a:gd name="connsiteX51" fmla="*/ 361874 w 685800"/>
              <a:gd name="connsiteY51" fmla="*/ 257175 h 685800"/>
              <a:gd name="connsiteX52" fmla="*/ 361874 w 685800"/>
              <a:gd name="connsiteY52" fmla="*/ 180975 h 685800"/>
              <a:gd name="connsiteX53" fmla="*/ 428549 w 685800"/>
              <a:gd name="connsiteY53" fmla="*/ 114300 h 685800"/>
              <a:gd name="connsiteX54" fmla="*/ 504749 w 685800"/>
              <a:gd name="connsiteY54" fmla="*/ 11430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85800" h="685800">
                <a:moveTo>
                  <a:pt x="581025" y="0"/>
                </a:moveTo>
                <a:cubicBezTo>
                  <a:pt x="638891" y="0"/>
                  <a:pt x="685800" y="46909"/>
                  <a:pt x="685800" y="104775"/>
                </a:cubicBezTo>
                <a:lnTo>
                  <a:pt x="685800" y="581025"/>
                </a:lnTo>
                <a:cubicBezTo>
                  <a:pt x="685800" y="638891"/>
                  <a:pt x="638891" y="685800"/>
                  <a:pt x="581025" y="685800"/>
                </a:cubicBezTo>
                <a:lnTo>
                  <a:pt x="104775" y="685800"/>
                </a:lnTo>
                <a:cubicBezTo>
                  <a:pt x="46909" y="685800"/>
                  <a:pt x="0" y="638891"/>
                  <a:pt x="0" y="581025"/>
                </a:cubicBezTo>
                <a:lnTo>
                  <a:pt x="0" y="104775"/>
                </a:lnTo>
                <a:cubicBezTo>
                  <a:pt x="0" y="46909"/>
                  <a:pt x="46909" y="0"/>
                  <a:pt x="104775" y="0"/>
                </a:cubicBezTo>
                <a:lnTo>
                  <a:pt x="581025" y="0"/>
                </a:lnTo>
                <a:close/>
                <a:moveTo>
                  <a:pt x="581025" y="57150"/>
                </a:moveTo>
                <a:lnTo>
                  <a:pt x="104775" y="57150"/>
                </a:lnTo>
                <a:cubicBezTo>
                  <a:pt x="78486" y="57150"/>
                  <a:pt x="57150" y="78486"/>
                  <a:pt x="57150" y="104775"/>
                </a:cubicBezTo>
                <a:lnTo>
                  <a:pt x="57150" y="581025"/>
                </a:lnTo>
                <a:cubicBezTo>
                  <a:pt x="57150" y="607314"/>
                  <a:pt x="78486" y="628650"/>
                  <a:pt x="104775" y="628650"/>
                </a:cubicBezTo>
                <a:lnTo>
                  <a:pt x="581025" y="628650"/>
                </a:lnTo>
                <a:cubicBezTo>
                  <a:pt x="607314" y="628650"/>
                  <a:pt x="628650" y="607314"/>
                  <a:pt x="628650" y="581025"/>
                </a:cubicBezTo>
                <a:lnTo>
                  <a:pt x="628650" y="104775"/>
                </a:lnTo>
                <a:cubicBezTo>
                  <a:pt x="628650" y="78486"/>
                  <a:pt x="607314" y="57150"/>
                  <a:pt x="581025" y="57150"/>
                </a:cubicBezTo>
                <a:close/>
                <a:moveTo>
                  <a:pt x="257251" y="361950"/>
                </a:moveTo>
                <a:cubicBezTo>
                  <a:pt x="294056" y="361950"/>
                  <a:pt x="323926" y="391820"/>
                  <a:pt x="323926" y="428625"/>
                </a:cubicBezTo>
                <a:lnTo>
                  <a:pt x="323926" y="504825"/>
                </a:lnTo>
                <a:cubicBezTo>
                  <a:pt x="323926" y="541649"/>
                  <a:pt x="294075" y="571500"/>
                  <a:pt x="257251" y="571500"/>
                </a:cubicBezTo>
                <a:lnTo>
                  <a:pt x="181051" y="571500"/>
                </a:lnTo>
                <a:cubicBezTo>
                  <a:pt x="144228" y="571500"/>
                  <a:pt x="114376" y="541649"/>
                  <a:pt x="114376" y="504825"/>
                </a:cubicBezTo>
                <a:lnTo>
                  <a:pt x="114376" y="428625"/>
                </a:lnTo>
                <a:cubicBezTo>
                  <a:pt x="114376" y="391820"/>
                  <a:pt x="144209" y="361950"/>
                  <a:pt x="181051" y="361950"/>
                </a:cubicBezTo>
                <a:lnTo>
                  <a:pt x="257251" y="361950"/>
                </a:lnTo>
                <a:close/>
                <a:moveTo>
                  <a:pt x="504787" y="361950"/>
                </a:moveTo>
                <a:cubicBezTo>
                  <a:pt x="541630" y="361950"/>
                  <a:pt x="571462" y="391820"/>
                  <a:pt x="571462" y="428625"/>
                </a:cubicBezTo>
                <a:lnTo>
                  <a:pt x="571462" y="504825"/>
                </a:lnTo>
                <a:cubicBezTo>
                  <a:pt x="571462" y="541633"/>
                  <a:pt x="541633" y="571477"/>
                  <a:pt x="504825" y="571500"/>
                </a:cubicBezTo>
                <a:lnTo>
                  <a:pt x="428625" y="571500"/>
                </a:lnTo>
                <a:cubicBezTo>
                  <a:pt x="391801" y="571500"/>
                  <a:pt x="361950" y="541649"/>
                  <a:pt x="361950" y="504825"/>
                </a:cubicBezTo>
                <a:lnTo>
                  <a:pt x="361950" y="428625"/>
                </a:lnTo>
                <a:cubicBezTo>
                  <a:pt x="361950" y="391820"/>
                  <a:pt x="391820" y="361950"/>
                  <a:pt x="428625" y="361950"/>
                </a:cubicBezTo>
                <a:lnTo>
                  <a:pt x="504825" y="361950"/>
                </a:lnTo>
                <a:close/>
                <a:moveTo>
                  <a:pt x="257213" y="114300"/>
                </a:moveTo>
                <a:cubicBezTo>
                  <a:pt x="294018" y="114300"/>
                  <a:pt x="323888" y="144170"/>
                  <a:pt x="323888" y="180975"/>
                </a:cubicBezTo>
                <a:lnTo>
                  <a:pt x="323888" y="257175"/>
                </a:lnTo>
                <a:cubicBezTo>
                  <a:pt x="323888" y="293999"/>
                  <a:pt x="294037" y="323850"/>
                  <a:pt x="257213" y="323850"/>
                </a:cubicBezTo>
                <a:lnTo>
                  <a:pt x="181013" y="323850"/>
                </a:lnTo>
                <a:cubicBezTo>
                  <a:pt x="144189" y="323873"/>
                  <a:pt x="114321" y="294037"/>
                  <a:pt x="114300" y="257213"/>
                </a:cubicBezTo>
                <a:cubicBezTo>
                  <a:pt x="114300" y="257201"/>
                  <a:pt x="114300" y="257188"/>
                  <a:pt x="114300" y="257175"/>
                </a:cubicBezTo>
                <a:lnTo>
                  <a:pt x="114300" y="180975"/>
                </a:lnTo>
                <a:cubicBezTo>
                  <a:pt x="114300" y="144170"/>
                  <a:pt x="144170" y="114300"/>
                  <a:pt x="180975" y="114300"/>
                </a:cubicBezTo>
                <a:lnTo>
                  <a:pt x="257175" y="114300"/>
                </a:lnTo>
                <a:close/>
                <a:moveTo>
                  <a:pt x="504749" y="114300"/>
                </a:moveTo>
                <a:cubicBezTo>
                  <a:pt x="541592" y="114300"/>
                  <a:pt x="571424" y="144170"/>
                  <a:pt x="571424" y="180975"/>
                </a:cubicBezTo>
                <a:lnTo>
                  <a:pt x="571424" y="257175"/>
                </a:lnTo>
                <a:cubicBezTo>
                  <a:pt x="571424" y="293999"/>
                  <a:pt x="541572" y="323850"/>
                  <a:pt x="504749" y="323850"/>
                </a:cubicBezTo>
                <a:lnTo>
                  <a:pt x="428549" y="323850"/>
                </a:lnTo>
                <a:cubicBezTo>
                  <a:pt x="391725" y="323850"/>
                  <a:pt x="361874" y="293999"/>
                  <a:pt x="361874" y="257175"/>
                </a:cubicBezTo>
                <a:lnTo>
                  <a:pt x="361874" y="180975"/>
                </a:lnTo>
                <a:cubicBezTo>
                  <a:pt x="361874" y="144170"/>
                  <a:pt x="391744" y="114300"/>
                  <a:pt x="428549" y="114300"/>
                </a:cubicBezTo>
                <a:lnTo>
                  <a:pt x="504749" y="114300"/>
                </a:lnTo>
                <a:close/>
              </a:path>
            </a:pathLst>
          </a:custGeom>
          <a:solidFill>
            <a:srgbClr val="091F2C"/>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w="3175">
                <a:noFill/>
              </a:ln>
              <a:solidFill>
                <a:srgbClr val="091F2C"/>
              </a:solidFill>
              <a:effectLst/>
              <a:uLnTx/>
              <a:uFillTx/>
              <a:latin typeface="Segoe UI Variable Text Semibold" pitchFamily="2" charset="0"/>
              <a:cs typeface="Segoe UI" pitchFamily="34" charset="0"/>
            </a:endParaRPr>
          </a:p>
        </p:txBody>
      </p:sp>
      <p:sp>
        <p:nvSpPr>
          <p:cNvPr id="117" name="TextBox 116">
            <a:extLst>
              <a:ext uri="{FF2B5EF4-FFF2-40B4-BE49-F238E27FC236}">
                <a16:creationId xmlns:a16="http://schemas.microsoft.com/office/drawing/2014/main" id="{12A6001D-82D4-E5E2-503F-F4B5526D3A63}"/>
              </a:ext>
            </a:extLst>
          </p:cNvPr>
          <p:cNvSpPr txBox="1"/>
          <p:nvPr/>
        </p:nvSpPr>
        <p:spPr>
          <a:xfrm>
            <a:off x="7860638" y="3559683"/>
            <a:ext cx="864000" cy="805349"/>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lang="en-US" kern="0">
                <a:solidFill>
                  <a:srgbClr val="5230AC"/>
                </a:solidFill>
              </a:rPr>
              <a:t>Chunk</a:t>
            </a:r>
          </a:p>
          <a:p>
            <a:pPr algn="ctr">
              <a:spcBef>
                <a:spcPts val="400"/>
              </a:spcBef>
              <a:defRPr/>
            </a:pPr>
            <a:r>
              <a:rPr lang="en-US" sz="1100" kern="0">
                <a:solidFill>
                  <a:srgbClr val="091F2C"/>
                </a:solidFill>
                <a:latin typeface="+mn-lt"/>
              </a:rPr>
              <a:t>Break into smaller passages</a:t>
            </a:r>
          </a:p>
        </p:txBody>
      </p:sp>
      <p:cxnSp>
        <p:nvCxnSpPr>
          <p:cNvPr id="62" name="Straight Arrow Connector 61" descr="arrow right">
            <a:extLst>
              <a:ext uri="{FF2B5EF4-FFF2-40B4-BE49-F238E27FC236}">
                <a16:creationId xmlns:a16="http://schemas.microsoft.com/office/drawing/2014/main" id="{75E07C23-1250-E8BE-56FE-781A44F0316D}"/>
              </a:ext>
            </a:extLst>
          </p:cNvPr>
          <p:cNvCxnSpPr>
            <a:cxnSpLocks/>
          </p:cNvCxnSpPr>
          <p:nvPr/>
        </p:nvCxnSpPr>
        <p:spPr>
          <a:xfrm>
            <a:off x="8606744" y="3178860"/>
            <a:ext cx="288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sp>
        <p:nvSpPr>
          <p:cNvPr id="10" name="Oval 9">
            <a:extLst>
              <a:ext uri="{FF2B5EF4-FFF2-40B4-BE49-F238E27FC236}">
                <a16:creationId xmlns:a16="http://schemas.microsoft.com/office/drawing/2014/main" id="{0A279674-D395-0C92-5A57-3CE989AB8B33}"/>
              </a:ext>
              <a:ext uri="{C183D7F6-B498-43B3-948B-1728B52AA6E4}">
                <adec:decorative xmlns:adec="http://schemas.microsoft.com/office/drawing/2017/decorative" val="1"/>
              </a:ext>
            </a:extLst>
          </p:cNvPr>
          <p:cNvSpPr>
            <a:spLocks noChangeAspect="1"/>
          </p:cNvSpPr>
          <p:nvPr/>
        </p:nvSpPr>
        <p:spPr>
          <a:xfrm>
            <a:off x="8961367" y="2956122"/>
            <a:ext cx="481385" cy="481385"/>
          </a:xfrm>
          <a:prstGeom prst="ellipse">
            <a:avLst/>
          </a:pr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CA"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136" name="Graphic 1024">
            <a:extLst>
              <a:ext uri="{FF2B5EF4-FFF2-40B4-BE49-F238E27FC236}">
                <a16:creationId xmlns:a16="http://schemas.microsoft.com/office/drawing/2014/main" id="{553D0B2A-04B6-D07F-92A5-81F0EC2EB59F}"/>
              </a:ext>
              <a:ext uri="{C183D7F6-B498-43B3-948B-1728B52AA6E4}">
                <adec:decorative xmlns:adec="http://schemas.microsoft.com/office/drawing/2017/decorative" val="1"/>
              </a:ext>
            </a:extLst>
          </p:cNvPr>
          <p:cNvSpPr>
            <a:spLocks noChangeAspect="1"/>
          </p:cNvSpPr>
          <p:nvPr/>
        </p:nvSpPr>
        <p:spPr>
          <a:xfrm>
            <a:off x="9102640" y="3077477"/>
            <a:ext cx="198839" cy="238674"/>
          </a:xfrm>
          <a:custGeom>
            <a:avLst/>
            <a:gdLst>
              <a:gd name="connsiteX0" fmla="*/ 447865 w 547337"/>
              <a:gd name="connsiteY0" fmla="*/ 0 h 597261"/>
              <a:gd name="connsiteX1" fmla="*/ 547337 w 547337"/>
              <a:gd name="connsiteY1" fmla="*/ 99511 h 597261"/>
              <a:gd name="connsiteX2" fmla="*/ 447828 w 547337"/>
              <a:gd name="connsiteY2" fmla="*/ 198985 h 597261"/>
              <a:gd name="connsiteX3" fmla="*/ 376580 w 547337"/>
              <a:gd name="connsiteY3" fmla="*/ 168918 h 597261"/>
              <a:gd name="connsiteX4" fmla="*/ 195482 w 547337"/>
              <a:gd name="connsiteY4" fmla="*/ 272460 h 597261"/>
              <a:gd name="connsiteX5" fmla="*/ 195482 w 547337"/>
              <a:gd name="connsiteY5" fmla="*/ 324795 h 597261"/>
              <a:gd name="connsiteX6" fmla="*/ 376613 w 547337"/>
              <a:gd name="connsiteY6" fmla="*/ 428303 h 597261"/>
              <a:gd name="connsiteX7" fmla="*/ 517307 w 547337"/>
              <a:gd name="connsiteY7" fmla="*/ 426544 h 597261"/>
              <a:gd name="connsiteX8" fmla="*/ 519066 w 547337"/>
              <a:gd name="connsiteY8" fmla="*/ 567237 h 597261"/>
              <a:gd name="connsiteX9" fmla="*/ 378372 w 547337"/>
              <a:gd name="connsiteY9" fmla="*/ 568996 h 597261"/>
              <a:gd name="connsiteX10" fmla="*/ 351856 w 547337"/>
              <a:gd name="connsiteY10" fmla="*/ 471578 h 597261"/>
              <a:gd name="connsiteX11" fmla="*/ 170759 w 547337"/>
              <a:gd name="connsiteY11" fmla="*/ 368036 h 597261"/>
              <a:gd name="connsiteX12" fmla="*/ 30067 w 547337"/>
              <a:gd name="connsiteY12" fmla="*/ 369875 h 597261"/>
              <a:gd name="connsiteX13" fmla="*/ 28227 w 547337"/>
              <a:gd name="connsiteY13" fmla="*/ 229185 h 597261"/>
              <a:gd name="connsiteX14" fmla="*/ 168918 w 547337"/>
              <a:gd name="connsiteY14" fmla="*/ 227345 h 597261"/>
              <a:gd name="connsiteX15" fmla="*/ 170759 w 547337"/>
              <a:gd name="connsiteY15" fmla="*/ 229185 h 597261"/>
              <a:gd name="connsiteX16" fmla="*/ 351856 w 547337"/>
              <a:gd name="connsiteY16" fmla="*/ 125643 h 597261"/>
              <a:gd name="connsiteX17" fmla="*/ 421700 w 547337"/>
              <a:gd name="connsiteY17" fmla="*/ 3498 h 597261"/>
              <a:gd name="connsiteX18" fmla="*/ 447865 w 547337"/>
              <a:gd name="connsiteY18" fmla="*/ 0 h 59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7337" h="597261">
                <a:moveTo>
                  <a:pt x="447865" y="0"/>
                </a:moveTo>
                <a:cubicBezTo>
                  <a:pt x="502814" y="10"/>
                  <a:pt x="547351" y="44563"/>
                  <a:pt x="547337" y="99511"/>
                </a:cubicBezTo>
                <a:cubicBezTo>
                  <a:pt x="547327" y="154459"/>
                  <a:pt x="502775" y="198995"/>
                  <a:pt x="447828" y="198985"/>
                </a:cubicBezTo>
                <a:cubicBezTo>
                  <a:pt x="420997" y="198980"/>
                  <a:pt x="395304" y="188138"/>
                  <a:pt x="376580" y="168918"/>
                </a:cubicBezTo>
                <a:lnTo>
                  <a:pt x="195482" y="272460"/>
                </a:lnTo>
                <a:cubicBezTo>
                  <a:pt x="200146" y="289594"/>
                  <a:pt x="200146" y="307661"/>
                  <a:pt x="195482" y="324795"/>
                </a:cubicBezTo>
                <a:lnTo>
                  <a:pt x="376613" y="428303"/>
                </a:lnTo>
                <a:cubicBezTo>
                  <a:pt x="414980" y="388967"/>
                  <a:pt x="477968" y="388177"/>
                  <a:pt x="517307" y="426544"/>
                </a:cubicBezTo>
                <a:cubicBezTo>
                  <a:pt x="556643" y="464907"/>
                  <a:pt x="557433" y="527898"/>
                  <a:pt x="519066" y="567237"/>
                </a:cubicBezTo>
                <a:cubicBezTo>
                  <a:pt x="480699" y="606573"/>
                  <a:pt x="417711" y="607360"/>
                  <a:pt x="378372" y="568996"/>
                </a:cubicBezTo>
                <a:cubicBezTo>
                  <a:pt x="352490" y="543751"/>
                  <a:pt x="342339" y="506457"/>
                  <a:pt x="351856" y="471578"/>
                </a:cubicBezTo>
                <a:lnTo>
                  <a:pt x="170759" y="368036"/>
                </a:lnTo>
                <a:cubicBezTo>
                  <a:pt x="132416" y="407395"/>
                  <a:pt x="69426" y="408218"/>
                  <a:pt x="30067" y="369875"/>
                </a:cubicBezTo>
                <a:cubicBezTo>
                  <a:pt x="-9292" y="331535"/>
                  <a:pt x="-10116" y="268544"/>
                  <a:pt x="28227" y="229185"/>
                </a:cubicBezTo>
                <a:cubicBezTo>
                  <a:pt x="66569" y="189826"/>
                  <a:pt x="129559" y="189002"/>
                  <a:pt x="168918" y="227345"/>
                </a:cubicBezTo>
                <a:cubicBezTo>
                  <a:pt x="169540" y="227950"/>
                  <a:pt x="170153" y="228564"/>
                  <a:pt x="170759" y="229185"/>
                </a:cubicBezTo>
                <a:lnTo>
                  <a:pt x="351856" y="125643"/>
                </a:lnTo>
                <a:cubicBezTo>
                  <a:pt x="337414" y="72627"/>
                  <a:pt x="368685" y="17941"/>
                  <a:pt x="421700" y="3498"/>
                </a:cubicBezTo>
                <a:cubicBezTo>
                  <a:pt x="430226" y="1175"/>
                  <a:pt x="439027" y="-1"/>
                  <a:pt x="447865" y="0"/>
                </a:cubicBezTo>
                <a:close/>
              </a:path>
            </a:pathLst>
          </a:custGeom>
          <a:solidFill>
            <a:srgbClr val="091F2C"/>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w="3175">
                <a:noFill/>
              </a:ln>
              <a:solidFill>
                <a:srgbClr val="091F2C"/>
              </a:solidFill>
              <a:effectLst/>
              <a:uLnTx/>
              <a:uFillTx/>
              <a:latin typeface="Segoe UI Variable Text Semibold" pitchFamily="2" charset="0"/>
              <a:cs typeface="Segoe UI" pitchFamily="34" charset="0"/>
            </a:endParaRPr>
          </a:p>
        </p:txBody>
      </p:sp>
      <p:sp>
        <p:nvSpPr>
          <p:cNvPr id="118" name="TextBox 117">
            <a:extLst>
              <a:ext uri="{FF2B5EF4-FFF2-40B4-BE49-F238E27FC236}">
                <a16:creationId xmlns:a16="http://schemas.microsoft.com/office/drawing/2014/main" id="{21CC7274-BE19-57E3-2452-5E10E5A3C72D}"/>
              </a:ext>
            </a:extLst>
          </p:cNvPr>
          <p:cNvSpPr txBox="1">
            <a:spLocks/>
          </p:cNvSpPr>
          <p:nvPr/>
        </p:nvSpPr>
        <p:spPr>
          <a:xfrm>
            <a:off x="8755077" y="3559683"/>
            <a:ext cx="864000" cy="805349"/>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lang="en-US" kern="0">
                <a:solidFill>
                  <a:srgbClr val="5230AC"/>
                </a:solidFill>
              </a:rPr>
              <a:t>Embed</a:t>
            </a:r>
          </a:p>
          <a:p>
            <a:pPr algn="ctr">
              <a:spcBef>
                <a:spcPts val="400"/>
              </a:spcBef>
              <a:defRPr/>
            </a:pPr>
            <a:r>
              <a:rPr lang="en-US" sz="1100" kern="0">
                <a:solidFill>
                  <a:srgbClr val="091F2C"/>
                </a:solidFill>
                <a:latin typeface="+mn-lt"/>
              </a:rPr>
              <a:t>Convert to vector embeddings</a:t>
            </a:r>
          </a:p>
        </p:txBody>
      </p:sp>
      <p:cxnSp>
        <p:nvCxnSpPr>
          <p:cNvPr id="63" name="Straight Arrow Connector 62" descr="arrow right">
            <a:extLst>
              <a:ext uri="{FF2B5EF4-FFF2-40B4-BE49-F238E27FC236}">
                <a16:creationId xmlns:a16="http://schemas.microsoft.com/office/drawing/2014/main" id="{A91B5291-BADC-B028-F4EF-5E6BFC155E47}"/>
              </a:ext>
            </a:extLst>
          </p:cNvPr>
          <p:cNvCxnSpPr>
            <a:cxnSpLocks/>
          </p:cNvCxnSpPr>
          <p:nvPr/>
        </p:nvCxnSpPr>
        <p:spPr>
          <a:xfrm>
            <a:off x="9497138" y="3178860"/>
            <a:ext cx="288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sp>
        <p:nvSpPr>
          <p:cNvPr id="11" name="Oval 10">
            <a:extLst>
              <a:ext uri="{FF2B5EF4-FFF2-40B4-BE49-F238E27FC236}">
                <a16:creationId xmlns:a16="http://schemas.microsoft.com/office/drawing/2014/main" id="{155396DF-E316-0E22-ABEF-FB4221D877BC}"/>
              </a:ext>
              <a:ext uri="{C183D7F6-B498-43B3-948B-1728B52AA6E4}">
                <adec:decorative xmlns:adec="http://schemas.microsoft.com/office/drawing/2017/decorative" val="1"/>
              </a:ext>
            </a:extLst>
          </p:cNvPr>
          <p:cNvSpPr>
            <a:spLocks noChangeAspect="1"/>
          </p:cNvSpPr>
          <p:nvPr/>
        </p:nvSpPr>
        <p:spPr>
          <a:xfrm>
            <a:off x="9854270" y="2938169"/>
            <a:ext cx="481385" cy="481385"/>
          </a:xfrm>
          <a:prstGeom prst="ellipse">
            <a:avLst/>
          </a:pr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CA"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139" name="Graphic 1026">
            <a:extLst>
              <a:ext uri="{FF2B5EF4-FFF2-40B4-BE49-F238E27FC236}">
                <a16:creationId xmlns:a16="http://schemas.microsoft.com/office/drawing/2014/main" id="{95D5B234-805B-3319-8C57-D695A6628A69}"/>
              </a:ext>
              <a:ext uri="{C183D7F6-B498-43B3-948B-1728B52AA6E4}">
                <adec:decorative xmlns:adec="http://schemas.microsoft.com/office/drawing/2017/decorative" val="1"/>
              </a:ext>
            </a:extLst>
          </p:cNvPr>
          <p:cNvSpPr>
            <a:spLocks noChangeAspect="1"/>
          </p:cNvSpPr>
          <p:nvPr/>
        </p:nvSpPr>
        <p:spPr>
          <a:xfrm>
            <a:off x="9999493" y="3059525"/>
            <a:ext cx="190938" cy="238674"/>
          </a:xfrm>
          <a:custGeom>
            <a:avLst/>
            <a:gdLst>
              <a:gd name="connsiteX0" fmla="*/ 265491 w 530981"/>
              <a:gd name="connsiteY0" fmla="*/ 265491 h 663726"/>
              <a:gd name="connsiteX1" fmla="*/ 530981 w 530981"/>
              <a:gd name="connsiteY1" fmla="*/ 132745 h 663726"/>
              <a:gd name="connsiteX2" fmla="*/ 265491 w 530981"/>
              <a:gd name="connsiteY2" fmla="*/ 0 h 663726"/>
              <a:gd name="connsiteX3" fmla="*/ 0 w 530981"/>
              <a:gd name="connsiteY3" fmla="*/ 132745 h 663726"/>
              <a:gd name="connsiteX4" fmla="*/ 265491 w 530981"/>
              <a:gd name="connsiteY4" fmla="*/ 265491 h 663726"/>
              <a:gd name="connsiteX5" fmla="*/ 475494 w 530981"/>
              <a:gd name="connsiteY5" fmla="*/ 271132 h 663726"/>
              <a:gd name="connsiteX6" fmla="*/ 530981 w 530981"/>
              <a:gd name="connsiteY6" fmla="*/ 234063 h 663726"/>
              <a:gd name="connsiteX7" fmla="*/ 530981 w 530981"/>
              <a:gd name="connsiteY7" fmla="*/ 530981 h 663726"/>
              <a:gd name="connsiteX8" fmla="*/ 265491 w 530981"/>
              <a:gd name="connsiteY8" fmla="*/ 663727 h 663726"/>
              <a:gd name="connsiteX9" fmla="*/ 0 w 530981"/>
              <a:gd name="connsiteY9" fmla="*/ 530981 h 663726"/>
              <a:gd name="connsiteX10" fmla="*/ 0 w 530981"/>
              <a:gd name="connsiteY10" fmla="*/ 234063 h 663726"/>
              <a:gd name="connsiteX11" fmla="*/ 55488 w 530981"/>
              <a:gd name="connsiteY11" fmla="*/ 271132 h 663726"/>
              <a:gd name="connsiteX12" fmla="*/ 265491 w 530981"/>
              <a:gd name="connsiteY12" fmla="*/ 315270 h 663726"/>
              <a:gd name="connsiteX13" fmla="*/ 475494 w 530981"/>
              <a:gd name="connsiteY13" fmla="*/ 271132 h 663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0981" h="663726">
                <a:moveTo>
                  <a:pt x="265491" y="265491"/>
                </a:moveTo>
                <a:cubicBezTo>
                  <a:pt x="412108" y="265491"/>
                  <a:pt x="530981" y="206087"/>
                  <a:pt x="530981" y="132745"/>
                </a:cubicBezTo>
                <a:cubicBezTo>
                  <a:pt x="530981" y="59404"/>
                  <a:pt x="412108" y="0"/>
                  <a:pt x="265491" y="0"/>
                </a:cubicBezTo>
                <a:cubicBezTo>
                  <a:pt x="118873" y="0"/>
                  <a:pt x="0" y="59404"/>
                  <a:pt x="0" y="132745"/>
                </a:cubicBezTo>
                <a:cubicBezTo>
                  <a:pt x="0" y="206087"/>
                  <a:pt x="118873" y="265491"/>
                  <a:pt x="265491" y="265491"/>
                </a:cubicBezTo>
                <a:close/>
                <a:moveTo>
                  <a:pt x="475494" y="271132"/>
                </a:moveTo>
                <a:cubicBezTo>
                  <a:pt x="495548" y="261285"/>
                  <a:pt x="514206" y="248820"/>
                  <a:pt x="530981" y="234063"/>
                </a:cubicBezTo>
                <a:lnTo>
                  <a:pt x="530981" y="530981"/>
                </a:lnTo>
                <a:cubicBezTo>
                  <a:pt x="530981" y="604323"/>
                  <a:pt x="412108" y="663727"/>
                  <a:pt x="265491" y="663727"/>
                </a:cubicBezTo>
                <a:cubicBezTo>
                  <a:pt x="118873" y="663727"/>
                  <a:pt x="0" y="604323"/>
                  <a:pt x="0" y="530981"/>
                </a:cubicBezTo>
                <a:lnTo>
                  <a:pt x="0" y="234063"/>
                </a:lnTo>
                <a:cubicBezTo>
                  <a:pt x="16775" y="248820"/>
                  <a:pt x="35433" y="261285"/>
                  <a:pt x="55488" y="271132"/>
                </a:cubicBezTo>
                <a:cubicBezTo>
                  <a:pt x="111838" y="299274"/>
                  <a:pt x="186109" y="315270"/>
                  <a:pt x="265491" y="315270"/>
                </a:cubicBezTo>
                <a:cubicBezTo>
                  <a:pt x="344872" y="315270"/>
                  <a:pt x="419143" y="299274"/>
                  <a:pt x="475494" y="271132"/>
                </a:cubicBezTo>
                <a:close/>
              </a:path>
            </a:pathLst>
          </a:custGeom>
          <a:solidFill>
            <a:srgbClr val="091F2C"/>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0" lang="en-US" sz="1600" b="0" i="0" u="none" strike="noStrike" kern="0" cap="none" spc="0" normalizeH="0" baseline="0" noProof="0">
              <a:ln w="3175">
                <a:noFill/>
              </a:ln>
              <a:solidFill>
                <a:srgbClr val="091F2C"/>
              </a:solidFill>
              <a:effectLst/>
              <a:uLnTx/>
              <a:uFillTx/>
              <a:latin typeface="Segoe UI Variable Text Semibold" pitchFamily="2" charset="0"/>
              <a:cs typeface="Segoe UI" pitchFamily="34" charset="0"/>
            </a:endParaRPr>
          </a:p>
        </p:txBody>
      </p:sp>
      <p:sp>
        <p:nvSpPr>
          <p:cNvPr id="107" name="TextBox 106">
            <a:extLst>
              <a:ext uri="{FF2B5EF4-FFF2-40B4-BE49-F238E27FC236}">
                <a16:creationId xmlns:a16="http://schemas.microsoft.com/office/drawing/2014/main" id="{E839860F-BE57-5551-4DA8-84E84250B8AA}"/>
              </a:ext>
            </a:extLst>
          </p:cNvPr>
          <p:cNvSpPr txBox="1"/>
          <p:nvPr/>
        </p:nvSpPr>
        <p:spPr>
          <a:xfrm>
            <a:off x="9643578" y="3559683"/>
            <a:ext cx="864000" cy="605294"/>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lang="en-US" kern="0">
                <a:solidFill>
                  <a:srgbClr val="5230AC"/>
                </a:solidFill>
              </a:rPr>
              <a:t>Index</a:t>
            </a:r>
          </a:p>
          <a:p>
            <a:pPr algn="ctr">
              <a:spcBef>
                <a:spcPts val="400"/>
              </a:spcBef>
              <a:defRPr/>
            </a:pPr>
            <a:r>
              <a:rPr lang="en-US" sz="1100" kern="0">
                <a:solidFill>
                  <a:srgbClr val="091F2C"/>
                </a:solidFill>
                <a:latin typeface="+mn-lt"/>
              </a:rPr>
              <a:t>Search </a:t>
            </a:r>
            <a:br>
              <a:rPr lang="en-US" sz="1100" kern="0">
                <a:solidFill>
                  <a:srgbClr val="091F2C"/>
                </a:solidFill>
                <a:latin typeface="+mn-lt"/>
              </a:rPr>
            </a:br>
            <a:r>
              <a:rPr lang="en-US" sz="1100" kern="0">
                <a:solidFill>
                  <a:srgbClr val="091F2C"/>
                </a:solidFill>
                <a:latin typeface="+mn-lt"/>
              </a:rPr>
              <a:t>index</a:t>
            </a:r>
          </a:p>
        </p:txBody>
      </p:sp>
      <p:cxnSp>
        <p:nvCxnSpPr>
          <p:cNvPr id="32" name="Straight Arrow Connector 31" descr="arrow right">
            <a:extLst>
              <a:ext uri="{FF2B5EF4-FFF2-40B4-BE49-F238E27FC236}">
                <a16:creationId xmlns:a16="http://schemas.microsoft.com/office/drawing/2014/main" id="{26535CF3-2BF2-40B1-54D5-EEC98C4F1804}"/>
              </a:ext>
            </a:extLst>
          </p:cNvPr>
          <p:cNvCxnSpPr>
            <a:cxnSpLocks/>
          </p:cNvCxnSpPr>
          <p:nvPr/>
        </p:nvCxnSpPr>
        <p:spPr>
          <a:xfrm>
            <a:off x="10419346" y="3178861"/>
            <a:ext cx="612000" cy="0"/>
          </a:xfrm>
          <a:prstGeom prst="straightConnector1">
            <a:avLst/>
          </a:prstGeom>
          <a:noFill/>
          <a:ln w="12700" cap="rnd" cmpd="sng" algn="ctr">
            <a:solidFill>
              <a:srgbClr val="8F87A3"/>
            </a:solidFill>
            <a:prstDash val="solid"/>
            <a:headEnd type="none" w="lg" len="sm"/>
            <a:tailEnd type="arrow" w="lg" len="sm"/>
          </a:ln>
          <a:effectLst/>
          <a:extLst>
            <a:ext uri="{909E8E84-426E-40DD-AFC4-6F175D3DCCD1}">
              <a14:hiddenFill xmlns:a14="http://schemas.microsoft.com/office/drawing/2010/main">
                <a:solidFill>
                  <a:srgbClr val="FFFFFF"/>
                </a:solidFill>
              </a14:hiddenFill>
            </a:ext>
          </a:extLst>
        </p:spPr>
      </p:cxnSp>
      <p:sp>
        <p:nvSpPr>
          <p:cNvPr id="71" name="TextBox 70">
            <a:extLst>
              <a:ext uri="{FF2B5EF4-FFF2-40B4-BE49-F238E27FC236}">
                <a16:creationId xmlns:a16="http://schemas.microsoft.com/office/drawing/2014/main" id="{B148AF56-8262-5EF0-368F-133E8457B449}"/>
              </a:ext>
            </a:extLst>
          </p:cNvPr>
          <p:cNvSpPr txBox="1">
            <a:spLocks/>
          </p:cNvSpPr>
          <p:nvPr/>
        </p:nvSpPr>
        <p:spPr>
          <a:xfrm>
            <a:off x="10934535" y="1551142"/>
            <a:ext cx="817922" cy="259672"/>
          </a:xfrm>
          <a:prstGeom prst="roundRect">
            <a:avLst>
              <a:gd name="adj" fmla="val 32246"/>
            </a:avLst>
          </a:prstGeom>
          <a:gradFill flip="none" rotWithShape="1">
            <a:gsLst>
              <a:gs pos="0">
                <a:srgbClr val="7C6BDD">
                  <a:lumMod val="89955"/>
                </a:srgbClr>
              </a:gs>
              <a:gs pos="49000">
                <a:srgbClr val="5944D4">
                  <a:lumMod val="75686"/>
                </a:srgbClr>
              </a:gs>
            </a:gsLst>
            <a:path path="circle">
              <a:fillToRect l="100000" t="100000"/>
            </a:path>
            <a:tileRect r="-100000" b="-100000"/>
          </a:gradFill>
        </p:spPr>
        <p:txBody>
          <a:bodyPr wrap="none" lIns="72000" tIns="0" rIns="72000" bIns="0" rtlCol="0" anchor="ctr" anchorCtr="0">
            <a:noAutofit/>
          </a:bodyPr>
          <a:lstStyle>
            <a:defPPr>
              <a:defRPr lang="en-US"/>
            </a:defPPr>
            <a:lvl1pPr algn="ctr" fontAlgn="base">
              <a:spcBef>
                <a:spcPct val="0"/>
              </a:spcBef>
              <a:spcAft>
                <a:spcPct val="0"/>
              </a:spcAft>
              <a:defRPr sz="1600" kern="0">
                <a:ln w="3175">
                  <a:noFill/>
                </a:ln>
                <a:gradFill>
                  <a:gsLst>
                    <a:gs pos="53147">
                      <a:srgbClr val="FFFFFF"/>
                    </a:gs>
                    <a:gs pos="28000">
                      <a:srgbClr val="FFFFFF"/>
                    </a:gs>
                  </a:gsLst>
                  <a:path path="circle">
                    <a:fillToRect l="100000" b="100000"/>
                  </a:path>
                </a:gradFill>
                <a:latin typeface="+mj-lt"/>
                <a:cs typeface="Segoe Sans Text" pitchFamily="2" charset="0"/>
              </a:defRPr>
            </a:lvl1pPr>
          </a:lstStyle>
          <a:p>
            <a:r>
              <a:rPr lang="en-US" sz="1200">
                <a:solidFill>
                  <a:schemeClr val="bg1"/>
                </a:solidFill>
              </a:rPr>
              <a:t>Your app</a:t>
            </a:r>
          </a:p>
        </p:txBody>
      </p:sp>
      <p:sp>
        <p:nvSpPr>
          <p:cNvPr id="37" name="TextBox 36">
            <a:extLst>
              <a:ext uri="{FF2B5EF4-FFF2-40B4-BE49-F238E27FC236}">
                <a16:creationId xmlns:a16="http://schemas.microsoft.com/office/drawing/2014/main" id="{6D5BCAC2-B0F0-B8F7-DA67-F996EAA25B3D}"/>
              </a:ext>
            </a:extLst>
          </p:cNvPr>
          <p:cNvSpPr txBox="1"/>
          <p:nvPr/>
        </p:nvSpPr>
        <p:spPr>
          <a:xfrm>
            <a:off x="10821496" y="2020563"/>
            <a:ext cx="1044000" cy="394980"/>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spAutoFit/>
          </a:bodyPr>
          <a:lstStyle>
            <a:defPPr>
              <a:defRPr lang="en-US"/>
            </a:defPPr>
            <a:lvl1pPr marR="0" lvl="0" indent="0" algn="ctr" defTabSz="932449" fontAlgn="auto">
              <a:spcBef>
                <a:spcPts val="400"/>
              </a:spcBef>
              <a:buClrTx/>
              <a:buSzTx/>
              <a:buFontTx/>
              <a:buNone/>
              <a:tabLst/>
              <a:defRPr kumimoji="0" sz="1600" i="0" u="none" strike="noStrike" kern="0" cap="none" spc="0" normalizeH="0" baseline="0">
                <a:ln>
                  <a:noFill/>
                </a:ln>
                <a:solidFill>
                  <a:srgbClr val="091F2C"/>
                </a:solidFill>
                <a:effectLst/>
                <a:uLnTx/>
                <a:uFillTx/>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spcBef>
                <a:spcPts val="200"/>
              </a:spcBef>
            </a:pPr>
            <a:r>
              <a:rPr lang="en-US" sz="1200"/>
              <a:t>Agent</a:t>
            </a:r>
          </a:p>
          <a:p>
            <a:pPr>
              <a:spcBef>
                <a:spcPts val="200"/>
              </a:spcBef>
            </a:pPr>
            <a:r>
              <a:rPr lang="en-US" sz="1200"/>
              <a:t>Copilot</a:t>
            </a:r>
          </a:p>
        </p:txBody>
      </p:sp>
      <p:sp>
        <p:nvSpPr>
          <p:cNvPr id="72" name="Rounded Rectangle 14">
            <a:extLst>
              <a:ext uri="{FF2B5EF4-FFF2-40B4-BE49-F238E27FC236}">
                <a16:creationId xmlns:a16="http://schemas.microsoft.com/office/drawing/2014/main" id="{0BAA5B6B-DD74-402B-503F-14E92D81E094}"/>
              </a:ext>
              <a:ext uri="{C183D7F6-B498-43B3-948B-1728B52AA6E4}">
                <adec:decorative xmlns:adec="http://schemas.microsoft.com/office/drawing/2017/decorative" val="1"/>
              </a:ext>
            </a:extLst>
          </p:cNvPr>
          <p:cNvSpPr>
            <a:spLocks/>
          </p:cNvSpPr>
          <p:nvPr/>
        </p:nvSpPr>
        <p:spPr bwMode="auto">
          <a:xfrm>
            <a:off x="10911496" y="2645338"/>
            <a:ext cx="864000" cy="2129720"/>
          </a:xfrm>
          <a:prstGeom prst="roundRect">
            <a:avLst>
              <a:gd name="adj" fmla="val 13071"/>
            </a:avLst>
          </a:prstGeom>
          <a:noFill/>
          <a:ln w="12700" cap="rnd" cmpd="sng" algn="ctr">
            <a:solidFill>
              <a:srgbClr val="8F87A3">
                <a:alpha val="20000"/>
              </a:srgbClr>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UI Variable Text" pitchFamily="2" charset="0"/>
              <a:ea typeface="+mn-ea"/>
              <a:cs typeface="Segoe UI" panose="020B0502040204020203" pitchFamily="34" charset="0"/>
            </a:endParaRPr>
          </a:p>
        </p:txBody>
      </p:sp>
      <p:sp>
        <p:nvSpPr>
          <p:cNvPr id="12" name="Oval 11">
            <a:extLst>
              <a:ext uri="{FF2B5EF4-FFF2-40B4-BE49-F238E27FC236}">
                <a16:creationId xmlns:a16="http://schemas.microsoft.com/office/drawing/2014/main" id="{6D858CE7-F950-3CDD-6D88-51AF0596E28C}"/>
              </a:ext>
              <a:ext uri="{C183D7F6-B498-43B3-948B-1728B52AA6E4}">
                <adec:decorative xmlns:adec="http://schemas.microsoft.com/office/drawing/2017/decorative" val="1"/>
              </a:ext>
            </a:extLst>
          </p:cNvPr>
          <p:cNvSpPr>
            <a:spLocks noChangeAspect="1"/>
          </p:cNvSpPr>
          <p:nvPr/>
        </p:nvSpPr>
        <p:spPr>
          <a:xfrm>
            <a:off x="11102804" y="2938169"/>
            <a:ext cx="481385" cy="481385"/>
          </a:xfrm>
          <a:prstGeom prst="ellipse">
            <a:avLst/>
          </a:pr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CA"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pic>
        <p:nvPicPr>
          <p:cNvPr id="55" name="Graphic 54">
            <a:extLst>
              <a:ext uri="{FF2B5EF4-FFF2-40B4-BE49-F238E27FC236}">
                <a16:creationId xmlns:a16="http://schemas.microsoft.com/office/drawing/2014/main" id="{791A2C8A-DEAF-A5AC-632F-83EF5CE440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91363" y="3017000"/>
            <a:ext cx="304267" cy="304267"/>
          </a:xfrm>
          <a:prstGeom prst="rect">
            <a:avLst/>
          </a:prstGeom>
        </p:spPr>
      </p:pic>
      <p:sp>
        <p:nvSpPr>
          <p:cNvPr id="98" name="TextBox 97">
            <a:extLst>
              <a:ext uri="{FF2B5EF4-FFF2-40B4-BE49-F238E27FC236}">
                <a16:creationId xmlns:a16="http://schemas.microsoft.com/office/drawing/2014/main" id="{C7D9C594-ED49-A590-E0FF-2225A8AE0359}"/>
              </a:ext>
            </a:extLst>
          </p:cNvPr>
          <p:cNvSpPr txBox="1"/>
          <p:nvPr/>
        </p:nvSpPr>
        <p:spPr>
          <a:xfrm>
            <a:off x="10911496" y="3559683"/>
            <a:ext cx="864000" cy="974626"/>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marR="0" lvl="0" indent="0" algn="ctr" defTabSz="932449" fontAlgn="auto">
              <a:spcBef>
                <a:spcPts val="400"/>
              </a:spcBef>
              <a:buClrTx/>
              <a:buSzTx/>
              <a:buFontTx/>
              <a:buNone/>
              <a:tabLst/>
              <a:defRPr kumimoji="0" sz="1600" i="0" u="none" strike="noStrike" kern="0" cap="none" spc="0" normalizeH="0" baseline="0">
                <a:ln>
                  <a:noFill/>
                </a:ln>
                <a:solidFill>
                  <a:srgbClr val="091F2C"/>
                </a:solidFill>
                <a:effectLst/>
                <a:uLnTx/>
                <a:uFillTx/>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400">
                <a:solidFill>
                  <a:srgbClr val="5230AC"/>
                </a:solidFill>
              </a:rPr>
              <a:t>Query</a:t>
            </a:r>
          </a:p>
          <a:p>
            <a:pPr>
              <a:defRPr/>
            </a:pPr>
            <a:r>
              <a:rPr lang="en-US" sz="1100">
                <a:latin typeface="+mn-lt"/>
              </a:rPr>
              <a:t>Ask questions </a:t>
            </a:r>
            <a:br>
              <a:rPr lang="en-US" sz="1100">
                <a:latin typeface="+mn-lt"/>
              </a:rPr>
            </a:br>
            <a:r>
              <a:rPr lang="en-US" sz="1100">
                <a:latin typeface="+mn-lt"/>
              </a:rPr>
              <a:t>in natural language</a:t>
            </a:r>
          </a:p>
        </p:txBody>
      </p:sp>
      <p:sp>
        <p:nvSpPr>
          <p:cNvPr id="66" name="TextBox 65">
            <a:extLst>
              <a:ext uri="{FF2B5EF4-FFF2-40B4-BE49-F238E27FC236}">
                <a16:creationId xmlns:a16="http://schemas.microsoft.com/office/drawing/2014/main" id="{3ED25720-9D01-EF89-2733-D800265ABAC9}"/>
              </a:ext>
            </a:extLst>
          </p:cNvPr>
          <p:cNvSpPr txBox="1"/>
          <p:nvPr/>
        </p:nvSpPr>
        <p:spPr>
          <a:xfrm>
            <a:off x="5898551" y="7777453"/>
            <a:ext cx="4788174" cy="482183"/>
          </a:xfrm>
          <a:prstGeom prst="rect">
            <a:avLst/>
          </a:prstGeom>
          <a:noFill/>
          <a:ln w="19050" cap="rnd" cmpd="sng" algn="ctr">
            <a:noFill/>
            <a:prstDash val="solid"/>
            <a:headEnd type="none" w="med" len="med"/>
            <a:tailEnd type="none" w="med" len="med"/>
          </a:ln>
          <a:effectLst/>
        </p:spPr>
        <p:txBody>
          <a:bodyPr rot="0" spcFirstLastPara="0" vertOverflow="overflow" horzOverflow="overflow" vert="horz" wrap="square" lIns="36000" tIns="0" rIns="3600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32449" eaLnBrk="1" fontAlgn="auto" latinLnBrk="0" hangingPunct="1">
              <a:spcBef>
                <a:spcPts val="400"/>
              </a:spcBef>
              <a:buClrTx/>
              <a:buSzTx/>
              <a:buFontTx/>
              <a:buNone/>
              <a:tabLst/>
              <a:defRPr/>
            </a:pPr>
            <a:r>
              <a:rPr kumimoji="0" lang="en-US" sz="1400" i="0" u="none" strike="noStrike" kern="0" cap="none" spc="0" normalizeH="0" baseline="0" noProof="0">
                <a:ln>
                  <a:noFill/>
                </a:ln>
                <a:solidFill>
                  <a:schemeClr val="tx1"/>
                </a:solidFill>
                <a:effectLst/>
                <a:uLnTx/>
                <a:uFillTx/>
                <a:latin typeface="+mn-lt"/>
                <a:ea typeface="+mn-ea"/>
                <a:cs typeface="+mn-cs"/>
              </a:rPr>
              <a:t>Indexers connect directly to your data sources.</a:t>
            </a:r>
          </a:p>
          <a:p>
            <a:pPr marL="0" marR="0" lvl="0" indent="0" algn="ctr" defTabSz="932449" eaLnBrk="1" fontAlgn="auto" latinLnBrk="0" hangingPunct="1">
              <a:spcBef>
                <a:spcPts val="400"/>
              </a:spcBef>
              <a:buClrTx/>
              <a:buSzTx/>
              <a:buFontTx/>
              <a:buNone/>
              <a:tabLst/>
              <a:defRPr/>
            </a:pPr>
            <a:r>
              <a:rPr lang="en-US" sz="1400" kern="0">
                <a:solidFill>
                  <a:srgbClr val="5230AC"/>
                </a:solidFill>
              </a:rPr>
              <a:t>No separate staging step</a:t>
            </a:r>
            <a:r>
              <a:rPr lang="en-US" sz="1400" kern="0">
                <a:solidFill>
                  <a:schemeClr val="tx1"/>
                </a:solidFill>
                <a:latin typeface="+mn-lt"/>
              </a:rPr>
              <a:t>. Supports 10+ connectors.</a:t>
            </a:r>
            <a:endParaRPr kumimoji="0" lang="en-US" sz="1050" i="0" u="none" strike="noStrike" kern="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41968657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42" presetClass="path" presetSubtype="0" decel="100000" fill="hold" nodeType="withEffect">
                                  <p:stCondLst>
                                    <p:cond delay="0"/>
                                  </p:stCondLst>
                                  <p:childTnLst>
                                    <p:animMotion origin="layout" path="M -0.01719 -0.00023 L -8.33333E-7 -3.7037E-6 " pathEditMode="relative" rAng="0" ptsTypes="AA">
                                      <p:cBhvr>
                                        <p:cTn id="9" dur="700" fill="hold"/>
                                        <p:tgtEl>
                                          <p:spTgt spid="40"/>
                                        </p:tgtEl>
                                        <p:attrNameLst>
                                          <p:attrName>ppt_x</p:attrName>
                                          <p:attrName>ppt_y</p:attrName>
                                        </p:attrNameLst>
                                      </p:cBhvr>
                                      <p:rCtr x="859" y="0"/>
                                    </p:animMotion>
                                  </p:childTnLst>
                                </p:cTn>
                              </p:par>
                              <p:par>
                                <p:cTn id="10" presetID="10" presetClass="entr" presetSubtype="0" fill="hold" nodeType="with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par>
                                <p:cTn id="13" presetID="42" presetClass="path" presetSubtype="0" decel="100000" fill="hold" nodeType="withEffect">
                                  <p:stCondLst>
                                    <p:cond delay="0"/>
                                  </p:stCondLst>
                                  <p:childTnLst>
                                    <p:animMotion origin="layout" path="M -0.01719 -0.00023 L 1.45833E-6 -4.44444E-6 " pathEditMode="relative" rAng="0" ptsTypes="AA">
                                      <p:cBhvr>
                                        <p:cTn id="14" dur="700" fill="hold"/>
                                        <p:tgtEl>
                                          <p:spTgt spid="56"/>
                                        </p:tgtEl>
                                        <p:attrNameLst>
                                          <p:attrName>ppt_x</p:attrName>
                                          <p:attrName>ppt_y</p:attrName>
                                        </p:attrNameLst>
                                      </p:cBhvr>
                                      <p:rCtr x="859" y="0"/>
                                    </p:animMotion>
                                  </p:childTnLst>
                                </p:cTn>
                              </p:par>
                              <p:par>
                                <p:cTn id="15" presetID="10" presetClass="entr" presetSubtype="0" fill="hold"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par>
                                <p:cTn id="18" presetID="42" presetClass="path" presetSubtype="0" decel="100000" fill="hold" nodeType="withEffect">
                                  <p:stCondLst>
                                    <p:cond delay="0"/>
                                  </p:stCondLst>
                                  <p:childTnLst>
                                    <p:animMotion origin="layout" path="M -0.01719 -0.00023 L 1.45833E-6 -1.85185E-6 " pathEditMode="relative" rAng="0" ptsTypes="AA">
                                      <p:cBhvr>
                                        <p:cTn id="19" dur="700" fill="hold"/>
                                        <p:tgtEl>
                                          <p:spTgt spid="59"/>
                                        </p:tgtEl>
                                        <p:attrNameLst>
                                          <p:attrName>ppt_x</p:attrName>
                                          <p:attrName>ppt_y</p:attrName>
                                        </p:attrNameLst>
                                      </p:cBhvr>
                                      <p:rCtr x="859" y="0"/>
                                    </p:animMotion>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42" presetClass="path" presetSubtype="0" decel="100000" fill="hold" grpId="1" nodeType="withEffect">
                                  <p:stCondLst>
                                    <p:cond delay="0"/>
                                  </p:stCondLst>
                                  <p:childTnLst>
                                    <p:animMotion origin="layout" path="M -0.01719 -0.00023 L -1.25E-6 1.85185E-6 " pathEditMode="relative" rAng="0" ptsTypes="AA">
                                      <p:cBhvr>
                                        <p:cTn id="24" dur="700" fill="hold"/>
                                        <p:tgtEl>
                                          <p:spTgt spid="68"/>
                                        </p:tgtEl>
                                        <p:attrNameLst>
                                          <p:attrName>ppt_x</p:attrName>
                                          <p:attrName>ppt_y</p:attrName>
                                        </p:attrNameLst>
                                      </p:cBhvr>
                                      <p:rCtr x="859" y="0"/>
                                    </p:animMotion>
                                  </p:childTnLst>
                                </p:cTn>
                              </p:par>
                              <p:par>
                                <p:cTn id="25" presetID="10"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42" presetClass="path" presetSubtype="0" decel="100000" fill="hold" grpId="1" nodeType="withEffect">
                                  <p:stCondLst>
                                    <p:cond delay="0"/>
                                  </p:stCondLst>
                                  <p:childTnLst>
                                    <p:animMotion origin="layout" path="M -0.01719 -0.00024 L -4.16667E-7 3.7037E-6 " pathEditMode="relative" rAng="0" ptsTypes="AA">
                                      <p:cBhvr>
                                        <p:cTn id="29" dur="700" fill="hold"/>
                                        <p:tgtEl>
                                          <p:spTgt spid="42"/>
                                        </p:tgtEl>
                                        <p:attrNameLst>
                                          <p:attrName>ppt_x</p:attrName>
                                          <p:attrName>ppt_y</p:attrName>
                                        </p:attrNameLst>
                                      </p:cBhvr>
                                      <p:rCtr x="859" y="0"/>
                                    </p:animMotion>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42" presetClass="path" presetSubtype="0" decel="100000" fill="hold" grpId="1" nodeType="withEffect">
                                  <p:stCondLst>
                                    <p:cond delay="0"/>
                                  </p:stCondLst>
                                  <p:childTnLst>
                                    <p:animMotion origin="layout" path="M -0.01719 -0.00023 L -8.33333E-7 3.33333E-6 " pathEditMode="relative" rAng="0" ptsTypes="AA">
                                      <p:cBhvr>
                                        <p:cTn id="34" dur="700" fill="hold"/>
                                        <p:tgtEl>
                                          <p:spTgt spid="16"/>
                                        </p:tgtEl>
                                        <p:attrNameLst>
                                          <p:attrName>ppt_x</p:attrName>
                                          <p:attrName>ppt_y</p:attrName>
                                        </p:attrNameLst>
                                      </p:cBhvr>
                                      <p:rCtr x="859" y="0"/>
                                    </p:animMotion>
                                  </p:childTnLst>
                                </p:cTn>
                              </p:par>
                              <p:par>
                                <p:cTn id="35" presetID="10"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par>
                                <p:cTn id="38" presetID="42" presetClass="path" presetSubtype="0" decel="100000" fill="hold" grpId="1" nodeType="withEffect">
                                  <p:stCondLst>
                                    <p:cond delay="0"/>
                                  </p:stCondLst>
                                  <p:childTnLst>
                                    <p:animMotion origin="layout" path="M -0.01719 -0.00023 L -4.16667E-7 2.22222E-6 " pathEditMode="relative" rAng="0" ptsTypes="AA">
                                      <p:cBhvr>
                                        <p:cTn id="39" dur="700" fill="hold"/>
                                        <p:tgtEl>
                                          <p:spTgt spid="43"/>
                                        </p:tgtEl>
                                        <p:attrNameLst>
                                          <p:attrName>ppt_x</p:attrName>
                                          <p:attrName>ppt_y</p:attrName>
                                        </p:attrNameLst>
                                      </p:cBhvr>
                                      <p:rCtr x="859" y="0"/>
                                    </p:animMotion>
                                  </p:childTnLst>
                                </p:cTn>
                              </p:par>
                              <p:par>
                                <p:cTn id="40" presetID="10" presetClass="entr" presetSubtype="0" fill="hold" grpId="0" nodeType="withEffect">
                                  <p:stCondLst>
                                    <p:cond delay="10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par>
                                <p:cTn id="43" presetID="42" presetClass="path" presetSubtype="0" decel="100000" fill="hold" grpId="1" nodeType="withEffect">
                                  <p:stCondLst>
                                    <p:cond delay="100"/>
                                  </p:stCondLst>
                                  <p:childTnLst>
                                    <p:animMotion origin="layout" path="M -0.01719 -0.00023 L 1.66667E-6 -1.85185E-6 " pathEditMode="relative" rAng="0" ptsTypes="AA">
                                      <p:cBhvr>
                                        <p:cTn id="44" dur="700" fill="hold"/>
                                        <p:tgtEl>
                                          <p:spTgt spid="53"/>
                                        </p:tgtEl>
                                        <p:attrNameLst>
                                          <p:attrName>ppt_x</p:attrName>
                                          <p:attrName>ppt_y</p:attrName>
                                        </p:attrNameLst>
                                      </p:cBhvr>
                                      <p:rCtr x="859" y="0"/>
                                    </p:animMotion>
                                  </p:childTnLst>
                                </p:cTn>
                              </p:par>
                              <p:par>
                                <p:cTn id="45" presetID="10" presetClass="entr" presetSubtype="0" fill="hold" grpId="0" nodeType="withEffect">
                                  <p:stCondLst>
                                    <p:cond delay="100"/>
                                  </p:stCondLst>
                                  <p:childTnLst>
                                    <p:set>
                                      <p:cBhvr>
                                        <p:cTn id="46" dur="1" fill="hold">
                                          <p:stCondLst>
                                            <p:cond delay="0"/>
                                          </p:stCondLst>
                                        </p:cTn>
                                        <p:tgtEl>
                                          <p:spTgt spid="94"/>
                                        </p:tgtEl>
                                        <p:attrNameLst>
                                          <p:attrName>style.visibility</p:attrName>
                                        </p:attrNameLst>
                                      </p:cBhvr>
                                      <p:to>
                                        <p:strVal val="visible"/>
                                      </p:to>
                                    </p:set>
                                    <p:animEffect transition="in" filter="fade">
                                      <p:cBhvr>
                                        <p:cTn id="47" dur="500"/>
                                        <p:tgtEl>
                                          <p:spTgt spid="94"/>
                                        </p:tgtEl>
                                      </p:cBhvr>
                                    </p:animEffect>
                                  </p:childTnLst>
                                </p:cTn>
                              </p:par>
                              <p:par>
                                <p:cTn id="48" presetID="42" presetClass="path" presetSubtype="0" decel="100000" fill="hold" grpId="1" nodeType="withEffect">
                                  <p:stCondLst>
                                    <p:cond delay="100"/>
                                  </p:stCondLst>
                                  <p:childTnLst>
                                    <p:animMotion origin="layout" path="M -0.01719 -0.00023 L 4.58333E-6 -4.07407E-6 " pathEditMode="relative" rAng="0" ptsTypes="AA">
                                      <p:cBhvr>
                                        <p:cTn id="49" dur="700" fill="hold"/>
                                        <p:tgtEl>
                                          <p:spTgt spid="94"/>
                                        </p:tgtEl>
                                        <p:attrNameLst>
                                          <p:attrName>ppt_x</p:attrName>
                                          <p:attrName>ppt_y</p:attrName>
                                        </p:attrNameLst>
                                      </p:cBhvr>
                                      <p:rCtr x="859" y="0"/>
                                    </p:animMotion>
                                  </p:childTnLst>
                                </p:cTn>
                              </p:par>
                              <p:par>
                                <p:cTn id="50" presetID="10" presetClass="entr" presetSubtype="0" fill="hold" grpId="0" nodeType="withEffect">
                                  <p:stCondLst>
                                    <p:cond delay="100"/>
                                  </p:stCondLst>
                                  <p:childTnLst>
                                    <p:set>
                                      <p:cBhvr>
                                        <p:cTn id="51" dur="1" fill="hold">
                                          <p:stCondLst>
                                            <p:cond delay="0"/>
                                          </p:stCondLst>
                                        </p:cTn>
                                        <p:tgtEl>
                                          <p:spTgt spid="122"/>
                                        </p:tgtEl>
                                        <p:attrNameLst>
                                          <p:attrName>style.visibility</p:attrName>
                                        </p:attrNameLst>
                                      </p:cBhvr>
                                      <p:to>
                                        <p:strVal val="visible"/>
                                      </p:to>
                                    </p:set>
                                    <p:animEffect transition="in" filter="fade">
                                      <p:cBhvr>
                                        <p:cTn id="52" dur="500"/>
                                        <p:tgtEl>
                                          <p:spTgt spid="122"/>
                                        </p:tgtEl>
                                      </p:cBhvr>
                                    </p:animEffect>
                                  </p:childTnLst>
                                </p:cTn>
                              </p:par>
                              <p:par>
                                <p:cTn id="53" presetID="42" presetClass="path" presetSubtype="0" decel="100000" fill="hold" grpId="1" nodeType="withEffect">
                                  <p:stCondLst>
                                    <p:cond delay="100"/>
                                  </p:stCondLst>
                                  <p:childTnLst>
                                    <p:animMotion origin="layout" path="M -0.01718 -0.00023 L -3.33333E-6 -3.7037E-6 " pathEditMode="relative" rAng="0" ptsTypes="AA">
                                      <p:cBhvr>
                                        <p:cTn id="54" dur="700" fill="hold"/>
                                        <p:tgtEl>
                                          <p:spTgt spid="122"/>
                                        </p:tgtEl>
                                        <p:attrNameLst>
                                          <p:attrName>ppt_x</p:attrName>
                                          <p:attrName>ppt_y</p:attrName>
                                        </p:attrNameLst>
                                      </p:cBhvr>
                                      <p:rCtr x="859" y="0"/>
                                    </p:animMotion>
                                  </p:childTnLst>
                                </p:cTn>
                              </p:par>
                              <p:par>
                                <p:cTn id="55" presetID="10" presetClass="entr" presetSubtype="0" fill="hold" grpId="0" nodeType="withEffect">
                                  <p:stCondLst>
                                    <p:cond delay="100"/>
                                  </p:stCondLst>
                                  <p:childTnLst>
                                    <p:set>
                                      <p:cBhvr>
                                        <p:cTn id="56" dur="1" fill="hold">
                                          <p:stCondLst>
                                            <p:cond delay="0"/>
                                          </p:stCondLst>
                                        </p:cTn>
                                        <p:tgtEl>
                                          <p:spTgt spid="130"/>
                                        </p:tgtEl>
                                        <p:attrNameLst>
                                          <p:attrName>style.visibility</p:attrName>
                                        </p:attrNameLst>
                                      </p:cBhvr>
                                      <p:to>
                                        <p:strVal val="visible"/>
                                      </p:to>
                                    </p:set>
                                    <p:animEffect transition="in" filter="fade">
                                      <p:cBhvr>
                                        <p:cTn id="57" dur="500"/>
                                        <p:tgtEl>
                                          <p:spTgt spid="130"/>
                                        </p:tgtEl>
                                      </p:cBhvr>
                                    </p:animEffect>
                                  </p:childTnLst>
                                </p:cTn>
                              </p:par>
                              <p:par>
                                <p:cTn id="58" presetID="42" presetClass="path" presetSubtype="0" decel="100000" fill="hold" grpId="1" nodeType="withEffect">
                                  <p:stCondLst>
                                    <p:cond delay="100"/>
                                  </p:stCondLst>
                                  <p:childTnLst>
                                    <p:animMotion origin="layout" path="M -0.01719 -0.00023 L -4.16667E-7 -2.22222E-6 " pathEditMode="relative" rAng="0" ptsTypes="AA">
                                      <p:cBhvr>
                                        <p:cTn id="59" dur="700" fill="hold"/>
                                        <p:tgtEl>
                                          <p:spTgt spid="130"/>
                                        </p:tgtEl>
                                        <p:attrNameLst>
                                          <p:attrName>ppt_x</p:attrName>
                                          <p:attrName>ppt_y</p:attrName>
                                        </p:attrNameLst>
                                      </p:cBhvr>
                                      <p:rCtr x="859" y="0"/>
                                    </p:animMotion>
                                  </p:childTnLst>
                                </p:cTn>
                              </p:par>
                              <p:par>
                                <p:cTn id="60" presetID="10" presetClass="entr" presetSubtype="0" fill="hold" grpId="0" nodeType="withEffect">
                                  <p:stCondLst>
                                    <p:cond delay="100"/>
                                  </p:stCondLst>
                                  <p:childTnLst>
                                    <p:set>
                                      <p:cBhvr>
                                        <p:cTn id="61" dur="1" fill="hold">
                                          <p:stCondLst>
                                            <p:cond delay="0"/>
                                          </p:stCondLst>
                                        </p:cTn>
                                        <p:tgtEl>
                                          <p:spTgt spid="133"/>
                                        </p:tgtEl>
                                        <p:attrNameLst>
                                          <p:attrName>style.visibility</p:attrName>
                                        </p:attrNameLst>
                                      </p:cBhvr>
                                      <p:to>
                                        <p:strVal val="visible"/>
                                      </p:to>
                                    </p:set>
                                    <p:animEffect transition="in" filter="fade">
                                      <p:cBhvr>
                                        <p:cTn id="62" dur="500"/>
                                        <p:tgtEl>
                                          <p:spTgt spid="133"/>
                                        </p:tgtEl>
                                      </p:cBhvr>
                                    </p:animEffect>
                                  </p:childTnLst>
                                </p:cTn>
                              </p:par>
                              <p:par>
                                <p:cTn id="63" presetID="42" presetClass="path" presetSubtype="0" decel="100000" fill="hold" grpId="1" nodeType="withEffect">
                                  <p:stCondLst>
                                    <p:cond delay="100"/>
                                  </p:stCondLst>
                                  <p:childTnLst>
                                    <p:animMotion origin="layout" path="M -0.01719 -0.00023 L 3.95833E-6 -3.7037E-6 " pathEditMode="relative" rAng="0" ptsTypes="AA">
                                      <p:cBhvr>
                                        <p:cTn id="64" dur="700" fill="hold"/>
                                        <p:tgtEl>
                                          <p:spTgt spid="133"/>
                                        </p:tgtEl>
                                        <p:attrNameLst>
                                          <p:attrName>ppt_x</p:attrName>
                                          <p:attrName>ppt_y</p:attrName>
                                        </p:attrNameLst>
                                      </p:cBhvr>
                                      <p:rCtr x="859" y="0"/>
                                    </p:animMotion>
                                  </p:childTnLst>
                                </p:cTn>
                              </p:par>
                              <p:par>
                                <p:cTn id="65" presetID="10" presetClass="entr" presetSubtype="0" fill="hold" grpId="0" nodeType="withEffect">
                                  <p:stCondLst>
                                    <p:cond delay="100"/>
                                  </p:stCondLst>
                                  <p:childTnLst>
                                    <p:set>
                                      <p:cBhvr>
                                        <p:cTn id="66" dur="1" fill="hold">
                                          <p:stCondLst>
                                            <p:cond delay="0"/>
                                          </p:stCondLst>
                                        </p:cTn>
                                        <p:tgtEl>
                                          <p:spTgt spid="136"/>
                                        </p:tgtEl>
                                        <p:attrNameLst>
                                          <p:attrName>style.visibility</p:attrName>
                                        </p:attrNameLst>
                                      </p:cBhvr>
                                      <p:to>
                                        <p:strVal val="visible"/>
                                      </p:to>
                                    </p:set>
                                    <p:animEffect transition="in" filter="fade">
                                      <p:cBhvr>
                                        <p:cTn id="67" dur="500"/>
                                        <p:tgtEl>
                                          <p:spTgt spid="136"/>
                                        </p:tgtEl>
                                      </p:cBhvr>
                                    </p:animEffect>
                                  </p:childTnLst>
                                </p:cTn>
                              </p:par>
                              <p:par>
                                <p:cTn id="68" presetID="42" presetClass="path" presetSubtype="0" decel="100000" fill="hold" grpId="1" nodeType="withEffect">
                                  <p:stCondLst>
                                    <p:cond delay="100"/>
                                  </p:stCondLst>
                                  <p:childTnLst>
                                    <p:animMotion origin="layout" path="M -0.01719 -0.00023 L 2.5E-6 -3.7037E-6 " pathEditMode="relative" rAng="0" ptsTypes="AA">
                                      <p:cBhvr>
                                        <p:cTn id="69" dur="700" fill="hold"/>
                                        <p:tgtEl>
                                          <p:spTgt spid="136"/>
                                        </p:tgtEl>
                                        <p:attrNameLst>
                                          <p:attrName>ppt_x</p:attrName>
                                          <p:attrName>ppt_y</p:attrName>
                                        </p:attrNameLst>
                                      </p:cBhvr>
                                      <p:rCtr x="859" y="0"/>
                                    </p:animMotion>
                                  </p:childTnLst>
                                </p:cTn>
                              </p:par>
                              <p:par>
                                <p:cTn id="70" presetID="10" presetClass="entr" presetSubtype="0" fill="hold" grpId="0" nodeType="withEffect">
                                  <p:stCondLst>
                                    <p:cond delay="100"/>
                                  </p:stCondLst>
                                  <p:childTnLst>
                                    <p:set>
                                      <p:cBhvr>
                                        <p:cTn id="71" dur="1" fill="hold">
                                          <p:stCondLst>
                                            <p:cond delay="0"/>
                                          </p:stCondLst>
                                        </p:cTn>
                                        <p:tgtEl>
                                          <p:spTgt spid="139"/>
                                        </p:tgtEl>
                                        <p:attrNameLst>
                                          <p:attrName>style.visibility</p:attrName>
                                        </p:attrNameLst>
                                      </p:cBhvr>
                                      <p:to>
                                        <p:strVal val="visible"/>
                                      </p:to>
                                    </p:set>
                                    <p:animEffect transition="in" filter="fade">
                                      <p:cBhvr>
                                        <p:cTn id="72" dur="500"/>
                                        <p:tgtEl>
                                          <p:spTgt spid="139"/>
                                        </p:tgtEl>
                                      </p:cBhvr>
                                    </p:animEffect>
                                  </p:childTnLst>
                                </p:cTn>
                              </p:par>
                              <p:par>
                                <p:cTn id="73" presetID="42" presetClass="path" presetSubtype="0" decel="100000" fill="hold" grpId="1" nodeType="withEffect">
                                  <p:stCondLst>
                                    <p:cond delay="100"/>
                                  </p:stCondLst>
                                  <p:childTnLst>
                                    <p:animMotion origin="layout" path="M -0.01718 -0.00024 L -4.79167E-6 4.07407E-6 " pathEditMode="relative" rAng="0" ptsTypes="AA">
                                      <p:cBhvr>
                                        <p:cTn id="74" dur="700" fill="hold"/>
                                        <p:tgtEl>
                                          <p:spTgt spid="139"/>
                                        </p:tgtEl>
                                        <p:attrNameLst>
                                          <p:attrName>ppt_x</p:attrName>
                                          <p:attrName>ppt_y</p:attrName>
                                        </p:attrNameLst>
                                      </p:cBhvr>
                                      <p:rCtr x="859" y="0"/>
                                    </p:animMotion>
                                  </p:childTnLst>
                                </p:cTn>
                              </p:par>
                              <p:par>
                                <p:cTn id="75" presetID="10" presetClass="entr" presetSubtype="0" fill="hold" grpId="0" nodeType="withEffect">
                                  <p:stCondLst>
                                    <p:cond delay="100"/>
                                  </p:stCondLst>
                                  <p:childTnLst>
                                    <p:set>
                                      <p:cBhvr>
                                        <p:cTn id="76" dur="1" fill="hold">
                                          <p:stCondLst>
                                            <p:cond delay="0"/>
                                          </p:stCondLst>
                                        </p:cTn>
                                        <p:tgtEl>
                                          <p:spTgt spid="140"/>
                                        </p:tgtEl>
                                        <p:attrNameLst>
                                          <p:attrName>style.visibility</p:attrName>
                                        </p:attrNameLst>
                                      </p:cBhvr>
                                      <p:to>
                                        <p:strVal val="visible"/>
                                      </p:to>
                                    </p:set>
                                    <p:animEffect transition="in" filter="fade">
                                      <p:cBhvr>
                                        <p:cTn id="77" dur="500"/>
                                        <p:tgtEl>
                                          <p:spTgt spid="140"/>
                                        </p:tgtEl>
                                      </p:cBhvr>
                                    </p:animEffect>
                                  </p:childTnLst>
                                </p:cTn>
                              </p:par>
                              <p:par>
                                <p:cTn id="78" presetID="42" presetClass="path" presetSubtype="0" decel="100000" fill="hold" grpId="1" nodeType="withEffect">
                                  <p:stCondLst>
                                    <p:cond delay="100"/>
                                  </p:stCondLst>
                                  <p:childTnLst>
                                    <p:animMotion origin="layout" path="M -0.01719 -0.00023 L 1.875E-6 -2.59259E-6 " pathEditMode="relative" rAng="0" ptsTypes="AA">
                                      <p:cBhvr>
                                        <p:cTn id="79" dur="700" fill="hold"/>
                                        <p:tgtEl>
                                          <p:spTgt spid="140"/>
                                        </p:tgtEl>
                                        <p:attrNameLst>
                                          <p:attrName>ppt_x</p:attrName>
                                          <p:attrName>ppt_y</p:attrName>
                                        </p:attrNameLst>
                                      </p:cBhvr>
                                      <p:rCtr x="859" y="0"/>
                                    </p:animMotion>
                                  </p:childTnLst>
                                </p:cTn>
                              </p:par>
                              <p:par>
                                <p:cTn id="80" presetID="10" presetClass="entr" presetSubtype="0" fill="hold" nodeType="withEffect">
                                  <p:stCondLst>
                                    <p:cond delay="10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par>
                                <p:cTn id="83" presetID="42" presetClass="path" presetSubtype="0" decel="100000" fill="hold" nodeType="withEffect">
                                  <p:stCondLst>
                                    <p:cond delay="100"/>
                                  </p:stCondLst>
                                  <p:childTnLst>
                                    <p:animMotion origin="layout" path="M -0.01718 -0.00023 L -3.33333E-6 -2.59259E-6 " pathEditMode="relative" rAng="0" ptsTypes="AA">
                                      <p:cBhvr>
                                        <p:cTn id="84" dur="700" fill="hold"/>
                                        <p:tgtEl>
                                          <p:spTgt spid="24"/>
                                        </p:tgtEl>
                                        <p:attrNameLst>
                                          <p:attrName>ppt_x</p:attrName>
                                          <p:attrName>ppt_y</p:attrName>
                                        </p:attrNameLst>
                                      </p:cBhvr>
                                      <p:rCtr x="859" y="0"/>
                                    </p:animMotion>
                                  </p:childTnLst>
                                </p:cTn>
                              </p:par>
                              <p:par>
                                <p:cTn id="85" presetID="10" presetClass="entr" presetSubtype="0" fill="hold" nodeType="withEffect">
                                  <p:stCondLst>
                                    <p:cond delay="10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par>
                                <p:cTn id="88" presetID="42" presetClass="path" presetSubtype="0" decel="100000" fill="hold" nodeType="withEffect">
                                  <p:stCondLst>
                                    <p:cond delay="100"/>
                                  </p:stCondLst>
                                  <p:childTnLst>
                                    <p:animMotion origin="layout" path="M -0.01719 -0.00023 L 1.11022E-16 -2.59259E-6 " pathEditMode="relative" rAng="0" ptsTypes="AA">
                                      <p:cBhvr>
                                        <p:cTn id="89" dur="700" fill="hold"/>
                                        <p:tgtEl>
                                          <p:spTgt spid="25"/>
                                        </p:tgtEl>
                                        <p:attrNameLst>
                                          <p:attrName>ppt_x</p:attrName>
                                          <p:attrName>ppt_y</p:attrName>
                                        </p:attrNameLst>
                                      </p:cBhvr>
                                      <p:rCtr x="859" y="0"/>
                                    </p:animMotion>
                                  </p:childTnLst>
                                </p:cTn>
                              </p:par>
                              <p:par>
                                <p:cTn id="90" presetID="10" presetClass="entr" presetSubtype="0" fill="hold" nodeType="withEffect">
                                  <p:stCondLst>
                                    <p:cond delay="10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par>
                                <p:cTn id="93" presetID="42" presetClass="path" presetSubtype="0" decel="100000" fill="hold" nodeType="withEffect">
                                  <p:stCondLst>
                                    <p:cond delay="100"/>
                                  </p:stCondLst>
                                  <p:childTnLst>
                                    <p:animMotion origin="layout" path="M -0.01719 -0.00023 L 3.33333E-6 -2.59259E-6 " pathEditMode="relative" rAng="0" ptsTypes="AA">
                                      <p:cBhvr>
                                        <p:cTn id="94" dur="700" fill="hold"/>
                                        <p:tgtEl>
                                          <p:spTgt spid="26"/>
                                        </p:tgtEl>
                                        <p:attrNameLst>
                                          <p:attrName>ppt_x</p:attrName>
                                          <p:attrName>ppt_y</p:attrName>
                                        </p:attrNameLst>
                                      </p:cBhvr>
                                      <p:rCtr x="859" y="0"/>
                                    </p:animMotion>
                                  </p:childTnLst>
                                </p:cTn>
                              </p:par>
                              <p:par>
                                <p:cTn id="95" presetID="10" presetClass="entr" presetSubtype="0" fill="hold" nodeType="withEffect">
                                  <p:stCondLst>
                                    <p:cond delay="10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500"/>
                                        <p:tgtEl>
                                          <p:spTgt spid="27"/>
                                        </p:tgtEl>
                                      </p:cBhvr>
                                    </p:animEffect>
                                  </p:childTnLst>
                                </p:cTn>
                              </p:par>
                              <p:par>
                                <p:cTn id="98" presetID="42" presetClass="path" presetSubtype="0" decel="100000" fill="hold" nodeType="withEffect">
                                  <p:stCondLst>
                                    <p:cond delay="100"/>
                                  </p:stCondLst>
                                  <p:childTnLst>
                                    <p:animMotion origin="layout" path="M -0.01718 -0.00023 L -3.33333E-6 -2.59259E-6 " pathEditMode="relative" rAng="0" ptsTypes="AA">
                                      <p:cBhvr>
                                        <p:cTn id="99" dur="700" fill="hold"/>
                                        <p:tgtEl>
                                          <p:spTgt spid="27"/>
                                        </p:tgtEl>
                                        <p:attrNameLst>
                                          <p:attrName>ppt_x</p:attrName>
                                          <p:attrName>ppt_y</p:attrName>
                                        </p:attrNameLst>
                                      </p:cBhvr>
                                      <p:rCtr x="859" y="0"/>
                                    </p:animMotion>
                                  </p:childTnLst>
                                </p:cTn>
                              </p:par>
                              <p:par>
                                <p:cTn id="100" presetID="10" presetClass="entr" presetSubtype="0" fill="hold" grpId="0" nodeType="withEffect">
                                  <p:stCondLst>
                                    <p:cond delay="100"/>
                                  </p:stCondLst>
                                  <p:childTnLst>
                                    <p:set>
                                      <p:cBhvr>
                                        <p:cTn id="101" dur="1" fill="hold">
                                          <p:stCondLst>
                                            <p:cond delay="0"/>
                                          </p:stCondLst>
                                        </p:cTn>
                                        <p:tgtEl>
                                          <p:spTgt spid="119"/>
                                        </p:tgtEl>
                                        <p:attrNameLst>
                                          <p:attrName>style.visibility</p:attrName>
                                        </p:attrNameLst>
                                      </p:cBhvr>
                                      <p:to>
                                        <p:strVal val="visible"/>
                                      </p:to>
                                    </p:set>
                                    <p:animEffect transition="in" filter="fade">
                                      <p:cBhvr>
                                        <p:cTn id="102" dur="500"/>
                                        <p:tgtEl>
                                          <p:spTgt spid="119"/>
                                        </p:tgtEl>
                                      </p:cBhvr>
                                    </p:animEffect>
                                  </p:childTnLst>
                                </p:cTn>
                              </p:par>
                              <p:par>
                                <p:cTn id="103" presetID="42" presetClass="path" presetSubtype="0" decel="100000" fill="hold" grpId="1" nodeType="withEffect">
                                  <p:stCondLst>
                                    <p:cond delay="100"/>
                                  </p:stCondLst>
                                  <p:childTnLst>
                                    <p:animMotion origin="layout" path="M -0.01718 -0.00024 L -2.5E-6 3.7037E-6 " pathEditMode="relative" rAng="0" ptsTypes="AA">
                                      <p:cBhvr>
                                        <p:cTn id="104" dur="700" fill="hold"/>
                                        <p:tgtEl>
                                          <p:spTgt spid="119"/>
                                        </p:tgtEl>
                                        <p:attrNameLst>
                                          <p:attrName>ppt_x</p:attrName>
                                          <p:attrName>ppt_y</p:attrName>
                                        </p:attrNameLst>
                                      </p:cBhvr>
                                      <p:rCtr x="859" y="0"/>
                                    </p:animMotion>
                                  </p:childTnLst>
                                </p:cTn>
                              </p:par>
                              <p:par>
                                <p:cTn id="105" presetID="10" presetClass="entr" presetSubtype="0" fill="hold" grpId="0" nodeType="withEffect">
                                  <p:stCondLst>
                                    <p:cond delay="100"/>
                                  </p:stCondLst>
                                  <p:childTnLst>
                                    <p:set>
                                      <p:cBhvr>
                                        <p:cTn id="106" dur="1" fill="hold">
                                          <p:stCondLst>
                                            <p:cond delay="0"/>
                                          </p:stCondLst>
                                        </p:cTn>
                                        <p:tgtEl>
                                          <p:spTgt spid="117"/>
                                        </p:tgtEl>
                                        <p:attrNameLst>
                                          <p:attrName>style.visibility</p:attrName>
                                        </p:attrNameLst>
                                      </p:cBhvr>
                                      <p:to>
                                        <p:strVal val="visible"/>
                                      </p:to>
                                    </p:set>
                                    <p:animEffect transition="in" filter="fade">
                                      <p:cBhvr>
                                        <p:cTn id="107" dur="500"/>
                                        <p:tgtEl>
                                          <p:spTgt spid="117"/>
                                        </p:tgtEl>
                                      </p:cBhvr>
                                    </p:animEffect>
                                  </p:childTnLst>
                                </p:cTn>
                              </p:par>
                              <p:par>
                                <p:cTn id="108" presetID="42" presetClass="path" presetSubtype="0" decel="100000" fill="hold" grpId="1" nodeType="withEffect">
                                  <p:stCondLst>
                                    <p:cond delay="100"/>
                                  </p:stCondLst>
                                  <p:childTnLst>
                                    <p:animMotion origin="layout" path="M -0.01719 -0.00023 L 1.66667E-6 2.22222E-6 " pathEditMode="relative" rAng="0" ptsTypes="AA">
                                      <p:cBhvr>
                                        <p:cTn id="109" dur="700" fill="hold"/>
                                        <p:tgtEl>
                                          <p:spTgt spid="117"/>
                                        </p:tgtEl>
                                        <p:attrNameLst>
                                          <p:attrName>ppt_x</p:attrName>
                                          <p:attrName>ppt_y</p:attrName>
                                        </p:attrNameLst>
                                      </p:cBhvr>
                                      <p:rCtr x="859" y="0"/>
                                    </p:animMotion>
                                  </p:childTnLst>
                                </p:cTn>
                              </p:par>
                              <p:par>
                                <p:cTn id="110" presetID="10" presetClass="entr" presetSubtype="0" fill="hold" grpId="0" nodeType="withEffect">
                                  <p:stCondLst>
                                    <p:cond delay="100"/>
                                  </p:stCondLst>
                                  <p:childTnLst>
                                    <p:set>
                                      <p:cBhvr>
                                        <p:cTn id="111" dur="1" fill="hold">
                                          <p:stCondLst>
                                            <p:cond delay="0"/>
                                          </p:stCondLst>
                                        </p:cTn>
                                        <p:tgtEl>
                                          <p:spTgt spid="106"/>
                                        </p:tgtEl>
                                        <p:attrNameLst>
                                          <p:attrName>style.visibility</p:attrName>
                                        </p:attrNameLst>
                                      </p:cBhvr>
                                      <p:to>
                                        <p:strVal val="visible"/>
                                      </p:to>
                                    </p:set>
                                    <p:animEffect transition="in" filter="fade">
                                      <p:cBhvr>
                                        <p:cTn id="112" dur="500"/>
                                        <p:tgtEl>
                                          <p:spTgt spid="106"/>
                                        </p:tgtEl>
                                      </p:cBhvr>
                                    </p:animEffect>
                                  </p:childTnLst>
                                </p:cTn>
                              </p:par>
                              <p:par>
                                <p:cTn id="113" presetID="42" presetClass="path" presetSubtype="0" decel="100000" fill="hold" grpId="1" nodeType="withEffect">
                                  <p:stCondLst>
                                    <p:cond delay="100"/>
                                  </p:stCondLst>
                                  <p:childTnLst>
                                    <p:animMotion origin="layout" path="M -0.01719 -0.00023 L 4.16667E-6 2.22222E-6 " pathEditMode="relative" rAng="0" ptsTypes="AA">
                                      <p:cBhvr>
                                        <p:cTn id="114" dur="700" fill="hold"/>
                                        <p:tgtEl>
                                          <p:spTgt spid="106"/>
                                        </p:tgtEl>
                                        <p:attrNameLst>
                                          <p:attrName>ppt_x</p:attrName>
                                          <p:attrName>ppt_y</p:attrName>
                                        </p:attrNameLst>
                                      </p:cBhvr>
                                      <p:rCtr x="859" y="0"/>
                                    </p:animMotion>
                                  </p:childTnLst>
                                </p:cTn>
                              </p:par>
                              <p:par>
                                <p:cTn id="115" presetID="10" presetClass="entr" presetSubtype="0" fill="hold" grpId="0" nodeType="withEffect">
                                  <p:stCondLst>
                                    <p:cond delay="100"/>
                                  </p:stCondLst>
                                  <p:childTnLst>
                                    <p:set>
                                      <p:cBhvr>
                                        <p:cTn id="116" dur="1" fill="hold">
                                          <p:stCondLst>
                                            <p:cond delay="0"/>
                                          </p:stCondLst>
                                        </p:cTn>
                                        <p:tgtEl>
                                          <p:spTgt spid="118"/>
                                        </p:tgtEl>
                                        <p:attrNameLst>
                                          <p:attrName>style.visibility</p:attrName>
                                        </p:attrNameLst>
                                      </p:cBhvr>
                                      <p:to>
                                        <p:strVal val="visible"/>
                                      </p:to>
                                    </p:set>
                                    <p:animEffect transition="in" filter="fade">
                                      <p:cBhvr>
                                        <p:cTn id="117" dur="500"/>
                                        <p:tgtEl>
                                          <p:spTgt spid="118"/>
                                        </p:tgtEl>
                                      </p:cBhvr>
                                    </p:animEffect>
                                  </p:childTnLst>
                                </p:cTn>
                              </p:par>
                              <p:par>
                                <p:cTn id="118" presetID="42" presetClass="path" presetSubtype="0" decel="100000" fill="hold" grpId="1" nodeType="withEffect">
                                  <p:stCondLst>
                                    <p:cond delay="100"/>
                                  </p:stCondLst>
                                  <p:childTnLst>
                                    <p:animMotion origin="layout" path="M -0.01719 -0.00023 L 4.375E-6 2.22222E-6 " pathEditMode="relative" rAng="0" ptsTypes="AA">
                                      <p:cBhvr>
                                        <p:cTn id="119" dur="700" fill="hold"/>
                                        <p:tgtEl>
                                          <p:spTgt spid="118"/>
                                        </p:tgtEl>
                                        <p:attrNameLst>
                                          <p:attrName>ppt_x</p:attrName>
                                          <p:attrName>ppt_y</p:attrName>
                                        </p:attrNameLst>
                                      </p:cBhvr>
                                      <p:rCtr x="859" y="0"/>
                                    </p:animMotion>
                                  </p:childTnLst>
                                </p:cTn>
                              </p:par>
                              <p:par>
                                <p:cTn id="120" presetID="10" presetClass="entr" presetSubtype="0" fill="hold" grpId="0" nodeType="withEffect">
                                  <p:stCondLst>
                                    <p:cond delay="100"/>
                                  </p:stCondLst>
                                  <p:childTnLst>
                                    <p:set>
                                      <p:cBhvr>
                                        <p:cTn id="121" dur="1" fill="hold">
                                          <p:stCondLst>
                                            <p:cond delay="0"/>
                                          </p:stCondLst>
                                        </p:cTn>
                                        <p:tgtEl>
                                          <p:spTgt spid="107"/>
                                        </p:tgtEl>
                                        <p:attrNameLst>
                                          <p:attrName>style.visibility</p:attrName>
                                        </p:attrNameLst>
                                      </p:cBhvr>
                                      <p:to>
                                        <p:strVal val="visible"/>
                                      </p:to>
                                    </p:set>
                                    <p:animEffect transition="in" filter="fade">
                                      <p:cBhvr>
                                        <p:cTn id="122" dur="500"/>
                                        <p:tgtEl>
                                          <p:spTgt spid="107"/>
                                        </p:tgtEl>
                                      </p:cBhvr>
                                    </p:animEffect>
                                  </p:childTnLst>
                                </p:cTn>
                              </p:par>
                              <p:par>
                                <p:cTn id="123" presetID="42" presetClass="path" presetSubtype="0" decel="100000" fill="hold" grpId="1" nodeType="withEffect">
                                  <p:stCondLst>
                                    <p:cond delay="100"/>
                                  </p:stCondLst>
                                  <p:childTnLst>
                                    <p:animMotion origin="layout" path="M -0.01719 -0.00023 L -2.29167E-6 -4.44444E-6 " pathEditMode="relative" rAng="0" ptsTypes="AA">
                                      <p:cBhvr>
                                        <p:cTn id="124" dur="700" fill="hold"/>
                                        <p:tgtEl>
                                          <p:spTgt spid="107"/>
                                        </p:tgtEl>
                                        <p:attrNameLst>
                                          <p:attrName>ppt_x</p:attrName>
                                          <p:attrName>ppt_y</p:attrName>
                                        </p:attrNameLst>
                                      </p:cBhvr>
                                      <p:rCtr x="859" y="0"/>
                                    </p:animMotion>
                                  </p:childTnLst>
                                </p:cTn>
                              </p:par>
                              <p:par>
                                <p:cTn id="125" presetID="10" presetClass="entr" presetSubtype="0" fill="hold" nodeType="withEffect">
                                  <p:stCondLst>
                                    <p:cond delay="100"/>
                                  </p:stCondLst>
                                  <p:childTnLst>
                                    <p:set>
                                      <p:cBhvr>
                                        <p:cTn id="126" dur="1" fill="hold">
                                          <p:stCondLst>
                                            <p:cond delay="0"/>
                                          </p:stCondLst>
                                        </p:cTn>
                                        <p:tgtEl>
                                          <p:spTgt spid="60"/>
                                        </p:tgtEl>
                                        <p:attrNameLst>
                                          <p:attrName>style.visibility</p:attrName>
                                        </p:attrNameLst>
                                      </p:cBhvr>
                                      <p:to>
                                        <p:strVal val="visible"/>
                                      </p:to>
                                    </p:set>
                                    <p:animEffect transition="in" filter="fade">
                                      <p:cBhvr>
                                        <p:cTn id="127" dur="500"/>
                                        <p:tgtEl>
                                          <p:spTgt spid="60"/>
                                        </p:tgtEl>
                                      </p:cBhvr>
                                    </p:animEffect>
                                  </p:childTnLst>
                                </p:cTn>
                              </p:par>
                              <p:par>
                                <p:cTn id="128" presetID="42" presetClass="path" presetSubtype="0" decel="100000" fill="hold" nodeType="withEffect">
                                  <p:stCondLst>
                                    <p:cond delay="100"/>
                                  </p:stCondLst>
                                  <p:childTnLst>
                                    <p:animMotion origin="layout" path="M -0.01718 -0.00024 L -4.58333E-6 4.07407E-6 " pathEditMode="relative" rAng="0" ptsTypes="AA">
                                      <p:cBhvr>
                                        <p:cTn id="129" dur="700" fill="hold"/>
                                        <p:tgtEl>
                                          <p:spTgt spid="60"/>
                                        </p:tgtEl>
                                        <p:attrNameLst>
                                          <p:attrName>ppt_x</p:attrName>
                                          <p:attrName>ppt_y</p:attrName>
                                        </p:attrNameLst>
                                      </p:cBhvr>
                                      <p:rCtr x="859" y="0"/>
                                    </p:animMotion>
                                  </p:childTnLst>
                                </p:cTn>
                              </p:par>
                              <p:par>
                                <p:cTn id="130" presetID="10" presetClass="entr" presetSubtype="0" fill="hold" nodeType="withEffect">
                                  <p:stCondLst>
                                    <p:cond delay="100"/>
                                  </p:stCondLst>
                                  <p:childTnLst>
                                    <p:set>
                                      <p:cBhvr>
                                        <p:cTn id="131" dur="1" fill="hold">
                                          <p:stCondLst>
                                            <p:cond delay="0"/>
                                          </p:stCondLst>
                                        </p:cTn>
                                        <p:tgtEl>
                                          <p:spTgt spid="61"/>
                                        </p:tgtEl>
                                        <p:attrNameLst>
                                          <p:attrName>style.visibility</p:attrName>
                                        </p:attrNameLst>
                                      </p:cBhvr>
                                      <p:to>
                                        <p:strVal val="visible"/>
                                      </p:to>
                                    </p:set>
                                    <p:animEffect transition="in" filter="fade">
                                      <p:cBhvr>
                                        <p:cTn id="132" dur="500"/>
                                        <p:tgtEl>
                                          <p:spTgt spid="61"/>
                                        </p:tgtEl>
                                      </p:cBhvr>
                                    </p:animEffect>
                                  </p:childTnLst>
                                </p:cTn>
                              </p:par>
                              <p:par>
                                <p:cTn id="133" presetID="42" presetClass="path" presetSubtype="0" decel="100000" fill="hold" nodeType="withEffect">
                                  <p:stCondLst>
                                    <p:cond delay="100"/>
                                  </p:stCondLst>
                                  <p:childTnLst>
                                    <p:animMotion origin="layout" path="M -0.01719 -0.00024 L -1.45833E-6 4.07407E-6 " pathEditMode="relative" rAng="0" ptsTypes="AA">
                                      <p:cBhvr>
                                        <p:cTn id="134" dur="700" fill="hold"/>
                                        <p:tgtEl>
                                          <p:spTgt spid="61"/>
                                        </p:tgtEl>
                                        <p:attrNameLst>
                                          <p:attrName>ppt_x</p:attrName>
                                          <p:attrName>ppt_y</p:attrName>
                                        </p:attrNameLst>
                                      </p:cBhvr>
                                      <p:rCtr x="859" y="0"/>
                                    </p:animMotion>
                                  </p:childTnLst>
                                </p:cTn>
                              </p:par>
                              <p:par>
                                <p:cTn id="135" presetID="10" presetClass="entr" presetSubtype="0" fill="hold" nodeType="withEffect">
                                  <p:stCondLst>
                                    <p:cond delay="100"/>
                                  </p:stCondLst>
                                  <p:childTnLst>
                                    <p:set>
                                      <p:cBhvr>
                                        <p:cTn id="136" dur="1" fill="hold">
                                          <p:stCondLst>
                                            <p:cond delay="0"/>
                                          </p:stCondLst>
                                        </p:cTn>
                                        <p:tgtEl>
                                          <p:spTgt spid="62"/>
                                        </p:tgtEl>
                                        <p:attrNameLst>
                                          <p:attrName>style.visibility</p:attrName>
                                        </p:attrNameLst>
                                      </p:cBhvr>
                                      <p:to>
                                        <p:strVal val="visible"/>
                                      </p:to>
                                    </p:set>
                                    <p:animEffect transition="in" filter="fade">
                                      <p:cBhvr>
                                        <p:cTn id="137" dur="500"/>
                                        <p:tgtEl>
                                          <p:spTgt spid="62"/>
                                        </p:tgtEl>
                                      </p:cBhvr>
                                    </p:animEffect>
                                  </p:childTnLst>
                                </p:cTn>
                              </p:par>
                              <p:par>
                                <p:cTn id="138" presetID="42" presetClass="path" presetSubtype="0" decel="100000" fill="hold" nodeType="withEffect">
                                  <p:stCondLst>
                                    <p:cond delay="100"/>
                                  </p:stCondLst>
                                  <p:childTnLst>
                                    <p:animMotion origin="layout" path="M -0.01719 -0.00024 L 1.66667E-6 4.07407E-6 " pathEditMode="relative" rAng="0" ptsTypes="AA">
                                      <p:cBhvr>
                                        <p:cTn id="139" dur="700" fill="hold"/>
                                        <p:tgtEl>
                                          <p:spTgt spid="62"/>
                                        </p:tgtEl>
                                        <p:attrNameLst>
                                          <p:attrName>ppt_x</p:attrName>
                                          <p:attrName>ppt_y</p:attrName>
                                        </p:attrNameLst>
                                      </p:cBhvr>
                                      <p:rCtr x="859" y="0"/>
                                    </p:animMotion>
                                  </p:childTnLst>
                                </p:cTn>
                              </p:par>
                              <p:par>
                                <p:cTn id="140" presetID="10" presetClass="entr" presetSubtype="0" fill="hold" nodeType="withEffect">
                                  <p:stCondLst>
                                    <p:cond delay="100"/>
                                  </p:stCondLst>
                                  <p:childTnLst>
                                    <p:set>
                                      <p:cBhvr>
                                        <p:cTn id="141" dur="1" fill="hold">
                                          <p:stCondLst>
                                            <p:cond delay="0"/>
                                          </p:stCondLst>
                                        </p:cTn>
                                        <p:tgtEl>
                                          <p:spTgt spid="63"/>
                                        </p:tgtEl>
                                        <p:attrNameLst>
                                          <p:attrName>style.visibility</p:attrName>
                                        </p:attrNameLst>
                                      </p:cBhvr>
                                      <p:to>
                                        <p:strVal val="visible"/>
                                      </p:to>
                                    </p:set>
                                    <p:animEffect transition="in" filter="fade">
                                      <p:cBhvr>
                                        <p:cTn id="142" dur="500"/>
                                        <p:tgtEl>
                                          <p:spTgt spid="63"/>
                                        </p:tgtEl>
                                      </p:cBhvr>
                                    </p:animEffect>
                                  </p:childTnLst>
                                </p:cTn>
                              </p:par>
                              <p:par>
                                <p:cTn id="143" presetID="42" presetClass="path" presetSubtype="0" decel="100000" fill="hold" nodeType="withEffect">
                                  <p:stCondLst>
                                    <p:cond delay="100"/>
                                  </p:stCondLst>
                                  <p:childTnLst>
                                    <p:animMotion origin="layout" path="M -0.01719 -0.00024 L 4.79167E-6 4.07407E-6 " pathEditMode="relative" rAng="0" ptsTypes="AA">
                                      <p:cBhvr>
                                        <p:cTn id="144" dur="700" fill="hold"/>
                                        <p:tgtEl>
                                          <p:spTgt spid="63"/>
                                        </p:tgtEl>
                                        <p:attrNameLst>
                                          <p:attrName>ppt_x</p:attrName>
                                          <p:attrName>ppt_y</p:attrName>
                                        </p:attrNameLst>
                                      </p:cBhvr>
                                      <p:rCtr x="859" y="0"/>
                                    </p:animMotion>
                                  </p:childTnLst>
                                </p:cTn>
                              </p:par>
                              <p:par>
                                <p:cTn id="145" presetID="10" presetClass="entr" presetSubtype="0" fill="hold" grpId="0" nodeType="withEffect">
                                  <p:stCondLst>
                                    <p:cond delay="100"/>
                                  </p:stCondLst>
                                  <p:childTnLst>
                                    <p:set>
                                      <p:cBhvr>
                                        <p:cTn id="146" dur="1" fill="hold">
                                          <p:stCondLst>
                                            <p:cond delay="0"/>
                                          </p:stCondLst>
                                        </p:cTn>
                                        <p:tgtEl>
                                          <p:spTgt spid="66"/>
                                        </p:tgtEl>
                                        <p:attrNameLst>
                                          <p:attrName>style.visibility</p:attrName>
                                        </p:attrNameLst>
                                      </p:cBhvr>
                                      <p:to>
                                        <p:strVal val="visible"/>
                                      </p:to>
                                    </p:set>
                                    <p:animEffect transition="in" filter="fade">
                                      <p:cBhvr>
                                        <p:cTn id="147" dur="500"/>
                                        <p:tgtEl>
                                          <p:spTgt spid="66"/>
                                        </p:tgtEl>
                                      </p:cBhvr>
                                    </p:animEffect>
                                  </p:childTnLst>
                                </p:cTn>
                              </p:par>
                              <p:par>
                                <p:cTn id="148" presetID="42" presetClass="path" presetSubtype="0" decel="100000" fill="hold" grpId="1" nodeType="withEffect">
                                  <p:stCondLst>
                                    <p:cond delay="100"/>
                                  </p:stCondLst>
                                  <p:childTnLst>
                                    <p:animMotion origin="layout" path="M -0.01719 -0.00023 L 1.66667E-6 -2.96296E-6 " pathEditMode="relative" rAng="0" ptsTypes="AA">
                                      <p:cBhvr>
                                        <p:cTn id="149" dur="700" fill="hold"/>
                                        <p:tgtEl>
                                          <p:spTgt spid="66"/>
                                        </p:tgtEl>
                                        <p:attrNameLst>
                                          <p:attrName>ppt_x</p:attrName>
                                          <p:attrName>ppt_y</p:attrName>
                                        </p:attrNameLst>
                                      </p:cBhvr>
                                      <p:rCtr x="859" y="0"/>
                                    </p:animMotion>
                                  </p:childTnLst>
                                </p:cTn>
                              </p:par>
                              <p:par>
                                <p:cTn id="150" presetID="10" presetClass="entr" presetSubtype="0" fill="hold" grpId="0" nodeType="withEffect">
                                  <p:stCondLst>
                                    <p:cond delay="200"/>
                                  </p:stCondLst>
                                  <p:childTnLst>
                                    <p:set>
                                      <p:cBhvr>
                                        <p:cTn id="151" dur="1" fill="hold">
                                          <p:stCondLst>
                                            <p:cond delay="0"/>
                                          </p:stCondLst>
                                        </p:cTn>
                                        <p:tgtEl>
                                          <p:spTgt spid="17"/>
                                        </p:tgtEl>
                                        <p:attrNameLst>
                                          <p:attrName>style.visibility</p:attrName>
                                        </p:attrNameLst>
                                      </p:cBhvr>
                                      <p:to>
                                        <p:strVal val="visible"/>
                                      </p:to>
                                    </p:set>
                                    <p:animEffect transition="in" filter="fade">
                                      <p:cBhvr>
                                        <p:cTn id="152" dur="500"/>
                                        <p:tgtEl>
                                          <p:spTgt spid="17"/>
                                        </p:tgtEl>
                                      </p:cBhvr>
                                    </p:animEffect>
                                  </p:childTnLst>
                                </p:cTn>
                              </p:par>
                              <p:par>
                                <p:cTn id="153" presetID="42" presetClass="path" presetSubtype="0" decel="100000" fill="hold" grpId="1" nodeType="withEffect">
                                  <p:stCondLst>
                                    <p:cond delay="200"/>
                                  </p:stCondLst>
                                  <p:childTnLst>
                                    <p:animMotion origin="layout" path="M -0.01719 -0.00023 L 1.45833E-6 3.33333E-6 " pathEditMode="relative" rAng="0" ptsTypes="AA">
                                      <p:cBhvr>
                                        <p:cTn id="154" dur="700" fill="hold"/>
                                        <p:tgtEl>
                                          <p:spTgt spid="17"/>
                                        </p:tgtEl>
                                        <p:attrNameLst>
                                          <p:attrName>ppt_x</p:attrName>
                                          <p:attrName>ppt_y</p:attrName>
                                        </p:attrNameLst>
                                      </p:cBhvr>
                                      <p:rCtr x="859" y="0"/>
                                    </p:animMotion>
                                  </p:childTnLst>
                                </p:cTn>
                              </p:par>
                              <p:par>
                                <p:cTn id="155" presetID="10" presetClass="entr" presetSubtype="0" fill="hold" grpId="0" nodeType="withEffect">
                                  <p:stCondLst>
                                    <p:cond delay="200"/>
                                  </p:stCondLst>
                                  <p:childTnLst>
                                    <p:set>
                                      <p:cBhvr>
                                        <p:cTn id="156" dur="1" fill="hold">
                                          <p:stCondLst>
                                            <p:cond delay="0"/>
                                          </p:stCondLst>
                                        </p:cTn>
                                        <p:tgtEl>
                                          <p:spTgt spid="98"/>
                                        </p:tgtEl>
                                        <p:attrNameLst>
                                          <p:attrName>style.visibility</p:attrName>
                                        </p:attrNameLst>
                                      </p:cBhvr>
                                      <p:to>
                                        <p:strVal val="visible"/>
                                      </p:to>
                                    </p:set>
                                    <p:animEffect transition="in" filter="fade">
                                      <p:cBhvr>
                                        <p:cTn id="157" dur="500"/>
                                        <p:tgtEl>
                                          <p:spTgt spid="98"/>
                                        </p:tgtEl>
                                      </p:cBhvr>
                                    </p:animEffect>
                                  </p:childTnLst>
                                </p:cTn>
                              </p:par>
                              <p:par>
                                <p:cTn id="158" presetID="42" presetClass="path" presetSubtype="0" decel="100000" fill="hold" grpId="1" nodeType="withEffect">
                                  <p:stCondLst>
                                    <p:cond delay="200"/>
                                  </p:stCondLst>
                                  <p:childTnLst>
                                    <p:animMotion origin="layout" path="M -0.01719 -0.00024 L 1.45833E-6 3.7037E-6 " pathEditMode="relative" rAng="0" ptsTypes="AA">
                                      <p:cBhvr>
                                        <p:cTn id="159" dur="700" fill="hold"/>
                                        <p:tgtEl>
                                          <p:spTgt spid="98"/>
                                        </p:tgtEl>
                                        <p:attrNameLst>
                                          <p:attrName>ppt_x</p:attrName>
                                          <p:attrName>ppt_y</p:attrName>
                                        </p:attrNameLst>
                                      </p:cBhvr>
                                      <p:rCtr x="859" y="0"/>
                                    </p:animMotion>
                                  </p:childTnLst>
                                </p:cTn>
                              </p:par>
                              <p:par>
                                <p:cTn id="160" presetID="10" presetClass="entr" presetSubtype="0" fill="hold" grpId="0" nodeType="withEffect">
                                  <p:stCondLst>
                                    <p:cond delay="200"/>
                                  </p:stCondLst>
                                  <p:childTnLst>
                                    <p:set>
                                      <p:cBhvr>
                                        <p:cTn id="161" dur="1" fill="hold">
                                          <p:stCondLst>
                                            <p:cond delay="0"/>
                                          </p:stCondLst>
                                        </p:cTn>
                                        <p:tgtEl>
                                          <p:spTgt spid="37"/>
                                        </p:tgtEl>
                                        <p:attrNameLst>
                                          <p:attrName>style.visibility</p:attrName>
                                        </p:attrNameLst>
                                      </p:cBhvr>
                                      <p:to>
                                        <p:strVal val="visible"/>
                                      </p:to>
                                    </p:set>
                                    <p:animEffect transition="in" filter="fade">
                                      <p:cBhvr>
                                        <p:cTn id="162" dur="500"/>
                                        <p:tgtEl>
                                          <p:spTgt spid="37"/>
                                        </p:tgtEl>
                                      </p:cBhvr>
                                    </p:animEffect>
                                  </p:childTnLst>
                                </p:cTn>
                              </p:par>
                              <p:par>
                                <p:cTn id="163" presetID="42" presetClass="path" presetSubtype="0" decel="100000" fill="hold" grpId="1" nodeType="withEffect">
                                  <p:stCondLst>
                                    <p:cond delay="200"/>
                                  </p:stCondLst>
                                  <p:childTnLst>
                                    <p:animMotion origin="layout" path="M -0.01719 -0.00023 L 1.45833E-6 3.7037E-7 " pathEditMode="relative" rAng="0" ptsTypes="AA">
                                      <p:cBhvr>
                                        <p:cTn id="164" dur="700" fill="hold"/>
                                        <p:tgtEl>
                                          <p:spTgt spid="37"/>
                                        </p:tgtEl>
                                        <p:attrNameLst>
                                          <p:attrName>ppt_x</p:attrName>
                                          <p:attrName>ppt_y</p:attrName>
                                        </p:attrNameLst>
                                      </p:cBhvr>
                                      <p:rCtr x="859" y="0"/>
                                    </p:animMotion>
                                  </p:childTnLst>
                                </p:cTn>
                              </p:par>
                              <p:par>
                                <p:cTn id="165" presetID="10" presetClass="entr" presetSubtype="0" fill="hold" nodeType="withEffect">
                                  <p:stCondLst>
                                    <p:cond delay="200"/>
                                  </p:stCondLst>
                                  <p:childTnLst>
                                    <p:set>
                                      <p:cBhvr>
                                        <p:cTn id="166" dur="1" fill="hold">
                                          <p:stCondLst>
                                            <p:cond delay="0"/>
                                          </p:stCondLst>
                                        </p:cTn>
                                        <p:tgtEl>
                                          <p:spTgt spid="55"/>
                                        </p:tgtEl>
                                        <p:attrNameLst>
                                          <p:attrName>style.visibility</p:attrName>
                                        </p:attrNameLst>
                                      </p:cBhvr>
                                      <p:to>
                                        <p:strVal val="visible"/>
                                      </p:to>
                                    </p:set>
                                    <p:animEffect transition="in" filter="fade">
                                      <p:cBhvr>
                                        <p:cTn id="167" dur="500"/>
                                        <p:tgtEl>
                                          <p:spTgt spid="55"/>
                                        </p:tgtEl>
                                      </p:cBhvr>
                                    </p:animEffect>
                                  </p:childTnLst>
                                </p:cTn>
                              </p:par>
                              <p:par>
                                <p:cTn id="168" presetID="42" presetClass="path" presetSubtype="0" decel="100000" fill="hold" nodeType="withEffect">
                                  <p:stCondLst>
                                    <p:cond delay="200"/>
                                  </p:stCondLst>
                                  <p:childTnLst>
                                    <p:animMotion origin="layout" path="M -0.01719 -0.00023 L 1.45833E-6 2.96296E-6 " pathEditMode="relative" rAng="0" ptsTypes="AA">
                                      <p:cBhvr>
                                        <p:cTn id="169" dur="700" fill="hold"/>
                                        <p:tgtEl>
                                          <p:spTgt spid="55"/>
                                        </p:tgtEl>
                                        <p:attrNameLst>
                                          <p:attrName>ppt_x</p:attrName>
                                          <p:attrName>ppt_y</p:attrName>
                                        </p:attrNameLst>
                                      </p:cBhvr>
                                      <p:rCtr x="859" y="0"/>
                                    </p:animMotion>
                                  </p:childTnLst>
                                </p:cTn>
                              </p:par>
                              <p:par>
                                <p:cTn id="170" presetID="10" presetClass="entr" presetSubtype="0" fill="hold" grpId="0" nodeType="withEffect">
                                  <p:stCondLst>
                                    <p:cond delay="200"/>
                                  </p:stCondLst>
                                  <p:childTnLst>
                                    <p:set>
                                      <p:cBhvr>
                                        <p:cTn id="171" dur="1" fill="hold">
                                          <p:stCondLst>
                                            <p:cond delay="0"/>
                                          </p:stCondLst>
                                        </p:cTn>
                                        <p:tgtEl>
                                          <p:spTgt spid="71"/>
                                        </p:tgtEl>
                                        <p:attrNameLst>
                                          <p:attrName>style.visibility</p:attrName>
                                        </p:attrNameLst>
                                      </p:cBhvr>
                                      <p:to>
                                        <p:strVal val="visible"/>
                                      </p:to>
                                    </p:set>
                                    <p:animEffect transition="in" filter="fade">
                                      <p:cBhvr>
                                        <p:cTn id="172" dur="500"/>
                                        <p:tgtEl>
                                          <p:spTgt spid="71"/>
                                        </p:tgtEl>
                                      </p:cBhvr>
                                    </p:animEffect>
                                  </p:childTnLst>
                                </p:cTn>
                              </p:par>
                              <p:par>
                                <p:cTn id="173" presetID="42" presetClass="path" presetSubtype="0" decel="100000" fill="hold" grpId="1" nodeType="withEffect">
                                  <p:stCondLst>
                                    <p:cond delay="200"/>
                                  </p:stCondLst>
                                  <p:childTnLst>
                                    <p:animMotion origin="layout" path="M -0.01719 -0.00023 L -1.25E-6 1.85185E-6 " pathEditMode="relative" rAng="0" ptsTypes="AA">
                                      <p:cBhvr>
                                        <p:cTn id="174" dur="700" fill="hold"/>
                                        <p:tgtEl>
                                          <p:spTgt spid="71"/>
                                        </p:tgtEl>
                                        <p:attrNameLst>
                                          <p:attrName>ppt_x</p:attrName>
                                          <p:attrName>ppt_y</p:attrName>
                                        </p:attrNameLst>
                                      </p:cBhvr>
                                      <p:rCtr x="859" y="0"/>
                                    </p:animMotion>
                                  </p:childTnLst>
                                </p:cTn>
                              </p:par>
                              <p:par>
                                <p:cTn id="175" presetID="10" presetClass="entr" presetSubtype="0" fill="hold" grpId="0" nodeType="withEffect">
                                  <p:stCondLst>
                                    <p:cond delay="200"/>
                                  </p:stCondLst>
                                  <p:childTnLst>
                                    <p:set>
                                      <p:cBhvr>
                                        <p:cTn id="176" dur="1" fill="hold">
                                          <p:stCondLst>
                                            <p:cond delay="0"/>
                                          </p:stCondLst>
                                        </p:cTn>
                                        <p:tgtEl>
                                          <p:spTgt spid="72"/>
                                        </p:tgtEl>
                                        <p:attrNameLst>
                                          <p:attrName>style.visibility</p:attrName>
                                        </p:attrNameLst>
                                      </p:cBhvr>
                                      <p:to>
                                        <p:strVal val="visible"/>
                                      </p:to>
                                    </p:set>
                                    <p:animEffect transition="in" filter="fade">
                                      <p:cBhvr>
                                        <p:cTn id="177" dur="500"/>
                                        <p:tgtEl>
                                          <p:spTgt spid="72"/>
                                        </p:tgtEl>
                                      </p:cBhvr>
                                    </p:animEffect>
                                  </p:childTnLst>
                                </p:cTn>
                              </p:par>
                              <p:par>
                                <p:cTn id="178" presetID="42" presetClass="path" presetSubtype="0" decel="100000" fill="hold" grpId="1" nodeType="withEffect">
                                  <p:stCondLst>
                                    <p:cond delay="200"/>
                                  </p:stCondLst>
                                  <p:childTnLst>
                                    <p:animMotion origin="layout" path="M -0.01719 -0.00023 L 1.45833E-6 -2.22222E-6 " pathEditMode="relative" rAng="0" ptsTypes="AA">
                                      <p:cBhvr>
                                        <p:cTn id="179" dur="700" fill="hold"/>
                                        <p:tgtEl>
                                          <p:spTgt spid="72"/>
                                        </p:tgtEl>
                                        <p:attrNameLst>
                                          <p:attrName>ppt_x</p:attrName>
                                          <p:attrName>ppt_y</p:attrName>
                                        </p:attrNameLst>
                                      </p:cBhvr>
                                      <p:rCtr x="859" y="0"/>
                                    </p:animMotion>
                                  </p:childTnLst>
                                </p:cTn>
                              </p:par>
                              <p:par>
                                <p:cTn id="180" presetID="10" presetClass="entr" presetSubtype="0" fill="hold" nodeType="withEffect">
                                  <p:stCondLst>
                                    <p:cond delay="200"/>
                                  </p:stCondLst>
                                  <p:childTnLst>
                                    <p:set>
                                      <p:cBhvr>
                                        <p:cTn id="181" dur="1" fill="hold">
                                          <p:stCondLst>
                                            <p:cond delay="0"/>
                                          </p:stCondLst>
                                        </p:cTn>
                                        <p:tgtEl>
                                          <p:spTgt spid="32"/>
                                        </p:tgtEl>
                                        <p:attrNameLst>
                                          <p:attrName>style.visibility</p:attrName>
                                        </p:attrNameLst>
                                      </p:cBhvr>
                                      <p:to>
                                        <p:strVal val="visible"/>
                                      </p:to>
                                    </p:set>
                                    <p:animEffect transition="in" filter="fade">
                                      <p:cBhvr>
                                        <p:cTn id="182" dur="500"/>
                                        <p:tgtEl>
                                          <p:spTgt spid="32"/>
                                        </p:tgtEl>
                                      </p:cBhvr>
                                    </p:animEffect>
                                  </p:childTnLst>
                                </p:cTn>
                              </p:par>
                              <p:par>
                                <p:cTn id="183" presetID="42" presetClass="path" presetSubtype="0" decel="100000" fill="hold" nodeType="withEffect">
                                  <p:stCondLst>
                                    <p:cond delay="200"/>
                                  </p:stCondLst>
                                  <p:childTnLst>
                                    <p:animMotion origin="layout" path="M -0.01719 -0.00024 L 2.5E-6 4.07407E-6 " pathEditMode="relative" rAng="0" ptsTypes="AA">
                                      <p:cBhvr>
                                        <p:cTn id="184" dur="700" fill="hold"/>
                                        <p:tgtEl>
                                          <p:spTgt spid="32"/>
                                        </p:tgtEl>
                                        <p:attrNameLst>
                                          <p:attrName>ppt_x</p:attrName>
                                          <p:attrName>ppt_y</p:attrName>
                                        </p:attrNameLst>
                                      </p:cBhvr>
                                      <p:rCtr x="859" y="0"/>
                                    </p:animMotion>
                                  </p:childTnLst>
                                </p:cTn>
                              </p:par>
                              <p:par>
                                <p:cTn id="185" presetID="10" presetClass="entr" presetSubtype="0" fill="hold" grpId="0" nodeType="withEffect">
                                  <p:stCondLst>
                                    <p:cond delay="100"/>
                                  </p:stCondLst>
                                  <p:childTnLst>
                                    <p:set>
                                      <p:cBhvr>
                                        <p:cTn id="186" dur="1" fill="hold">
                                          <p:stCondLst>
                                            <p:cond delay="0"/>
                                          </p:stCondLst>
                                        </p:cTn>
                                        <p:tgtEl>
                                          <p:spTgt spid="7"/>
                                        </p:tgtEl>
                                        <p:attrNameLst>
                                          <p:attrName>style.visibility</p:attrName>
                                        </p:attrNameLst>
                                      </p:cBhvr>
                                      <p:to>
                                        <p:strVal val="visible"/>
                                      </p:to>
                                    </p:set>
                                    <p:animEffect transition="in" filter="fade">
                                      <p:cBhvr>
                                        <p:cTn id="187" dur="500"/>
                                        <p:tgtEl>
                                          <p:spTgt spid="7"/>
                                        </p:tgtEl>
                                      </p:cBhvr>
                                    </p:animEffect>
                                  </p:childTnLst>
                                </p:cTn>
                              </p:par>
                              <p:par>
                                <p:cTn id="188" presetID="42" presetClass="path" presetSubtype="0" decel="100000" fill="hold" grpId="1" nodeType="withEffect">
                                  <p:stCondLst>
                                    <p:cond delay="100"/>
                                  </p:stCondLst>
                                  <p:childTnLst>
                                    <p:animMotion origin="layout" path="M -0.01719 -0.00023 L 3.95833E-6 -2.22222E-6 " pathEditMode="relative" rAng="0" ptsTypes="AA">
                                      <p:cBhvr>
                                        <p:cTn id="189" dur="700" fill="hold"/>
                                        <p:tgtEl>
                                          <p:spTgt spid="7"/>
                                        </p:tgtEl>
                                        <p:attrNameLst>
                                          <p:attrName>ppt_x</p:attrName>
                                          <p:attrName>ppt_y</p:attrName>
                                        </p:attrNameLst>
                                      </p:cBhvr>
                                      <p:rCtr x="859" y="0"/>
                                    </p:animMotion>
                                  </p:childTnLst>
                                </p:cTn>
                              </p:par>
                              <p:par>
                                <p:cTn id="190" presetID="10" presetClass="entr" presetSubtype="0" fill="hold" grpId="0" nodeType="withEffect">
                                  <p:stCondLst>
                                    <p:cond delay="100"/>
                                  </p:stCondLst>
                                  <p:childTnLst>
                                    <p:set>
                                      <p:cBhvr>
                                        <p:cTn id="191" dur="1" fill="hold">
                                          <p:stCondLst>
                                            <p:cond delay="0"/>
                                          </p:stCondLst>
                                        </p:cTn>
                                        <p:tgtEl>
                                          <p:spTgt spid="8"/>
                                        </p:tgtEl>
                                        <p:attrNameLst>
                                          <p:attrName>style.visibility</p:attrName>
                                        </p:attrNameLst>
                                      </p:cBhvr>
                                      <p:to>
                                        <p:strVal val="visible"/>
                                      </p:to>
                                    </p:set>
                                    <p:animEffect transition="in" filter="fade">
                                      <p:cBhvr>
                                        <p:cTn id="192" dur="500"/>
                                        <p:tgtEl>
                                          <p:spTgt spid="8"/>
                                        </p:tgtEl>
                                      </p:cBhvr>
                                    </p:animEffect>
                                  </p:childTnLst>
                                </p:cTn>
                              </p:par>
                              <p:par>
                                <p:cTn id="193" presetID="42" presetClass="path" presetSubtype="0" decel="100000" fill="hold" grpId="1" nodeType="withEffect">
                                  <p:stCondLst>
                                    <p:cond delay="100"/>
                                  </p:stCondLst>
                                  <p:childTnLst>
                                    <p:animMotion origin="layout" path="M -0.01718 -0.00023 L -3.125E-6 -2.22222E-6 " pathEditMode="relative" rAng="0" ptsTypes="AA">
                                      <p:cBhvr>
                                        <p:cTn id="194" dur="700" fill="hold"/>
                                        <p:tgtEl>
                                          <p:spTgt spid="8"/>
                                        </p:tgtEl>
                                        <p:attrNameLst>
                                          <p:attrName>ppt_x</p:attrName>
                                          <p:attrName>ppt_y</p:attrName>
                                        </p:attrNameLst>
                                      </p:cBhvr>
                                      <p:rCtr x="859" y="0"/>
                                    </p:animMotion>
                                  </p:childTnLst>
                                </p:cTn>
                              </p:par>
                              <p:par>
                                <p:cTn id="195" presetID="10" presetClass="entr" presetSubtype="0" fill="hold" grpId="0" nodeType="withEffect">
                                  <p:stCondLst>
                                    <p:cond delay="100"/>
                                  </p:stCondLst>
                                  <p:childTnLst>
                                    <p:set>
                                      <p:cBhvr>
                                        <p:cTn id="196" dur="1" fill="hold">
                                          <p:stCondLst>
                                            <p:cond delay="0"/>
                                          </p:stCondLst>
                                        </p:cTn>
                                        <p:tgtEl>
                                          <p:spTgt spid="9"/>
                                        </p:tgtEl>
                                        <p:attrNameLst>
                                          <p:attrName>style.visibility</p:attrName>
                                        </p:attrNameLst>
                                      </p:cBhvr>
                                      <p:to>
                                        <p:strVal val="visible"/>
                                      </p:to>
                                    </p:set>
                                    <p:animEffect transition="in" filter="fade">
                                      <p:cBhvr>
                                        <p:cTn id="197" dur="500"/>
                                        <p:tgtEl>
                                          <p:spTgt spid="9"/>
                                        </p:tgtEl>
                                      </p:cBhvr>
                                    </p:animEffect>
                                  </p:childTnLst>
                                </p:cTn>
                              </p:par>
                              <p:par>
                                <p:cTn id="198" presetID="42" presetClass="path" presetSubtype="0" decel="100000" fill="hold" grpId="1" nodeType="withEffect">
                                  <p:stCondLst>
                                    <p:cond delay="100"/>
                                  </p:stCondLst>
                                  <p:childTnLst>
                                    <p:animMotion origin="layout" path="M -0.01719 -0.00023 L -4.16667E-7 -2.22222E-6 " pathEditMode="relative" rAng="0" ptsTypes="AA">
                                      <p:cBhvr>
                                        <p:cTn id="199" dur="700" fill="hold"/>
                                        <p:tgtEl>
                                          <p:spTgt spid="9"/>
                                        </p:tgtEl>
                                        <p:attrNameLst>
                                          <p:attrName>ppt_x</p:attrName>
                                          <p:attrName>ppt_y</p:attrName>
                                        </p:attrNameLst>
                                      </p:cBhvr>
                                      <p:rCtr x="859" y="0"/>
                                    </p:animMotion>
                                  </p:childTnLst>
                                </p:cTn>
                              </p:par>
                              <p:par>
                                <p:cTn id="200" presetID="10" presetClass="entr" presetSubtype="0" fill="hold" grpId="0" nodeType="withEffect">
                                  <p:stCondLst>
                                    <p:cond delay="100"/>
                                  </p:stCondLst>
                                  <p:childTnLst>
                                    <p:set>
                                      <p:cBhvr>
                                        <p:cTn id="201" dur="1" fill="hold">
                                          <p:stCondLst>
                                            <p:cond delay="0"/>
                                          </p:stCondLst>
                                        </p:cTn>
                                        <p:tgtEl>
                                          <p:spTgt spid="10"/>
                                        </p:tgtEl>
                                        <p:attrNameLst>
                                          <p:attrName>style.visibility</p:attrName>
                                        </p:attrNameLst>
                                      </p:cBhvr>
                                      <p:to>
                                        <p:strVal val="visible"/>
                                      </p:to>
                                    </p:set>
                                    <p:animEffect transition="in" filter="fade">
                                      <p:cBhvr>
                                        <p:cTn id="202" dur="500"/>
                                        <p:tgtEl>
                                          <p:spTgt spid="10"/>
                                        </p:tgtEl>
                                      </p:cBhvr>
                                    </p:animEffect>
                                  </p:childTnLst>
                                </p:cTn>
                              </p:par>
                              <p:par>
                                <p:cTn id="203" presetID="42" presetClass="path" presetSubtype="0" decel="100000" fill="hold" grpId="1" nodeType="withEffect">
                                  <p:stCondLst>
                                    <p:cond delay="100"/>
                                  </p:stCondLst>
                                  <p:childTnLst>
                                    <p:animMotion origin="layout" path="M -0.01719 -0.00023 L 2.5E-6 -2.22222E-6 " pathEditMode="relative" rAng="0" ptsTypes="AA">
                                      <p:cBhvr>
                                        <p:cTn id="204" dur="700" fill="hold"/>
                                        <p:tgtEl>
                                          <p:spTgt spid="10"/>
                                        </p:tgtEl>
                                        <p:attrNameLst>
                                          <p:attrName>ppt_x</p:attrName>
                                          <p:attrName>ppt_y</p:attrName>
                                        </p:attrNameLst>
                                      </p:cBhvr>
                                      <p:rCtr x="859" y="0"/>
                                    </p:animMotion>
                                  </p:childTnLst>
                                </p:cTn>
                              </p:par>
                              <p:par>
                                <p:cTn id="205" presetID="10" presetClass="entr" presetSubtype="0" fill="hold" grpId="0" nodeType="withEffect">
                                  <p:stCondLst>
                                    <p:cond delay="100"/>
                                  </p:stCondLst>
                                  <p:childTnLst>
                                    <p:set>
                                      <p:cBhvr>
                                        <p:cTn id="206" dur="1" fill="hold">
                                          <p:stCondLst>
                                            <p:cond delay="0"/>
                                          </p:stCondLst>
                                        </p:cTn>
                                        <p:tgtEl>
                                          <p:spTgt spid="11"/>
                                        </p:tgtEl>
                                        <p:attrNameLst>
                                          <p:attrName>style.visibility</p:attrName>
                                        </p:attrNameLst>
                                      </p:cBhvr>
                                      <p:to>
                                        <p:strVal val="visible"/>
                                      </p:to>
                                    </p:set>
                                    <p:animEffect transition="in" filter="fade">
                                      <p:cBhvr>
                                        <p:cTn id="207" dur="500"/>
                                        <p:tgtEl>
                                          <p:spTgt spid="11"/>
                                        </p:tgtEl>
                                      </p:cBhvr>
                                    </p:animEffect>
                                  </p:childTnLst>
                                </p:cTn>
                              </p:par>
                              <p:par>
                                <p:cTn id="208" presetID="42" presetClass="path" presetSubtype="0" decel="100000" fill="hold" grpId="1" nodeType="withEffect">
                                  <p:stCondLst>
                                    <p:cond delay="100"/>
                                  </p:stCondLst>
                                  <p:childTnLst>
                                    <p:animMotion origin="layout" path="M -0.01718 -0.00024 L -4.79167E-6 4.07407E-6 " pathEditMode="relative" rAng="0" ptsTypes="AA">
                                      <p:cBhvr>
                                        <p:cTn id="209" dur="700" fill="hold"/>
                                        <p:tgtEl>
                                          <p:spTgt spid="11"/>
                                        </p:tgtEl>
                                        <p:attrNameLst>
                                          <p:attrName>ppt_x</p:attrName>
                                          <p:attrName>ppt_y</p:attrName>
                                        </p:attrNameLst>
                                      </p:cBhvr>
                                      <p:rCtr x="859" y="0"/>
                                    </p:animMotion>
                                  </p:childTnLst>
                                </p:cTn>
                              </p:par>
                              <p:par>
                                <p:cTn id="210" presetID="10" presetClass="entr" presetSubtype="0" fill="hold" grpId="0" nodeType="withEffect">
                                  <p:stCondLst>
                                    <p:cond delay="200"/>
                                  </p:stCondLst>
                                  <p:childTnLst>
                                    <p:set>
                                      <p:cBhvr>
                                        <p:cTn id="211" dur="1" fill="hold">
                                          <p:stCondLst>
                                            <p:cond delay="0"/>
                                          </p:stCondLst>
                                        </p:cTn>
                                        <p:tgtEl>
                                          <p:spTgt spid="12"/>
                                        </p:tgtEl>
                                        <p:attrNameLst>
                                          <p:attrName>style.visibility</p:attrName>
                                        </p:attrNameLst>
                                      </p:cBhvr>
                                      <p:to>
                                        <p:strVal val="visible"/>
                                      </p:to>
                                    </p:set>
                                    <p:animEffect transition="in" filter="fade">
                                      <p:cBhvr>
                                        <p:cTn id="212" dur="500"/>
                                        <p:tgtEl>
                                          <p:spTgt spid="12"/>
                                        </p:tgtEl>
                                      </p:cBhvr>
                                    </p:animEffect>
                                  </p:childTnLst>
                                </p:cTn>
                              </p:par>
                              <p:par>
                                <p:cTn id="213" presetID="42" presetClass="path" presetSubtype="0" decel="100000" fill="hold" grpId="1" nodeType="withEffect">
                                  <p:stCondLst>
                                    <p:cond delay="200"/>
                                  </p:stCondLst>
                                  <p:childTnLst>
                                    <p:animMotion origin="layout" path="M -0.01719 -0.00024 L 1.45833E-6 4.07407E-6 " pathEditMode="relative" rAng="0" ptsTypes="AA">
                                      <p:cBhvr>
                                        <p:cTn id="214" dur="700" fill="hold"/>
                                        <p:tgtEl>
                                          <p:spTgt spid="12"/>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P spid="53" grpId="0" animBg="1"/>
      <p:bldP spid="53" grpId="1" animBg="1"/>
      <p:bldP spid="68" grpId="0" animBg="1"/>
      <p:bldP spid="68" grpId="1" animBg="1"/>
      <p:bldP spid="42" grpId="0"/>
      <p:bldP spid="42" grpId="1"/>
      <p:bldP spid="43" grpId="0"/>
      <p:bldP spid="43" grpId="1"/>
      <p:bldP spid="94" grpId="0"/>
      <p:bldP spid="94" grpId="1"/>
      <p:bldP spid="140" grpId="0" animBg="1"/>
      <p:bldP spid="140" grpId="1" animBg="1"/>
      <p:bldP spid="7" grpId="0" animBg="1"/>
      <p:bldP spid="7" grpId="1" animBg="1"/>
      <p:bldP spid="133" grpId="0" animBg="1"/>
      <p:bldP spid="133" grpId="1" animBg="1"/>
      <p:bldP spid="106" grpId="0"/>
      <p:bldP spid="106" grpId="1"/>
      <p:bldP spid="8" grpId="0" animBg="1"/>
      <p:bldP spid="8" grpId="1" animBg="1"/>
      <p:bldP spid="122" grpId="0" animBg="1"/>
      <p:bldP spid="122" grpId="1" animBg="1"/>
      <p:bldP spid="119" grpId="0"/>
      <p:bldP spid="119" grpId="1"/>
      <p:bldP spid="9" grpId="0" animBg="1"/>
      <p:bldP spid="9" grpId="1" animBg="1"/>
      <p:bldP spid="130" grpId="0" animBg="1"/>
      <p:bldP spid="130" grpId="1" animBg="1"/>
      <p:bldP spid="117" grpId="0"/>
      <p:bldP spid="117" grpId="1"/>
      <p:bldP spid="10" grpId="0" animBg="1"/>
      <p:bldP spid="10" grpId="1" animBg="1"/>
      <p:bldP spid="136" grpId="0" animBg="1"/>
      <p:bldP spid="136" grpId="1" animBg="1"/>
      <p:bldP spid="118" grpId="0"/>
      <p:bldP spid="118" grpId="1"/>
      <p:bldP spid="11" grpId="0" animBg="1"/>
      <p:bldP spid="11" grpId="1" animBg="1"/>
      <p:bldP spid="139" grpId="0" animBg="1"/>
      <p:bldP spid="139" grpId="1" animBg="1"/>
      <p:bldP spid="107" grpId="0"/>
      <p:bldP spid="107" grpId="1"/>
      <p:bldP spid="71" grpId="0" animBg="1"/>
      <p:bldP spid="71" grpId="1" animBg="1"/>
      <p:bldP spid="37" grpId="0"/>
      <p:bldP spid="37" grpId="1"/>
      <p:bldP spid="72" grpId="0" animBg="1"/>
      <p:bldP spid="72" grpId="1" animBg="1"/>
      <p:bldP spid="12" grpId="0" animBg="1"/>
      <p:bldP spid="12" grpId="1" animBg="1"/>
      <p:bldP spid="98" grpId="0"/>
      <p:bldP spid="98" grpId="1"/>
      <p:bldP spid="66" grpId="0"/>
      <p:bldP spid="66"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65140-6844-FA15-7887-04DAB5BFF5CD}"/>
            </a:ext>
          </a:extLst>
        </p:cNvPr>
        <p:cNvGrpSpPr/>
        <p:nvPr/>
      </p:nvGrpSpPr>
      <p:grpSpPr>
        <a:xfrm>
          <a:off x="0" y="0"/>
          <a:ext cx="0" cy="0"/>
          <a:chOff x="0" y="0"/>
          <a:chExt cx="0" cy="0"/>
        </a:xfrm>
      </p:grpSpPr>
      <p:sp>
        <p:nvSpPr>
          <p:cNvPr id="25" name="Title 24">
            <a:extLst>
              <a:ext uri="{FF2B5EF4-FFF2-40B4-BE49-F238E27FC236}">
                <a16:creationId xmlns:a16="http://schemas.microsoft.com/office/drawing/2014/main" id="{99647462-7B56-8615-5862-EFDF5944C9A2}"/>
              </a:ext>
            </a:extLst>
          </p:cNvPr>
          <p:cNvSpPr>
            <a:spLocks noGrp="1"/>
          </p:cNvSpPr>
          <p:nvPr>
            <p:ph type="title"/>
          </p:nvPr>
        </p:nvSpPr>
        <p:spPr>
          <a:xfrm>
            <a:off x="588263" y="457200"/>
            <a:ext cx="11019600" cy="1107996"/>
          </a:xfrm>
        </p:spPr>
        <p:txBody>
          <a:bodyPr/>
          <a:lstStyle/>
          <a:p>
            <a:r>
              <a:rPr lang="en-CA"/>
              <a:t>Context without</a:t>
            </a:r>
            <a:br>
              <a:rPr lang="en-CA"/>
            </a:br>
            <a:r>
              <a:rPr lang="en-CA"/>
              <a:t>blind spots</a:t>
            </a:r>
          </a:p>
        </p:txBody>
      </p:sp>
      <p:sp>
        <p:nvSpPr>
          <p:cNvPr id="26" name="Rectangle: Top Corners Rounded 25">
            <a:extLst>
              <a:ext uri="{FF2B5EF4-FFF2-40B4-BE49-F238E27FC236}">
                <a16:creationId xmlns:a16="http://schemas.microsoft.com/office/drawing/2014/main" id="{58876384-3C40-D92B-E473-B5C24142B531}"/>
              </a:ext>
              <a:ext uri="{C183D7F6-B498-43B3-948B-1728B52AA6E4}">
                <adec:decorative xmlns:adec="http://schemas.microsoft.com/office/drawing/2017/decorative" val="1"/>
              </a:ext>
            </a:extLst>
          </p:cNvPr>
          <p:cNvSpPr/>
          <p:nvPr/>
        </p:nvSpPr>
        <p:spPr bwMode="auto">
          <a:xfrm rot="5400000">
            <a:off x="288198" y="1599673"/>
            <a:ext cx="4248000" cy="4824401"/>
          </a:xfrm>
          <a:prstGeom prst="round2SameRect">
            <a:avLst>
              <a:gd name="adj1" fmla="val 9193"/>
              <a:gd name="adj2" fmla="val 0"/>
            </a:avLst>
          </a:prstGeom>
          <a:solidFill>
            <a:srgbClr val="091F2C">
              <a:alpha val="8000"/>
            </a:srgbClr>
          </a:solidFill>
        </p:spPr>
        <p:txBody>
          <a:bodyPr wrap="square" lIns="91440" tIns="91440" rIns="91440" bIns="91440" rtlCol="0" anchor="ctr" anchorCtr="0">
            <a:noAutofit/>
          </a:bodyPr>
          <a:lstStyle/>
          <a:p>
            <a:pPr algn="ctr" defTabSz="2275850" fontAlgn="base">
              <a:spcBef>
                <a:spcPts val="200"/>
              </a:spcBef>
              <a:spcAft>
                <a:spcPct val="0"/>
              </a:spcAft>
              <a:tabLst>
                <a:tab pos="3701239" algn="l"/>
              </a:tabLst>
            </a:pPr>
            <a:endParaRPr lang="en-US" sz="1400" b="1">
              <a:ln w="3175">
                <a:noFill/>
              </a:ln>
              <a:gradFill>
                <a:gsLst>
                  <a:gs pos="22936">
                    <a:srgbClr val="091F2C"/>
                  </a:gs>
                  <a:gs pos="38000">
                    <a:srgbClr val="091F2C"/>
                  </a:gs>
                </a:gsLst>
                <a:path path="circle">
                  <a:fillToRect l="100000" t="100000"/>
                </a:path>
              </a:gradFill>
              <a:latin typeface="Segoe UI Variable Display Semibold" pitchFamily="2" charset="0"/>
              <a:cs typeface="Segoe UI" pitchFamily="34" charset="0"/>
            </a:endParaRPr>
          </a:p>
        </p:txBody>
      </p:sp>
      <p:sp>
        <p:nvSpPr>
          <p:cNvPr id="27" name="Graphic 97">
            <a:extLst>
              <a:ext uri="{FF2B5EF4-FFF2-40B4-BE49-F238E27FC236}">
                <a16:creationId xmlns:a16="http://schemas.microsoft.com/office/drawing/2014/main" id="{35F85ECF-52CA-EB4B-E984-55669A7C3C19}"/>
              </a:ext>
              <a:ext uri="{C183D7F6-B498-43B3-948B-1728B52AA6E4}">
                <adec:decorative xmlns:adec="http://schemas.microsoft.com/office/drawing/2017/decorative" val="1"/>
              </a:ext>
            </a:extLst>
          </p:cNvPr>
          <p:cNvSpPr/>
          <p:nvPr/>
        </p:nvSpPr>
        <p:spPr>
          <a:xfrm>
            <a:off x="588263" y="2490495"/>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US"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30" name="Graphic 97">
            <a:extLst>
              <a:ext uri="{FF2B5EF4-FFF2-40B4-BE49-F238E27FC236}">
                <a16:creationId xmlns:a16="http://schemas.microsoft.com/office/drawing/2014/main" id="{BA17585E-55A7-BC2E-42C0-4DA836EB1F97}"/>
              </a:ext>
              <a:ext uri="{C183D7F6-B498-43B3-948B-1728B52AA6E4}">
                <adec:decorative xmlns:adec="http://schemas.microsoft.com/office/drawing/2017/decorative" val="1"/>
              </a:ext>
            </a:extLst>
          </p:cNvPr>
          <p:cNvSpPr/>
          <p:nvPr/>
        </p:nvSpPr>
        <p:spPr>
          <a:xfrm>
            <a:off x="588263" y="3968418"/>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US"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31" name="Graphic 97">
            <a:extLst>
              <a:ext uri="{FF2B5EF4-FFF2-40B4-BE49-F238E27FC236}">
                <a16:creationId xmlns:a16="http://schemas.microsoft.com/office/drawing/2014/main" id="{87C7F843-0251-087E-AC7B-2965DBF361CC}"/>
              </a:ext>
              <a:ext uri="{C183D7F6-B498-43B3-948B-1728B52AA6E4}">
                <adec:decorative xmlns:adec="http://schemas.microsoft.com/office/drawing/2017/decorative" val="1"/>
              </a:ext>
            </a:extLst>
          </p:cNvPr>
          <p:cNvSpPr/>
          <p:nvPr/>
        </p:nvSpPr>
        <p:spPr>
          <a:xfrm>
            <a:off x="588263" y="5307842"/>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85000">
                <a:srgbClr val="998CE4"/>
              </a:gs>
              <a:gs pos="15000">
                <a:srgbClr val="5944D4"/>
              </a:gs>
            </a:gsLst>
            <a:path path="circle">
              <a:fillToRect l="100000" t="100000"/>
            </a:path>
            <a:tileRect r="-100000" b="-100000"/>
          </a:gradFill>
        </p:spPr>
        <p:txBody>
          <a:bodyPr wrap="none" lIns="108857" tIns="21771" rIns="108857" bIns="43543" rtlCol="0" anchor="ctr" anchorCtr="0">
            <a:noAutofit/>
          </a:bodyPr>
          <a:lstStyle/>
          <a:p>
            <a:pPr algn="ctr" fontAlgn="base">
              <a:spcBef>
                <a:spcPct val="0"/>
              </a:spcBef>
              <a:spcAft>
                <a:spcPct val="0"/>
              </a:spcAft>
            </a:pPr>
            <a:endParaRPr lang="en-US" b="1" kern="0">
              <a:ln w="3175">
                <a:noFill/>
              </a:ln>
              <a:gradFill>
                <a:gsLst>
                  <a:gs pos="53147">
                    <a:srgbClr val="FFFFFF"/>
                  </a:gs>
                  <a:gs pos="28000">
                    <a:srgbClr val="FFFFFF"/>
                  </a:gs>
                </a:gsLst>
                <a:path path="circle">
                  <a:fillToRect l="100000" b="100000"/>
                </a:path>
              </a:gradFill>
              <a:latin typeface="Segoe Sans Text Semibold" pitchFamily="2" charset="0"/>
              <a:cs typeface="Segoe Sans Text" pitchFamily="2" charset="0"/>
            </a:endParaRPr>
          </a:p>
        </p:txBody>
      </p:sp>
      <p:sp>
        <p:nvSpPr>
          <p:cNvPr id="35" name="Text Placeholder 3">
            <a:extLst>
              <a:ext uri="{FF2B5EF4-FFF2-40B4-BE49-F238E27FC236}">
                <a16:creationId xmlns:a16="http://schemas.microsoft.com/office/drawing/2014/main" id="{6CADEB96-C046-33F6-AFC6-B3666721386F}"/>
              </a:ext>
            </a:extLst>
          </p:cNvPr>
          <p:cNvSpPr txBox="1">
            <a:spLocks/>
          </p:cNvSpPr>
          <p:nvPr/>
        </p:nvSpPr>
        <p:spPr>
          <a:xfrm>
            <a:off x="1000738" y="2188424"/>
            <a:ext cx="3823661" cy="877163"/>
          </a:xfrm>
          <a:prstGeom prst="rect">
            <a:avLst/>
          </a:prstGeom>
        </p:spPr>
        <p:txBody>
          <a:bodyPr wrap="square" lIns="45720" tIns="22860" rIns="45720" bIns="22860" anchor="t" anchorCtr="0">
            <a:spAutoFit/>
          </a:bodyPr>
          <a:lstStyle>
            <a:lvl1pPr marL="457200" indent="-457200" algn="l">
              <a:spcBef>
                <a:spcPts val="3000"/>
              </a:spcBef>
              <a:buFontTx/>
              <a:buBlip>
                <a:blip r:embed="rId4"/>
              </a:buBlip>
              <a:defRPr sz="2800" b="0" i="0" cap="none" spc="0" baseline="0">
                <a:solidFill>
                  <a:schemeClr val="tx1">
                    <a:lumMod val="95000"/>
                    <a:lumOff val="5000"/>
                  </a:schemeClr>
                </a:solidFill>
                <a:latin typeface="Segoe UI" panose="020B0502040204020203" pitchFamily="34" charset="0"/>
                <a:ea typeface="+mn-ea"/>
                <a:cs typeface="Segoe UI" panose="020B0502040204020203" pitchFamily="34" charset="0"/>
              </a:defRPr>
            </a:lvl1pPr>
            <a:lvl2pPr marL="554492">
              <a:defRPr>
                <a:latin typeface="+mn-lt"/>
                <a:ea typeface="+mn-ea"/>
                <a:cs typeface="+mn-cs"/>
              </a:defRPr>
            </a:lvl2pPr>
            <a:lvl3pPr marL="1108984">
              <a:defRPr>
                <a:latin typeface="+mn-lt"/>
                <a:ea typeface="+mn-ea"/>
                <a:cs typeface="+mn-cs"/>
              </a:defRPr>
            </a:lvl3pPr>
            <a:lvl4pPr marL="1663476">
              <a:defRPr>
                <a:latin typeface="+mn-lt"/>
                <a:ea typeface="+mn-ea"/>
                <a:cs typeface="+mn-cs"/>
              </a:defRPr>
            </a:lvl4pPr>
            <a:lvl5pPr marL="2217969">
              <a:defRPr>
                <a:latin typeface="+mn-lt"/>
                <a:ea typeface="+mn-ea"/>
                <a:cs typeface="+mn-cs"/>
              </a:defRPr>
            </a:lvl5pPr>
            <a:lvl6pPr marL="2772461">
              <a:defRPr>
                <a:latin typeface="+mn-lt"/>
                <a:ea typeface="+mn-ea"/>
                <a:cs typeface="+mn-cs"/>
              </a:defRPr>
            </a:lvl6pPr>
            <a:lvl7pPr marL="3326953">
              <a:defRPr>
                <a:latin typeface="+mn-lt"/>
                <a:ea typeface="+mn-ea"/>
                <a:cs typeface="+mn-cs"/>
              </a:defRPr>
            </a:lvl7pPr>
            <a:lvl8pPr marL="3881445">
              <a:defRPr>
                <a:latin typeface="+mn-lt"/>
                <a:ea typeface="+mn-ea"/>
                <a:cs typeface="+mn-cs"/>
              </a:defRPr>
            </a:lvl8pPr>
            <a:lvl9pPr marL="4435937">
              <a:defRPr>
                <a:latin typeface="+mn-lt"/>
                <a:ea typeface="+mn-ea"/>
                <a:cs typeface="+mn-cs"/>
              </a:defRPr>
            </a:lvl9pPr>
          </a:lstStyle>
          <a:p>
            <a:pPr marL="0" lvl="0" indent="0" defTabSz="457200">
              <a:spcBef>
                <a:spcPts val="800"/>
              </a:spcBef>
              <a:spcAft>
                <a:spcPts val="300"/>
              </a:spcAft>
              <a:buNone/>
              <a:tabLst>
                <a:tab pos="228600" algn="l"/>
              </a:tabLst>
              <a:defRPr/>
            </a:pPr>
            <a:r>
              <a:rPr lang="en-US" sz="1800" kern="0">
                <a:solidFill>
                  <a:srgbClr val="091F2C"/>
                </a:solidFill>
                <a:latin typeface="+mj-lt"/>
                <a:cs typeface="Segoe UI"/>
              </a:rPr>
              <a:t>Use agentic retrieval to deliver superior context optimized for latency or performance</a:t>
            </a:r>
          </a:p>
        </p:txBody>
      </p:sp>
      <p:cxnSp>
        <p:nvCxnSpPr>
          <p:cNvPr id="36" name="Straight Arrow Connector 35">
            <a:extLst>
              <a:ext uri="{FF2B5EF4-FFF2-40B4-BE49-F238E27FC236}">
                <a16:creationId xmlns:a16="http://schemas.microsoft.com/office/drawing/2014/main" id="{1A6547F9-8AEB-D8D7-517E-4218E70CFFEE}"/>
              </a:ext>
              <a:ext uri="{C183D7F6-B498-43B3-948B-1728B52AA6E4}">
                <adec:decorative xmlns:adec="http://schemas.microsoft.com/office/drawing/2017/decorative" val="1"/>
              </a:ext>
            </a:extLst>
          </p:cNvPr>
          <p:cNvCxnSpPr>
            <a:cxnSpLocks/>
          </p:cNvCxnSpPr>
          <p:nvPr/>
        </p:nvCxnSpPr>
        <p:spPr>
          <a:xfrm>
            <a:off x="1000738" y="3365967"/>
            <a:ext cx="3501412" cy="0"/>
          </a:xfrm>
          <a:prstGeom prst="straightConnector1">
            <a:avLst/>
          </a:prstGeom>
          <a:noFill/>
          <a:ln w="12700" cap="rnd" cmpd="sng" algn="ctr">
            <a:solidFill>
              <a:srgbClr val="7F7F7F"/>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sp>
        <p:nvSpPr>
          <p:cNvPr id="37" name="Text Placeholder 3">
            <a:extLst>
              <a:ext uri="{FF2B5EF4-FFF2-40B4-BE49-F238E27FC236}">
                <a16:creationId xmlns:a16="http://schemas.microsoft.com/office/drawing/2014/main" id="{1CAC1C8C-6221-0129-398C-349BDE5AD0AF}"/>
              </a:ext>
            </a:extLst>
          </p:cNvPr>
          <p:cNvSpPr txBox="1">
            <a:spLocks/>
          </p:cNvSpPr>
          <p:nvPr/>
        </p:nvSpPr>
        <p:spPr>
          <a:xfrm>
            <a:off x="990765" y="3666347"/>
            <a:ext cx="3149435" cy="877163"/>
          </a:xfrm>
          <a:prstGeom prst="rect">
            <a:avLst/>
          </a:prstGeom>
        </p:spPr>
        <p:txBody>
          <a:bodyPr wrap="square" lIns="45720" tIns="22860" rIns="45720" bIns="22860" anchor="t" anchorCtr="0">
            <a:spAutoFit/>
          </a:bodyPr>
          <a:lstStyle>
            <a:lvl1pPr marL="457200" indent="-457200" algn="l">
              <a:spcBef>
                <a:spcPts val="3000"/>
              </a:spcBef>
              <a:buFontTx/>
              <a:buBlip>
                <a:blip r:embed="rId4"/>
              </a:buBlip>
              <a:defRPr sz="2800" b="0" i="0" cap="none" spc="0" baseline="0">
                <a:solidFill>
                  <a:schemeClr val="tx1">
                    <a:lumMod val="95000"/>
                    <a:lumOff val="5000"/>
                  </a:schemeClr>
                </a:solidFill>
                <a:latin typeface="Segoe UI" panose="020B0502040204020203" pitchFamily="34" charset="0"/>
                <a:ea typeface="+mn-ea"/>
                <a:cs typeface="Segoe UI" panose="020B0502040204020203" pitchFamily="34" charset="0"/>
              </a:defRPr>
            </a:lvl1pPr>
            <a:lvl2pPr marL="554492">
              <a:defRPr>
                <a:latin typeface="+mn-lt"/>
                <a:ea typeface="+mn-ea"/>
                <a:cs typeface="+mn-cs"/>
              </a:defRPr>
            </a:lvl2pPr>
            <a:lvl3pPr marL="1108984">
              <a:defRPr>
                <a:latin typeface="+mn-lt"/>
                <a:ea typeface="+mn-ea"/>
                <a:cs typeface="+mn-cs"/>
              </a:defRPr>
            </a:lvl3pPr>
            <a:lvl4pPr marL="1663476">
              <a:defRPr>
                <a:latin typeface="+mn-lt"/>
                <a:ea typeface="+mn-ea"/>
                <a:cs typeface="+mn-cs"/>
              </a:defRPr>
            </a:lvl4pPr>
            <a:lvl5pPr marL="2217969">
              <a:defRPr>
                <a:latin typeface="+mn-lt"/>
                <a:ea typeface="+mn-ea"/>
                <a:cs typeface="+mn-cs"/>
              </a:defRPr>
            </a:lvl5pPr>
            <a:lvl6pPr marL="2772461">
              <a:defRPr>
                <a:latin typeface="+mn-lt"/>
                <a:ea typeface="+mn-ea"/>
                <a:cs typeface="+mn-cs"/>
              </a:defRPr>
            </a:lvl6pPr>
            <a:lvl7pPr marL="3326953">
              <a:defRPr>
                <a:latin typeface="+mn-lt"/>
                <a:ea typeface="+mn-ea"/>
                <a:cs typeface="+mn-cs"/>
              </a:defRPr>
            </a:lvl7pPr>
            <a:lvl8pPr marL="3881445">
              <a:defRPr>
                <a:latin typeface="+mn-lt"/>
                <a:ea typeface="+mn-ea"/>
                <a:cs typeface="+mn-cs"/>
              </a:defRPr>
            </a:lvl8pPr>
            <a:lvl9pPr marL="4435937">
              <a:defRPr>
                <a:latin typeface="+mn-lt"/>
                <a:ea typeface="+mn-ea"/>
                <a:cs typeface="+mn-cs"/>
              </a:defRPr>
            </a:lvl9pPr>
          </a:lstStyle>
          <a:p>
            <a:pPr marL="0" lvl="0" indent="0" defTabSz="457200">
              <a:spcBef>
                <a:spcPts val="800"/>
              </a:spcBef>
              <a:spcAft>
                <a:spcPts val="300"/>
              </a:spcAft>
              <a:buNone/>
              <a:tabLst>
                <a:tab pos="228600" algn="l"/>
              </a:tabLst>
              <a:defRPr/>
            </a:pPr>
            <a:r>
              <a:rPr lang="en-US" sz="1800" kern="0">
                <a:solidFill>
                  <a:srgbClr val="091F2C"/>
                </a:solidFill>
                <a:latin typeface="+mj-lt"/>
                <a:cs typeface="Segoe UI"/>
              </a:rPr>
              <a:t>Build with best-in-class RAG performance at every phase of AI maturity</a:t>
            </a:r>
          </a:p>
        </p:txBody>
      </p:sp>
      <p:cxnSp>
        <p:nvCxnSpPr>
          <p:cNvPr id="38" name="Straight Arrow Connector 37">
            <a:extLst>
              <a:ext uri="{FF2B5EF4-FFF2-40B4-BE49-F238E27FC236}">
                <a16:creationId xmlns:a16="http://schemas.microsoft.com/office/drawing/2014/main" id="{E8CAEE5F-3E37-1AE4-9DFC-695891AF5C66}"/>
              </a:ext>
              <a:ext uri="{C183D7F6-B498-43B3-948B-1728B52AA6E4}">
                <adec:decorative xmlns:adec="http://schemas.microsoft.com/office/drawing/2017/decorative" val="1"/>
              </a:ext>
            </a:extLst>
          </p:cNvPr>
          <p:cNvCxnSpPr>
            <a:cxnSpLocks/>
          </p:cNvCxnSpPr>
          <p:nvPr/>
        </p:nvCxnSpPr>
        <p:spPr>
          <a:xfrm>
            <a:off x="1000738" y="4843890"/>
            <a:ext cx="3501412" cy="0"/>
          </a:xfrm>
          <a:prstGeom prst="straightConnector1">
            <a:avLst/>
          </a:prstGeom>
          <a:noFill/>
          <a:ln w="12700" cap="rnd" cmpd="sng" algn="ctr">
            <a:solidFill>
              <a:srgbClr val="7F7F7F"/>
            </a:solidFill>
            <a:prstDash val="solid"/>
            <a:headEnd type="none" w="lg" len="sm"/>
            <a:tailEnd type="none" w="lg" len="sm"/>
          </a:ln>
          <a:effectLst/>
          <a:extLst>
            <a:ext uri="{909E8E84-426E-40DD-AFC4-6F175D3DCCD1}">
              <a14:hiddenFill xmlns:a14="http://schemas.microsoft.com/office/drawing/2010/main">
                <a:solidFill>
                  <a:srgbClr val="FFFFFF"/>
                </a:solidFill>
              </a14:hiddenFill>
            </a:ext>
          </a:extLst>
        </p:spPr>
      </p:cxnSp>
      <p:sp>
        <p:nvSpPr>
          <p:cNvPr id="39" name="Text Placeholder 3">
            <a:extLst>
              <a:ext uri="{FF2B5EF4-FFF2-40B4-BE49-F238E27FC236}">
                <a16:creationId xmlns:a16="http://schemas.microsoft.com/office/drawing/2014/main" id="{9F7535DF-4A7F-64B0-14D0-CF1AD20FBAA7}"/>
              </a:ext>
            </a:extLst>
          </p:cNvPr>
          <p:cNvSpPr txBox="1">
            <a:spLocks/>
          </p:cNvSpPr>
          <p:nvPr/>
        </p:nvSpPr>
        <p:spPr>
          <a:xfrm>
            <a:off x="1000738" y="5144271"/>
            <a:ext cx="3412512" cy="600164"/>
          </a:xfrm>
          <a:prstGeom prst="rect">
            <a:avLst/>
          </a:prstGeom>
        </p:spPr>
        <p:txBody>
          <a:bodyPr wrap="square" lIns="45720" tIns="22860" rIns="45720" bIns="22860" anchor="t" anchorCtr="0">
            <a:spAutoFit/>
          </a:bodyPr>
          <a:lstStyle>
            <a:lvl1pPr marL="457200" indent="-457200" algn="l">
              <a:spcBef>
                <a:spcPts val="3000"/>
              </a:spcBef>
              <a:buFontTx/>
              <a:buBlip>
                <a:blip r:embed="rId4"/>
              </a:buBlip>
              <a:defRPr sz="2800" b="0" i="0" cap="none" spc="0" baseline="0">
                <a:solidFill>
                  <a:schemeClr val="tx1">
                    <a:lumMod val="95000"/>
                    <a:lumOff val="5000"/>
                  </a:schemeClr>
                </a:solidFill>
                <a:latin typeface="Segoe UI" panose="020B0502040204020203" pitchFamily="34" charset="0"/>
                <a:ea typeface="+mn-ea"/>
                <a:cs typeface="Segoe UI" panose="020B0502040204020203" pitchFamily="34" charset="0"/>
              </a:defRPr>
            </a:lvl1pPr>
            <a:lvl2pPr marL="554492">
              <a:defRPr>
                <a:latin typeface="+mn-lt"/>
                <a:ea typeface="+mn-ea"/>
                <a:cs typeface="+mn-cs"/>
              </a:defRPr>
            </a:lvl2pPr>
            <a:lvl3pPr marL="1108984">
              <a:defRPr>
                <a:latin typeface="+mn-lt"/>
                <a:ea typeface="+mn-ea"/>
                <a:cs typeface="+mn-cs"/>
              </a:defRPr>
            </a:lvl3pPr>
            <a:lvl4pPr marL="1663476">
              <a:defRPr>
                <a:latin typeface="+mn-lt"/>
                <a:ea typeface="+mn-ea"/>
                <a:cs typeface="+mn-cs"/>
              </a:defRPr>
            </a:lvl4pPr>
            <a:lvl5pPr marL="2217969">
              <a:defRPr>
                <a:latin typeface="+mn-lt"/>
                <a:ea typeface="+mn-ea"/>
                <a:cs typeface="+mn-cs"/>
              </a:defRPr>
            </a:lvl5pPr>
            <a:lvl6pPr marL="2772461">
              <a:defRPr>
                <a:latin typeface="+mn-lt"/>
                <a:ea typeface="+mn-ea"/>
                <a:cs typeface="+mn-cs"/>
              </a:defRPr>
            </a:lvl6pPr>
            <a:lvl7pPr marL="3326953">
              <a:defRPr>
                <a:latin typeface="+mn-lt"/>
                <a:ea typeface="+mn-ea"/>
                <a:cs typeface="+mn-cs"/>
              </a:defRPr>
            </a:lvl7pPr>
            <a:lvl8pPr marL="3881445">
              <a:defRPr>
                <a:latin typeface="+mn-lt"/>
                <a:ea typeface="+mn-ea"/>
                <a:cs typeface="+mn-cs"/>
              </a:defRPr>
            </a:lvl8pPr>
            <a:lvl9pPr marL="4435937">
              <a:defRPr>
                <a:latin typeface="+mn-lt"/>
                <a:ea typeface="+mn-ea"/>
                <a:cs typeface="+mn-cs"/>
              </a:defRPr>
            </a:lvl9pPr>
          </a:lstStyle>
          <a:p>
            <a:pPr marL="0" lvl="0" indent="0" defTabSz="457200">
              <a:spcBef>
                <a:spcPts val="800"/>
              </a:spcBef>
              <a:spcAft>
                <a:spcPts val="300"/>
              </a:spcAft>
              <a:buNone/>
              <a:tabLst>
                <a:tab pos="228600" algn="l"/>
              </a:tabLst>
              <a:defRPr/>
            </a:pPr>
            <a:r>
              <a:rPr lang="en-US" sz="1800" kern="0">
                <a:solidFill>
                  <a:srgbClr val="091F2C"/>
                </a:solidFill>
                <a:latin typeface="+mj-lt"/>
                <a:cs typeface="Segoe UI"/>
              </a:rPr>
              <a:t>Full context with expansive reach of data</a:t>
            </a:r>
          </a:p>
        </p:txBody>
      </p:sp>
      <p:grpSp>
        <p:nvGrpSpPr>
          <p:cNvPr id="82" name="Group 81">
            <a:extLst>
              <a:ext uri="{FF2B5EF4-FFF2-40B4-BE49-F238E27FC236}">
                <a16:creationId xmlns:a16="http://schemas.microsoft.com/office/drawing/2014/main" id="{78E56B1A-F391-53A7-F410-DD51F57A665A}"/>
              </a:ext>
            </a:extLst>
          </p:cNvPr>
          <p:cNvGrpSpPr/>
          <p:nvPr/>
        </p:nvGrpSpPr>
        <p:grpSpPr>
          <a:xfrm>
            <a:off x="5236562" y="1565196"/>
            <a:ext cx="7004623" cy="4665406"/>
            <a:chOff x="5300062" y="1660366"/>
            <a:chExt cx="7004623" cy="4665406"/>
          </a:xfrm>
        </p:grpSpPr>
        <p:sp>
          <p:nvSpPr>
            <p:cNvPr id="18" name="Title 6">
              <a:extLst>
                <a:ext uri="{FF2B5EF4-FFF2-40B4-BE49-F238E27FC236}">
                  <a16:creationId xmlns:a16="http://schemas.microsoft.com/office/drawing/2014/main" id="{5648A764-6063-E24D-7FD7-9286CC06007C}"/>
                </a:ext>
              </a:extLst>
            </p:cNvPr>
            <p:cNvSpPr txBox="1">
              <a:spLocks/>
            </p:cNvSpPr>
            <p:nvPr/>
          </p:nvSpPr>
          <p:spPr>
            <a:xfrm>
              <a:off x="6909452" y="4149556"/>
              <a:ext cx="2980870" cy="335756"/>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defTabSz="2901130">
                <a:spcBef>
                  <a:spcPts val="1500"/>
                </a:spcBef>
                <a:spcAft>
                  <a:spcPts val="0"/>
                </a:spcAft>
                <a:defRPr/>
              </a:pPr>
              <a:r>
                <a:rPr lang="en-CA" sz="2400" b="1" spc="0">
                  <a:ln>
                    <a:noFill/>
                  </a:ln>
                  <a:solidFill>
                    <a:schemeClr val="tx1"/>
                  </a:solidFill>
                  <a:cs typeface="Segoe UI Semibold" panose="020B0702040204020203" pitchFamily="34" charset="0"/>
                </a:rPr>
                <a:t>Foundry IQ</a:t>
              </a:r>
            </a:p>
          </p:txBody>
        </p:sp>
        <p:pic>
          <p:nvPicPr>
            <p:cNvPr id="19" name="Picture 18">
              <a:extLst>
                <a:ext uri="{FF2B5EF4-FFF2-40B4-BE49-F238E27FC236}">
                  <a16:creationId xmlns:a16="http://schemas.microsoft.com/office/drawing/2014/main" id="{FE96059D-AAE1-C4CC-3A68-A231E6D5EF4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791606" y="2958759"/>
              <a:ext cx="1216561" cy="1216561"/>
            </a:xfrm>
            <a:prstGeom prst="rect">
              <a:avLst/>
            </a:prstGeom>
          </p:spPr>
        </p:pic>
        <p:grpSp>
          <p:nvGrpSpPr>
            <p:cNvPr id="28" name="Group 27">
              <a:extLst>
                <a:ext uri="{FF2B5EF4-FFF2-40B4-BE49-F238E27FC236}">
                  <a16:creationId xmlns:a16="http://schemas.microsoft.com/office/drawing/2014/main" id="{A16AA102-0FDA-B103-2E7D-5521C066CBA4}"/>
                </a:ext>
              </a:extLst>
            </p:cNvPr>
            <p:cNvGrpSpPr/>
            <p:nvPr/>
          </p:nvGrpSpPr>
          <p:grpSpPr>
            <a:xfrm>
              <a:off x="5654899" y="2103487"/>
              <a:ext cx="5342423" cy="3833428"/>
              <a:chOff x="5029317" y="1321356"/>
              <a:chExt cx="6752574" cy="4845274"/>
            </a:xfrm>
          </p:grpSpPr>
          <p:sp>
            <p:nvSpPr>
              <p:cNvPr id="74" name="Oval 73">
                <a:extLst>
                  <a:ext uri="{FF2B5EF4-FFF2-40B4-BE49-F238E27FC236}">
                    <a16:creationId xmlns:a16="http://schemas.microsoft.com/office/drawing/2014/main" id="{541C3BD2-F36E-7451-A2DC-8715786B287C}"/>
                  </a:ext>
                </a:extLst>
              </p:cNvPr>
              <p:cNvSpPr/>
              <p:nvPr/>
            </p:nvSpPr>
            <p:spPr bwMode="auto">
              <a:xfrm rot="19847247">
                <a:off x="5029317" y="1838587"/>
                <a:ext cx="6752574" cy="3440305"/>
              </a:xfrm>
              <a:prstGeom prst="ellipse">
                <a:avLst/>
              </a:prstGeom>
              <a:noFill/>
              <a:ln w="6350" cap="flat" cmpd="sng" algn="ctr">
                <a:gradFill>
                  <a:gsLst>
                    <a:gs pos="11000">
                      <a:srgbClr val="BCA045">
                        <a:lumMod val="5000"/>
                        <a:lumOff val="95000"/>
                        <a:alpha val="0"/>
                      </a:srgbClr>
                    </a:gs>
                    <a:gs pos="49000">
                      <a:srgbClr val="8F87A3">
                        <a:alpha val="0"/>
                      </a:srgbClr>
                    </a:gs>
                    <a:gs pos="62000">
                      <a:srgbClr val="8F87A3">
                        <a:alpha val="0"/>
                      </a:srgbClr>
                    </a:gs>
                    <a:gs pos="27000">
                      <a:srgbClr val="8F87A3"/>
                    </a:gs>
                    <a:gs pos="100000">
                      <a:srgbClr val="8F87A3"/>
                    </a:gs>
                  </a:gsLst>
                  <a:lin ang="5400000" scaled="1"/>
                </a:gra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304B"/>
                  </a:solidFill>
                  <a:effectLst/>
                  <a:uLnTx/>
                  <a:uFillTx/>
                  <a:latin typeface="Segoe Sans Display"/>
                  <a:ea typeface="+mn-ea"/>
                  <a:cs typeface="Segoe UI" pitchFamily="34" charset="0"/>
                </a:endParaRPr>
              </a:p>
            </p:txBody>
          </p:sp>
          <p:sp>
            <p:nvSpPr>
              <p:cNvPr id="75" name="Oval 74">
                <a:extLst>
                  <a:ext uri="{FF2B5EF4-FFF2-40B4-BE49-F238E27FC236}">
                    <a16:creationId xmlns:a16="http://schemas.microsoft.com/office/drawing/2014/main" id="{92991391-B697-B199-DA92-A6E71C01B975}"/>
                  </a:ext>
                </a:extLst>
              </p:cNvPr>
              <p:cNvSpPr/>
              <p:nvPr/>
            </p:nvSpPr>
            <p:spPr bwMode="auto">
              <a:xfrm>
                <a:off x="6101209" y="1321356"/>
                <a:ext cx="4847908" cy="4845274"/>
              </a:xfrm>
              <a:prstGeom prst="ellipse">
                <a:avLst/>
              </a:prstGeom>
              <a:noFill/>
              <a:ln w="12700" cap="flat" cmpd="sng" algn="ctr">
                <a:solidFill>
                  <a:srgbClr val="998CE4"/>
                </a:solidFill>
                <a:prstDash val="solid"/>
                <a:miter lim="800000"/>
              </a:ln>
              <a:effectLst/>
            </p:spPr>
            <p:txBody>
              <a:bodyPr wrap="square" lIns="0" tIns="0" rIns="0" bIns="45720" rtlCol="0" anchor="ctr" anchorCtr="0">
                <a:noAutofit/>
              </a:bodyPr>
              <a:lstStyle/>
              <a:p>
                <a:pPr marL="0" marR="0" lvl="0" indent="0" algn="ctr" defTabSz="2275964" eaLnBrk="1" fontAlgn="base" latinLnBrk="0" hangingPunct="1">
                  <a:lnSpc>
                    <a:spcPct val="100000"/>
                  </a:lnSpc>
                  <a:spcBef>
                    <a:spcPts val="200"/>
                  </a:spcBef>
                  <a:spcAft>
                    <a:spcPct val="0"/>
                  </a:spcAft>
                  <a:buClrTx/>
                  <a:buSzTx/>
                  <a:buFontTx/>
                  <a:buNone/>
                  <a:tabLst>
                    <a:tab pos="3701424" algn="l"/>
                  </a:tabLst>
                  <a:defRPr/>
                </a:pPr>
                <a:endParaRPr kumimoji="0" lang="en-US" sz="1800" b="1" i="0" u="none" strike="noStrike" kern="0" cap="none" spc="0" normalizeH="0" baseline="0" noProof="0" err="1">
                  <a:ln w="3175">
                    <a:noFill/>
                  </a:ln>
                  <a:gradFill>
                    <a:gsLst>
                      <a:gs pos="22936">
                        <a:srgbClr val="091F2C"/>
                      </a:gs>
                      <a:gs pos="38000">
                        <a:srgbClr val="091F2C"/>
                      </a:gs>
                    </a:gsLst>
                    <a:path path="circle">
                      <a:fillToRect l="100000" t="100000"/>
                    </a:path>
                  </a:gradFill>
                  <a:effectLst/>
                  <a:uLnTx/>
                  <a:uFillTx/>
                  <a:latin typeface="Segoe Sans Display Semibold" pitchFamily="2" charset="0"/>
                  <a:ea typeface="+mn-ea"/>
                  <a:cs typeface="Segoe Sans Display Semibold" pitchFamily="2" charset="0"/>
                </a:endParaRPr>
              </a:p>
            </p:txBody>
          </p:sp>
        </p:grpSp>
        <p:grpSp>
          <p:nvGrpSpPr>
            <p:cNvPr id="77" name="Group 76">
              <a:extLst>
                <a:ext uri="{FF2B5EF4-FFF2-40B4-BE49-F238E27FC236}">
                  <a16:creationId xmlns:a16="http://schemas.microsoft.com/office/drawing/2014/main" id="{944D0E69-E96B-105B-E8C9-7FBB492C68AC}"/>
                </a:ext>
              </a:extLst>
            </p:cNvPr>
            <p:cNvGrpSpPr/>
            <p:nvPr/>
          </p:nvGrpSpPr>
          <p:grpSpPr>
            <a:xfrm>
              <a:off x="8300830" y="5568883"/>
              <a:ext cx="2698052" cy="756889"/>
              <a:chOff x="7981060" y="5616211"/>
              <a:chExt cx="2698052" cy="756889"/>
            </a:xfrm>
          </p:grpSpPr>
          <p:sp useBgFill="1">
            <p:nvSpPr>
              <p:cNvPr id="54" name="Oval 53">
                <a:extLst>
                  <a:ext uri="{FF2B5EF4-FFF2-40B4-BE49-F238E27FC236}">
                    <a16:creationId xmlns:a16="http://schemas.microsoft.com/office/drawing/2014/main" id="{468DC3D3-6AC6-9EDD-0260-DCC01A1ABDC1}"/>
                  </a:ext>
                </a:extLst>
              </p:cNvPr>
              <p:cNvSpPr/>
              <p:nvPr/>
            </p:nvSpPr>
            <p:spPr>
              <a:xfrm>
                <a:off x="7981060" y="5616211"/>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64" name="Title 6">
                <a:extLst>
                  <a:ext uri="{FF2B5EF4-FFF2-40B4-BE49-F238E27FC236}">
                    <a16:creationId xmlns:a16="http://schemas.microsoft.com/office/drawing/2014/main" id="{41798FB8-AA32-9BA2-D0AD-F45A141EFFED}"/>
                  </a:ext>
                </a:extLst>
              </p:cNvPr>
              <p:cNvSpPr txBox="1">
                <a:spLocks/>
              </p:cNvSpPr>
              <p:nvPr/>
            </p:nvSpPr>
            <p:spPr>
              <a:xfrm>
                <a:off x="8902158" y="5886933"/>
                <a:ext cx="1776954" cy="215444"/>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l" defTabSz="2901130">
                  <a:spcBef>
                    <a:spcPts val="1500"/>
                  </a:spcBef>
                  <a:spcAft>
                    <a:spcPts val="0"/>
                  </a:spcAft>
                  <a:defRPr/>
                </a:pPr>
                <a:r>
                  <a:rPr lang="en-CA" sz="1400" b="1" spc="0" err="1">
                    <a:ln>
                      <a:noFill/>
                    </a:ln>
                    <a:solidFill>
                      <a:schemeClr val="tx1"/>
                    </a:solidFill>
                    <a:cs typeface="Segoe UI Semibold" panose="020B0702040204020203" pitchFamily="34" charset="0"/>
                  </a:rPr>
                  <a:t>OneLake</a:t>
                </a:r>
                <a:endParaRPr lang="en-CA" sz="1400" b="1" spc="0">
                  <a:ln>
                    <a:noFill/>
                  </a:ln>
                  <a:solidFill>
                    <a:schemeClr val="tx1"/>
                  </a:solidFill>
                  <a:cs typeface="Segoe UI Semibold" panose="020B0702040204020203" pitchFamily="34" charset="0"/>
                </a:endParaRPr>
              </a:p>
            </p:txBody>
          </p:sp>
          <p:pic>
            <p:nvPicPr>
              <p:cNvPr id="68" name="Picture 67" descr="Logo, company name  Description automatically generated">
                <a:extLst>
                  <a:ext uri="{FF2B5EF4-FFF2-40B4-BE49-F238E27FC236}">
                    <a16:creationId xmlns:a16="http://schemas.microsoft.com/office/drawing/2014/main" id="{93EC6EE1-6596-3A25-782A-C7352814812E}"/>
                  </a:ext>
                </a:extLst>
              </p:cNvPr>
              <p:cNvPicPr>
                <a:picLocks noChangeAspect="1"/>
              </p:cNvPicPr>
              <p:nvPr/>
            </p:nvPicPr>
            <p:blipFill rotWithShape="1">
              <a:blip r:embed="rId6" cstate="print">
                <a:extLst>
                  <a:ext uri="{28A0092B-C50C-407E-A947-70E740481C1C}">
                    <a14:useLocalDpi xmlns:a14="http://schemas.microsoft.com/office/drawing/2010/main" val="0"/>
                  </a:ext>
                </a:extLst>
              </a:blip>
              <a:stretch/>
            </p:blipFill>
            <p:spPr>
              <a:xfrm>
                <a:off x="8139783" y="5774505"/>
                <a:ext cx="439443" cy="440303"/>
              </a:xfrm>
              <a:prstGeom prst="rect">
                <a:avLst/>
              </a:prstGeom>
              <a:noFill/>
              <a:ln>
                <a:noFill/>
              </a:ln>
              <a:effectLst/>
            </p:spPr>
          </p:pic>
        </p:grpSp>
        <p:grpSp>
          <p:nvGrpSpPr>
            <p:cNvPr id="67" name="Group 66">
              <a:extLst>
                <a:ext uri="{FF2B5EF4-FFF2-40B4-BE49-F238E27FC236}">
                  <a16:creationId xmlns:a16="http://schemas.microsoft.com/office/drawing/2014/main" id="{1E033434-FC2A-BCA5-EFBD-306BF974E9DF}"/>
                </a:ext>
              </a:extLst>
            </p:cNvPr>
            <p:cNvGrpSpPr/>
            <p:nvPr/>
          </p:nvGrpSpPr>
          <p:grpSpPr>
            <a:xfrm>
              <a:off x="9410913" y="2309096"/>
              <a:ext cx="2383824" cy="756889"/>
              <a:chOff x="9532456" y="2472494"/>
              <a:chExt cx="2383824" cy="756889"/>
            </a:xfrm>
          </p:grpSpPr>
          <p:sp useBgFill="1">
            <p:nvSpPr>
              <p:cNvPr id="34" name="Oval 33">
                <a:extLst>
                  <a:ext uri="{FF2B5EF4-FFF2-40B4-BE49-F238E27FC236}">
                    <a16:creationId xmlns:a16="http://schemas.microsoft.com/office/drawing/2014/main" id="{68B35B30-5E0A-E988-9200-BFE93AE3E3D1}"/>
                  </a:ext>
                </a:extLst>
              </p:cNvPr>
              <p:cNvSpPr/>
              <p:nvPr/>
            </p:nvSpPr>
            <p:spPr>
              <a:xfrm>
                <a:off x="9532456" y="2472494"/>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61" name="Title 6">
                <a:extLst>
                  <a:ext uri="{FF2B5EF4-FFF2-40B4-BE49-F238E27FC236}">
                    <a16:creationId xmlns:a16="http://schemas.microsoft.com/office/drawing/2014/main" id="{862EA957-2F46-8BAA-593D-4B396E617DAF}"/>
                  </a:ext>
                </a:extLst>
              </p:cNvPr>
              <p:cNvSpPr txBox="1">
                <a:spLocks/>
              </p:cNvSpPr>
              <p:nvPr/>
            </p:nvSpPr>
            <p:spPr>
              <a:xfrm>
                <a:off x="10417807" y="2753010"/>
                <a:ext cx="1498473" cy="195858"/>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l" defTabSz="2901130">
                  <a:spcBef>
                    <a:spcPts val="1500"/>
                  </a:spcBef>
                  <a:spcAft>
                    <a:spcPts val="0"/>
                  </a:spcAft>
                  <a:defRPr/>
                </a:pPr>
                <a:r>
                  <a:rPr lang="en-CA" sz="1400" b="1" spc="0">
                    <a:ln>
                      <a:noFill/>
                    </a:ln>
                    <a:solidFill>
                      <a:schemeClr val="tx1"/>
                    </a:solidFill>
                    <a:cs typeface="Segoe UI Semibold" panose="020B0702040204020203" pitchFamily="34" charset="0"/>
                  </a:rPr>
                  <a:t>Azure Blob Storage</a:t>
                </a:r>
              </a:p>
            </p:txBody>
          </p:sp>
          <p:pic>
            <p:nvPicPr>
              <p:cNvPr id="69" name="!! business central">
                <a:extLst>
                  <a:ext uri="{FF2B5EF4-FFF2-40B4-BE49-F238E27FC236}">
                    <a16:creationId xmlns:a16="http://schemas.microsoft.com/office/drawing/2014/main" id="{21EB0ADE-A8BB-A501-5F25-4991B06798C0}"/>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7"/>
                  </a:ext>
                </a:extLst>
              </a:blip>
              <a:srcRect l="3" r="3"/>
              <a:stretch/>
            </p:blipFill>
            <p:spPr>
              <a:xfrm>
                <a:off x="9713596" y="2653620"/>
                <a:ext cx="394612" cy="394636"/>
              </a:xfrm>
              <a:prstGeom prst="rect">
                <a:avLst/>
              </a:prstGeom>
            </p:spPr>
          </p:pic>
        </p:grpSp>
        <p:grpSp>
          <p:nvGrpSpPr>
            <p:cNvPr id="73" name="Group 72">
              <a:extLst>
                <a:ext uri="{FF2B5EF4-FFF2-40B4-BE49-F238E27FC236}">
                  <a16:creationId xmlns:a16="http://schemas.microsoft.com/office/drawing/2014/main" id="{7A78B3A8-E5C9-440F-D4A3-BA0B566B9897}"/>
                </a:ext>
              </a:extLst>
            </p:cNvPr>
            <p:cNvGrpSpPr/>
            <p:nvPr/>
          </p:nvGrpSpPr>
          <p:grpSpPr>
            <a:xfrm>
              <a:off x="9931385" y="3628618"/>
              <a:ext cx="2373300" cy="756889"/>
              <a:chOff x="9933815" y="3761528"/>
              <a:chExt cx="2373300" cy="756889"/>
            </a:xfrm>
          </p:grpSpPr>
          <p:sp useBgFill="1">
            <p:nvSpPr>
              <p:cNvPr id="49" name="Oval 48">
                <a:extLst>
                  <a:ext uri="{FF2B5EF4-FFF2-40B4-BE49-F238E27FC236}">
                    <a16:creationId xmlns:a16="http://schemas.microsoft.com/office/drawing/2014/main" id="{B143EC67-99BE-DA36-F209-7B1206DB2984}"/>
                  </a:ext>
                </a:extLst>
              </p:cNvPr>
              <p:cNvSpPr/>
              <p:nvPr/>
            </p:nvSpPr>
            <p:spPr>
              <a:xfrm>
                <a:off x="9933815" y="3761528"/>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62" name="Title 6">
                <a:extLst>
                  <a:ext uri="{FF2B5EF4-FFF2-40B4-BE49-F238E27FC236}">
                    <a16:creationId xmlns:a16="http://schemas.microsoft.com/office/drawing/2014/main" id="{8104901D-A18F-B5A0-E632-2EEE59F35E95}"/>
                  </a:ext>
                </a:extLst>
              </p:cNvPr>
              <p:cNvSpPr txBox="1">
                <a:spLocks/>
              </p:cNvSpPr>
              <p:nvPr/>
            </p:nvSpPr>
            <p:spPr>
              <a:xfrm>
                <a:off x="10808642" y="4042044"/>
                <a:ext cx="1498473" cy="195858"/>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l" defTabSz="2901130">
                  <a:spcBef>
                    <a:spcPts val="1500"/>
                  </a:spcBef>
                  <a:spcAft>
                    <a:spcPts val="0"/>
                  </a:spcAft>
                  <a:defRPr/>
                </a:pPr>
                <a:r>
                  <a:rPr lang="en-CA" sz="1400" b="1" spc="0">
                    <a:ln>
                      <a:noFill/>
                    </a:ln>
                    <a:solidFill>
                      <a:schemeClr val="tx1"/>
                    </a:solidFill>
                    <a:cs typeface="Segoe UI Semibold" panose="020B0702040204020203" pitchFamily="34" charset="0"/>
                  </a:rPr>
                  <a:t>SharePoint</a:t>
                </a:r>
              </a:p>
            </p:txBody>
          </p:sp>
          <p:pic>
            <p:nvPicPr>
              <p:cNvPr id="70" name="Picture 69" descr="A logo with circles and a letter s  AI-generated content may be incorrect.">
                <a:extLst>
                  <a:ext uri="{FF2B5EF4-FFF2-40B4-BE49-F238E27FC236}">
                    <a16:creationId xmlns:a16="http://schemas.microsoft.com/office/drawing/2014/main" id="{47A68AA9-E586-5719-A3E1-F11AC7832595}"/>
                  </a:ext>
                </a:extLst>
              </p:cNvPr>
              <p:cNvPicPr>
                <a:picLocks noChangeAspect="1"/>
              </p:cNvPicPr>
              <p:nvPr/>
            </p:nvPicPr>
            <p:blipFill>
              <a:blip r:embed="rId8"/>
              <a:stretch>
                <a:fillRect/>
              </a:stretch>
            </p:blipFill>
            <p:spPr>
              <a:xfrm>
                <a:off x="10150474" y="3921037"/>
                <a:ext cx="437872" cy="437872"/>
              </a:xfrm>
              <a:prstGeom prst="rect">
                <a:avLst/>
              </a:prstGeom>
            </p:spPr>
          </p:pic>
        </p:grpSp>
        <p:grpSp>
          <p:nvGrpSpPr>
            <p:cNvPr id="76" name="Group 75">
              <a:extLst>
                <a:ext uri="{FF2B5EF4-FFF2-40B4-BE49-F238E27FC236}">
                  <a16:creationId xmlns:a16="http://schemas.microsoft.com/office/drawing/2014/main" id="{36BFC272-BE8A-8712-BD7A-CDC4B687D127}"/>
                </a:ext>
              </a:extLst>
            </p:cNvPr>
            <p:cNvGrpSpPr/>
            <p:nvPr/>
          </p:nvGrpSpPr>
          <p:grpSpPr>
            <a:xfrm>
              <a:off x="9497409" y="4831539"/>
              <a:ext cx="2410636" cy="756889"/>
              <a:chOff x="9456636" y="4899813"/>
              <a:chExt cx="2410636" cy="756889"/>
            </a:xfrm>
          </p:grpSpPr>
          <p:sp useBgFill="1">
            <p:nvSpPr>
              <p:cNvPr id="55" name="Oval 54">
                <a:extLst>
                  <a:ext uri="{FF2B5EF4-FFF2-40B4-BE49-F238E27FC236}">
                    <a16:creationId xmlns:a16="http://schemas.microsoft.com/office/drawing/2014/main" id="{F0EB0602-524A-FDE6-62AC-E9A415BCBCEC}"/>
                  </a:ext>
                </a:extLst>
              </p:cNvPr>
              <p:cNvSpPr/>
              <p:nvPr/>
            </p:nvSpPr>
            <p:spPr>
              <a:xfrm>
                <a:off x="9456636" y="4899813"/>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63" name="Title 6">
                <a:extLst>
                  <a:ext uri="{FF2B5EF4-FFF2-40B4-BE49-F238E27FC236}">
                    <a16:creationId xmlns:a16="http://schemas.microsoft.com/office/drawing/2014/main" id="{A2F2433C-70B3-48DF-9851-D49F6A95457E}"/>
                  </a:ext>
                </a:extLst>
              </p:cNvPr>
              <p:cNvSpPr txBox="1">
                <a:spLocks/>
              </p:cNvSpPr>
              <p:nvPr/>
            </p:nvSpPr>
            <p:spPr>
              <a:xfrm>
                <a:off x="10368799" y="5170537"/>
                <a:ext cx="1498473" cy="215444"/>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l" defTabSz="2901130">
                  <a:spcBef>
                    <a:spcPts val="1500"/>
                  </a:spcBef>
                  <a:spcAft>
                    <a:spcPts val="0"/>
                  </a:spcAft>
                  <a:defRPr/>
                </a:pPr>
                <a:r>
                  <a:rPr lang="en-CA" sz="1400" b="1" spc="0">
                    <a:ln>
                      <a:noFill/>
                    </a:ln>
                    <a:solidFill>
                      <a:schemeClr val="tx1"/>
                    </a:solidFill>
                    <a:cs typeface="Segoe UI Semibold" panose="020B0702040204020203" pitchFamily="34" charset="0"/>
                  </a:rPr>
                  <a:t>MCP</a:t>
                </a:r>
              </a:p>
            </p:txBody>
          </p:sp>
          <p:pic>
            <p:nvPicPr>
              <p:cNvPr id="71" name="Picture 70">
                <a:extLst>
                  <a:ext uri="{FF2B5EF4-FFF2-40B4-BE49-F238E27FC236}">
                    <a16:creationId xmlns:a16="http://schemas.microsoft.com/office/drawing/2014/main" id="{31DC6936-F948-F9DB-AA73-D570F307F045}"/>
                  </a:ext>
                </a:extLst>
              </p:cNvPr>
              <p:cNvPicPr>
                <a:picLocks noChangeAspect="1"/>
              </p:cNvPicPr>
              <p:nvPr/>
            </p:nvPicPr>
            <p:blipFill>
              <a:blip r:embed="rId9" cstate="print">
                <a:duotone>
                  <a:srgbClr val="091F2C"/>
                  <a:srgbClr val="091F2C"/>
                </a:duotone>
                <a:extLst>
                  <a:ext uri="{28A0092B-C50C-407E-A947-70E740481C1C}">
                    <a14:useLocalDpi xmlns:a14="http://schemas.microsoft.com/office/drawing/2010/main" val="0"/>
                  </a:ext>
                </a:extLst>
              </a:blip>
              <a:stretch>
                <a:fillRect/>
              </a:stretch>
            </p:blipFill>
            <p:spPr>
              <a:xfrm>
                <a:off x="9592783" y="5062661"/>
                <a:ext cx="454146" cy="454146"/>
              </a:xfrm>
              <a:prstGeom prst="rect">
                <a:avLst/>
              </a:prstGeom>
            </p:spPr>
          </p:pic>
        </p:grpSp>
        <p:grpSp>
          <p:nvGrpSpPr>
            <p:cNvPr id="66" name="Group 65">
              <a:extLst>
                <a:ext uri="{FF2B5EF4-FFF2-40B4-BE49-F238E27FC236}">
                  <a16:creationId xmlns:a16="http://schemas.microsoft.com/office/drawing/2014/main" id="{857052DC-DF02-7207-5DD3-9238EA2ABF53}"/>
                </a:ext>
              </a:extLst>
            </p:cNvPr>
            <p:cNvGrpSpPr/>
            <p:nvPr/>
          </p:nvGrpSpPr>
          <p:grpSpPr>
            <a:xfrm>
              <a:off x="6622891" y="1660366"/>
              <a:ext cx="2372887" cy="800936"/>
              <a:chOff x="6723164" y="1650645"/>
              <a:chExt cx="2372887" cy="800936"/>
            </a:xfrm>
          </p:grpSpPr>
          <p:sp useBgFill="1">
            <p:nvSpPr>
              <p:cNvPr id="33" name="Oval 32">
                <a:extLst>
                  <a:ext uri="{FF2B5EF4-FFF2-40B4-BE49-F238E27FC236}">
                    <a16:creationId xmlns:a16="http://schemas.microsoft.com/office/drawing/2014/main" id="{72E26C21-D380-43B5-F2BA-D598BB81E344}"/>
                  </a:ext>
                </a:extLst>
              </p:cNvPr>
              <p:cNvSpPr/>
              <p:nvPr/>
            </p:nvSpPr>
            <p:spPr>
              <a:xfrm>
                <a:off x="8339162" y="1694692"/>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60" name="Title 6">
                <a:extLst>
                  <a:ext uri="{FF2B5EF4-FFF2-40B4-BE49-F238E27FC236}">
                    <a16:creationId xmlns:a16="http://schemas.microsoft.com/office/drawing/2014/main" id="{4B5A4A4E-3557-5388-6AED-C020883AC968}"/>
                  </a:ext>
                </a:extLst>
              </p:cNvPr>
              <p:cNvSpPr txBox="1">
                <a:spLocks/>
              </p:cNvSpPr>
              <p:nvPr/>
            </p:nvSpPr>
            <p:spPr>
              <a:xfrm>
                <a:off x="6723164" y="1650645"/>
                <a:ext cx="1498473" cy="215444"/>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r" defTabSz="2901130">
                  <a:spcBef>
                    <a:spcPts val="1500"/>
                  </a:spcBef>
                  <a:spcAft>
                    <a:spcPts val="0"/>
                  </a:spcAft>
                  <a:defRPr/>
                </a:pPr>
                <a:r>
                  <a:rPr lang="en-CA" sz="1400" b="1" spc="0">
                    <a:ln>
                      <a:noFill/>
                    </a:ln>
                    <a:solidFill>
                      <a:schemeClr val="tx1"/>
                    </a:solidFill>
                    <a:cs typeface="Segoe UI Semibold" panose="020B0702040204020203" pitchFamily="34" charset="0"/>
                  </a:rPr>
                  <a:t>Search index</a:t>
                </a:r>
              </a:p>
            </p:txBody>
          </p:sp>
          <p:pic>
            <p:nvPicPr>
              <p:cNvPr id="72" name="Picture 2">
                <a:extLst>
                  <a:ext uri="{FF2B5EF4-FFF2-40B4-BE49-F238E27FC236}">
                    <a16:creationId xmlns:a16="http://schemas.microsoft.com/office/drawing/2014/main" id="{FC12F807-C208-3352-4BCC-7CAF9C9E36B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t="7091" b="7091"/>
              <a:stretch/>
            </p:blipFill>
            <p:spPr bwMode="auto">
              <a:xfrm>
                <a:off x="8456690" y="1849224"/>
                <a:ext cx="521836" cy="4478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Group 58">
              <a:extLst>
                <a:ext uri="{FF2B5EF4-FFF2-40B4-BE49-F238E27FC236}">
                  <a16:creationId xmlns:a16="http://schemas.microsoft.com/office/drawing/2014/main" id="{184F3432-365B-AA5D-DC2F-4768D4EEA31A}"/>
                </a:ext>
              </a:extLst>
            </p:cNvPr>
            <p:cNvGrpSpPr/>
            <p:nvPr/>
          </p:nvGrpSpPr>
          <p:grpSpPr>
            <a:xfrm>
              <a:off x="6121584" y="2072374"/>
              <a:ext cx="1688842" cy="756889"/>
              <a:chOff x="5936762" y="2157372"/>
              <a:chExt cx="1688842" cy="756889"/>
            </a:xfrm>
          </p:grpSpPr>
          <p:sp useBgFill="1">
            <p:nvSpPr>
              <p:cNvPr id="78" name="Oval 77">
                <a:extLst>
                  <a:ext uri="{FF2B5EF4-FFF2-40B4-BE49-F238E27FC236}">
                    <a16:creationId xmlns:a16="http://schemas.microsoft.com/office/drawing/2014/main" id="{F5EE7E5C-221A-BA96-FC85-7CB475D55BB0}"/>
                  </a:ext>
                </a:extLst>
              </p:cNvPr>
              <p:cNvSpPr/>
              <p:nvPr/>
            </p:nvSpPr>
            <p:spPr>
              <a:xfrm>
                <a:off x="6868715" y="2157372"/>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pic>
            <p:nvPicPr>
              <p:cNvPr id="79" name="Graphic 78">
                <a:extLst>
                  <a:ext uri="{FF2B5EF4-FFF2-40B4-BE49-F238E27FC236}">
                    <a16:creationId xmlns:a16="http://schemas.microsoft.com/office/drawing/2014/main" id="{BBFB9160-7B2A-4B6E-4317-3F672E1D6ACE}"/>
                  </a:ext>
                  <a:ext uri="{C183D7F6-B498-43B3-948B-1728B52AA6E4}">
                    <adec:decorative xmlns:adec="http://schemas.microsoft.com/office/drawing/2017/decorative" val="1"/>
                  </a:ext>
                </a:extLst>
              </p:cNvPr>
              <p:cNvPicPr>
                <a:picLocks noChangeAspect="1"/>
              </p:cNvPicPr>
              <p:nvPr/>
            </p:nvPicPr>
            <p:blipFill>
              <a:blip>
                <a:alphaModFix/>
                <a:extLst>
                  <a:ext uri="{28A0092B-C50C-407E-A947-70E740481C1C}">
                    <a14:useLocalDpi xmlns:a14="http://schemas.microsoft.com/office/drawing/2010/main" val="0"/>
                  </a:ext>
                  <a:ext uri="{96DAC541-7B7A-43D3-8B79-37D633B846F1}">
                    <asvg:svgBlip xmlns:asvg="http://schemas.microsoft.com/office/drawing/2016/SVG/main" r:embed="rId11"/>
                  </a:ext>
                </a:extLst>
              </a:blip>
              <a:srcRect l="-8824" t="-8824" r="-8824" b="-8824"/>
              <a:stretch>
                <a:fillRect/>
              </a:stretch>
            </p:blipFill>
            <p:spPr>
              <a:xfrm>
                <a:off x="7036023" y="2324681"/>
                <a:ext cx="422273" cy="422273"/>
              </a:xfrm>
              <a:prstGeom prst="rect">
                <a:avLst/>
              </a:prstGeom>
              <a:effectLst/>
            </p:spPr>
          </p:pic>
          <p:sp>
            <p:nvSpPr>
              <p:cNvPr id="80" name="Title 6">
                <a:extLst>
                  <a:ext uri="{FF2B5EF4-FFF2-40B4-BE49-F238E27FC236}">
                    <a16:creationId xmlns:a16="http://schemas.microsoft.com/office/drawing/2014/main" id="{20C20E8A-DD3C-93D7-B878-6374D2A6EEE5}"/>
                  </a:ext>
                </a:extLst>
              </p:cNvPr>
              <p:cNvSpPr txBox="1">
                <a:spLocks/>
              </p:cNvSpPr>
              <p:nvPr/>
            </p:nvSpPr>
            <p:spPr>
              <a:xfrm>
                <a:off x="5936762" y="2437888"/>
                <a:ext cx="767231" cy="195858"/>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r" defTabSz="2901130">
                  <a:spcBef>
                    <a:spcPts val="1500"/>
                  </a:spcBef>
                  <a:spcAft>
                    <a:spcPts val="0"/>
                  </a:spcAft>
                  <a:defRPr/>
                </a:pPr>
                <a:r>
                  <a:rPr lang="en-CA" sz="1400" b="1" spc="0">
                    <a:ln>
                      <a:noFill/>
                    </a:ln>
                    <a:solidFill>
                      <a:schemeClr val="tx1"/>
                    </a:solidFill>
                    <a:cs typeface="Segoe UI Semibold" panose="020B0702040204020203" pitchFamily="34" charset="0"/>
                  </a:rPr>
                  <a:t>Fabric IQ</a:t>
                </a:r>
              </a:p>
            </p:txBody>
          </p:sp>
        </p:grpSp>
        <p:sp useBgFill="1">
          <p:nvSpPr>
            <p:cNvPr id="29" name="Oval 28">
              <a:extLst>
                <a:ext uri="{FF2B5EF4-FFF2-40B4-BE49-F238E27FC236}">
                  <a16:creationId xmlns:a16="http://schemas.microsoft.com/office/drawing/2014/main" id="{B0E6D779-6323-24A2-15EB-FF48970F16C9}"/>
                </a:ext>
              </a:extLst>
            </p:cNvPr>
            <p:cNvSpPr/>
            <p:nvPr/>
          </p:nvSpPr>
          <p:spPr>
            <a:xfrm>
              <a:off x="6257237" y="4288538"/>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58" name="Title 6">
              <a:extLst>
                <a:ext uri="{FF2B5EF4-FFF2-40B4-BE49-F238E27FC236}">
                  <a16:creationId xmlns:a16="http://schemas.microsoft.com/office/drawing/2014/main" id="{0AB62CC8-85B9-17BC-09D9-C465641E27CA}"/>
                </a:ext>
              </a:extLst>
            </p:cNvPr>
            <p:cNvSpPr txBox="1">
              <a:spLocks/>
            </p:cNvSpPr>
            <p:nvPr/>
          </p:nvSpPr>
          <p:spPr>
            <a:xfrm>
              <a:off x="5353058" y="4559260"/>
              <a:ext cx="767231" cy="215444"/>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r" defTabSz="2901130">
                <a:spcBef>
                  <a:spcPts val="1500"/>
                </a:spcBef>
                <a:spcAft>
                  <a:spcPts val="0"/>
                </a:spcAft>
                <a:defRPr/>
              </a:pPr>
              <a:r>
                <a:rPr lang="en-CA" sz="1400" b="1" spc="0">
                  <a:ln>
                    <a:noFill/>
                  </a:ln>
                  <a:solidFill>
                    <a:schemeClr val="tx1"/>
                  </a:solidFill>
                  <a:cs typeface="Segoe UI Semibold" panose="020B0702040204020203" pitchFamily="34" charset="0"/>
                </a:rPr>
                <a:t>Web IQ</a:t>
              </a:r>
            </a:p>
          </p:txBody>
        </p:sp>
        <p:sp>
          <p:nvSpPr>
            <p:cNvPr id="3" name="Graphic 7">
              <a:extLst>
                <a:ext uri="{FF2B5EF4-FFF2-40B4-BE49-F238E27FC236}">
                  <a16:creationId xmlns:a16="http://schemas.microsoft.com/office/drawing/2014/main" id="{97F56B86-B44B-50FE-08F6-22300125FAFD}"/>
                </a:ext>
              </a:extLst>
            </p:cNvPr>
            <p:cNvSpPr>
              <a:spLocks noChangeAspect="1"/>
            </p:cNvSpPr>
            <p:nvPr/>
          </p:nvSpPr>
          <p:spPr>
            <a:xfrm>
              <a:off x="6471033" y="4502390"/>
              <a:ext cx="329296" cy="329184"/>
            </a:xfrm>
            <a:custGeom>
              <a:avLst/>
              <a:gdLst>
                <a:gd name="csX0" fmla="*/ 65787 w 190545"/>
                <a:gd name="csY0" fmla="*/ 138093 h 190480"/>
                <a:gd name="csX1" fmla="*/ 124766 w 190545"/>
                <a:gd name="csY1" fmla="*/ 138093 h 190480"/>
                <a:gd name="csX2" fmla="*/ 95277 w 190545"/>
                <a:gd name="csY2" fmla="*/ 190481 h 190480"/>
                <a:gd name="csX3" fmla="*/ 66340 w 190545"/>
                <a:gd name="csY3" fmla="*/ 140913 h 190480"/>
                <a:gd name="csX4" fmla="*/ 65787 w 190545"/>
                <a:gd name="csY4" fmla="*/ 138113 h 190480"/>
                <a:gd name="csX5" fmla="*/ 124766 w 190545"/>
                <a:gd name="csY5" fmla="*/ 138113 h 190480"/>
                <a:gd name="csX6" fmla="*/ 65787 w 190545"/>
                <a:gd name="csY6" fmla="*/ 138113 h 190480"/>
                <a:gd name="csX7" fmla="*/ 10180 w 190545"/>
                <a:gd name="csY7" fmla="*/ 138103 h 190480"/>
                <a:gd name="csX8" fmla="*/ 51176 w 190545"/>
                <a:gd name="csY8" fmla="*/ 138103 h 190480"/>
                <a:gd name="csX9" fmla="*/ 68254 w 190545"/>
                <a:gd name="csY9" fmla="*/ 186614 h 190480"/>
                <a:gd name="csX10" fmla="*/ 11561 w 190545"/>
                <a:gd name="csY10" fmla="*/ 140760 h 190480"/>
                <a:gd name="csX11" fmla="*/ 10171 w 190545"/>
                <a:gd name="csY11" fmla="*/ 138103 h 190480"/>
                <a:gd name="csX12" fmla="*/ 139368 w 190545"/>
                <a:gd name="csY12" fmla="*/ 138103 h 190480"/>
                <a:gd name="csX13" fmla="*/ 180373 w 190545"/>
                <a:gd name="csY13" fmla="*/ 138103 h 190480"/>
                <a:gd name="csX14" fmla="*/ 122299 w 190545"/>
                <a:gd name="csY14" fmla="*/ 186614 h 190480"/>
                <a:gd name="csX15" fmla="*/ 138634 w 190545"/>
                <a:gd name="csY15" fmla="*/ 142027 h 190480"/>
                <a:gd name="csX16" fmla="*/ 139358 w 190545"/>
                <a:gd name="csY16" fmla="*/ 138103 h 190480"/>
                <a:gd name="csX17" fmla="*/ 180373 w 190545"/>
                <a:gd name="csY17" fmla="*/ 138103 h 190480"/>
                <a:gd name="csX18" fmla="*/ 139358 w 190545"/>
                <a:gd name="csY18" fmla="*/ 138103 h 190480"/>
                <a:gd name="csX19" fmla="*/ 142244 w 190545"/>
                <a:gd name="csY19" fmla="*/ 76190 h 190480"/>
                <a:gd name="csX20" fmla="*/ 188631 w 190545"/>
                <a:gd name="csY20" fmla="*/ 76190 h 190480"/>
                <a:gd name="csX21" fmla="*/ 186183 w 190545"/>
                <a:gd name="csY21" fmla="*/ 123815 h 190480"/>
                <a:gd name="csX22" fmla="*/ 141378 w 190545"/>
                <a:gd name="csY22" fmla="*/ 123815 h 190480"/>
                <a:gd name="csX23" fmla="*/ 142616 w 190545"/>
                <a:gd name="csY23" fmla="*/ 82439 h 190480"/>
                <a:gd name="csX24" fmla="*/ 142235 w 190545"/>
                <a:gd name="csY24" fmla="*/ 76181 h 190480"/>
                <a:gd name="csX25" fmla="*/ 188622 w 190545"/>
                <a:gd name="csY25" fmla="*/ 76181 h 190480"/>
                <a:gd name="csX26" fmla="*/ 142235 w 190545"/>
                <a:gd name="csY26" fmla="*/ 76181 h 190480"/>
                <a:gd name="csX27" fmla="*/ 1913 w 190545"/>
                <a:gd name="csY27" fmla="*/ 76181 h 190480"/>
                <a:gd name="csX28" fmla="*/ 48299 w 190545"/>
                <a:gd name="csY28" fmla="*/ 76181 h 190480"/>
                <a:gd name="csX29" fmla="*/ 48623 w 190545"/>
                <a:gd name="csY29" fmla="*/ 118281 h 190480"/>
                <a:gd name="csX30" fmla="*/ 49166 w 190545"/>
                <a:gd name="csY30" fmla="*/ 123806 h 190480"/>
                <a:gd name="csX31" fmla="*/ 4370 w 190545"/>
                <a:gd name="csY31" fmla="*/ 123806 h 190480"/>
                <a:gd name="csX32" fmla="*/ 1913 w 190545"/>
                <a:gd name="csY32" fmla="*/ 76181 h 190480"/>
                <a:gd name="csX33" fmla="*/ 62653 w 190545"/>
                <a:gd name="csY33" fmla="*/ 76181 h 190480"/>
                <a:gd name="csX34" fmla="*/ 127900 w 190545"/>
                <a:gd name="csY34" fmla="*/ 76181 h 190480"/>
                <a:gd name="csX35" fmla="*/ 127547 w 190545"/>
                <a:gd name="csY35" fmla="*/ 118329 h 190480"/>
                <a:gd name="csX36" fmla="*/ 126957 w 190545"/>
                <a:gd name="csY36" fmla="*/ 123806 h 190480"/>
                <a:gd name="csX37" fmla="*/ 63596 w 190545"/>
                <a:gd name="csY37" fmla="*/ 123806 h 190480"/>
                <a:gd name="csX38" fmla="*/ 62339 w 190545"/>
                <a:gd name="csY38" fmla="*/ 80829 h 190480"/>
                <a:gd name="csX39" fmla="*/ 62653 w 190545"/>
                <a:gd name="csY39" fmla="*/ 76181 h 190480"/>
                <a:gd name="csX40" fmla="*/ 127900 w 190545"/>
                <a:gd name="csY40" fmla="*/ 76181 h 190480"/>
                <a:gd name="csX41" fmla="*/ 62653 w 190545"/>
                <a:gd name="csY41" fmla="*/ 76181 h 190480"/>
                <a:gd name="csX42" fmla="*/ 123328 w 190545"/>
                <a:gd name="csY42" fmla="*/ 5467 h 190480"/>
                <a:gd name="csX43" fmla="*/ 122289 w 190545"/>
                <a:gd name="csY43" fmla="*/ 3848 h 190480"/>
                <a:gd name="csX44" fmla="*/ 184545 w 190545"/>
                <a:gd name="csY44" fmla="*/ 61893 h 190480"/>
                <a:gd name="csX45" fmla="*/ 140806 w 190545"/>
                <a:gd name="csY45" fmla="*/ 61893 h 190480"/>
                <a:gd name="csX46" fmla="*/ 123309 w 190545"/>
                <a:gd name="csY46" fmla="*/ 5477 h 190480"/>
                <a:gd name="csX47" fmla="*/ 122280 w 190545"/>
                <a:gd name="csY47" fmla="*/ 3858 h 190480"/>
                <a:gd name="csX48" fmla="*/ 123309 w 190545"/>
                <a:gd name="csY48" fmla="*/ 5477 h 190480"/>
                <a:gd name="csX49" fmla="*/ 67102 w 190545"/>
                <a:gd name="csY49" fmla="*/ 4201 h 190480"/>
                <a:gd name="csX50" fmla="*/ 68264 w 190545"/>
                <a:gd name="csY50" fmla="*/ 3848 h 190480"/>
                <a:gd name="csX51" fmla="*/ 50319 w 190545"/>
                <a:gd name="csY51" fmla="*/ 57702 h 190480"/>
                <a:gd name="csX52" fmla="*/ 49738 w 190545"/>
                <a:gd name="csY52" fmla="*/ 61893 h 190480"/>
                <a:gd name="csX53" fmla="*/ 6008 w 190545"/>
                <a:gd name="csY53" fmla="*/ 61893 h 190480"/>
                <a:gd name="csX54" fmla="*/ 67102 w 190545"/>
                <a:gd name="csY54" fmla="*/ 4201 h 190480"/>
                <a:gd name="csX55" fmla="*/ 68264 w 190545"/>
                <a:gd name="csY55" fmla="*/ 3848 h 190480"/>
                <a:gd name="csX56" fmla="*/ 67102 w 190545"/>
                <a:gd name="csY56" fmla="*/ 4201 h 190480"/>
                <a:gd name="csX57" fmla="*/ 95277 w 190545"/>
                <a:gd name="csY57" fmla="*/ 0 h 190480"/>
                <a:gd name="csX58" fmla="*/ 125890 w 190545"/>
                <a:gd name="csY58" fmla="*/ 58893 h 190480"/>
                <a:gd name="csX59" fmla="*/ 126338 w 190545"/>
                <a:gd name="csY59" fmla="*/ 61893 h 190480"/>
                <a:gd name="csX60" fmla="*/ 64216 w 190545"/>
                <a:gd name="csY60" fmla="*/ 61893 h 190480"/>
                <a:gd name="csX61" fmla="*/ 95277 w 190545"/>
                <a:gd name="csY61" fmla="*/ 0 h 190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90545" h="190480">
                  <a:moveTo>
                    <a:pt x="65787" y="138093"/>
                  </a:moveTo>
                  <a:lnTo>
                    <a:pt x="124766" y="138093"/>
                  </a:lnTo>
                  <a:cubicBezTo>
                    <a:pt x="118860" y="169269"/>
                    <a:pt x="107030" y="190481"/>
                    <a:pt x="95277" y="190481"/>
                  </a:cubicBezTo>
                  <a:cubicBezTo>
                    <a:pt x="83875" y="190481"/>
                    <a:pt x="72417" y="170536"/>
                    <a:pt x="66340" y="140913"/>
                  </a:cubicBezTo>
                  <a:lnTo>
                    <a:pt x="65787" y="138113"/>
                  </a:lnTo>
                  <a:lnTo>
                    <a:pt x="124766" y="138113"/>
                  </a:lnTo>
                  <a:lnTo>
                    <a:pt x="65787" y="138113"/>
                  </a:lnTo>
                  <a:close/>
                  <a:moveTo>
                    <a:pt x="10180" y="138103"/>
                  </a:moveTo>
                  <a:lnTo>
                    <a:pt x="51176" y="138103"/>
                  </a:lnTo>
                  <a:cubicBezTo>
                    <a:pt x="54652" y="157934"/>
                    <a:pt x="60539" y="174812"/>
                    <a:pt x="68254" y="186614"/>
                  </a:cubicBezTo>
                  <a:cubicBezTo>
                    <a:pt x="44037" y="179427"/>
                    <a:pt x="23653" y="162940"/>
                    <a:pt x="11561" y="140760"/>
                  </a:cubicBezTo>
                  <a:lnTo>
                    <a:pt x="10171" y="138103"/>
                  </a:lnTo>
                  <a:close/>
                  <a:moveTo>
                    <a:pt x="139368" y="138103"/>
                  </a:moveTo>
                  <a:lnTo>
                    <a:pt x="180373" y="138103"/>
                  </a:lnTo>
                  <a:cubicBezTo>
                    <a:pt x="168519" y="161579"/>
                    <a:pt x="147510" y="179128"/>
                    <a:pt x="122299" y="186614"/>
                  </a:cubicBezTo>
                  <a:cubicBezTo>
                    <a:pt x="129490" y="175584"/>
                    <a:pt x="135101" y="160153"/>
                    <a:pt x="138634" y="142027"/>
                  </a:cubicBezTo>
                  <a:lnTo>
                    <a:pt x="139358" y="138103"/>
                  </a:lnTo>
                  <a:lnTo>
                    <a:pt x="180373" y="138103"/>
                  </a:lnTo>
                  <a:lnTo>
                    <a:pt x="139358" y="138103"/>
                  </a:lnTo>
                  <a:close/>
                  <a:moveTo>
                    <a:pt x="142244" y="76190"/>
                  </a:moveTo>
                  <a:lnTo>
                    <a:pt x="188631" y="76190"/>
                  </a:lnTo>
                  <a:cubicBezTo>
                    <a:pt x="191844" y="92018"/>
                    <a:pt x="191002" y="108401"/>
                    <a:pt x="186183" y="123815"/>
                  </a:cubicBezTo>
                  <a:lnTo>
                    <a:pt x="141378" y="123815"/>
                  </a:lnTo>
                  <a:cubicBezTo>
                    <a:pt x="142841" y="110075"/>
                    <a:pt x="143255" y="96243"/>
                    <a:pt x="142616" y="82439"/>
                  </a:cubicBezTo>
                  <a:lnTo>
                    <a:pt x="142235" y="76181"/>
                  </a:lnTo>
                  <a:lnTo>
                    <a:pt x="188622" y="76181"/>
                  </a:lnTo>
                  <a:lnTo>
                    <a:pt x="142235" y="76181"/>
                  </a:lnTo>
                  <a:close/>
                  <a:moveTo>
                    <a:pt x="1913" y="76181"/>
                  </a:moveTo>
                  <a:lnTo>
                    <a:pt x="48299" y="76181"/>
                  </a:lnTo>
                  <a:cubicBezTo>
                    <a:pt x="47306" y="90201"/>
                    <a:pt x="47414" y="104278"/>
                    <a:pt x="48623" y="118281"/>
                  </a:cubicBezTo>
                  <a:lnTo>
                    <a:pt x="49166" y="123806"/>
                  </a:lnTo>
                  <a:lnTo>
                    <a:pt x="4370" y="123806"/>
                  </a:lnTo>
                  <a:cubicBezTo>
                    <a:pt x="-455" y="108393"/>
                    <a:pt x="-1300" y="92009"/>
                    <a:pt x="1913" y="76181"/>
                  </a:cubicBezTo>
                  <a:close/>
                  <a:moveTo>
                    <a:pt x="62653" y="76181"/>
                  </a:moveTo>
                  <a:lnTo>
                    <a:pt x="127900" y="76181"/>
                  </a:lnTo>
                  <a:cubicBezTo>
                    <a:pt x="128988" y="90215"/>
                    <a:pt x="128870" y="104316"/>
                    <a:pt x="127547" y="118329"/>
                  </a:cubicBezTo>
                  <a:lnTo>
                    <a:pt x="126957" y="123806"/>
                  </a:lnTo>
                  <a:lnTo>
                    <a:pt x="63596" y="123806"/>
                  </a:lnTo>
                  <a:cubicBezTo>
                    <a:pt x="61931" y="109544"/>
                    <a:pt x="61511" y="95164"/>
                    <a:pt x="62339" y="80829"/>
                  </a:cubicBezTo>
                  <a:lnTo>
                    <a:pt x="62653" y="76181"/>
                  </a:lnTo>
                  <a:lnTo>
                    <a:pt x="127900" y="76181"/>
                  </a:lnTo>
                  <a:lnTo>
                    <a:pt x="62653" y="76181"/>
                  </a:lnTo>
                  <a:close/>
                  <a:moveTo>
                    <a:pt x="123328" y="5467"/>
                  </a:moveTo>
                  <a:lnTo>
                    <a:pt x="122289" y="3848"/>
                  </a:lnTo>
                  <a:cubicBezTo>
                    <a:pt x="150993" y="12369"/>
                    <a:pt x="174039" y="33856"/>
                    <a:pt x="184545" y="61893"/>
                  </a:cubicBezTo>
                  <a:lnTo>
                    <a:pt x="140806" y="61893"/>
                  </a:lnTo>
                  <a:cubicBezTo>
                    <a:pt x="137796" y="38881"/>
                    <a:pt x="131700" y="19107"/>
                    <a:pt x="123309" y="5477"/>
                  </a:cubicBezTo>
                  <a:lnTo>
                    <a:pt x="122280" y="3858"/>
                  </a:lnTo>
                  <a:lnTo>
                    <a:pt x="123309" y="5477"/>
                  </a:lnTo>
                  <a:close/>
                  <a:moveTo>
                    <a:pt x="67102" y="4201"/>
                  </a:moveTo>
                  <a:lnTo>
                    <a:pt x="68264" y="3848"/>
                  </a:lnTo>
                  <a:cubicBezTo>
                    <a:pt x="59872" y="16716"/>
                    <a:pt x="53633" y="35566"/>
                    <a:pt x="50319" y="57702"/>
                  </a:cubicBezTo>
                  <a:lnTo>
                    <a:pt x="49738" y="61893"/>
                  </a:lnTo>
                  <a:lnTo>
                    <a:pt x="6008" y="61893"/>
                  </a:lnTo>
                  <a:cubicBezTo>
                    <a:pt x="16366" y="34257"/>
                    <a:pt x="38918" y="12960"/>
                    <a:pt x="67102" y="4201"/>
                  </a:cubicBezTo>
                  <a:lnTo>
                    <a:pt x="68264" y="3848"/>
                  </a:lnTo>
                  <a:lnTo>
                    <a:pt x="67102" y="4201"/>
                  </a:lnTo>
                  <a:close/>
                  <a:moveTo>
                    <a:pt x="95277" y="0"/>
                  </a:moveTo>
                  <a:cubicBezTo>
                    <a:pt x="107840" y="0"/>
                    <a:pt x="120480" y="24213"/>
                    <a:pt x="125890" y="58893"/>
                  </a:cubicBezTo>
                  <a:lnTo>
                    <a:pt x="126338" y="61893"/>
                  </a:lnTo>
                  <a:lnTo>
                    <a:pt x="64216" y="61893"/>
                  </a:lnTo>
                  <a:cubicBezTo>
                    <a:pt x="69369" y="25613"/>
                    <a:pt x="82351" y="0"/>
                    <a:pt x="95277" y="0"/>
                  </a:cubicBezTo>
                  <a:close/>
                </a:path>
              </a:pathLst>
            </a:custGeom>
            <a:solidFill>
              <a:srgbClr val="00A4EF"/>
            </a:solidFill>
            <a:ln w="9525"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091F2C"/>
                </a:solidFill>
                <a:effectLst/>
                <a:uLnTx/>
                <a:uFillTx/>
                <a:latin typeface="Segoe UI"/>
              </a:endParaRPr>
            </a:p>
          </p:txBody>
        </p:sp>
        <p:grpSp>
          <p:nvGrpSpPr>
            <p:cNvPr id="57" name="Group 56">
              <a:extLst>
                <a:ext uri="{FF2B5EF4-FFF2-40B4-BE49-F238E27FC236}">
                  <a16:creationId xmlns:a16="http://schemas.microsoft.com/office/drawing/2014/main" id="{7BC85278-ACF9-8532-9137-48EA04EBBE89}"/>
                </a:ext>
              </a:extLst>
            </p:cNvPr>
            <p:cNvGrpSpPr/>
            <p:nvPr/>
          </p:nvGrpSpPr>
          <p:grpSpPr>
            <a:xfrm>
              <a:off x="5300062" y="3079431"/>
              <a:ext cx="1701274" cy="756889"/>
              <a:chOff x="5193423" y="3373195"/>
              <a:chExt cx="1701274" cy="756889"/>
            </a:xfrm>
          </p:grpSpPr>
          <p:sp useBgFill="1">
            <p:nvSpPr>
              <p:cNvPr id="52" name="Oval 51">
                <a:extLst>
                  <a:ext uri="{FF2B5EF4-FFF2-40B4-BE49-F238E27FC236}">
                    <a16:creationId xmlns:a16="http://schemas.microsoft.com/office/drawing/2014/main" id="{21076733-9FF0-6920-C298-9C183822B069}"/>
                  </a:ext>
                </a:extLst>
              </p:cNvPr>
              <p:cNvSpPr/>
              <p:nvPr/>
            </p:nvSpPr>
            <p:spPr>
              <a:xfrm>
                <a:off x="6137808" y="3373195"/>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65" name="Title 6">
                <a:extLst>
                  <a:ext uri="{FF2B5EF4-FFF2-40B4-BE49-F238E27FC236}">
                    <a16:creationId xmlns:a16="http://schemas.microsoft.com/office/drawing/2014/main" id="{92DEB21C-3D1F-57B2-47C2-8FE288B70A1C}"/>
                  </a:ext>
                </a:extLst>
              </p:cNvPr>
              <p:cNvSpPr txBox="1">
                <a:spLocks/>
              </p:cNvSpPr>
              <p:nvPr/>
            </p:nvSpPr>
            <p:spPr>
              <a:xfrm>
                <a:off x="5193423" y="3653710"/>
                <a:ext cx="767231" cy="195858"/>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r" defTabSz="2901130">
                  <a:spcBef>
                    <a:spcPts val="1500"/>
                  </a:spcBef>
                  <a:spcAft>
                    <a:spcPts val="0"/>
                  </a:spcAft>
                  <a:defRPr/>
                </a:pPr>
                <a:r>
                  <a:rPr lang="en-CA" sz="1400" b="1" spc="0">
                    <a:ln>
                      <a:noFill/>
                    </a:ln>
                    <a:solidFill>
                      <a:schemeClr val="tx1"/>
                    </a:solidFill>
                    <a:cs typeface="Segoe UI Semibold" panose="020B0702040204020203" pitchFamily="34" charset="0"/>
                  </a:rPr>
                  <a:t>Work IQ</a:t>
                </a:r>
              </a:p>
            </p:txBody>
          </p:sp>
          <p:pic>
            <p:nvPicPr>
              <p:cNvPr id="6" name="Picture 5">
                <a:extLst>
                  <a:ext uri="{FF2B5EF4-FFF2-40B4-BE49-F238E27FC236}">
                    <a16:creationId xmlns:a16="http://schemas.microsoft.com/office/drawing/2014/main" id="{54F7E9D0-E88A-E193-1ACD-E5ED51CA20D6}"/>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350005" y="3568767"/>
                <a:ext cx="332496" cy="365745"/>
              </a:xfrm>
              <a:prstGeom prst="rect">
                <a:avLst/>
              </a:prstGeom>
            </p:spPr>
          </p:pic>
        </p:grpSp>
        <p:grpSp>
          <p:nvGrpSpPr>
            <p:cNvPr id="53" name="Group 52">
              <a:extLst>
                <a:ext uri="{FF2B5EF4-FFF2-40B4-BE49-F238E27FC236}">
                  <a16:creationId xmlns:a16="http://schemas.microsoft.com/office/drawing/2014/main" id="{69BBD011-D869-F1C9-A9D1-4441723FEB8A}"/>
                </a:ext>
              </a:extLst>
            </p:cNvPr>
            <p:cNvGrpSpPr/>
            <p:nvPr/>
          </p:nvGrpSpPr>
          <p:grpSpPr>
            <a:xfrm>
              <a:off x="6957684" y="5263679"/>
              <a:ext cx="756889" cy="756889"/>
              <a:chOff x="6498574" y="5505697"/>
              <a:chExt cx="756889" cy="756889"/>
            </a:xfrm>
          </p:grpSpPr>
          <p:sp useBgFill="1">
            <p:nvSpPr>
              <p:cNvPr id="48" name="Oval 47">
                <a:extLst>
                  <a:ext uri="{FF2B5EF4-FFF2-40B4-BE49-F238E27FC236}">
                    <a16:creationId xmlns:a16="http://schemas.microsoft.com/office/drawing/2014/main" id="{2475F1B3-381E-E072-9904-D281F264EB1A}"/>
                  </a:ext>
                </a:extLst>
              </p:cNvPr>
              <p:cNvSpPr/>
              <p:nvPr/>
            </p:nvSpPr>
            <p:spPr>
              <a:xfrm>
                <a:off x="6498574" y="5505697"/>
                <a:ext cx="756889" cy="756889"/>
              </a:xfrm>
              <a:prstGeom prst="ellipse">
                <a:avLst/>
              </a:prstGeom>
              <a:ln>
                <a:solidFill>
                  <a:srgbClr val="8F87A3"/>
                </a:solidFill>
              </a:ln>
            </p:spPr>
            <p:style>
              <a:lnRef idx="2">
                <a:schemeClr val="accent1">
                  <a:shade val="15000"/>
                </a:schemeClr>
              </a:lnRef>
              <a:fillRef idx="1">
                <a:schemeClr val="accent1"/>
              </a:fillRef>
              <a:effectRef idx="0">
                <a:schemeClr val="accent1"/>
              </a:effectRef>
              <a:fontRef idx="minor">
                <a:schemeClr val="tx1"/>
              </a:fontRef>
            </p:style>
            <p:txBody>
              <a:bodyPr rtlCol="0" anchor="ctr"/>
              <a:lstStyle/>
              <a:p>
                <a:pPr algn="ctr"/>
                <a:endParaRPr lang="en-CA"/>
              </a:p>
            </p:txBody>
          </p:sp>
          <p:sp>
            <p:nvSpPr>
              <p:cNvPr id="51" name="Graphic 46">
                <a:extLst>
                  <a:ext uri="{FF2B5EF4-FFF2-40B4-BE49-F238E27FC236}">
                    <a16:creationId xmlns:a16="http://schemas.microsoft.com/office/drawing/2014/main" id="{87C06C87-8F06-C47E-9DED-F2CB88E679CB}"/>
                  </a:ext>
                </a:extLst>
              </p:cNvPr>
              <p:cNvSpPr/>
              <p:nvPr/>
            </p:nvSpPr>
            <p:spPr>
              <a:xfrm>
                <a:off x="6751575" y="5716883"/>
                <a:ext cx="250887" cy="334516"/>
              </a:xfrm>
              <a:custGeom>
                <a:avLst/>
                <a:gdLst>
                  <a:gd name="csX0" fmla="*/ 13716 w 205740"/>
                  <a:gd name="csY0" fmla="*/ 0 h 274320"/>
                  <a:gd name="csX1" fmla="*/ 0 w 205740"/>
                  <a:gd name="csY1" fmla="*/ 13716 h 274320"/>
                  <a:gd name="csX2" fmla="*/ 13716 w 205740"/>
                  <a:gd name="csY2" fmla="*/ 27432 h 274320"/>
                  <a:gd name="csX3" fmla="*/ 192024 w 205740"/>
                  <a:gd name="csY3" fmla="*/ 27432 h 274320"/>
                  <a:gd name="csX4" fmla="*/ 205740 w 205740"/>
                  <a:gd name="csY4" fmla="*/ 13716 h 274320"/>
                  <a:gd name="csX5" fmla="*/ 192024 w 205740"/>
                  <a:gd name="csY5" fmla="*/ 0 h 274320"/>
                  <a:gd name="csX6" fmla="*/ 13716 w 205740"/>
                  <a:gd name="csY6" fmla="*/ 0 h 274320"/>
                  <a:gd name="csX7" fmla="*/ 112569 w 205740"/>
                  <a:gd name="csY7" fmla="*/ 52023 h 274320"/>
                  <a:gd name="csX8" fmla="*/ 93171 w 205740"/>
                  <a:gd name="csY8" fmla="*/ 52023 h 274320"/>
                  <a:gd name="csX9" fmla="*/ 24591 w 205740"/>
                  <a:gd name="csY9" fmla="*/ 120603 h 274320"/>
                  <a:gd name="csX10" fmla="*/ 24591 w 205740"/>
                  <a:gd name="csY10" fmla="*/ 140001 h 274320"/>
                  <a:gd name="csX11" fmla="*/ 43989 w 205740"/>
                  <a:gd name="csY11" fmla="*/ 140001 h 274320"/>
                  <a:gd name="csX12" fmla="*/ 89154 w 205740"/>
                  <a:gd name="csY12" fmla="*/ 94835 h 274320"/>
                  <a:gd name="csX13" fmla="*/ 89154 w 205740"/>
                  <a:gd name="csY13" fmla="*/ 260604 h 274320"/>
                  <a:gd name="csX14" fmla="*/ 102870 w 205740"/>
                  <a:gd name="csY14" fmla="*/ 274320 h 274320"/>
                  <a:gd name="csX15" fmla="*/ 116586 w 205740"/>
                  <a:gd name="csY15" fmla="*/ 260604 h 274320"/>
                  <a:gd name="csX16" fmla="*/ 116586 w 205740"/>
                  <a:gd name="csY16" fmla="*/ 94835 h 274320"/>
                  <a:gd name="csX17" fmla="*/ 161751 w 205740"/>
                  <a:gd name="csY17" fmla="*/ 140001 h 274320"/>
                  <a:gd name="csX18" fmla="*/ 181149 w 205740"/>
                  <a:gd name="csY18" fmla="*/ 140001 h 274320"/>
                  <a:gd name="csX19" fmla="*/ 181149 w 205740"/>
                  <a:gd name="csY19" fmla="*/ 120603 h 274320"/>
                  <a:gd name="csX20" fmla="*/ 112569 w 205740"/>
                  <a:gd name="csY20" fmla="*/ 52023 h 274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05740" h="274320">
                    <a:moveTo>
                      <a:pt x="13716" y="0"/>
                    </a:moveTo>
                    <a:cubicBezTo>
                      <a:pt x="6141" y="0"/>
                      <a:pt x="0" y="6141"/>
                      <a:pt x="0" y="13716"/>
                    </a:cubicBezTo>
                    <a:cubicBezTo>
                      <a:pt x="0" y="21291"/>
                      <a:pt x="6141" y="27432"/>
                      <a:pt x="13716" y="27432"/>
                    </a:cubicBezTo>
                    <a:lnTo>
                      <a:pt x="192024" y="27432"/>
                    </a:lnTo>
                    <a:cubicBezTo>
                      <a:pt x="199599" y="27432"/>
                      <a:pt x="205740" y="21291"/>
                      <a:pt x="205740" y="13716"/>
                    </a:cubicBezTo>
                    <a:cubicBezTo>
                      <a:pt x="205740" y="6141"/>
                      <a:pt x="199599" y="0"/>
                      <a:pt x="192024" y="0"/>
                    </a:cubicBezTo>
                    <a:lnTo>
                      <a:pt x="13716" y="0"/>
                    </a:lnTo>
                    <a:close/>
                    <a:moveTo>
                      <a:pt x="112569" y="52023"/>
                    </a:moveTo>
                    <a:cubicBezTo>
                      <a:pt x="107212" y="46667"/>
                      <a:pt x="98528" y="46667"/>
                      <a:pt x="93171" y="52023"/>
                    </a:cubicBezTo>
                    <a:lnTo>
                      <a:pt x="24591" y="120603"/>
                    </a:lnTo>
                    <a:cubicBezTo>
                      <a:pt x="19235" y="125960"/>
                      <a:pt x="19235" y="134644"/>
                      <a:pt x="24591" y="140001"/>
                    </a:cubicBezTo>
                    <a:cubicBezTo>
                      <a:pt x="29948" y="145357"/>
                      <a:pt x="38632" y="145357"/>
                      <a:pt x="43989" y="140001"/>
                    </a:cubicBezTo>
                    <a:lnTo>
                      <a:pt x="89154" y="94835"/>
                    </a:lnTo>
                    <a:lnTo>
                      <a:pt x="89154" y="260604"/>
                    </a:lnTo>
                    <a:cubicBezTo>
                      <a:pt x="89154" y="268179"/>
                      <a:pt x="95295" y="274320"/>
                      <a:pt x="102870" y="274320"/>
                    </a:cubicBezTo>
                    <a:cubicBezTo>
                      <a:pt x="110445" y="274320"/>
                      <a:pt x="116586" y="268179"/>
                      <a:pt x="116586" y="260604"/>
                    </a:cubicBezTo>
                    <a:lnTo>
                      <a:pt x="116586" y="94835"/>
                    </a:lnTo>
                    <a:lnTo>
                      <a:pt x="161751" y="140001"/>
                    </a:lnTo>
                    <a:cubicBezTo>
                      <a:pt x="167108" y="145357"/>
                      <a:pt x="175793" y="145357"/>
                      <a:pt x="181149" y="140001"/>
                    </a:cubicBezTo>
                    <a:cubicBezTo>
                      <a:pt x="186505" y="134644"/>
                      <a:pt x="186505" y="125960"/>
                      <a:pt x="181149" y="120603"/>
                    </a:cubicBezTo>
                    <a:lnTo>
                      <a:pt x="112569" y="52023"/>
                    </a:lnTo>
                    <a:close/>
                  </a:path>
                </a:pathLst>
              </a:custGeom>
              <a:solidFill>
                <a:srgbClr val="091F2C"/>
              </a:solidFill>
              <a:ln w="13494" cap="flat">
                <a:noFill/>
                <a:prstDash val="solid"/>
                <a:miter/>
              </a:ln>
            </p:spPr>
            <p:txBody>
              <a:bodyPr/>
              <a:lstStyle/>
              <a:p>
                <a:endParaRPr lang="en-CA"/>
              </a:p>
            </p:txBody>
          </p:sp>
        </p:grpSp>
        <p:sp>
          <p:nvSpPr>
            <p:cNvPr id="81" name="Title 6">
              <a:extLst>
                <a:ext uri="{FF2B5EF4-FFF2-40B4-BE49-F238E27FC236}">
                  <a16:creationId xmlns:a16="http://schemas.microsoft.com/office/drawing/2014/main" id="{F2585C33-41CC-DF53-175D-6A3684591734}"/>
                </a:ext>
              </a:extLst>
            </p:cNvPr>
            <p:cNvSpPr txBox="1">
              <a:spLocks/>
            </p:cNvSpPr>
            <p:nvPr/>
          </p:nvSpPr>
          <p:spPr>
            <a:xfrm>
              <a:off x="5846547" y="5534401"/>
              <a:ext cx="945441" cy="215444"/>
            </a:xfrm>
            <a:prstGeom prst="rect">
              <a:avLst/>
            </a:prstGeom>
            <a:noFill/>
            <a:ln w="9525" cap="flat" cmpd="sng" algn="ctr">
              <a:no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i="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tx1"/>
                  </a:solidFill>
                  <a:latin typeface="+mn-lt"/>
                  <a:ea typeface="+mn-ea"/>
                  <a:cs typeface="+mn-cs"/>
                </a:defRPr>
              </a:lvl2pPr>
              <a:lvl3pPr>
                <a:defRPr>
                  <a:solidFill>
                    <a:schemeClr val="tx1"/>
                  </a:solidFill>
                  <a:latin typeface="+mn-lt"/>
                  <a:ea typeface="+mn-ea"/>
                  <a:cs typeface="+mn-cs"/>
                </a:defRPr>
              </a:lvl3pPr>
              <a:lvl4pPr>
                <a:defRPr>
                  <a:solidFill>
                    <a:schemeClr val="tx1"/>
                  </a:solidFill>
                  <a:latin typeface="+mn-lt"/>
                  <a:ea typeface="+mn-ea"/>
                  <a:cs typeface="+mn-cs"/>
                </a:defRPr>
              </a:lvl4pPr>
              <a:lvl5pPr>
                <a:defRPr>
                  <a:solidFill>
                    <a:schemeClr val="tx1"/>
                  </a:solidFill>
                  <a:latin typeface="+mn-lt"/>
                  <a:ea typeface="+mn-ea"/>
                  <a:cs typeface="+mn-cs"/>
                </a:defRPr>
              </a:lvl5pPr>
              <a:lvl6pPr>
                <a:defRPr>
                  <a:solidFill>
                    <a:schemeClr val="tx1"/>
                  </a:solidFill>
                  <a:latin typeface="+mn-lt"/>
                  <a:ea typeface="+mn-ea"/>
                  <a:cs typeface="+mn-cs"/>
                </a:defRPr>
              </a:lvl6pPr>
              <a:lvl7pPr>
                <a:defRPr>
                  <a:solidFill>
                    <a:schemeClr val="tx1"/>
                  </a:solidFill>
                  <a:latin typeface="+mn-lt"/>
                  <a:ea typeface="+mn-ea"/>
                  <a:cs typeface="+mn-cs"/>
                </a:defRPr>
              </a:lvl7pPr>
              <a:lvl8pPr>
                <a:defRPr>
                  <a:solidFill>
                    <a:schemeClr val="tx1"/>
                  </a:solidFill>
                  <a:latin typeface="+mn-lt"/>
                  <a:ea typeface="+mn-ea"/>
                  <a:cs typeface="+mn-cs"/>
                </a:defRPr>
              </a:lvl8pPr>
              <a:lvl9pPr>
                <a:defRPr>
                  <a:solidFill>
                    <a:schemeClr val="tx1"/>
                  </a:solidFill>
                  <a:latin typeface="+mn-lt"/>
                  <a:ea typeface="+mn-ea"/>
                  <a:cs typeface="+mn-cs"/>
                </a:defRPr>
              </a:lvl9pPr>
            </a:lstStyle>
            <a:p>
              <a:pPr algn="r" defTabSz="2901130">
                <a:spcBef>
                  <a:spcPts val="1500"/>
                </a:spcBef>
                <a:spcAft>
                  <a:spcPts val="0"/>
                </a:spcAft>
                <a:defRPr/>
              </a:pPr>
              <a:r>
                <a:rPr lang="en-CA" sz="1400" b="1" spc="0">
                  <a:ln>
                    <a:noFill/>
                  </a:ln>
                  <a:solidFill>
                    <a:schemeClr val="tx1"/>
                  </a:solidFill>
                  <a:cs typeface="Segoe UI Semibold" panose="020B0702040204020203" pitchFamily="34" charset="0"/>
                </a:rPr>
                <a:t>File upload</a:t>
              </a:r>
            </a:p>
          </p:txBody>
        </p:sp>
      </p:grpSp>
    </p:spTree>
    <p:custDataLst>
      <p:tags r:id="rId1"/>
    </p:custDataLst>
    <p:extLst>
      <p:ext uri="{BB962C8B-B14F-4D97-AF65-F5344CB8AC3E}">
        <p14:creationId xmlns:p14="http://schemas.microsoft.com/office/powerpoint/2010/main" val="2822994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00"/>
                                        <p:tgtEl>
                                          <p:spTgt spid="26"/>
                                        </p:tgtEl>
                                      </p:cBhvr>
                                    </p:animEffect>
                                  </p:childTnLst>
                                </p:cTn>
                              </p:par>
                              <p:par>
                                <p:cTn id="8" presetID="42" presetClass="path" presetSubtype="0" decel="100000" fill="hold" grpId="1" nodeType="withEffect">
                                  <p:stCondLst>
                                    <p:cond delay="0"/>
                                  </p:stCondLst>
                                  <p:childTnLst>
                                    <p:animMotion origin="layout" path="M 3.54167E-6 0.03889 L 3.54167E-6 -3.7037E-6 " pathEditMode="relative" rAng="0" ptsTypes="AA">
                                      <p:cBhvr>
                                        <p:cTn id="9" dur="500" fill="hold"/>
                                        <p:tgtEl>
                                          <p:spTgt spid="26"/>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00"/>
                                        <p:tgtEl>
                                          <p:spTgt spid="27"/>
                                        </p:tgtEl>
                                      </p:cBhvr>
                                    </p:animEffect>
                                  </p:childTnLst>
                                </p:cTn>
                              </p:par>
                              <p:par>
                                <p:cTn id="13" presetID="42" presetClass="path" presetSubtype="0" decel="100000" fill="hold" grpId="1" nodeType="withEffect">
                                  <p:stCondLst>
                                    <p:cond delay="100"/>
                                  </p:stCondLst>
                                  <p:childTnLst>
                                    <p:animMotion origin="layout" path="M 4.79167E-6 0.03889 L 4.79167E-6 -1.85185E-6 " pathEditMode="relative" rAng="0" ptsTypes="AA">
                                      <p:cBhvr>
                                        <p:cTn id="14" dur="500" fill="hold"/>
                                        <p:tgtEl>
                                          <p:spTgt spid="27"/>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200"/>
                                        <p:tgtEl>
                                          <p:spTgt spid="35"/>
                                        </p:tgtEl>
                                      </p:cBhvr>
                                    </p:animEffect>
                                  </p:childTnLst>
                                </p:cTn>
                              </p:par>
                              <p:par>
                                <p:cTn id="18" presetID="42" presetClass="path" presetSubtype="0" decel="100000" fill="hold" grpId="1" nodeType="withEffect">
                                  <p:stCondLst>
                                    <p:cond delay="100"/>
                                  </p:stCondLst>
                                  <p:childTnLst>
                                    <p:animMotion origin="layout" path="M -2.08333E-6 0.03889 L -2.08333E-6 -1.85185E-6 " pathEditMode="relative" rAng="0" ptsTypes="AA">
                                      <p:cBhvr>
                                        <p:cTn id="19" dur="500" fill="hold"/>
                                        <p:tgtEl>
                                          <p:spTgt spid="35"/>
                                        </p:tgtEl>
                                        <p:attrNameLst>
                                          <p:attrName>ppt_x</p:attrName>
                                          <p:attrName>ppt_y</p:attrName>
                                        </p:attrNameLst>
                                      </p:cBhvr>
                                      <p:rCtr x="0" y="-1944"/>
                                    </p:animMotion>
                                  </p:childTnLst>
                                </p:cTn>
                              </p:par>
                              <p:par>
                                <p:cTn id="20" presetID="10" presetClass="entr" presetSubtype="0" fill="hold" nodeType="withEffect">
                                  <p:stCondLst>
                                    <p:cond delay="10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200"/>
                                        <p:tgtEl>
                                          <p:spTgt spid="36"/>
                                        </p:tgtEl>
                                      </p:cBhvr>
                                    </p:animEffect>
                                  </p:childTnLst>
                                </p:cTn>
                              </p:par>
                              <p:par>
                                <p:cTn id="23" presetID="42" presetClass="path" presetSubtype="0" decel="100000" fill="hold" nodeType="withEffect">
                                  <p:stCondLst>
                                    <p:cond delay="100"/>
                                  </p:stCondLst>
                                  <p:childTnLst>
                                    <p:animMotion origin="layout" path="M -1.04167E-6 0.03889 L -1.04167E-6 -7.40741E-7 " pathEditMode="relative" rAng="0" ptsTypes="AA">
                                      <p:cBhvr>
                                        <p:cTn id="24" dur="500" fill="hold"/>
                                        <p:tgtEl>
                                          <p:spTgt spid="36"/>
                                        </p:tgtEl>
                                        <p:attrNameLst>
                                          <p:attrName>ppt_x</p:attrName>
                                          <p:attrName>ppt_y</p:attrName>
                                        </p:attrNameLst>
                                      </p:cBhvr>
                                      <p:rCtr x="0" y="-1944"/>
                                    </p:animMotion>
                                  </p:childTnLst>
                                </p:cTn>
                              </p:par>
                              <p:par>
                                <p:cTn id="25" presetID="10" presetClass="entr" presetSubtype="0" fill="hold" grpId="0" nodeType="withEffect">
                                  <p:stCondLst>
                                    <p:cond delay="20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200"/>
                                        <p:tgtEl>
                                          <p:spTgt spid="30"/>
                                        </p:tgtEl>
                                      </p:cBhvr>
                                    </p:animEffect>
                                  </p:childTnLst>
                                </p:cTn>
                              </p:par>
                              <p:par>
                                <p:cTn id="28" presetID="42" presetClass="path" presetSubtype="0" decel="100000" fill="hold" grpId="1" nodeType="withEffect">
                                  <p:stCondLst>
                                    <p:cond delay="200"/>
                                  </p:stCondLst>
                                  <p:childTnLst>
                                    <p:animMotion origin="layout" path="M 4.79167E-6 0.03889 L 4.79167E-6 -1.11111E-6 " pathEditMode="relative" rAng="0" ptsTypes="AA">
                                      <p:cBhvr>
                                        <p:cTn id="29" dur="500" fill="hold"/>
                                        <p:tgtEl>
                                          <p:spTgt spid="30"/>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200"/>
                                        <p:tgtEl>
                                          <p:spTgt spid="37"/>
                                        </p:tgtEl>
                                      </p:cBhvr>
                                    </p:animEffect>
                                  </p:childTnLst>
                                </p:cTn>
                              </p:par>
                              <p:par>
                                <p:cTn id="33" presetID="42" presetClass="path" presetSubtype="0" decel="100000" fill="hold" grpId="1" nodeType="withEffect">
                                  <p:stCondLst>
                                    <p:cond delay="200"/>
                                  </p:stCondLst>
                                  <p:childTnLst>
                                    <p:animMotion origin="layout" path="M 3.33333E-6 0.03889 L 3.33333E-6 -1.11111E-6 " pathEditMode="relative" rAng="0" ptsTypes="AA">
                                      <p:cBhvr>
                                        <p:cTn id="34" dur="500" fill="hold"/>
                                        <p:tgtEl>
                                          <p:spTgt spid="37"/>
                                        </p:tgtEl>
                                        <p:attrNameLst>
                                          <p:attrName>ppt_x</p:attrName>
                                          <p:attrName>ppt_y</p:attrName>
                                        </p:attrNameLst>
                                      </p:cBhvr>
                                      <p:rCtr x="0" y="-1944"/>
                                    </p:animMotion>
                                  </p:childTnLst>
                                </p:cTn>
                              </p:par>
                              <p:par>
                                <p:cTn id="35" presetID="10" presetClass="entr" presetSubtype="0" fill="hold" nodeType="withEffect">
                                  <p:stCondLst>
                                    <p:cond delay="20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200"/>
                                        <p:tgtEl>
                                          <p:spTgt spid="38"/>
                                        </p:tgtEl>
                                      </p:cBhvr>
                                    </p:animEffect>
                                  </p:childTnLst>
                                </p:cTn>
                              </p:par>
                              <p:par>
                                <p:cTn id="38" presetID="42" presetClass="path" presetSubtype="0" decel="100000" fill="hold" nodeType="withEffect">
                                  <p:stCondLst>
                                    <p:cond delay="200"/>
                                  </p:stCondLst>
                                  <p:childTnLst>
                                    <p:animMotion origin="layout" path="M -1.04167E-6 0.03889 L -1.04167E-6 0 " pathEditMode="relative" rAng="0" ptsTypes="AA">
                                      <p:cBhvr>
                                        <p:cTn id="39" dur="500" fill="hold"/>
                                        <p:tgtEl>
                                          <p:spTgt spid="38"/>
                                        </p:tgtEl>
                                        <p:attrNameLst>
                                          <p:attrName>ppt_x</p:attrName>
                                          <p:attrName>ppt_y</p:attrName>
                                        </p:attrNameLst>
                                      </p:cBhvr>
                                      <p:rCtr x="0" y="-1944"/>
                                    </p:animMotion>
                                  </p:childTnLst>
                                </p:cTn>
                              </p:par>
                              <p:par>
                                <p:cTn id="40" presetID="10" presetClass="entr" presetSubtype="0" fill="hold" grpId="0" nodeType="withEffect">
                                  <p:stCondLst>
                                    <p:cond delay="30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200"/>
                                        <p:tgtEl>
                                          <p:spTgt spid="31"/>
                                        </p:tgtEl>
                                      </p:cBhvr>
                                    </p:animEffect>
                                  </p:childTnLst>
                                </p:cTn>
                              </p:par>
                              <p:par>
                                <p:cTn id="43" presetID="42" presetClass="path" presetSubtype="0" decel="100000" fill="hold" grpId="1" nodeType="withEffect">
                                  <p:stCondLst>
                                    <p:cond delay="300"/>
                                  </p:stCondLst>
                                  <p:childTnLst>
                                    <p:animMotion origin="layout" path="M 4.79167E-6 0.03889 L 4.79167E-6 -1.48148E-6 " pathEditMode="relative" rAng="0" ptsTypes="AA">
                                      <p:cBhvr>
                                        <p:cTn id="44" dur="500" fill="hold"/>
                                        <p:tgtEl>
                                          <p:spTgt spid="31"/>
                                        </p:tgtEl>
                                        <p:attrNameLst>
                                          <p:attrName>ppt_x</p:attrName>
                                          <p:attrName>ppt_y</p:attrName>
                                        </p:attrNameLst>
                                      </p:cBhvr>
                                      <p:rCtr x="0" y="-1944"/>
                                    </p:animMotion>
                                  </p:childTnLst>
                                </p:cTn>
                              </p:par>
                              <p:par>
                                <p:cTn id="45" presetID="10" presetClass="entr" presetSubtype="0" fill="hold" grpId="0" nodeType="withEffect">
                                  <p:stCondLst>
                                    <p:cond delay="30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200"/>
                                        <p:tgtEl>
                                          <p:spTgt spid="39"/>
                                        </p:tgtEl>
                                      </p:cBhvr>
                                    </p:animEffect>
                                  </p:childTnLst>
                                </p:cTn>
                              </p:par>
                              <p:par>
                                <p:cTn id="48" presetID="42" presetClass="path" presetSubtype="0" decel="100000" fill="hold" grpId="1" nodeType="withEffect">
                                  <p:stCondLst>
                                    <p:cond delay="300"/>
                                  </p:stCondLst>
                                  <p:childTnLst>
                                    <p:animMotion origin="layout" path="M 4.79167E-6 0.03889 L 4.79167E-6 0 " pathEditMode="relative" rAng="0" ptsTypes="AA">
                                      <p:cBhvr>
                                        <p:cTn id="49" dur="500" fill="hold"/>
                                        <p:tgtEl>
                                          <p:spTgt spid="39"/>
                                        </p:tgtEl>
                                        <p:attrNameLst>
                                          <p:attrName>ppt_x</p:attrName>
                                          <p:attrName>ppt_y</p:attrName>
                                        </p:attrNameLst>
                                      </p:cBhvr>
                                      <p:rCtr x="0" y="-1944"/>
                                    </p:animMotion>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200"/>
                                        <p:tgtEl>
                                          <p:spTgt spid="25"/>
                                        </p:tgtEl>
                                      </p:cBhvr>
                                    </p:animEffect>
                                  </p:childTnLst>
                                </p:cTn>
                              </p:par>
                              <p:par>
                                <p:cTn id="53" presetID="42" presetClass="path" presetSubtype="0" decel="100000" fill="hold" grpId="1" nodeType="withEffect">
                                  <p:stCondLst>
                                    <p:cond delay="0"/>
                                  </p:stCondLst>
                                  <p:childTnLst>
                                    <p:animMotion origin="layout" path="M 2.70833E-6 0.03888 L 2.70833E-6 4.81481E-6 " pathEditMode="relative" rAng="0" ptsTypes="AA">
                                      <p:cBhvr>
                                        <p:cTn id="54" dur="500" fill="hold"/>
                                        <p:tgtEl>
                                          <p:spTgt spid="25"/>
                                        </p:tgtEl>
                                        <p:attrNameLst>
                                          <p:attrName>ppt_x</p:attrName>
                                          <p:attrName>ppt_y</p:attrName>
                                        </p:attrNameLst>
                                      </p:cBhvr>
                                      <p:rCtr x="0" y="-1944"/>
                                    </p:animMotion>
                                  </p:childTnLst>
                                </p:cTn>
                              </p:par>
                              <p:par>
                                <p:cTn id="55" presetID="10" presetClass="entr" presetSubtype="0" fill="hold" nodeType="withEffect">
                                  <p:stCondLst>
                                    <p:cond delay="100"/>
                                  </p:stCondLst>
                                  <p:childTnLst>
                                    <p:set>
                                      <p:cBhvr>
                                        <p:cTn id="56" dur="1" fill="hold">
                                          <p:stCondLst>
                                            <p:cond delay="0"/>
                                          </p:stCondLst>
                                        </p:cTn>
                                        <p:tgtEl>
                                          <p:spTgt spid="82"/>
                                        </p:tgtEl>
                                        <p:attrNameLst>
                                          <p:attrName>style.visibility</p:attrName>
                                        </p:attrNameLst>
                                      </p:cBhvr>
                                      <p:to>
                                        <p:strVal val="visible"/>
                                      </p:to>
                                    </p:set>
                                    <p:animEffect transition="in" filter="fade">
                                      <p:cBhvr>
                                        <p:cTn id="57" dur="200"/>
                                        <p:tgtEl>
                                          <p:spTgt spid="82"/>
                                        </p:tgtEl>
                                      </p:cBhvr>
                                    </p:animEffect>
                                  </p:childTnLst>
                                </p:cTn>
                              </p:par>
                              <p:par>
                                <p:cTn id="58" presetID="42" presetClass="path" presetSubtype="0" decel="100000" fill="hold" nodeType="withEffect">
                                  <p:stCondLst>
                                    <p:cond delay="100"/>
                                  </p:stCondLst>
                                  <p:childTnLst>
                                    <p:animMotion origin="layout" path="M -2.08333E-6 0.03889 L -2.08333E-6 -2.96296E-6 " pathEditMode="relative" rAng="0" ptsTypes="AA">
                                      <p:cBhvr>
                                        <p:cTn id="59" dur="500" fill="hold"/>
                                        <p:tgtEl>
                                          <p:spTgt spid="8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6" grpId="0" animBg="1"/>
      <p:bldP spid="26" grpId="1" animBg="1"/>
      <p:bldP spid="27" grpId="0" animBg="1"/>
      <p:bldP spid="27" grpId="1" animBg="1"/>
      <p:bldP spid="30" grpId="0" animBg="1"/>
      <p:bldP spid="30" grpId="1" animBg="1"/>
      <p:bldP spid="31" grpId="0" animBg="1"/>
      <p:bldP spid="31" grpId="1" animBg="1"/>
      <p:bldP spid="35" grpId="0"/>
      <p:bldP spid="35" grpId="1"/>
      <p:bldP spid="37" grpId="0"/>
      <p:bldP spid="37" grpId="1"/>
      <p:bldP spid="39" grpId="0"/>
      <p:bldP spid="39" grpId="1"/>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626395-AB62-BCB9-3B8B-10194DC9390B}"/>
            </a:ext>
          </a:extLst>
        </p:cNvPr>
        <p:cNvGrpSpPr/>
        <p:nvPr/>
      </p:nvGrpSpPr>
      <p:grpSpPr>
        <a:xfrm>
          <a:off x="0" y="0"/>
          <a:ext cx="0" cy="0"/>
          <a:chOff x="0" y="0"/>
          <a:chExt cx="0" cy="0"/>
        </a:xfrm>
      </p:grpSpPr>
      <p:sp>
        <p:nvSpPr>
          <p:cNvPr id="26" name="Rounded Rectangle 14">
            <a:extLst>
              <a:ext uri="{FF2B5EF4-FFF2-40B4-BE49-F238E27FC236}">
                <a16:creationId xmlns:a16="http://schemas.microsoft.com/office/drawing/2014/main" id="{615113C2-DE41-A9AA-5469-8CA9C763552F}"/>
              </a:ext>
              <a:ext uri="{C183D7F6-B498-43B3-948B-1728B52AA6E4}">
                <adec:decorative xmlns:adec="http://schemas.microsoft.com/office/drawing/2017/decorative" val="1"/>
              </a:ext>
            </a:extLst>
          </p:cNvPr>
          <p:cNvSpPr>
            <a:spLocks/>
          </p:cNvSpPr>
          <p:nvPr/>
        </p:nvSpPr>
        <p:spPr bwMode="auto">
          <a:xfrm>
            <a:off x="588264" y="2543670"/>
            <a:ext cx="1722554" cy="3725368"/>
          </a:xfrm>
          <a:prstGeom prst="roundRect">
            <a:avLst>
              <a:gd name="adj" fmla="val 9834"/>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endParaRPr>
          </a:p>
        </p:txBody>
      </p:sp>
      <p:sp>
        <p:nvSpPr>
          <p:cNvPr id="27" name="Rounded Rectangle 14">
            <a:extLst>
              <a:ext uri="{FF2B5EF4-FFF2-40B4-BE49-F238E27FC236}">
                <a16:creationId xmlns:a16="http://schemas.microsoft.com/office/drawing/2014/main" id="{5E4D6090-3D7C-4D7E-F959-1C56FC076DA3}"/>
              </a:ext>
              <a:ext uri="{C183D7F6-B498-43B3-948B-1728B52AA6E4}">
                <adec:decorative xmlns:adec="http://schemas.microsoft.com/office/drawing/2017/decorative" val="1"/>
              </a:ext>
            </a:extLst>
          </p:cNvPr>
          <p:cNvSpPr>
            <a:spLocks/>
          </p:cNvSpPr>
          <p:nvPr/>
        </p:nvSpPr>
        <p:spPr bwMode="auto">
          <a:xfrm>
            <a:off x="2447978" y="2543670"/>
            <a:ext cx="1722554" cy="3725368"/>
          </a:xfrm>
          <a:prstGeom prst="roundRect">
            <a:avLst>
              <a:gd name="adj" fmla="val 9281"/>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endParaRPr>
          </a:p>
        </p:txBody>
      </p:sp>
      <p:sp>
        <p:nvSpPr>
          <p:cNvPr id="28" name="Rounded Rectangle 14">
            <a:extLst>
              <a:ext uri="{FF2B5EF4-FFF2-40B4-BE49-F238E27FC236}">
                <a16:creationId xmlns:a16="http://schemas.microsoft.com/office/drawing/2014/main" id="{3A28B1E3-4600-DF3C-F65F-067229C6A1F0}"/>
              </a:ext>
              <a:ext uri="{C183D7F6-B498-43B3-948B-1728B52AA6E4}">
                <adec:decorative xmlns:adec="http://schemas.microsoft.com/office/drawing/2017/decorative" val="1"/>
              </a:ext>
            </a:extLst>
          </p:cNvPr>
          <p:cNvSpPr>
            <a:spLocks/>
          </p:cNvSpPr>
          <p:nvPr/>
        </p:nvSpPr>
        <p:spPr bwMode="auto">
          <a:xfrm>
            <a:off x="4307692" y="2543670"/>
            <a:ext cx="1722554" cy="3725368"/>
          </a:xfrm>
          <a:prstGeom prst="roundRect">
            <a:avLst>
              <a:gd name="adj" fmla="val 9281"/>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endParaRPr>
          </a:p>
        </p:txBody>
      </p:sp>
      <p:sp>
        <p:nvSpPr>
          <p:cNvPr id="29" name="Rounded Rectangle 14">
            <a:extLst>
              <a:ext uri="{FF2B5EF4-FFF2-40B4-BE49-F238E27FC236}">
                <a16:creationId xmlns:a16="http://schemas.microsoft.com/office/drawing/2014/main" id="{975DC666-45D5-9980-5DC9-E5D5BD023DFF}"/>
              </a:ext>
              <a:ext uri="{C183D7F6-B498-43B3-948B-1728B52AA6E4}">
                <adec:decorative xmlns:adec="http://schemas.microsoft.com/office/drawing/2017/decorative" val="1"/>
              </a:ext>
            </a:extLst>
          </p:cNvPr>
          <p:cNvSpPr>
            <a:spLocks/>
          </p:cNvSpPr>
          <p:nvPr/>
        </p:nvSpPr>
        <p:spPr bwMode="auto">
          <a:xfrm>
            <a:off x="6167406" y="2543670"/>
            <a:ext cx="1722554" cy="3725368"/>
          </a:xfrm>
          <a:prstGeom prst="roundRect">
            <a:avLst>
              <a:gd name="adj" fmla="val 9834"/>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endParaRPr>
          </a:p>
        </p:txBody>
      </p:sp>
      <p:sp>
        <p:nvSpPr>
          <p:cNvPr id="30" name="Rounded Rectangle 14">
            <a:extLst>
              <a:ext uri="{FF2B5EF4-FFF2-40B4-BE49-F238E27FC236}">
                <a16:creationId xmlns:a16="http://schemas.microsoft.com/office/drawing/2014/main" id="{70567EBC-BB67-A5B2-E47A-FAE25D92C13B}"/>
              </a:ext>
              <a:ext uri="{C183D7F6-B498-43B3-948B-1728B52AA6E4}">
                <adec:decorative xmlns:adec="http://schemas.microsoft.com/office/drawing/2017/decorative" val="1"/>
              </a:ext>
            </a:extLst>
          </p:cNvPr>
          <p:cNvSpPr>
            <a:spLocks/>
          </p:cNvSpPr>
          <p:nvPr/>
        </p:nvSpPr>
        <p:spPr bwMode="auto">
          <a:xfrm>
            <a:off x="8027122" y="2543670"/>
            <a:ext cx="1722554" cy="3725368"/>
          </a:xfrm>
          <a:prstGeom prst="roundRect">
            <a:avLst>
              <a:gd name="adj" fmla="val 9419"/>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endParaRPr>
          </a:p>
        </p:txBody>
      </p:sp>
      <p:sp>
        <p:nvSpPr>
          <p:cNvPr id="31" name="Rounded Rectangle 14">
            <a:extLst>
              <a:ext uri="{FF2B5EF4-FFF2-40B4-BE49-F238E27FC236}">
                <a16:creationId xmlns:a16="http://schemas.microsoft.com/office/drawing/2014/main" id="{0CA58AF9-D4EA-F79F-E219-0305B3B39DE4}"/>
              </a:ext>
              <a:ext uri="{C183D7F6-B498-43B3-948B-1728B52AA6E4}">
                <adec:decorative xmlns:adec="http://schemas.microsoft.com/office/drawing/2017/decorative" val="1"/>
              </a:ext>
            </a:extLst>
          </p:cNvPr>
          <p:cNvSpPr>
            <a:spLocks/>
          </p:cNvSpPr>
          <p:nvPr/>
        </p:nvSpPr>
        <p:spPr bwMode="auto">
          <a:xfrm>
            <a:off x="9886834" y="2543670"/>
            <a:ext cx="1722554" cy="3725368"/>
          </a:xfrm>
          <a:prstGeom prst="roundRect">
            <a:avLst>
              <a:gd name="adj" fmla="val 8436"/>
            </a:avLst>
          </a:prstGeom>
          <a:gradFill flip="none" rotWithShape="1">
            <a:gsLst>
              <a:gs pos="80000">
                <a:srgbClr val="A9D5ED">
                  <a:alpha val="10000"/>
                </a:srgbClr>
              </a:gs>
              <a:gs pos="0">
                <a:srgbClr val="FFC6CC">
                  <a:alpha val="10000"/>
                </a:srgbClr>
              </a:gs>
            </a:gsLst>
            <a:path path="circle">
              <a:fillToRect l="100000" t="100000"/>
            </a:path>
            <a:tileRect r="-100000" b="-100000"/>
          </a:gra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5049" tIns="364040" rIns="455049" bIns="3640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Variable Display Semib" pitchFamily="2" charset="0"/>
              <a:ea typeface="+mn-ea"/>
              <a:cs typeface="Segoe UI" panose="020B0502040204020203" pitchFamily="34" charset="0"/>
            </a:endParaRPr>
          </a:p>
        </p:txBody>
      </p:sp>
      <p:sp>
        <p:nvSpPr>
          <p:cNvPr id="32" name="Title 1">
            <a:extLst>
              <a:ext uri="{FF2B5EF4-FFF2-40B4-BE49-F238E27FC236}">
                <a16:creationId xmlns:a16="http://schemas.microsoft.com/office/drawing/2014/main" id="{073EF2DA-FE58-F21F-C16C-45556CF6DF3D}"/>
              </a:ext>
            </a:extLst>
          </p:cNvPr>
          <p:cNvSpPr>
            <a:spLocks noGrp="1"/>
          </p:cNvSpPr>
          <p:nvPr>
            <p:ph type="title"/>
          </p:nvPr>
        </p:nvSpPr>
        <p:spPr>
          <a:xfrm>
            <a:off x="588263" y="457200"/>
            <a:ext cx="11018520" cy="553998"/>
          </a:xfrm>
        </p:spPr>
        <p:txBody>
          <a:bodyPr/>
          <a:lstStyle/>
          <a:p>
            <a:pPr algn="ctr"/>
            <a:r>
              <a:rPr lang="en-US">
                <a:cs typeface="Segoe UI Semibold"/>
              </a:rPr>
              <a:t>Streamlined RAG data pipeline with Foundry IQ</a:t>
            </a:r>
          </a:p>
        </p:txBody>
      </p:sp>
      <p:sp>
        <p:nvSpPr>
          <p:cNvPr id="33" name="Rectangle: Rounded Corners 10">
            <a:extLst>
              <a:ext uri="{FF2B5EF4-FFF2-40B4-BE49-F238E27FC236}">
                <a16:creationId xmlns:a16="http://schemas.microsoft.com/office/drawing/2014/main" id="{A9F908D1-A903-4F69-67B1-F8A341EEFA6B}"/>
              </a:ext>
            </a:extLst>
          </p:cNvPr>
          <p:cNvSpPr/>
          <p:nvPr/>
        </p:nvSpPr>
        <p:spPr>
          <a:xfrm>
            <a:off x="584200" y="1042416"/>
            <a:ext cx="11025187" cy="803438"/>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w="3175">
                  <a:noFill/>
                </a:ln>
                <a:solidFill>
                  <a:srgbClr val="998CE4"/>
                </a:solidFill>
                <a:effectLst/>
                <a:uLnTx/>
                <a:uFillTx/>
                <a:latin typeface="Segoe UI Variable Display Semib" pitchFamily="2" charset="0"/>
                <a:ea typeface="+mn-ea"/>
                <a:cs typeface="Segoe UI" pitchFamily="34" charset="0"/>
              </a:rPr>
              <a:t>End to end, integrated data prep and processing</a:t>
            </a:r>
          </a:p>
        </p:txBody>
      </p:sp>
      <p:sp>
        <p:nvSpPr>
          <p:cNvPr id="34" name="TextBox 33">
            <a:extLst>
              <a:ext uri="{FF2B5EF4-FFF2-40B4-BE49-F238E27FC236}">
                <a16:creationId xmlns:a16="http://schemas.microsoft.com/office/drawing/2014/main" id="{D00C93AE-B753-34F5-A713-6E03118C2703}"/>
              </a:ext>
            </a:extLst>
          </p:cNvPr>
          <p:cNvSpPr txBox="1"/>
          <p:nvPr/>
        </p:nvSpPr>
        <p:spPr>
          <a:xfrm>
            <a:off x="588963" y="3213556"/>
            <a:ext cx="1716199" cy="45443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Variable Display Semib" pitchFamily="2" charset="0"/>
                <a:ea typeface="+mn-ea"/>
                <a:cs typeface="+mn-cs"/>
              </a:rPr>
              <a:t>Ingest</a:t>
            </a:r>
          </a:p>
        </p:txBody>
      </p:sp>
      <p:sp>
        <p:nvSpPr>
          <p:cNvPr id="35" name="TextBox 34">
            <a:extLst>
              <a:ext uri="{FF2B5EF4-FFF2-40B4-BE49-F238E27FC236}">
                <a16:creationId xmlns:a16="http://schemas.microsoft.com/office/drawing/2014/main" id="{639C42FE-3AD0-43D5-5413-CA46E52C349C}"/>
              </a:ext>
            </a:extLst>
          </p:cNvPr>
          <p:cNvSpPr txBox="1"/>
          <p:nvPr/>
        </p:nvSpPr>
        <p:spPr>
          <a:xfrm>
            <a:off x="588964" y="3777708"/>
            <a:ext cx="1716198" cy="2062103"/>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OneLake</a:t>
            </a:r>
            <a:endPar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endParaRP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Blob Storage</a:t>
            </a: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ADLSv2</a:t>
            </a: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SQL DB</a:t>
            </a: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CosmosDB</a:t>
            </a:r>
            <a:endPar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endParaRPr>
          </a:p>
          <a:p>
            <a:pPr marL="0" marR="0" lvl="0" indent="0" algn="ctr"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Incremental </a:t>
            </a:r>
            <a:b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b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change tracking</a:t>
            </a:r>
          </a:p>
        </p:txBody>
      </p:sp>
      <p:sp>
        <p:nvSpPr>
          <p:cNvPr id="36" name="TextBox 35">
            <a:extLst>
              <a:ext uri="{FF2B5EF4-FFF2-40B4-BE49-F238E27FC236}">
                <a16:creationId xmlns:a16="http://schemas.microsoft.com/office/drawing/2014/main" id="{55372F8E-6E6D-169A-B8B3-896FF69DF8B2}"/>
              </a:ext>
            </a:extLst>
          </p:cNvPr>
          <p:cNvSpPr txBox="1"/>
          <p:nvPr/>
        </p:nvSpPr>
        <p:spPr>
          <a:xfrm>
            <a:off x="2442324" y="3213556"/>
            <a:ext cx="1722554" cy="43088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Variable Display Semib" pitchFamily="2" charset="0"/>
                <a:ea typeface="+mn-ea"/>
                <a:cs typeface="+mn-cs"/>
              </a:rPr>
              <a:t>Extract</a:t>
            </a:r>
          </a:p>
        </p:txBody>
      </p:sp>
      <p:sp>
        <p:nvSpPr>
          <p:cNvPr id="37" name="TextBox 36">
            <a:extLst>
              <a:ext uri="{FF2B5EF4-FFF2-40B4-BE49-F238E27FC236}">
                <a16:creationId xmlns:a16="http://schemas.microsoft.com/office/drawing/2014/main" id="{1BC60411-8A68-241E-71FF-7B161116013C}"/>
              </a:ext>
            </a:extLst>
          </p:cNvPr>
          <p:cNvSpPr txBox="1"/>
          <p:nvPr/>
        </p:nvSpPr>
        <p:spPr>
          <a:xfrm>
            <a:off x="2445878" y="3752637"/>
            <a:ext cx="1726754" cy="175432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t" anchorCtr="0" forceAA="0" compatLnSpc="1">
            <a:prstTxWarp prst="textNoShape">
              <a:avLst/>
            </a:prstTxWarp>
            <a:spAutoFit/>
          </a:bodyPr>
          <a:lstStyle>
            <a:defPPr>
              <a:defRPr lang="en-US"/>
            </a:defPPr>
            <a:lvl1pPr marL="174625" lvl="0" indent="-174625" defTabSz="932472" fontAlgn="base">
              <a:spcBef>
                <a:spcPct val="0"/>
              </a:spcBef>
              <a:spcAft>
                <a:spcPct val="0"/>
              </a:spcAft>
              <a:buFont typeface="Arial" panose="020B0604020202020204" pitchFamily="34" charset="0"/>
              <a:buChar char="•"/>
              <a:defRPr sz="1200">
                <a:solidFill>
                  <a:schemeClr val="tx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PDFs</a:t>
            </a: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 Office docs</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Image files</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Nested</a:t>
            </a: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 images in </a:t>
            </a: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PDFs</a:t>
            </a: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 Office docs</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Document </a:t>
            </a: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layout</a:t>
            </a: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 JSON, </a:t>
            </a: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CSVs</a:t>
            </a: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 </a:t>
            </a: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markdown</a:t>
            </a:r>
            <a:r>
              <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 </a:t>
            </a:r>
            <a:r>
              <a:rPr kumimoji="0" lang="fr-FR" sz="1200" b="0" i="0" u="none" strike="noStrike" kern="0" cap="none" spc="0" normalizeH="0" baseline="0" noProof="0" err="1">
                <a:ln>
                  <a:noFill/>
                </a:ln>
                <a:solidFill>
                  <a:srgbClr val="000000"/>
                </a:solidFill>
                <a:effectLst/>
                <a:uLnTx/>
                <a:uFillTx/>
                <a:latin typeface="Segoe UI Variable Display Semib" pitchFamily="2" charset="0"/>
                <a:ea typeface="+mn-ea"/>
                <a:cs typeface="Segoe Sans Text" pitchFamily="2" charset="0"/>
              </a:rPr>
              <a:t>parsing</a:t>
            </a:r>
            <a:endParaRPr kumimoji="0" lang="fr-FR"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endParaRPr>
          </a:p>
        </p:txBody>
      </p:sp>
      <p:sp>
        <p:nvSpPr>
          <p:cNvPr id="38" name="TextBox 37">
            <a:extLst>
              <a:ext uri="{FF2B5EF4-FFF2-40B4-BE49-F238E27FC236}">
                <a16:creationId xmlns:a16="http://schemas.microsoft.com/office/drawing/2014/main" id="{C2A7CB34-D61C-E52C-1AF9-97054E03E38B}"/>
              </a:ext>
            </a:extLst>
          </p:cNvPr>
          <p:cNvSpPr txBox="1"/>
          <p:nvPr/>
        </p:nvSpPr>
        <p:spPr>
          <a:xfrm>
            <a:off x="4304181" y="3213556"/>
            <a:ext cx="1722553"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Variable Display Semib" pitchFamily="2" charset="0"/>
                <a:ea typeface="+mn-ea"/>
                <a:cs typeface="+mn-cs"/>
              </a:rPr>
              <a:t>Chunk</a:t>
            </a:r>
          </a:p>
        </p:txBody>
      </p:sp>
      <p:sp>
        <p:nvSpPr>
          <p:cNvPr id="39" name="TextBox 38">
            <a:extLst>
              <a:ext uri="{FF2B5EF4-FFF2-40B4-BE49-F238E27FC236}">
                <a16:creationId xmlns:a16="http://schemas.microsoft.com/office/drawing/2014/main" id="{86B622E8-D6D5-1195-CFA0-16945EFA37C8}"/>
              </a:ext>
            </a:extLst>
          </p:cNvPr>
          <p:cNvSpPr txBox="1"/>
          <p:nvPr/>
        </p:nvSpPr>
        <p:spPr>
          <a:xfrm>
            <a:off x="4309790" y="3752637"/>
            <a:ext cx="1714805" cy="230832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t" anchorCtr="0" forceAA="0" compatLnSpc="1">
            <a:prstTxWarp prst="textNoShape">
              <a:avLst/>
            </a:prstTxWarp>
            <a:spAutoFit/>
          </a:bodyPr>
          <a:lstStyle>
            <a:defPPr>
              <a:defRPr lang="en-US"/>
            </a:defPPr>
            <a:lvl1pPr marL="174625" lvl="0" indent="-174625" defTabSz="932472" fontAlgn="base">
              <a:spcBef>
                <a:spcPct val="0"/>
              </a:spcBef>
              <a:spcAft>
                <a:spcPct val="0"/>
              </a:spcAft>
              <a:buFont typeface="Arial" panose="020B0604020202020204" pitchFamily="34" charset="0"/>
              <a:buChar char="•"/>
              <a:defRPr sz="1200">
                <a:solidFill>
                  <a:schemeClr val="tx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Split text</a:t>
            </a:r>
            <a:b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b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into passages </a:t>
            </a:r>
            <a:b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b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(for text portions):</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Segoe Sans Text" pitchFamily="2" charset="0"/>
              </a:rPr>
              <a:t>Fixed-size</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Segoe Sans Text" pitchFamily="2" charset="0"/>
              </a:rPr>
              <a:t>AI Document Intelligence layout output</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Propagate document metadata</a:t>
            </a:r>
          </a:p>
        </p:txBody>
      </p:sp>
      <p:sp>
        <p:nvSpPr>
          <p:cNvPr id="40" name="TextBox 39">
            <a:extLst>
              <a:ext uri="{FF2B5EF4-FFF2-40B4-BE49-F238E27FC236}">
                <a16:creationId xmlns:a16="http://schemas.microsoft.com/office/drawing/2014/main" id="{3C42BC30-041B-B6BC-BAA1-338D09953826}"/>
              </a:ext>
            </a:extLst>
          </p:cNvPr>
          <p:cNvSpPr txBox="1">
            <a:spLocks/>
          </p:cNvSpPr>
          <p:nvPr/>
        </p:nvSpPr>
        <p:spPr>
          <a:xfrm>
            <a:off x="6167403" y="3213556"/>
            <a:ext cx="1719047"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Variable Display Semib" pitchFamily="2" charset="0"/>
                <a:ea typeface="+mn-ea"/>
                <a:cs typeface="+mn-cs"/>
              </a:rPr>
              <a:t>Embed</a:t>
            </a:r>
          </a:p>
        </p:txBody>
      </p:sp>
      <p:sp>
        <p:nvSpPr>
          <p:cNvPr id="41" name="TextBox 40">
            <a:extLst>
              <a:ext uri="{FF2B5EF4-FFF2-40B4-BE49-F238E27FC236}">
                <a16:creationId xmlns:a16="http://schemas.microsoft.com/office/drawing/2014/main" id="{9243170C-DA5E-51FE-8421-13CB7CD588D2}"/>
              </a:ext>
            </a:extLst>
          </p:cNvPr>
          <p:cNvSpPr txBox="1">
            <a:spLocks/>
          </p:cNvSpPr>
          <p:nvPr/>
        </p:nvSpPr>
        <p:spPr>
          <a:xfrm>
            <a:off x="6165306" y="3752637"/>
            <a:ext cx="1726756" cy="123110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t" anchorCtr="0" forceAA="0" compatLnSpc="1">
            <a:prstTxWarp prst="textNoShape">
              <a:avLst/>
            </a:prstTxWarp>
            <a:spAutoFit/>
          </a:bodyPr>
          <a:lstStyle>
            <a:defPPr>
              <a:defRPr lang="en-US"/>
            </a:defPPr>
            <a:lvl1pPr marL="174625" lvl="0" indent="-174625" defTabSz="932472" fontAlgn="base">
              <a:spcBef>
                <a:spcPct val="0"/>
              </a:spcBef>
              <a:spcAft>
                <a:spcPct val="0"/>
              </a:spcAft>
              <a:buFont typeface="Arial" panose="020B0604020202020204" pitchFamily="34" charset="0"/>
              <a:buChar char="•"/>
              <a:defRPr sz="1200">
                <a:solidFill>
                  <a:schemeClr val="tx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Image → vector </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Text → vector </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Embeddings from OpenAI, AI Vision, and model catalog</a:t>
            </a:r>
          </a:p>
        </p:txBody>
      </p:sp>
      <p:sp>
        <p:nvSpPr>
          <p:cNvPr id="42" name="TextBox 41">
            <a:extLst>
              <a:ext uri="{FF2B5EF4-FFF2-40B4-BE49-F238E27FC236}">
                <a16:creationId xmlns:a16="http://schemas.microsoft.com/office/drawing/2014/main" id="{2BB29585-997E-4565-B78B-BBB038E7D40F}"/>
              </a:ext>
            </a:extLst>
          </p:cNvPr>
          <p:cNvSpPr txBox="1"/>
          <p:nvPr/>
        </p:nvSpPr>
        <p:spPr>
          <a:xfrm>
            <a:off x="8025020" y="3213556"/>
            <a:ext cx="1722554"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Variable Display Semib" pitchFamily="2" charset="0"/>
                <a:ea typeface="+mn-ea"/>
                <a:cs typeface="+mn-cs"/>
              </a:rPr>
              <a:t>Index</a:t>
            </a:r>
          </a:p>
        </p:txBody>
      </p:sp>
      <p:sp>
        <p:nvSpPr>
          <p:cNvPr id="43" name="TextBox 42">
            <a:extLst>
              <a:ext uri="{FF2B5EF4-FFF2-40B4-BE49-F238E27FC236}">
                <a16:creationId xmlns:a16="http://schemas.microsoft.com/office/drawing/2014/main" id="{EBCCC21C-A284-6295-270C-CF520BAE5189}"/>
              </a:ext>
            </a:extLst>
          </p:cNvPr>
          <p:cNvSpPr txBox="1"/>
          <p:nvPr/>
        </p:nvSpPr>
        <p:spPr>
          <a:xfrm>
            <a:off x="8022154" y="3752637"/>
            <a:ext cx="1725419" cy="86177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t" anchorCtr="0" forceAA="0" compatLnSpc="1">
            <a:prstTxWarp prst="textNoShape">
              <a:avLst/>
            </a:prstTxWarp>
            <a:spAutoFit/>
          </a:bodyPr>
          <a:lstStyle>
            <a:defPPr>
              <a:defRPr lang="en-US"/>
            </a:defPPr>
            <a:lvl1pPr marL="174625" lvl="0" indent="-174625" defTabSz="932472" fontAlgn="base">
              <a:spcBef>
                <a:spcPct val="0"/>
              </a:spcBef>
              <a:spcAft>
                <a:spcPct val="0"/>
              </a:spcAft>
              <a:buFont typeface="Arial" panose="020B0604020202020204" pitchFamily="34" charset="0"/>
              <a:buChar char="•"/>
              <a:defRPr sz="1200">
                <a:solidFill>
                  <a:schemeClr val="tx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Document index</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Chunk index</a:t>
            </a:r>
          </a:p>
          <a:p>
            <a:pPr marL="0" marR="0" lvl="0" indent="0" algn="ctr" defTabSz="932472"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sz="1200" b="0" i="0" u="none" strike="noStrike" kern="0" cap="none" spc="0" normalizeH="0" baseline="0" noProof="0">
                <a:ln>
                  <a:noFill/>
                </a:ln>
                <a:solidFill>
                  <a:srgbClr val="000000"/>
                </a:solidFill>
                <a:effectLst/>
                <a:uLnTx/>
                <a:uFillTx/>
                <a:latin typeface="Segoe UI Variable Display Semib" pitchFamily="2" charset="0"/>
                <a:ea typeface="+mn-ea"/>
                <a:cs typeface="Segoe Sans Text" pitchFamily="2" charset="0"/>
              </a:rPr>
              <a:t>Both</a:t>
            </a:r>
          </a:p>
        </p:txBody>
      </p:sp>
      <p:sp>
        <p:nvSpPr>
          <p:cNvPr id="44" name="TextBox 43">
            <a:extLst>
              <a:ext uri="{FF2B5EF4-FFF2-40B4-BE49-F238E27FC236}">
                <a16:creationId xmlns:a16="http://schemas.microsoft.com/office/drawing/2014/main" id="{9BB97DE9-A00D-384E-BB4F-5F0F81E27805}"/>
              </a:ext>
            </a:extLst>
          </p:cNvPr>
          <p:cNvSpPr txBox="1"/>
          <p:nvPr/>
        </p:nvSpPr>
        <p:spPr>
          <a:xfrm>
            <a:off x="9906529" y="3213556"/>
            <a:ext cx="1702859" cy="307777"/>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lvl="0" defTabSz="932449">
              <a:spcBef>
                <a:spcPts val="200"/>
              </a:spcBef>
              <a:defRPr sz="1400">
                <a:gradFill>
                  <a:gsLst>
                    <a:gs pos="6993">
                      <a:schemeClr val="tx1"/>
                    </a:gs>
                    <a:gs pos="20280">
                      <a:schemeClr val="tx1"/>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Variable Display Semib" pitchFamily="2" charset="0"/>
                <a:ea typeface="+mn-ea"/>
                <a:cs typeface="+mn-cs"/>
              </a:rPr>
              <a:t>Query</a:t>
            </a:r>
          </a:p>
        </p:txBody>
      </p:sp>
      <p:sp>
        <p:nvSpPr>
          <p:cNvPr id="45" name="TextBox 44">
            <a:extLst>
              <a:ext uri="{FF2B5EF4-FFF2-40B4-BE49-F238E27FC236}">
                <a16:creationId xmlns:a16="http://schemas.microsoft.com/office/drawing/2014/main" id="{954B317B-0AF6-8E19-C4B0-02E448467F4A}"/>
              </a:ext>
            </a:extLst>
          </p:cNvPr>
          <p:cNvSpPr txBox="1"/>
          <p:nvPr/>
        </p:nvSpPr>
        <p:spPr>
          <a:xfrm>
            <a:off x="9884732" y="3752637"/>
            <a:ext cx="1605426" cy="86177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182880" bIns="0" numCol="1" spcCol="0" rtlCol="0" fromWordArt="0" anchor="ctr" anchorCtr="0" forceAA="0" compatLnSpc="1">
            <a:prstTxWarp prst="textNoShape">
              <a:avLst/>
            </a:prstTxWarp>
            <a:spAutoFit/>
          </a:bodyPr>
          <a:lstStyle>
            <a:defPPr>
              <a:defRPr lang="en-US"/>
            </a:defPPr>
            <a:lvl1pPr marL="174625" lvl="0" indent="-174625" defTabSz="932472" fontAlgn="base">
              <a:spcBef>
                <a:spcPct val="0"/>
              </a:spcBef>
              <a:spcAft>
                <a:spcPct val="0"/>
              </a:spcAft>
              <a:buFont typeface="Arial" panose="020B0604020202020204" pitchFamily="34" charset="0"/>
              <a:buChar char="•"/>
              <a:defRPr sz="1200">
                <a:solidFill>
                  <a:schemeClr val="tx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80975" marR="0" lvl="1" indent="0" algn="ctr" defTabSz="914367"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Boosting</a:t>
            </a:r>
          </a:p>
          <a:p>
            <a:pPr marL="180975" marR="0" lvl="1" indent="0" algn="ctr" defTabSz="914367"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Weighting</a:t>
            </a:r>
          </a:p>
          <a:p>
            <a:pPr marL="180975" marR="0" lvl="1" indent="0" algn="ctr" defTabSz="914367"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Variable Display Semib" pitchFamily="2" charset="0"/>
                <a:ea typeface="+mn-ea"/>
                <a:cs typeface="+mn-cs"/>
              </a:rPr>
              <a:t>Thresholding</a:t>
            </a:r>
          </a:p>
        </p:txBody>
      </p:sp>
      <p:cxnSp>
        <p:nvCxnSpPr>
          <p:cNvPr id="46" name="Straight Arrow Connector 15">
            <a:extLst>
              <a:ext uri="{FF2B5EF4-FFF2-40B4-BE49-F238E27FC236}">
                <a16:creationId xmlns:a16="http://schemas.microsoft.com/office/drawing/2014/main" id="{BAC42FE0-722A-4385-5096-F63F522F6226}"/>
              </a:ext>
              <a:ext uri="{C183D7F6-B498-43B3-948B-1728B52AA6E4}">
                <adec:decorative xmlns:adec="http://schemas.microsoft.com/office/drawing/2017/decorative" val="1"/>
              </a:ext>
            </a:extLst>
          </p:cNvPr>
          <p:cNvCxnSpPr>
            <a:cxnSpLocks/>
          </p:cNvCxnSpPr>
          <p:nvPr/>
        </p:nvCxnSpPr>
        <p:spPr>
          <a:xfrm rot="5400000" flipV="1">
            <a:off x="2513761" y="2509333"/>
            <a:ext cx="0" cy="379250"/>
          </a:xfrm>
          <a:prstGeom prst="straightConnector1">
            <a:avLst/>
          </a:prstGeom>
          <a:ln w="19050" cap="rnd">
            <a:solidFill>
              <a:srgbClr val="8D8D8D"/>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7" name="Straight Arrow Connector 15">
            <a:extLst>
              <a:ext uri="{FF2B5EF4-FFF2-40B4-BE49-F238E27FC236}">
                <a16:creationId xmlns:a16="http://schemas.microsoft.com/office/drawing/2014/main" id="{1A0E9649-6E07-22A7-3C62-C8BCD5E0237E}"/>
              </a:ext>
              <a:ext uri="{C183D7F6-B498-43B3-948B-1728B52AA6E4}">
                <adec:decorative xmlns:adec="http://schemas.microsoft.com/office/drawing/2017/decorative" val="1"/>
              </a:ext>
            </a:extLst>
          </p:cNvPr>
          <p:cNvCxnSpPr>
            <a:cxnSpLocks/>
          </p:cNvCxnSpPr>
          <p:nvPr/>
        </p:nvCxnSpPr>
        <p:spPr>
          <a:xfrm rot="5400000" flipV="1">
            <a:off x="4367866" y="2509333"/>
            <a:ext cx="0" cy="379250"/>
          </a:xfrm>
          <a:prstGeom prst="straightConnector1">
            <a:avLst/>
          </a:prstGeom>
          <a:ln w="19050" cap="rnd">
            <a:solidFill>
              <a:srgbClr val="8D8D8D"/>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8" name="Straight Arrow Connector 15">
            <a:extLst>
              <a:ext uri="{FF2B5EF4-FFF2-40B4-BE49-F238E27FC236}">
                <a16:creationId xmlns:a16="http://schemas.microsoft.com/office/drawing/2014/main" id="{A5546B97-217D-EE00-0EC2-FF168F9DE128}"/>
              </a:ext>
              <a:ext uri="{C183D7F6-B498-43B3-948B-1728B52AA6E4}">
                <adec:decorative xmlns:adec="http://schemas.microsoft.com/office/drawing/2017/decorative" val="1"/>
              </a:ext>
            </a:extLst>
          </p:cNvPr>
          <p:cNvCxnSpPr>
            <a:cxnSpLocks/>
          </p:cNvCxnSpPr>
          <p:nvPr/>
        </p:nvCxnSpPr>
        <p:spPr>
          <a:xfrm rot="5400000" flipV="1">
            <a:off x="6221971" y="2509333"/>
            <a:ext cx="0" cy="379250"/>
          </a:xfrm>
          <a:prstGeom prst="straightConnector1">
            <a:avLst/>
          </a:prstGeom>
          <a:ln w="19050" cap="rnd">
            <a:solidFill>
              <a:srgbClr val="8D8D8D"/>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49" name="Straight Arrow Connector 15">
            <a:extLst>
              <a:ext uri="{FF2B5EF4-FFF2-40B4-BE49-F238E27FC236}">
                <a16:creationId xmlns:a16="http://schemas.microsoft.com/office/drawing/2014/main" id="{81892640-F7EF-72BD-0A1F-B0FA377981F9}"/>
              </a:ext>
              <a:ext uri="{C183D7F6-B498-43B3-948B-1728B52AA6E4}">
                <adec:decorative xmlns:adec="http://schemas.microsoft.com/office/drawing/2017/decorative" val="1"/>
              </a:ext>
            </a:extLst>
          </p:cNvPr>
          <p:cNvCxnSpPr>
            <a:cxnSpLocks/>
          </p:cNvCxnSpPr>
          <p:nvPr/>
        </p:nvCxnSpPr>
        <p:spPr>
          <a:xfrm rot="5400000" flipV="1">
            <a:off x="8076076" y="2514890"/>
            <a:ext cx="0" cy="379250"/>
          </a:xfrm>
          <a:prstGeom prst="straightConnector1">
            <a:avLst/>
          </a:prstGeom>
          <a:ln w="19050" cap="rnd">
            <a:solidFill>
              <a:srgbClr val="8D8D8D"/>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50" name="Straight Arrow Connector 15">
            <a:extLst>
              <a:ext uri="{FF2B5EF4-FFF2-40B4-BE49-F238E27FC236}">
                <a16:creationId xmlns:a16="http://schemas.microsoft.com/office/drawing/2014/main" id="{701C2A1C-2810-A01D-8C4D-64F68816EF56}"/>
              </a:ext>
              <a:ext uri="{C183D7F6-B498-43B3-948B-1728B52AA6E4}">
                <adec:decorative xmlns:adec="http://schemas.microsoft.com/office/drawing/2017/decorative" val="1"/>
              </a:ext>
            </a:extLst>
          </p:cNvPr>
          <p:cNvCxnSpPr>
            <a:cxnSpLocks/>
          </p:cNvCxnSpPr>
          <p:nvPr/>
        </p:nvCxnSpPr>
        <p:spPr>
          <a:xfrm rot="5400000" flipV="1">
            <a:off x="9941980" y="2514890"/>
            <a:ext cx="0" cy="379250"/>
          </a:xfrm>
          <a:prstGeom prst="straightConnector1">
            <a:avLst/>
          </a:prstGeom>
          <a:ln w="19050" cap="rnd">
            <a:solidFill>
              <a:srgbClr val="8D8D8D"/>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FF8E47ED-4EE1-32DC-90A6-163C51EC7138}"/>
              </a:ext>
              <a:ext uri="{C183D7F6-B498-43B3-948B-1728B52AA6E4}">
                <adec:decorative xmlns:adec="http://schemas.microsoft.com/office/drawing/2017/decorative" val="1"/>
              </a:ext>
            </a:extLst>
          </p:cNvPr>
          <p:cNvGrpSpPr/>
          <p:nvPr/>
        </p:nvGrpSpPr>
        <p:grpSpPr>
          <a:xfrm>
            <a:off x="1064579" y="2163322"/>
            <a:ext cx="730654" cy="730654"/>
            <a:chOff x="835979" y="2835604"/>
            <a:chExt cx="730654" cy="730654"/>
          </a:xfrm>
        </p:grpSpPr>
        <p:sp>
          <p:nvSpPr>
            <p:cNvPr id="52" name="Oval 3">
              <a:extLst>
                <a:ext uri="{FF2B5EF4-FFF2-40B4-BE49-F238E27FC236}">
                  <a16:creationId xmlns:a16="http://schemas.microsoft.com/office/drawing/2014/main" id="{0EB903D9-0AA1-23E4-EFC0-DCA9B7046335}"/>
                </a:ext>
                <a:ext uri="{C183D7F6-B498-43B3-948B-1728B52AA6E4}">
                  <adec:decorative xmlns:adec="http://schemas.microsoft.com/office/drawing/2017/decorative" val="1"/>
                </a:ext>
              </a:extLst>
            </p:cNvPr>
            <p:cNvSpPr/>
            <p:nvPr/>
          </p:nvSpPr>
          <p:spPr bwMode="auto">
            <a:xfrm>
              <a:off x="835979" y="2835604"/>
              <a:ext cx="730654" cy="730654"/>
            </a:xfrm>
            <a:prstGeom prst="ellipse">
              <a:avLst/>
            </a:prstGeom>
            <a:gradFill flip="none" rotWithShape="1">
              <a:gsLst>
                <a:gs pos="0">
                  <a:srgbClr val="998CE4"/>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53" name="Graphic 39">
              <a:extLst>
                <a:ext uri="{FF2B5EF4-FFF2-40B4-BE49-F238E27FC236}">
                  <a16:creationId xmlns:a16="http://schemas.microsoft.com/office/drawing/2014/main" id="{E46195A4-3961-808C-8096-FF0F7DA87AD8}"/>
                </a:ext>
              </a:extLst>
            </p:cNvPr>
            <p:cNvSpPr/>
            <p:nvPr/>
          </p:nvSpPr>
          <p:spPr>
            <a:xfrm>
              <a:off x="1055990" y="3019285"/>
              <a:ext cx="290633" cy="363292"/>
            </a:xfrm>
            <a:custGeom>
              <a:avLst/>
              <a:gdLst>
                <a:gd name="connsiteX0" fmla="*/ 178825 w 357650"/>
                <a:gd name="connsiteY0" fmla="*/ 178825 h 447063"/>
                <a:gd name="connsiteX1" fmla="*/ 357651 w 357650"/>
                <a:gd name="connsiteY1" fmla="*/ 89413 h 447063"/>
                <a:gd name="connsiteX2" fmla="*/ 178825 w 357650"/>
                <a:gd name="connsiteY2" fmla="*/ 0 h 447063"/>
                <a:gd name="connsiteX3" fmla="*/ 0 w 357650"/>
                <a:gd name="connsiteY3" fmla="*/ 89413 h 447063"/>
                <a:gd name="connsiteX4" fmla="*/ 178825 w 357650"/>
                <a:gd name="connsiteY4" fmla="*/ 178825 h 447063"/>
                <a:gd name="connsiteX5" fmla="*/ 320276 w 357650"/>
                <a:gd name="connsiteY5" fmla="*/ 182625 h 447063"/>
                <a:gd name="connsiteX6" fmla="*/ 357651 w 357650"/>
                <a:gd name="connsiteY6" fmla="*/ 157657 h 447063"/>
                <a:gd name="connsiteX7" fmla="*/ 357651 w 357650"/>
                <a:gd name="connsiteY7" fmla="*/ 357651 h 447063"/>
                <a:gd name="connsiteX8" fmla="*/ 178825 w 357650"/>
                <a:gd name="connsiteY8" fmla="*/ 447063 h 447063"/>
                <a:gd name="connsiteX9" fmla="*/ 0 w 357650"/>
                <a:gd name="connsiteY9" fmla="*/ 357651 h 447063"/>
                <a:gd name="connsiteX10" fmla="*/ 0 w 357650"/>
                <a:gd name="connsiteY10" fmla="*/ 157657 h 447063"/>
                <a:gd name="connsiteX11" fmla="*/ 37374 w 357650"/>
                <a:gd name="connsiteY11" fmla="*/ 182625 h 447063"/>
                <a:gd name="connsiteX12" fmla="*/ 178825 w 357650"/>
                <a:gd name="connsiteY12" fmla="*/ 212355 h 447063"/>
                <a:gd name="connsiteX13" fmla="*/ 320276 w 357650"/>
                <a:gd name="connsiteY13" fmla="*/ 182625 h 44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7650" h="447063">
                  <a:moveTo>
                    <a:pt x="178825" y="178825"/>
                  </a:moveTo>
                  <a:cubicBezTo>
                    <a:pt x="277582" y="178825"/>
                    <a:pt x="357651" y="138813"/>
                    <a:pt x="357651" y="89413"/>
                  </a:cubicBezTo>
                  <a:cubicBezTo>
                    <a:pt x="357651" y="40012"/>
                    <a:pt x="277582" y="0"/>
                    <a:pt x="178825" y="0"/>
                  </a:cubicBezTo>
                  <a:cubicBezTo>
                    <a:pt x="80069" y="0"/>
                    <a:pt x="0" y="40012"/>
                    <a:pt x="0" y="89413"/>
                  </a:cubicBezTo>
                  <a:cubicBezTo>
                    <a:pt x="0" y="138813"/>
                    <a:pt x="80069" y="178825"/>
                    <a:pt x="178825" y="178825"/>
                  </a:cubicBezTo>
                  <a:close/>
                  <a:moveTo>
                    <a:pt x="320276" y="182625"/>
                  </a:moveTo>
                  <a:cubicBezTo>
                    <a:pt x="333784" y="175992"/>
                    <a:pt x="346351" y="167596"/>
                    <a:pt x="357651" y="157657"/>
                  </a:cubicBezTo>
                  <a:lnTo>
                    <a:pt x="357651" y="357651"/>
                  </a:lnTo>
                  <a:cubicBezTo>
                    <a:pt x="357651" y="407051"/>
                    <a:pt x="277582" y="447063"/>
                    <a:pt x="178825" y="447063"/>
                  </a:cubicBezTo>
                  <a:cubicBezTo>
                    <a:pt x="80069" y="447063"/>
                    <a:pt x="0" y="407051"/>
                    <a:pt x="0" y="357651"/>
                  </a:cubicBezTo>
                  <a:lnTo>
                    <a:pt x="0" y="157657"/>
                  </a:lnTo>
                  <a:cubicBezTo>
                    <a:pt x="11299" y="167596"/>
                    <a:pt x="23867" y="175992"/>
                    <a:pt x="37374" y="182625"/>
                  </a:cubicBezTo>
                  <a:cubicBezTo>
                    <a:pt x="75330" y="201581"/>
                    <a:pt x="125357" y="212355"/>
                    <a:pt x="178825" y="212355"/>
                  </a:cubicBezTo>
                  <a:cubicBezTo>
                    <a:pt x="232294" y="212355"/>
                    <a:pt x="282320" y="201581"/>
                    <a:pt x="320276" y="182625"/>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UI Semibold"/>
                <a:ea typeface="+mn-ea"/>
                <a:cs typeface="Segoe Sans Text" pitchFamily="2" charset="0"/>
              </a:endParaRPr>
            </a:p>
          </p:txBody>
        </p:sp>
      </p:grpSp>
      <p:grpSp>
        <p:nvGrpSpPr>
          <p:cNvPr id="54" name="Group 53">
            <a:extLst>
              <a:ext uri="{FF2B5EF4-FFF2-40B4-BE49-F238E27FC236}">
                <a16:creationId xmlns:a16="http://schemas.microsoft.com/office/drawing/2014/main" id="{C3DB66E8-FB95-EFFA-E78D-3FE611DF313D}"/>
              </a:ext>
              <a:ext uri="{C183D7F6-B498-43B3-948B-1728B52AA6E4}">
                <adec:decorative xmlns:adec="http://schemas.microsoft.com/office/drawing/2017/decorative" val="1"/>
              </a:ext>
            </a:extLst>
          </p:cNvPr>
          <p:cNvGrpSpPr/>
          <p:nvPr/>
        </p:nvGrpSpPr>
        <p:grpSpPr>
          <a:xfrm>
            <a:off x="2922247" y="2163322"/>
            <a:ext cx="730654" cy="730654"/>
            <a:chOff x="2922247" y="2163322"/>
            <a:chExt cx="730654" cy="730654"/>
          </a:xfrm>
        </p:grpSpPr>
        <p:sp>
          <p:nvSpPr>
            <p:cNvPr id="55" name="Oval 3">
              <a:extLst>
                <a:ext uri="{FF2B5EF4-FFF2-40B4-BE49-F238E27FC236}">
                  <a16:creationId xmlns:a16="http://schemas.microsoft.com/office/drawing/2014/main" id="{2965EC43-1101-EFED-FE6D-DDEA656518C2}"/>
                </a:ext>
                <a:ext uri="{C183D7F6-B498-43B3-948B-1728B52AA6E4}">
                  <adec:decorative xmlns:adec="http://schemas.microsoft.com/office/drawing/2017/decorative" val="1"/>
                </a:ext>
              </a:extLst>
            </p:cNvPr>
            <p:cNvSpPr/>
            <p:nvPr/>
          </p:nvSpPr>
          <p:spPr bwMode="auto">
            <a:xfrm>
              <a:off x="2922247" y="2163322"/>
              <a:ext cx="730654" cy="730654"/>
            </a:xfrm>
            <a:prstGeom prst="ellipse">
              <a:avLst/>
            </a:prstGeom>
            <a:gradFill flip="none" rotWithShape="1">
              <a:gsLst>
                <a:gs pos="0">
                  <a:srgbClr val="998CE4"/>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56" name="Freeform: Shape 48">
              <a:extLst>
                <a:ext uri="{FF2B5EF4-FFF2-40B4-BE49-F238E27FC236}">
                  <a16:creationId xmlns:a16="http://schemas.microsoft.com/office/drawing/2014/main" id="{5A42F905-FA89-0554-E5E4-B6E488FE898E}"/>
                </a:ext>
              </a:extLst>
            </p:cNvPr>
            <p:cNvSpPr/>
            <p:nvPr/>
          </p:nvSpPr>
          <p:spPr>
            <a:xfrm>
              <a:off x="3155468" y="2343027"/>
              <a:ext cx="264212" cy="330265"/>
            </a:xfrm>
            <a:custGeom>
              <a:avLst/>
              <a:gdLst>
                <a:gd name="connsiteX0" fmla="*/ 212355 w 357651"/>
                <a:gd name="connsiteY0" fmla="*/ 11176 h 447063"/>
                <a:gd name="connsiteX1" fmla="*/ 346474 w 357651"/>
                <a:gd name="connsiteY1" fmla="*/ 145295 h 447063"/>
                <a:gd name="connsiteX2" fmla="*/ 223532 w 357651"/>
                <a:gd name="connsiteY2" fmla="*/ 145295 h 447063"/>
                <a:gd name="connsiteX3" fmla="*/ 212355 w 357651"/>
                <a:gd name="connsiteY3" fmla="*/ 134118 h 447063"/>
                <a:gd name="connsiteX4" fmla="*/ 44706 w 357651"/>
                <a:gd name="connsiteY4" fmla="*/ 0 h 447063"/>
                <a:gd name="connsiteX5" fmla="*/ 178825 w 357651"/>
                <a:gd name="connsiteY5" fmla="*/ 0 h 447063"/>
                <a:gd name="connsiteX6" fmla="*/ 178825 w 357651"/>
                <a:gd name="connsiteY6" fmla="*/ 134119 h 447063"/>
                <a:gd name="connsiteX7" fmla="*/ 223532 w 357651"/>
                <a:gd name="connsiteY7" fmla="*/ 178825 h 447063"/>
                <a:gd name="connsiteX8" fmla="*/ 357651 w 357651"/>
                <a:gd name="connsiteY8" fmla="*/ 178825 h 447063"/>
                <a:gd name="connsiteX9" fmla="*/ 357651 w 357651"/>
                <a:gd name="connsiteY9" fmla="*/ 402357 h 447063"/>
                <a:gd name="connsiteX10" fmla="*/ 312944 w 357651"/>
                <a:gd name="connsiteY10" fmla="*/ 447063 h 447063"/>
                <a:gd name="connsiteX11" fmla="*/ 44706 w 357651"/>
                <a:gd name="connsiteY11" fmla="*/ 447063 h 447063"/>
                <a:gd name="connsiteX12" fmla="*/ 0 w 357651"/>
                <a:gd name="connsiteY12" fmla="*/ 402357 h 447063"/>
                <a:gd name="connsiteX13" fmla="*/ 0 w 357651"/>
                <a:gd name="connsiteY13" fmla="*/ 44706 h 447063"/>
                <a:gd name="connsiteX14" fmla="*/ 44706 w 357651"/>
                <a:gd name="connsiteY14" fmla="*/ 0 h 44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7651" h="447063">
                  <a:moveTo>
                    <a:pt x="212355" y="11176"/>
                  </a:moveTo>
                  <a:lnTo>
                    <a:pt x="346474" y="145295"/>
                  </a:lnTo>
                  <a:lnTo>
                    <a:pt x="223532" y="145295"/>
                  </a:lnTo>
                  <a:cubicBezTo>
                    <a:pt x="217360" y="145295"/>
                    <a:pt x="212355" y="140291"/>
                    <a:pt x="212355" y="134118"/>
                  </a:cubicBezTo>
                  <a:close/>
                  <a:moveTo>
                    <a:pt x="44706" y="0"/>
                  </a:moveTo>
                  <a:lnTo>
                    <a:pt x="178825" y="0"/>
                  </a:lnTo>
                  <a:lnTo>
                    <a:pt x="178825" y="134119"/>
                  </a:lnTo>
                  <a:cubicBezTo>
                    <a:pt x="178825" y="158810"/>
                    <a:pt x="198840" y="178825"/>
                    <a:pt x="223532" y="178825"/>
                  </a:cubicBezTo>
                  <a:lnTo>
                    <a:pt x="357651" y="178825"/>
                  </a:lnTo>
                  <a:lnTo>
                    <a:pt x="357651" y="402357"/>
                  </a:lnTo>
                  <a:cubicBezTo>
                    <a:pt x="357651" y="427048"/>
                    <a:pt x="337636" y="447063"/>
                    <a:pt x="312944" y="447063"/>
                  </a:cubicBezTo>
                  <a:lnTo>
                    <a:pt x="44706" y="447063"/>
                  </a:lnTo>
                  <a:cubicBezTo>
                    <a:pt x="20016" y="447063"/>
                    <a:pt x="0" y="427048"/>
                    <a:pt x="0" y="402357"/>
                  </a:cubicBezTo>
                  <a:lnTo>
                    <a:pt x="0" y="44706"/>
                  </a:lnTo>
                  <a:cubicBezTo>
                    <a:pt x="0" y="20016"/>
                    <a:pt x="20016" y="0"/>
                    <a:pt x="44706" y="0"/>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UI Semibold"/>
                <a:ea typeface="+mn-ea"/>
                <a:cs typeface="Segoe Sans Text" pitchFamily="2" charset="0"/>
              </a:endParaRPr>
            </a:p>
          </p:txBody>
        </p:sp>
      </p:grpSp>
      <p:grpSp>
        <p:nvGrpSpPr>
          <p:cNvPr id="57" name="Group 56">
            <a:extLst>
              <a:ext uri="{FF2B5EF4-FFF2-40B4-BE49-F238E27FC236}">
                <a16:creationId xmlns:a16="http://schemas.microsoft.com/office/drawing/2014/main" id="{DF493886-3301-D701-6E83-FF6F512FC5DD}"/>
              </a:ext>
              <a:ext uri="{C183D7F6-B498-43B3-948B-1728B52AA6E4}">
                <adec:decorative xmlns:adec="http://schemas.microsoft.com/office/drawing/2017/decorative" val="1"/>
              </a:ext>
            </a:extLst>
          </p:cNvPr>
          <p:cNvGrpSpPr/>
          <p:nvPr/>
        </p:nvGrpSpPr>
        <p:grpSpPr>
          <a:xfrm>
            <a:off x="4779915" y="2163322"/>
            <a:ext cx="730654" cy="730654"/>
            <a:chOff x="4779915" y="2163322"/>
            <a:chExt cx="730654" cy="730654"/>
          </a:xfrm>
        </p:grpSpPr>
        <p:sp>
          <p:nvSpPr>
            <p:cNvPr id="58" name="Oval 3">
              <a:extLst>
                <a:ext uri="{FF2B5EF4-FFF2-40B4-BE49-F238E27FC236}">
                  <a16:creationId xmlns:a16="http://schemas.microsoft.com/office/drawing/2014/main" id="{D2075DF0-91CB-284C-7320-FA9A114EE1ED}"/>
                </a:ext>
                <a:ext uri="{C183D7F6-B498-43B3-948B-1728B52AA6E4}">
                  <adec:decorative xmlns:adec="http://schemas.microsoft.com/office/drawing/2017/decorative" val="1"/>
                </a:ext>
              </a:extLst>
            </p:cNvPr>
            <p:cNvSpPr/>
            <p:nvPr/>
          </p:nvSpPr>
          <p:spPr bwMode="auto">
            <a:xfrm>
              <a:off x="4779915" y="2163322"/>
              <a:ext cx="730654" cy="730654"/>
            </a:xfrm>
            <a:prstGeom prst="ellipse">
              <a:avLst/>
            </a:prstGeom>
            <a:gradFill flip="none" rotWithShape="1">
              <a:gsLst>
                <a:gs pos="0">
                  <a:srgbClr val="998CE4"/>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59" name="Graphic 36">
              <a:extLst>
                <a:ext uri="{FF2B5EF4-FFF2-40B4-BE49-F238E27FC236}">
                  <a16:creationId xmlns:a16="http://schemas.microsoft.com/office/drawing/2014/main" id="{1E23DBBE-1AC3-3A84-02BD-DF3E821A3AFD}"/>
                </a:ext>
              </a:extLst>
            </p:cNvPr>
            <p:cNvSpPr/>
            <p:nvPr/>
          </p:nvSpPr>
          <p:spPr>
            <a:xfrm>
              <a:off x="4980109" y="2363500"/>
              <a:ext cx="330266" cy="330299"/>
            </a:xfrm>
            <a:custGeom>
              <a:avLst/>
              <a:gdLst>
                <a:gd name="connsiteX0" fmla="*/ 16765 w 447063"/>
                <a:gd name="connsiteY0" fmla="*/ 290591 h 447108"/>
                <a:gd name="connsiteX1" fmla="*/ 33373 w 447063"/>
                <a:gd name="connsiteY1" fmla="*/ 305076 h 447108"/>
                <a:gd name="connsiteX2" fmla="*/ 33530 w 447063"/>
                <a:gd name="connsiteY2" fmla="*/ 307356 h 447108"/>
                <a:gd name="connsiteX3" fmla="*/ 33530 w 447063"/>
                <a:gd name="connsiteY3" fmla="*/ 385637 h 447108"/>
                <a:gd name="connsiteX4" fmla="*/ 33686 w 447063"/>
                <a:gd name="connsiteY4" fmla="*/ 388498 h 447108"/>
                <a:gd name="connsiteX5" fmla="*/ 58610 w 447063"/>
                <a:gd name="connsiteY5" fmla="*/ 413444 h 447108"/>
                <a:gd name="connsiteX6" fmla="*/ 61471 w 447063"/>
                <a:gd name="connsiteY6" fmla="*/ 413578 h 447108"/>
                <a:gd name="connsiteX7" fmla="*/ 139707 w 447063"/>
                <a:gd name="connsiteY7" fmla="*/ 413578 h 447108"/>
                <a:gd name="connsiteX8" fmla="*/ 141987 w 447063"/>
                <a:gd name="connsiteY8" fmla="*/ 413735 h 447108"/>
                <a:gd name="connsiteX9" fmla="*/ 156311 w 447063"/>
                <a:gd name="connsiteY9" fmla="*/ 432628 h 447108"/>
                <a:gd name="connsiteX10" fmla="*/ 141987 w 447063"/>
                <a:gd name="connsiteY10" fmla="*/ 446952 h 447108"/>
                <a:gd name="connsiteX11" fmla="*/ 139707 w 447063"/>
                <a:gd name="connsiteY11" fmla="*/ 447108 h 447108"/>
                <a:gd name="connsiteX12" fmla="*/ 61471 w 447063"/>
                <a:gd name="connsiteY12" fmla="*/ 447108 h 447108"/>
                <a:gd name="connsiteX13" fmla="*/ 57738 w 447063"/>
                <a:gd name="connsiteY13" fmla="*/ 446996 h 447108"/>
                <a:gd name="connsiteX14" fmla="*/ 112 w 447063"/>
                <a:gd name="connsiteY14" fmla="*/ 389549 h 447108"/>
                <a:gd name="connsiteX15" fmla="*/ 0 w 447063"/>
                <a:gd name="connsiteY15" fmla="*/ 385637 h 447108"/>
                <a:gd name="connsiteX16" fmla="*/ 0 w 447063"/>
                <a:gd name="connsiteY16" fmla="*/ 307356 h 447108"/>
                <a:gd name="connsiteX17" fmla="*/ 156 w 447063"/>
                <a:gd name="connsiteY17" fmla="*/ 305076 h 447108"/>
                <a:gd name="connsiteX18" fmla="*/ 16765 w 447063"/>
                <a:gd name="connsiteY18" fmla="*/ 290591 h 447108"/>
                <a:gd name="connsiteX19" fmla="*/ 430298 w 447063"/>
                <a:gd name="connsiteY19" fmla="*/ 290591 h 447108"/>
                <a:gd name="connsiteX20" fmla="*/ 446907 w 447063"/>
                <a:gd name="connsiteY20" fmla="*/ 305076 h 447108"/>
                <a:gd name="connsiteX21" fmla="*/ 447063 w 447063"/>
                <a:gd name="connsiteY21" fmla="*/ 307356 h 447108"/>
                <a:gd name="connsiteX22" fmla="*/ 447063 w 447063"/>
                <a:gd name="connsiteY22" fmla="*/ 385637 h 447108"/>
                <a:gd name="connsiteX23" fmla="*/ 389347 w 447063"/>
                <a:gd name="connsiteY23" fmla="*/ 446996 h 447108"/>
                <a:gd name="connsiteX24" fmla="*/ 385592 w 447063"/>
                <a:gd name="connsiteY24" fmla="*/ 447108 h 447108"/>
                <a:gd name="connsiteX25" fmla="*/ 307356 w 447063"/>
                <a:gd name="connsiteY25" fmla="*/ 447108 h 447108"/>
                <a:gd name="connsiteX26" fmla="*/ 290596 w 447063"/>
                <a:gd name="connsiteY26" fmla="*/ 430339 h 447108"/>
                <a:gd name="connsiteX27" fmla="*/ 305076 w 447063"/>
                <a:gd name="connsiteY27" fmla="*/ 413735 h 447108"/>
                <a:gd name="connsiteX28" fmla="*/ 307356 w 447063"/>
                <a:gd name="connsiteY28" fmla="*/ 413578 h 447108"/>
                <a:gd name="connsiteX29" fmla="*/ 385592 w 447063"/>
                <a:gd name="connsiteY29" fmla="*/ 413578 h 447108"/>
                <a:gd name="connsiteX30" fmla="*/ 413399 w 447063"/>
                <a:gd name="connsiteY30" fmla="*/ 388498 h 447108"/>
                <a:gd name="connsiteX31" fmla="*/ 413534 w 447063"/>
                <a:gd name="connsiteY31" fmla="*/ 385637 h 447108"/>
                <a:gd name="connsiteX32" fmla="*/ 413534 w 447063"/>
                <a:gd name="connsiteY32" fmla="*/ 307356 h 447108"/>
                <a:gd name="connsiteX33" fmla="*/ 430298 w 447063"/>
                <a:gd name="connsiteY33" fmla="*/ 290591 h 447108"/>
                <a:gd name="connsiteX34" fmla="*/ 223599 w 447063"/>
                <a:gd name="connsiteY34" fmla="*/ 290591 h 447108"/>
                <a:gd name="connsiteX35" fmla="*/ 245927 w 447063"/>
                <a:gd name="connsiteY35" fmla="*/ 312969 h 447108"/>
                <a:gd name="connsiteX36" fmla="*/ 226214 w 447063"/>
                <a:gd name="connsiteY36" fmla="*/ 335141 h 447108"/>
                <a:gd name="connsiteX37" fmla="*/ 223599 w 447063"/>
                <a:gd name="connsiteY37" fmla="*/ 335298 h 447108"/>
                <a:gd name="connsiteX38" fmla="*/ 134186 w 447063"/>
                <a:gd name="connsiteY38" fmla="*/ 335298 h 447108"/>
                <a:gd name="connsiteX39" fmla="*/ 111880 w 447063"/>
                <a:gd name="connsiteY39" fmla="*/ 312897 h 447108"/>
                <a:gd name="connsiteX40" fmla="*/ 131593 w 447063"/>
                <a:gd name="connsiteY40" fmla="*/ 290748 h 447108"/>
                <a:gd name="connsiteX41" fmla="*/ 134186 w 447063"/>
                <a:gd name="connsiteY41" fmla="*/ 290591 h 447108"/>
                <a:gd name="connsiteX42" fmla="*/ 223599 w 447063"/>
                <a:gd name="connsiteY42" fmla="*/ 290591 h 447108"/>
                <a:gd name="connsiteX43" fmla="*/ 313011 w 447063"/>
                <a:gd name="connsiteY43" fmla="*/ 201179 h 447108"/>
                <a:gd name="connsiteX44" fmla="*/ 335340 w 447063"/>
                <a:gd name="connsiteY44" fmla="*/ 223556 h 447108"/>
                <a:gd name="connsiteX45" fmla="*/ 315627 w 447063"/>
                <a:gd name="connsiteY45" fmla="*/ 245728 h 447108"/>
                <a:gd name="connsiteX46" fmla="*/ 313011 w 447063"/>
                <a:gd name="connsiteY46" fmla="*/ 245885 h 447108"/>
                <a:gd name="connsiteX47" fmla="*/ 134186 w 447063"/>
                <a:gd name="connsiteY47" fmla="*/ 245885 h 447108"/>
                <a:gd name="connsiteX48" fmla="*/ 111880 w 447063"/>
                <a:gd name="connsiteY48" fmla="*/ 223485 h 447108"/>
                <a:gd name="connsiteX49" fmla="*/ 131593 w 447063"/>
                <a:gd name="connsiteY49" fmla="*/ 201335 h 447108"/>
                <a:gd name="connsiteX50" fmla="*/ 134186 w 447063"/>
                <a:gd name="connsiteY50" fmla="*/ 201179 h 447108"/>
                <a:gd name="connsiteX51" fmla="*/ 313011 w 447063"/>
                <a:gd name="connsiteY51" fmla="*/ 201179 h 447108"/>
                <a:gd name="connsiteX52" fmla="*/ 139707 w 447063"/>
                <a:gd name="connsiteY52" fmla="*/ 0 h 447108"/>
                <a:gd name="connsiteX53" fmla="*/ 156467 w 447063"/>
                <a:gd name="connsiteY53" fmla="*/ 16770 h 447108"/>
                <a:gd name="connsiteX54" fmla="*/ 141987 w 447063"/>
                <a:gd name="connsiteY54" fmla="*/ 33373 h 447108"/>
                <a:gd name="connsiteX55" fmla="*/ 139707 w 447063"/>
                <a:gd name="connsiteY55" fmla="*/ 33530 h 447108"/>
                <a:gd name="connsiteX56" fmla="*/ 61471 w 447063"/>
                <a:gd name="connsiteY56" fmla="*/ 33530 h 447108"/>
                <a:gd name="connsiteX57" fmla="*/ 33686 w 447063"/>
                <a:gd name="connsiteY57" fmla="*/ 58610 h 447108"/>
                <a:gd name="connsiteX58" fmla="*/ 33530 w 447063"/>
                <a:gd name="connsiteY58" fmla="*/ 61471 h 447108"/>
                <a:gd name="connsiteX59" fmla="*/ 33530 w 447063"/>
                <a:gd name="connsiteY59" fmla="*/ 139752 h 447108"/>
                <a:gd name="connsiteX60" fmla="*/ 16760 w 447063"/>
                <a:gd name="connsiteY60" fmla="*/ 156512 h 447108"/>
                <a:gd name="connsiteX61" fmla="*/ 156 w 447063"/>
                <a:gd name="connsiteY61" fmla="*/ 142032 h 447108"/>
                <a:gd name="connsiteX62" fmla="*/ 0 w 447063"/>
                <a:gd name="connsiteY62" fmla="*/ 139752 h 447108"/>
                <a:gd name="connsiteX63" fmla="*/ 0 w 447063"/>
                <a:gd name="connsiteY63" fmla="*/ 61471 h 447108"/>
                <a:gd name="connsiteX64" fmla="*/ 57738 w 447063"/>
                <a:gd name="connsiteY64" fmla="*/ 112 h 447108"/>
                <a:gd name="connsiteX65" fmla="*/ 61471 w 447063"/>
                <a:gd name="connsiteY65" fmla="*/ 0 h 447108"/>
                <a:gd name="connsiteX66" fmla="*/ 139707 w 447063"/>
                <a:gd name="connsiteY66" fmla="*/ 0 h 447108"/>
                <a:gd name="connsiteX67" fmla="*/ 385592 w 447063"/>
                <a:gd name="connsiteY67" fmla="*/ 0 h 447108"/>
                <a:gd name="connsiteX68" fmla="*/ 389347 w 447063"/>
                <a:gd name="connsiteY68" fmla="*/ 112 h 447108"/>
                <a:gd name="connsiteX69" fmla="*/ 446952 w 447063"/>
                <a:gd name="connsiteY69" fmla="*/ 57559 h 447108"/>
                <a:gd name="connsiteX70" fmla="*/ 447063 w 447063"/>
                <a:gd name="connsiteY70" fmla="*/ 61471 h 447108"/>
                <a:gd name="connsiteX71" fmla="*/ 447063 w 447063"/>
                <a:gd name="connsiteY71" fmla="*/ 139752 h 447108"/>
                <a:gd name="connsiteX72" fmla="*/ 446907 w 447063"/>
                <a:gd name="connsiteY72" fmla="*/ 142032 h 447108"/>
                <a:gd name="connsiteX73" fmla="*/ 428014 w 447063"/>
                <a:gd name="connsiteY73" fmla="*/ 156355 h 447108"/>
                <a:gd name="connsiteX74" fmla="*/ 413690 w 447063"/>
                <a:gd name="connsiteY74" fmla="*/ 142032 h 447108"/>
                <a:gd name="connsiteX75" fmla="*/ 413534 w 447063"/>
                <a:gd name="connsiteY75" fmla="*/ 139752 h 447108"/>
                <a:gd name="connsiteX76" fmla="*/ 413534 w 447063"/>
                <a:gd name="connsiteY76" fmla="*/ 61471 h 447108"/>
                <a:gd name="connsiteX77" fmla="*/ 413399 w 447063"/>
                <a:gd name="connsiteY77" fmla="*/ 58610 h 447108"/>
                <a:gd name="connsiteX78" fmla="*/ 388453 w 447063"/>
                <a:gd name="connsiteY78" fmla="*/ 33664 h 447108"/>
                <a:gd name="connsiteX79" fmla="*/ 385592 w 447063"/>
                <a:gd name="connsiteY79" fmla="*/ 33530 h 447108"/>
                <a:gd name="connsiteX80" fmla="*/ 307356 w 447063"/>
                <a:gd name="connsiteY80" fmla="*/ 33530 h 447108"/>
                <a:gd name="connsiteX81" fmla="*/ 305076 w 447063"/>
                <a:gd name="connsiteY81" fmla="*/ 33373 h 447108"/>
                <a:gd name="connsiteX82" fmla="*/ 290752 w 447063"/>
                <a:gd name="connsiteY82" fmla="*/ 14480 h 447108"/>
                <a:gd name="connsiteX83" fmla="*/ 305076 w 447063"/>
                <a:gd name="connsiteY83" fmla="*/ 156 h 447108"/>
                <a:gd name="connsiteX84" fmla="*/ 307356 w 447063"/>
                <a:gd name="connsiteY84" fmla="*/ 0 h 447108"/>
                <a:gd name="connsiteX85" fmla="*/ 385592 w 447063"/>
                <a:gd name="connsiteY85" fmla="*/ 0 h 447108"/>
                <a:gd name="connsiteX86" fmla="*/ 313011 w 447063"/>
                <a:gd name="connsiteY86" fmla="*/ 111766 h 447108"/>
                <a:gd name="connsiteX87" fmla="*/ 335340 w 447063"/>
                <a:gd name="connsiteY87" fmla="*/ 134144 h 447108"/>
                <a:gd name="connsiteX88" fmla="*/ 315627 w 447063"/>
                <a:gd name="connsiteY88" fmla="*/ 156316 h 447108"/>
                <a:gd name="connsiteX89" fmla="*/ 313011 w 447063"/>
                <a:gd name="connsiteY89" fmla="*/ 156472 h 447108"/>
                <a:gd name="connsiteX90" fmla="*/ 134186 w 447063"/>
                <a:gd name="connsiteY90" fmla="*/ 156472 h 447108"/>
                <a:gd name="connsiteX91" fmla="*/ 111880 w 447063"/>
                <a:gd name="connsiteY91" fmla="*/ 134072 h 447108"/>
                <a:gd name="connsiteX92" fmla="*/ 131593 w 447063"/>
                <a:gd name="connsiteY92" fmla="*/ 111922 h 447108"/>
                <a:gd name="connsiteX93" fmla="*/ 134186 w 447063"/>
                <a:gd name="connsiteY93" fmla="*/ 111766 h 447108"/>
                <a:gd name="connsiteX94" fmla="*/ 313011 w 447063"/>
                <a:gd name="connsiteY94" fmla="*/ 111766 h 44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47063" h="447108">
                  <a:moveTo>
                    <a:pt x="16765" y="290591"/>
                  </a:moveTo>
                  <a:cubicBezTo>
                    <a:pt x="25143" y="290591"/>
                    <a:pt x="32234" y="296776"/>
                    <a:pt x="33373" y="305076"/>
                  </a:cubicBezTo>
                  <a:lnTo>
                    <a:pt x="33530" y="307356"/>
                  </a:lnTo>
                  <a:lnTo>
                    <a:pt x="33530" y="385637"/>
                  </a:lnTo>
                  <a:lnTo>
                    <a:pt x="33686" y="388498"/>
                  </a:lnTo>
                  <a:cubicBezTo>
                    <a:pt x="35035" y="401669"/>
                    <a:pt x="45441" y="412083"/>
                    <a:pt x="58610" y="413444"/>
                  </a:cubicBezTo>
                  <a:lnTo>
                    <a:pt x="61471" y="413578"/>
                  </a:lnTo>
                  <a:lnTo>
                    <a:pt x="139707" y="413578"/>
                  </a:lnTo>
                  <a:lnTo>
                    <a:pt x="141987" y="413735"/>
                  </a:lnTo>
                  <a:cubicBezTo>
                    <a:pt x="151160" y="414998"/>
                    <a:pt x="157573" y="423456"/>
                    <a:pt x="156311" y="432628"/>
                  </a:cubicBezTo>
                  <a:cubicBezTo>
                    <a:pt x="155286" y="440074"/>
                    <a:pt x="149432" y="445928"/>
                    <a:pt x="141987" y="446952"/>
                  </a:cubicBezTo>
                  <a:lnTo>
                    <a:pt x="139707" y="447108"/>
                  </a:lnTo>
                  <a:lnTo>
                    <a:pt x="61471" y="447108"/>
                  </a:lnTo>
                  <a:lnTo>
                    <a:pt x="57738" y="446996"/>
                  </a:lnTo>
                  <a:cubicBezTo>
                    <a:pt x="26790" y="445121"/>
                    <a:pt x="2084" y="420490"/>
                    <a:pt x="112" y="389549"/>
                  </a:cubicBezTo>
                  <a:lnTo>
                    <a:pt x="0" y="385637"/>
                  </a:lnTo>
                  <a:lnTo>
                    <a:pt x="0" y="307356"/>
                  </a:lnTo>
                  <a:lnTo>
                    <a:pt x="156" y="305076"/>
                  </a:lnTo>
                  <a:cubicBezTo>
                    <a:pt x="1296" y="296776"/>
                    <a:pt x="8387" y="290591"/>
                    <a:pt x="16765" y="290591"/>
                  </a:cubicBezTo>
                  <a:close/>
                  <a:moveTo>
                    <a:pt x="430298" y="290591"/>
                  </a:moveTo>
                  <a:cubicBezTo>
                    <a:pt x="438676" y="290591"/>
                    <a:pt x="445767" y="296776"/>
                    <a:pt x="446907" y="305076"/>
                  </a:cubicBezTo>
                  <a:lnTo>
                    <a:pt x="447063" y="307356"/>
                  </a:lnTo>
                  <a:lnTo>
                    <a:pt x="447063" y="385637"/>
                  </a:lnTo>
                  <a:cubicBezTo>
                    <a:pt x="447066" y="418129"/>
                    <a:pt x="421780" y="445011"/>
                    <a:pt x="389347" y="446996"/>
                  </a:cubicBezTo>
                  <a:lnTo>
                    <a:pt x="385592" y="447108"/>
                  </a:lnTo>
                  <a:lnTo>
                    <a:pt x="307356" y="447108"/>
                  </a:lnTo>
                  <a:cubicBezTo>
                    <a:pt x="298097" y="447106"/>
                    <a:pt x="290593" y="439597"/>
                    <a:pt x="290596" y="430339"/>
                  </a:cubicBezTo>
                  <a:cubicBezTo>
                    <a:pt x="290598" y="421963"/>
                    <a:pt x="296781" y="414877"/>
                    <a:pt x="305076" y="413735"/>
                  </a:cubicBezTo>
                  <a:lnTo>
                    <a:pt x="307356" y="413578"/>
                  </a:lnTo>
                  <a:lnTo>
                    <a:pt x="385592" y="413578"/>
                  </a:lnTo>
                  <a:cubicBezTo>
                    <a:pt x="399921" y="413585"/>
                    <a:pt x="411933" y="402750"/>
                    <a:pt x="413399" y="388498"/>
                  </a:cubicBezTo>
                  <a:lnTo>
                    <a:pt x="413534" y="385637"/>
                  </a:lnTo>
                  <a:lnTo>
                    <a:pt x="413534" y="307356"/>
                  </a:lnTo>
                  <a:cubicBezTo>
                    <a:pt x="413534" y="298097"/>
                    <a:pt x="421040" y="290591"/>
                    <a:pt x="430298" y="290591"/>
                  </a:cubicBezTo>
                  <a:close/>
                  <a:moveTo>
                    <a:pt x="223599" y="290591"/>
                  </a:moveTo>
                  <a:cubicBezTo>
                    <a:pt x="235944" y="290605"/>
                    <a:pt x="245941" y="300623"/>
                    <a:pt x="245927" y="312969"/>
                  </a:cubicBezTo>
                  <a:cubicBezTo>
                    <a:pt x="245914" y="324284"/>
                    <a:pt x="237449" y="333804"/>
                    <a:pt x="226214" y="335141"/>
                  </a:cubicBezTo>
                  <a:lnTo>
                    <a:pt x="223599" y="335298"/>
                  </a:lnTo>
                  <a:lnTo>
                    <a:pt x="134186" y="335298"/>
                  </a:lnTo>
                  <a:cubicBezTo>
                    <a:pt x="121841" y="335271"/>
                    <a:pt x="111854" y="325243"/>
                    <a:pt x="111880" y="312897"/>
                  </a:cubicBezTo>
                  <a:cubicBezTo>
                    <a:pt x="111904" y="301591"/>
                    <a:pt x="120366" y="292082"/>
                    <a:pt x="131593" y="290748"/>
                  </a:cubicBezTo>
                  <a:lnTo>
                    <a:pt x="134186" y="290591"/>
                  </a:lnTo>
                  <a:lnTo>
                    <a:pt x="223599" y="290591"/>
                  </a:lnTo>
                  <a:close/>
                  <a:moveTo>
                    <a:pt x="313011" y="201179"/>
                  </a:moveTo>
                  <a:cubicBezTo>
                    <a:pt x="325357" y="201192"/>
                    <a:pt x="335353" y="211211"/>
                    <a:pt x="335340" y="223556"/>
                  </a:cubicBezTo>
                  <a:cubicBezTo>
                    <a:pt x="335327" y="234871"/>
                    <a:pt x="326861" y="244392"/>
                    <a:pt x="315627" y="245728"/>
                  </a:cubicBezTo>
                  <a:lnTo>
                    <a:pt x="313011" y="245885"/>
                  </a:lnTo>
                  <a:lnTo>
                    <a:pt x="134186" y="245885"/>
                  </a:lnTo>
                  <a:cubicBezTo>
                    <a:pt x="121841" y="245858"/>
                    <a:pt x="111854" y="235830"/>
                    <a:pt x="111880" y="223485"/>
                  </a:cubicBezTo>
                  <a:cubicBezTo>
                    <a:pt x="111904" y="212178"/>
                    <a:pt x="120366" y="202669"/>
                    <a:pt x="131593" y="201335"/>
                  </a:cubicBezTo>
                  <a:lnTo>
                    <a:pt x="134186" y="201179"/>
                  </a:lnTo>
                  <a:lnTo>
                    <a:pt x="313011" y="201179"/>
                  </a:lnTo>
                  <a:close/>
                  <a:moveTo>
                    <a:pt x="139707" y="0"/>
                  </a:moveTo>
                  <a:cubicBezTo>
                    <a:pt x="148966" y="3"/>
                    <a:pt x="156470" y="7511"/>
                    <a:pt x="156467" y="16770"/>
                  </a:cubicBezTo>
                  <a:cubicBezTo>
                    <a:pt x="156465" y="25144"/>
                    <a:pt x="150283" y="32232"/>
                    <a:pt x="141987" y="33373"/>
                  </a:cubicBezTo>
                  <a:lnTo>
                    <a:pt x="139707" y="33530"/>
                  </a:lnTo>
                  <a:lnTo>
                    <a:pt x="61471" y="33530"/>
                  </a:lnTo>
                  <a:cubicBezTo>
                    <a:pt x="47151" y="33535"/>
                    <a:pt x="35153" y="44365"/>
                    <a:pt x="33686" y="58610"/>
                  </a:cubicBezTo>
                  <a:lnTo>
                    <a:pt x="33530" y="61471"/>
                  </a:lnTo>
                  <a:lnTo>
                    <a:pt x="33530" y="139752"/>
                  </a:lnTo>
                  <a:cubicBezTo>
                    <a:pt x="33527" y="149011"/>
                    <a:pt x="26019" y="156515"/>
                    <a:pt x="16760" y="156512"/>
                  </a:cubicBezTo>
                  <a:cubicBezTo>
                    <a:pt x="8386" y="156509"/>
                    <a:pt x="1298" y="150328"/>
                    <a:pt x="156" y="142032"/>
                  </a:cubicBezTo>
                  <a:lnTo>
                    <a:pt x="0" y="139752"/>
                  </a:lnTo>
                  <a:lnTo>
                    <a:pt x="0" y="61471"/>
                  </a:lnTo>
                  <a:cubicBezTo>
                    <a:pt x="-1" y="28971"/>
                    <a:pt x="25298" y="2085"/>
                    <a:pt x="57738" y="112"/>
                  </a:cubicBezTo>
                  <a:lnTo>
                    <a:pt x="61471" y="0"/>
                  </a:lnTo>
                  <a:lnTo>
                    <a:pt x="139707" y="0"/>
                  </a:lnTo>
                  <a:close/>
                  <a:moveTo>
                    <a:pt x="385592" y="0"/>
                  </a:moveTo>
                  <a:lnTo>
                    <a:pt x="389347" y="112"/>
                  </a:lnTo>
                  <a:cubicBezTo>
                    <a:pt x="420287" y="1999"/>
                    <a:pt x="444980" y="26626"/>
                    <a:pt x="446952" y="57559"/>
                  </a:cubicBezTo>
                  <a:lnTo>
                    <a:pt x="447063" y="61471"/>
                  </a:lnTo>
                  <a:lnTo>
                    <a:pt x="447063" y="139752"/>
                  </a:lnTo>
                  <a:lnTo>
                    <a:pt x="446907" y="142032"/>
                  </a:lnTo>
                  <a:cubicBezTo>
                    <a:pt x="445644" y="151205"/>
                    <a:pt x="437185" y="157617"/>
                    <a:pt x="428014" y="156355"/>
                  </a:cubicBezTo>
                  <a:cubicBezTo>
                    <a:pt x="420568" y="155331"/>
                    <a:pt x="414714" y="149477"/>
                    <a:pt x="413690" y="142032"/>
                  </a:cubicBezTo>
                  <a:lnTo>
                    <a:pt x="413534" y="139752"/>
                  </a:lnTo>
                  <a:lnTo>
                    <a:pt x="413534" y="61471"/>
                  </a:lnTo>
                  <a:lnTo>
                    <a:pt x="413399" y="58610"/>
                  </a:lnTo>
                  <a:cubicBezTo>
                    <a:pt x="412049" y="45433"/>
                    <a:pt x="401631" y="35015"/>
                    <a:pt x="388453" y="33664"/>
                  </a:cubicBezTo>
                  <a:lnTo>
                    <a:pt x="385592" y="33530"/>
                  </a:lnTo>
                  <a:lnTo>
                    <a:pt x="307356" y="33530"/>
                  </a:lnTo>
                  <a:lnTo>
                    <a:pt x="305076" y="33373"/>
                  </a:lnTo>
                  <a:cubicBezTo>
                    <a:pt x="295905" y="32111"/>
                    <a:pt x="289491" y="23652"/>
                    <a:pt x="290752" y="14480"/>
                  </a:cubicBezTo>
                  <a:cubicBezTo>
                    <a:pt x="291778" y="7035"/>
                    <a:pt x="297630" y="1181"/>
                    <a:pt x="305076" y="156"/>
                  </a:cubicBezTo>
                  <a:lnTo>
                    <a:pt x="307356" y="0"/>
                  </a:lnTo>
                  <a:lnTo>
                    <a:pt x="385592" y="0"/>
                  </a:lnTo>
                  <a:close/>
                  <a:moveTo>
                    <a:pt x="313011" y="111766"/>
                  </a:moveTo>
                  <a:cubicBezTo>
                    <a:pt x="325357" y="111779"/>
                    <a:pt x="335353" y="121798"/>
                    <a:pt x="335340" y="134144"/>
                  </a:cubicBezTo>
                  <a:cubicBezTo>
                    <a:pt x="335327" y="145458"/>
                    <a:pt x="326861" y="154979"/>
                    <a:pt x="315627" y="156316"/>
                  </a:cubicBezTo>
                  <a:lnTo>
                    <a:pt x="313011" y="156472"/>
                  </a:lnTo>
                  <a:lnTo>
                    <a:pt x="134186" y="156472"/>
                  </a:lnTo>
                  <a:cubicBezTo>
                    <a:pt x="121841" y="156446"/>
                    <a:pt x="111854" y="146417"/>
                    <a:pt x="111880" y="134072"/>
                  </a:cubicBezTo>
                  <a:cubicBezTo>
                    <a:pt x="111904" y="122766"/>
                    <a:pt x="120366" y="113257"/>
                    <a:pt x="131593" y="111922"/>
                  </a:cubicBezTo>
                  <a:lnTo>
                    <a:pt x="134186" y="111766"/>
                  </a:lnTo>
                  <a:lnTo>
                    <a:pt x="313011" y="11176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UI Semibold"/>
                <a:ea typeface="+mn-ea"/>
                <a:cs typeface="Segoe Sans Text" pitchFamily="2" charset="0"/>
              </a:endParaRPr>
            </a:p>
          </p:txBody>
        </p:sp>
      </p:grpSp>
      <p:grpSp>
        <p:nvGrpSpPr>
          <p:cNvPr id="60" name="Group 59">
            <a:extLst>
              <a:ext uri="{FF2B5EF4-FFF2-40B4-BE49-F238E27FC236}">
                <a16:creationId xmlns:a16="http://schemas.microsoft.com/office/drawing/2014/main" id="{F8D8A399-7B6B-CF1D-426F-36240DD27622}"/>
              </a:ext>
              <a:ext uri="{C183D7F6-B498-43B3-948B-1728B52AA6E4}">
                <adec:decorative xmlns:adec="http://schemas.microsoft.com/office/drawing/2017/decorative" val="1"/>
              </a:ext>
            </a:extLst>
          </p:cNvPr>
          <p:cNvGrpSpPr/>
          <p:nvPr/>
        </p:nvGrpSpPr>
        <p:grpSpPr>
          <a:xfrm>
            <a:off x="6637583" y="2163322"/>
            <a:ext cx="730654" cy="730654"/>
            <a:chOff x="6637583" y="2163322"/>
            <a:chExt cx="730654" cy="730654"/>
          </a:xfrm>
        </p:grpSpPr>
        <p:sp>
          <p:nvSpPr>
            <p:cNvPr id="61" name="Oval 3">
              <a:extLst>
                <a:ext uri="{FF2B5EF4-FFF2-40B4-BE49-F238E27FC236}">
                  <a16:creationId xmlns:a16="http://schemas.microsoft.com/office/drawing/2014/main" id="{6356E58D-C2EF-197F-8049-646ADAB62040}"/>
                </a:ext>
                <a:ext uri="{C183D7F6-B498-43B3-948B-1728B52AA6E4}">
                  <adec:decorative xmlns:adec="http://schemas.microsoft.com/office/drawing/2017/decorative" val="1"/>
                </a:ext>
              </a:extLst>
            </p:cNvPr>
            <p:cNvSpPr/>
            <p:nvPr/>
          </p:nvSpPr>
          <p:spPr bwMode="auto">
            <a:xfrm>
              <a:off x="6637583" y="2163322"/>
              <a:ext cx="730654" cy="730654"/>
            </a:xfrm>
            <a:prstGeom prst="ellipse">
              <a:avLst/>
            </a:prstGeom>
            <a:gradFill flip="none" rotWithShape="1">
              <a:gsLst>
                <a:gs pos="0">
                  <a:srgbClr val="998CE4"/>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62" name="Freeform: Shape 17">
              <a:extLst>
                <a:ext uri="{FF2B5EF4-FFF2-40B4-BE49-F238E27FC236}">
                  <a16:creationId xmlns:a16="http://schemas.microsoft.com/office/drawing/2014/main" id="{9267328B-C316-F736-AEA2-4B8D50CFAF3F}"/>
                </a:ext>
                <a:ext uri="{C183D7F6-B498-43B3-948B-1728B52AA6E4}">
                  <adec:decorative xmlns:adec="http://schemas.microsoft.com/office/drawing/2017/decorative" val="1"/>
                </a:ext>
              </a:extLst>
            </p:cNvPr>
            <p:cNvSpPr/>
            <p:nvPr/>
          </p:nvSpPr>
          <p:spPr>
            <a:xfrm>
              <a:off x="6773293" y="2322537"/>
              <a:ext cx="371244" cy="371244"/>
            </a:xfrm>
            <a:custGeom>
              <a:avLst/>
              <a:gdLst>
                <a:gd name="connsiteX0" fmla="*/ 597190 w 672246"/>
                <a:gd name="connsiteY0" fmla="*/ 0 h 672245"/>
                <a:gd name="connsiteX1" fmla="*/ 672246 w 672246"/>
                <a:gd name="connsiteY1" fmla="*/ 75057 h 672245"/>
                <a:gd name="connsiteX2" fmla="*/ 597190 w 672246"/>
                <a:gd name="connsiteY2" fmla="*/ 150113 h 672245"/>
                <a:gd name="connsiteX3" fmla="*/ 528354 w 672246"/>
                <a:gd name="connsiteY3" fmla="*/ 104682 h 672245"/>
                <a:gd name="connsiteX4" fmla="*/ 526930 w 672246"/>
                <a:gd name="connsiteY4" fmla="*/ 97900 h 672245"/>
                <a:gd name="connsiteX5" fmla="*/ 401391 w 672246"/>
                <a:gd name="connsiteY5" fmla="*/ 97900 h 672245"/>
                <a:gd name="connsiteX6" fmla="*/ 326334 w 672246"/>
                <a:gd name="connsiteY6" fmla="*/ 172956 h 672245"/>
                <a:gd name="connsiteX7" fmla="*/ 326334 w 672246"/>
                <a:gd name="connsiteY7" fmla="*/ 310016 h 672245"/>
                <a:gd name="connsiteX8" fmla="*/ 527211 w 672246"/>
                <a:gd name="connsiteY8" fmla="*/ 310016 h 672245"/>
                <a:gd name="connsiteX9" fmla="*/ 527895 w 672246"/>
                <a:gd name="connsiteY9" fmla="*/ 306498 h 672245"/>
                <a:gd name="connsiteX10" fmla="*/ 597190 w 672246"/>
                <a:gd name="connsiteY10" fmla="*/ 261066 h 672245"/>
                <a:gd name="connsiteX11" fmla="*/ 672246 w 672246"/>
                <a:gd name="connsiteY11" fmla="*/ 336123 h 672245"/>
                <a:gd name="connsiteX12" fmla="*/ 597190 w 672246"/>
                <a:gd name="connsiteY12" fmla="*/ 411179 h 672245"/>
                <a:gd name="connsiteX13" fmla="*/ 528354 w 672246"/>
                <a:gd name="connsiteY13" fmla="*/ 365748 h 672245"/>
                <a:gd name="connsiteX14" fmla="*/ 526244 w 672246"/>
                <a:gd name="connsiteY14" fmla="*/ 355703 h 672245"/>
                <a:gd name="connsiteX15" fmla="*/ 329597 w 672246"/>
                <a:gd name="connsiteY15" fmla="*/ 355703 h 672245"/>
                <a:gd name="connsiteX16" fmla="*/ 329597 w 672246"/>
                <a:gd name="connsiteY16" fmla="*/ 496026 h 672245"/>
                <a:gd name="connsiteX17" fmla="*/ 404654 w 672246"/>
                <a:gd name="connsiteY17" fmla="*/ 571082 h 672245"/>
                <a:gd name="connsiteX18" fmla="*/ 527211 w 672246"/>
                <a:gd name="connsiteY18" fmla="*/ 571082 h 672245"/>
                <a:gd name="connsiteX19" fmla="*/ 527895 w 672246"/>
                <a:gd name="connsiteY19" fmla="*/ 567564 h 672245"/>
                <a:gd name="connsiteX20" fmla="*/ 597190 w 672246"/>
                <a:gd name="connsiteY20" fmla="*/ 522132 h 672245"/>
                <a:gd name="connsiteX21" fmla="*/ 672246 w 672246"/>
                <a:gd name="connsiteY21" fmla="*/ 597189 h 672245"/>
                <a:gd name="connsiteX22" fmla="*/ 597190 w 672246"/>
                <a:gd name="connsiteY22" fmla="*/ 672245 h 672245"/>
                <a:gd name="connsiteX23" fmla="*/ 528354 w 672246"/>
                <a:gd name="connsiteY23" fmla="*/ 626814 h 672245"/>
                <a:gd name="connsiteX24" fmla="*/ 527615 w 672246"/>
                <a:gd name="connsiteY24" fmla="*/ 623295 h 672245"/>
                <a:gd name="connsiteX25" fmla="*/ 404654 w 672246"/>
                <a:gd name="connsiteY25" fmla="*/ 623295 h 672245"/>
                <a:gd name="connsiteX26" fmla="*/ 280647 w 672246"/>
                <a:gd name="connsiteY26" fmla="*/ 499289 h 672245"/>
                <a:gd name="connsiteX27" fmla="*/ 280647 w 672246"/>
                <a:gd name="connsiteY27" fmla="*/ 368756 h 672245"/>
                <a:gd name="connsiteX28" fmla="*/ 141792 w 672246"/>
                <a:gd name="connsiteY28" fmla="*/ 368756 h 672245"/>
                <a:gd name="connsiteX29" fmla="*/ 127270 w 672246"/>
                <a:gd name="connsiteY29" fmla="*/ 389560 h 672245"/>
                <a:gd name="connsiteX30" fmla="*/ 75057 w 672246"/>
                <a:gd name="connsiteY30" fmla="*/ 411179 h 672245"/>
                <a:gd name="connsiteX31" fmla="*/ 0 w 672246"/>
                <a:gd name="connsiteY31" fmla="*/ 339386 h 672245"/>
                <a:gd name="connsiteX32" fmla="*/ 75057 w 672246"/>
                <a:gd name="connsiteY32" fmla="*/ 264329 h 672245"/>
                <a:gd name="connsiteX33" fmla="*/ 143892 w 672246"/>
                <a:gd name="connsiteY33" fmla="*/ 307007 h 672245"/>
                <a:gd name="connsiteX34" fmla="*/ 145930 w 672246"/>
                <a:gd name="connsiteY34" fmla="*/ 316543 h 672245"/>
                <a:gd name="connsiteX35" fmla="*/ 277384 w 672246"/>
                <a:gd name="connsiteY35" fmla="*/ 316543 h 672245"/>
                <a:gd name="connsiteX36" fmla="*/ 277384 w 672246"/>
                <a:gd name="connsiteY36" fmla="*/ 176220 h 672245"/>
                <a:gd name="connsiteX37" fmla="*/ 401391 w 672246"/>
                <a:gd name="connsiteY37" fmla="*/ 52213 h 672245"/>
                <a:gd name="connsiteX38" fmla="*/ 526576 w 672246"/>
                <a:gd name="connsiteY38" fmla="*/ 52213 h 672245"/>
                <a:gd name="connsiteX39" fmla="*/ 527895 w 672246"/>
                <a:gd name="connsiteY39" fmla="*/ 45432 h 672245"/>
                <a:gd name="connsiteX40" fmla="*/ 597190 w 672246"/>
                <a:gd name="connsiteY40" fmla="*/ 0 h 67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72246" h="672245">
                  <a:moveTo>
                    <a:pt x="597190" y="0"/>
                  </a:moveTo>
                  <a:cubicBezTo>
                    <a:pt x="639613" y="0"/>
                    <a:pt x="672246" y="32633"/>
                    <a:pt x="672246" y="75057"/>
                  </a:cubicBezTo>
                  <a:cubicBezTo>
                    <a:pt x="672246" y="117480"/>
                    <a:pt x="636350" y="150113"/>
                    <a:pt x="597190" y="150113"/>
                  </a:cubicBezTo>
                  <a:cubicBezTo>
                    <a:pt x="567820" y="150113"/>
                    <a:pt x="540286" y="131757"/>
                    <a:pt x="528354" y="104682"/>
                  </a:cubicBezTo>
                  <a:lnTo>
                    <a:pt x="526930" y="97900"/>
                  </a:lnTo>
                  <a:lnTo>
                    <a:pt x="401391" y="97900"/>
                  </a:lnTo>
                  <a:cubicBezTo>
                    <a:pt x="349177" y="97900"/>
                    <a:pt x="326334" y="120743"/>
                    <a:pt x="326334" y="172956"/>
                  </a:cubicBezTo>
                  <a:lnTo>
                    <a:pt x="326334" y="310016"/>
                  </a:lnTo>
                  <a:lnTo>
                    <a:pt x="527211" y="310016"/>
                  </a:lnTo>
                  <a:lnTo>
                    <a:pt x="527895" y="306498"/>
                  </a:lnTo>
                  <a:cubicBezTo>
                    <a:pt x="539062" y="279422"/>
                    <a:pt x="565372" y="261066"/>
                    <a:pt x="597190" y="261066"/>
                  </a:cubicBezTo>
                  <a:cubicBezTo>
                    <a:pt x="639613" y="261066"/>
                    <a:pt x="672246" y="293699"/>
                    <a:pt x="672246" y="336123"/>
                  </a:cubicBezTo>
                  <a:cubicBezTo>
                    <a:pt x="672246" y="378546"/>
                    <a:pt x="636350" y="411179"/>
                    <a:pt x="597190" y="411179"/>
                  </a:cubicBezTo>
                  <a:cubicBezTo>
                    <a:pt x="567820" y="411179"/>
                    <a:pt x="540286" y="392823"/>
                    <a:pt x="528354" y="365748"/>
                  </a:cubicBezTo>
                  <a:lnTo>
                    <a:pt x="526244" y="355703"/>
                  </a:lnTo>
                  <a:lnTo>
                    <a:pt x="329597" y="355703"/>
                  </a:lnTo>
                  <a:lnTo>
                    <a:pt x="329597" y="496026"/>
                  </a:lnTo>
                  <a:cubicBezTo>
                    <a:pt x="329597" y="548239"/>
                    <a:pt x="352441" y="571082"/>
                    <a:pt x="404654" y="571082"/>
                  </a:cubicBezTo>
                  <a:lnTo>
                    <a:pt x="527211" y="571082"/>
                  </a:lnTo>
                  <a:lnTo>
                    <a:pt x="527895" y="567564"/>
                  </a:lnTo>
                  <a:cubicBezTo>
                    <a:pt x="539062" y="540488"/>
                    <a:pt x="565372" y="522132"/>
                    <a:pt x="597190" y="522132"/>
                  </a:cubicBezTo>
                  <a:cubicBezTo>
                    <a:pt x="639613" y="522132"/>
                    <a:pt x="672246" y="554765"/>
                    <a:pt x="672246" y="597189"/>
                  </a:cubicBezTo>
                  <a:cubicBezTo>
                    <a:pt x="672246" y="639612"/>
                    <a:pt x="636350" y="672245"/>
                    <a:pt x="597190" y="672245"/>
                  </a:cubicBezTo>
                  <a:cubicBezTo>
                    <a:pt x="567820" y="672245"/>
                    <a:pt x="540286" y="653889"/>
                    <a:pt x="528354" y="626814"/>
                  </a:cubicBezTo>
                  <a:lnTo>
                    <a:pt x="527615" y="623295"/>
                  </a:lnTo>
                  <a:lnTo>
                    <a:pt x="404654" y="623295"/>
                  </a:lnTo>
                  <a:cubicBezTo>
                    <a:pt x="323071" y="623295"/>
                    <a:pt x="280647" y="577609"/>
                    <a:pt x="280647" y="499289"/>
                  </a:cubicBezTo>
                  <a:lnTo>
                    <a:pt x="280647" y="368756"/>
                  </a:lnTo>
                  <a:lnTo>
                    <a:pt x="141792" y="368756"/>
                  </a:lnTo>
                  <a:lnTo>
                    <a:pt x="127270" y="389560"/>
                  </a:lnTo>
                  <a:cubicBezTo>
                    <a:pt x="113401" y="403021"/>
                    <a:pt x="94637" y="411179"/>
                    <a:pt x="75057" y="411179"/>
                  </a:cubicBezTo>
                  <a:cubicBezTo>
                    <a:pt x="35897" y="411179"/>
                    <a:pt x="0" y="381809"/>
                    <a:pt x="0" y="339386"/>
                  </a:cubicBezTo>
                  <a:cubicBezTo>
                    <a:pt x="0" y="296962"/>
                    <a:pt x="35897" y="264329"/>
                    <a:pt x="75057" y="264329"/>
                  </a:cubicBezTo>
                  <a:cubicBezTo>
                    <a:pt x="104426" y="264329"/>
                    <a:pt x="131961" y="280850"/>
                    <a:pt x="143892" y="307007"/>
                  </a:cubicBezTo>
                  <a:lnTo>
                    <a:pt x="145930" y="316543"/>
                  </a:lnTo>
                  <a:lnTo>
                    <a:pt x="277384" y="316543"/>
                  </a:lnTo>
                  <a:lnTo>
                    <a:pt x="277384" y="176220"/>
                  </a:lnTo>
                  <a:cubicBezTo>
                    <a:pt x="277384" y="94636"/>
                    <a:pt x="323071" y="52213"/>
                    <a:pt x="401391" y="52213"/>
                  </a:cubicBezTo>
                  <a:lnTo>
                    <a:pt x="526576" y="52213"/>
                  </a:lnTo>
                  <a:lnTo>
                    <a:pt x="527895" y="45432"/>
                  </a:lnTo>
                  <a:cubicBezTo>
                    <a:pt x="539062" y="18356"/>
                    <a:pt x="565372" y="0"/>
                    <a:pt x="597190" y="0"/>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1200" cap="none" spc="0" normalizeH="0" baseline="0" noProof="0">
                <a:ln w="3175">
                  <a:noFill/>
                </a:ln>
                <a:gradFill>
                  <a:gsLst>
                    <a:gs pos="71910">
                      <a:srgbClr val="000000"/>
                    </a:gs>
                    <a:gs pos="53933">
                      <a:srgbClr val="000000"/>
                    </a:gs>
                  </a:gsLst>
                  <a:path path="circle">
                    <a:fillToRect l="100000" b="100000"/>
                  </a:path>
                </a:gradFill>
                <a:effectLst/>
                <a:uLnTx/>
                <a:uFillTx/>
                <a:latin typeface="Segoe UI Semibold"/>
                <a:ea typeface="+mn-ea"/>
                <a:cs typeface="Segoe Sans Text" pitchFamily="2" charset="0"/>
              </a:endParaRPr>
            </a:p>
          </p:txBody>
        </p:sp>
      </p:grpSp>
      <p:grpSp>
        <p:nvGrpSpPr>
          <p:cNvPr id="63" name="Group 62">
            <a:extLst>
              <a:ext uri="{FF2B5EF4-FFF2-40B4-BE49-F238E27FC236}">
                <a16:creationId xmlns:a16="http://schemas.microsoft.com/office/drawing/2014/main" id="{C335196A-CCBE-88A8-D03B-95BFDE2B6B6D}"/>
              </a:ext>
              <a:ext uri="{C183D7F6-B498-43B3-948B-1728B52AA6E4}">
                <adec:decorative xmlns:adec="http://schemas.microsoft.com/office/drawing/2017/decorative" val="1"/>
              </a:ext>
            </a:extLst>
          </p:cNvPr>
          <p:cNvGrpSpPr/>
          <p:nvPr/>
        </p:nvGrpSpPr>
        <p:grpSpPr>
          <a:xfrm>
            <a:off x="10396767" y="2163322"/>
            <a:ext cx="730654" cy="730654"/>
            <a:chOff x="10352919" y="2163322"/>
            <a:chExt cx="730654" cy="730654"/>
          </a:xfrm>
        </p:grpSpPr>
        <p:sp>
          <p:nvSpPr>
            <p:cNvPr id="64" name="Oval 3">
              <a:extLst>
                <a:ext uri="{FF2B5EF4-FFF2-40B4-BE49-F238E27FC236}">
                  <a16:creationId xmlns:a16="http://schemas.microsoft.com/office/drawing/2014/main" id="{D238F3A8-DE53-E6C8-7240-812A1B548CF1}"/>
                </a:ext>
                <a:ext uri="{C183D7F6-B498-43B3-948B-1728B52AA6E4}">
                  <adec:decorative xmlns:adec="http://schemas.microsoft.com/office/drawing/2017/decorative" val="1"/>
                </a:ext>
              </a:extLst>
            </p:cNvPr>
            <p:cNvSpPr/>
            <p:nvPr/>
          </p:nvSpPr>
          <p:spPr bwMode="auto">
            <a:xfrm>
              <a:off x="10352919" y="2163322"/>
              <a:ext cx="730654" cy="730654"/>
            </a:xfrm>
            <a:prstGeom prst="ellipse">
              <a:avLst/>
            </a:prstGeom>
            <a:gradFill flip="none" rotWithShape="1">
              <a:gsLst>
                <a:gs pos="0">
                  <a:srgbClr val="998CE4"/>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pic>
          <p:nvPicPr>
            <p:cNvPr id="65" name="Graphic 64" descr="Magnifying glass with solid fill">
              <a:extLst>
                <a:ext uri="{FF2B5EF4-FFF2-40B4-BE49-F238E27FC236}">
                  <a16:creationId xmlns:a16="http://schemas.microsoft.com/office/drawing/2014/main" id="{442DBAA6-626B-CC9F-A07F-1049411415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97986" y="2308389"/>
              <a:ext cx="440521" cy="440521"/>
            </a:xfrm>
            <a:prstGeom prst="rect">
              <a:avLst/>
            </a:prstGeom>
            <a:effectLst/>
          </p:spPr>
        </p:pic>
      </p:grpSp>
      <p:grpSp>
        <p:nvGrpSpPr>
          <p:cNvPr id="66" name="Group 65">
            <a:extLst>
              <a:ext uri="{FF2B5EF4-FFF2-40B4-BE49-F238E27FC236}">
                <a16:creationId xmlns:a16="http://schemas.microsoft.com/office/drawing/2014/main" id="{AC144EAE-D57C-B352-5EF8-950D68FFCC7C}"/>
              </a:ext>
              <a:ext uri="{C183D7F6-B498-43B3-948B-1728B52AA6E4}">
                <adec:decorative xmlns:adec="http://schemas.microsoft.com/office/drawing/2017/decorative" val="1"/>
              </a:ext>
            </a:extLst>
          </p:cNvPr>
          <p:cNvGrpSpPr/>
          <p:nvPr/>
        </p:nvGrpSpPr>
        <p:grpSpPr>
          <a:xfrm>
            <a:off x="8495253" y="2163322"/>
            <a:ext cx="730654" cy="730654"/>
            <a:chOff x="8495253" y="2163322"/>
            <a:chExt cx="730654" cy="730654"/>
          </a:xfrm>
        </p:grpSpPr>
        <p:sp>
          <p:nvSpPr>
            <p:cNvPr id="67" name="Oval 3">
              <a:extLst>
                <a:ext uri="{FF2B5EF4-FFF2-40B4-BE49-F238E27FC236}">
                  <a16:creationId xmlns:a16="http://schemas.microsoft.com/office/drawing/2014/main" id="{4315BA5A-2A69-D9C7-9543-DB2B6241C492}"/>
                </a:ext>
                <a:ext uri="{C183D7F6-B498-43B3-948B-1728B52AA6E4}">
                  <adec:decorative xmlns:adec="http://schemas.microsoft.com/office/drawing/2017/decorative" val="1"/>
                </a:ext>
              </a:extLst>
            </p:cNvPr>
            <p:cNvSpPr/>
            <p:nvPr/>
          </p:nvSpPr>
          <p:spPr bwMode="auto">
            <a:xfrm>
              <a:off x="8495253" y="2163322"/>
              <a:ext cx="730654" cy="730654"/>
            </a:xfrm>
            <a:prstGeom prst="ellipse">
              <a:avLst/>
            </a:prstGeom>
            <a:gradFill flip="none" rotWithShape="1">
              <a:gsLst>
                <a:gs pos="0">
                  <a:srgbClr val="998CE4"/>
                </a:gs>
                <a:gs pos="85000">
                  <a:srgbClr val="432EC8"/>
                </a:gs>
              </a:gsLst>
              <a:path path="circle">
                <a:fillToRect l="100000" t="100000"/>
              </a:path>
              <a:tileRect r="-100000" b="-100000"/>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pic>
          <p:nvPicPr>
            <p:cNvPr id="68" name="Picture 67">
              <a:extLst>
                <a:ext uri="{FF2B5EF4-FFF2-40B4-BE49-F238E27FC236}">
                  <a16:creationId xmlns:a16="http://schemas.microsoft.com/office/drawing/2014/main" id="{F1FA290B-30BB-FE90-9DF3-45955A2414FB}"/>
                </a:ext>
                <a:ext uri="{C183D7F6-B498-43B3-948B-1728B52AA6E4}">
                  <adec:decorative xmlns:adec="http://schemas.microsoft.com/office/drawing/2017/decorative" val="1"/>
                </a:ext>
              </a:extLst>
            </p:cNvPr>
            <p:cNvPicPr>
              <a:picLocks noChangeAspect="1"/>
            </p:cNvPicPr>
            <p:nvPr/>
          </p:nvPicPr>
          <p:blipFill>
            <a:blip r:embed="rId5">
              <a:extLst>
                <a:ext uri="{BEBA8EAE-BF5A-486C-A8C5-ECC9F3942E4B}">
                  <a14:imgProps xmlns:a14="http://schemas.microsoft.com/office/drawing/2010/main">
                    <a14:imgLayer r:embed="rId6">
                      <a14:imgEffect>
                        <a14:artisticGlowEdges/>
                      </a14:imgEffect>
                      <a14:imgEffect>
                        <a14:brightnessContrast bright="100000"/>
                      </a14:imgEffect>
                    </a14:imgLayer>
                  </a14:imgProps>
                </a:ext>
              </a:extLst>
            </a:blip>
            <a:stretch>
              <a:fillRect/>
            </a:stretch>
          </p:blipFill>
          <p:spPr>
            <a:xfrm>
              <a:off x="8586258" y="2232627"/>
              <a:ext cx="548640" cy="548640"/>
            </a:xfrm>
            <a:prstGeom prst="rect">
              <a:avLst/>
            </a:prstGeom>
          </p:spPr>
        </p:pic>
      </p:grpSp>
    </p:spTree>
    <p:custDataLst>
      <p:tags r:id="rId1"/>
    </p:custDataLst>
    <p:extLst>
      <p:ext uri="{BB962C8B-B14F-4D97-AF65-F5344CB8AC3E}">
        <p14:creationId xmlns:p14="http://schemas.microsoft.com/office/powerpoint/2010/main" val="3412436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42" presetClass="path" presetSubtype="0" decel="100000" fill="hold" grpId="1" nodeType="withEffect">
                                  <p:stCondLst>
                                    <p:cond delay="0"/>
                                  </p:stCondLst>
                                  <p:childTnLst>
                                    <p:animMotion origin="layout" path="M -2.08333E-7 -1.11111E-6 L -2.08333E-7 0.03542 " pathEditMode="relative" rAng="0" ptsTypes="AA">
                                      <p:cBhvr>
                                        <p:cTn id="9" dur="700" spd="-100000" fill="hold"/>
                                        <p:tgtEl>
                                          <p:spTgt spid="35"/>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42" presetClass="path" presetSubtype="0" decel="100000" fill="hold" grpId="1" nodeType="withEffect">
                                  <p:stCondLst>
                                    <p:cond delay="0"/>
                                  </p:stCondLst>
                                  <p:childTnLst>
                                    <p:animMotion origin="layout" path="M -2.08333E-7 -1.11111E-6 L -2.08333E-7 0.03542 " pathEditMode="relative" rAng="0" ptsTypes="AA">
                                      <p:cBhvr>
                                        <p:cTn id="14" dur="700" spd="-100000" fill="hold"/>
                                        <p:tgtEl>
                                          <p:spTgt spid="34"/>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42" presetClass="path" presetSubtype="0" decel="100000" fill="hold" grpId="1" nodeType="withEffect">
                                  <p:stCondLst>
                                    <p:cond delay="0"/>
                                  </p:stCondLst>
                                  <p:childTnLst>
                                    <p:animMotion origin="layout" path="M -2.08333E-7 -1.11111E-6 L -2.08333E-7 0.03542 " pathEditMode="relative" rAng="0" ptsTypes="AA">
                                      <p:cBhvr>
                                        <p:cTn id="19" dur="700" spd="-100000" fill="hold"/>
                                        <p:tgtEl>
                                          <p:spTgt spid="26"/>
                                        </p:tgtEl>
                                        <p:attrNameLst>
                                          <p:attrName>ppt_x</p:attrName>
                                          <p:attrName>ppt_y</p:attrName>
                                        </p:attrNameLst>
                                      </p:cBhvr>
                                      <p:rCtr x="0" y="1759"/>
                                    </p:animMotion>
                                  </p:childTnLst>
                                </p:cTn>
                              </p:par>
                              <p:par>
                                <p:cTn id="20" presetID="10" presetClass="entr" presetSubtype="0" fill="hold"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500"/>
                                        <p:tgtEl>
                                          <p:spTgt spid="51"/>
                                        </p:tgtEl>
                                      </p:cBhvr>
                                    </p:animEffect>
                                  </p:childTnLst>
                                </p:cTn>
                              </p:par>
                              <p:par>
                                <p:cTn id="23" presetID="42" presetClass="path" presetSubtype="0" decel="100000" fill="hold" nodeType="withEffect">
                                  <p:stCondLst>
                                    <p:cond delay="0"/>
                                  </p:stCondLst>
                                  <p:childTnLst>
                                    <p:animMotion origin="layout" path="M -2.08333E-7 -1.11111E-6 L -2.08333E-7 0.03542 " pathEditMode="relative" rAng="0" ptsTypes="AA">
                                      <p:cBhvr>
                                        <p:cTn id="24" dur="700" spd="-100000" fill="hold"/>
                                        <p:tgtEl>
                                          <p:spTgt spid="51"/>
                                        </p:tgtEl>
                                        <p:attrNameLst>
                                          <p:attrName>ppt_x</p:attrName>
                                          <p:attrName>ppt_y</p:attrName>
                                        </p:attrNameLst>
                                      </p:cBhvr>
                                      <p:rCtr x="0" y="1759"/>
                                    </p:animMotion>
                                  </p:childTnLst>
                                </p:cTn>
                              </p:par>
                              <p:par>
                                <p:cTn id="25" presetID="22" presetClass="entr" presetSubtype="8" fill="hold" nodeType="withEffect">
                                  <p:stCondLst>
                                    <p:cond delay="50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500"/>
                                        <p:tgtEl>
                                          <p:spTgt spid="46"/>
                                        </p:tgtEl>
                                      </p:cBhvr>
                                    </p:animEffect>
                                  </p:childTnLst>
                                </p:cTn>
                              </p:par>
                              <p:par>
                                <p:cTn id="28" presetID="10" presetClass="entr" presetSubtype="0" fill="hold" grpId="0" nodeType="withEffect">
                                  <p:stCondLst>
                                    <p:cond delay="50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par>
                                <p:cTn id="31" presetID="42" presetClass="path" presetSubtype="0" decel="100000" fill="hold" grpId="1" nodeType="withEffect">
                                  <p:stCondLst>
                                    <p:cond delay="500"/>
                                  </p:stCondLst>
                                  <p:childTnLst>
                                    <p:animMotion origin="layout" path="M -2.08333E-7 -1.11111E-6 L -2.08333E-7 0.03542 " pathEditMode="relative" rAng="0" ptsTypes="AA">
                                      <p:cBhvr>
                                        <p:cTn id="32" dur="700" spd="-100000" fill="hold"/>
                                        <p:tgtEl>
                                          <p:spTgt spid="37"/>
                                        </p:tgtEl>
                                        <p:attrNameLst>
                                          <p:attrName>ppt_x</p:attrName>
                                          <p:attrName>ppt_y</p:attrName>
                                        </p:attrNameLst>
                                      </p:cBhvr>
                                      <p:rCtr x="0" y="1759"/>
                                    </p:animMotion>
                                  </p:childTnLst>
                                </p:cTn>
                              </p:par>
                              <p:par>
                                <p:cTn id="33" presetID="10" presetClass="entr" presetSubtype="0" fill="hold" grpId="0" nodeType="withEffect">
                                  <p:stCondLst>
                                    <p:cond delay="50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par>
                                <p:cTn id="36" presetID="42" presetClass="path" presetSubtype="0" decel="100000" fill="hold" grpId="1" nodeType="withEffect">
                                  <p:stCondLst>
                                    <p:cond delay="500"/>
                                  </p:stCondLst>
                                  <p:childTnLst>
                                    <p:animMotion origin="layout" path="M -2.08333E-7 -1.11111E-6 L -2.08333E-7 0.03542 " pathEditMode="relative" rAng="0" ptsTypes="AA">
                                      <p:cBhvr>
                                        <p:cTn id="37" dur="700" spd="-100000" fill="hold"/>
                                        <p:tgtEl>
                                          <p:spTgt spid="36"/>
                                        </p:tgtEl>
                                        <p:attrNameLst>
                                          <p:attrName>ppt_x</p:attrName>
                                          <p:attrName>ppt_y</p:attrName>
                                        </p:attrNameLst>
                                      </p:cBhvr>
                                      <p:rCtr x="0" y="1759"/>
                                    </p:animMotion>
                                  </p:childTnLst>
                                </p:cTn>
                              </p:par>
                              <p:par>
                                <p:cTn id="38" presetID="10" presetClass="entr" presetSubtype="0" fill="hold" grpId="0" nodeType="withEffect">
                                  <p:stCondLst>
                                    <p:cond delay="50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42" presetClass="path" presetSubtype="0" decel="100000" fill="hold" grpId="1" nodeType="withEffect">
                                  <p:stCondLst>
                                    <p:cond delay="500"/>
                                  </p:stCondLst>
                                  <p:childTnLst>
                                    <p:animMotion origin="layout" path="M -2.08333E-7 -1.11111E-6 L -2.08333E-7 0.03542 " pathEditMode="relative" rAng="0" ptsTypes="AA">
                                      <p:cBhvr>
                                        <p:cTn id="42" dur="700" spd="-100000" fill="hold"/>
                                        <p:tgtEl>
                                          <p:spTgt spid="27"/>
                                        </p:tgtEl>
                                        <p:attrNameLst>
                                          <p:attrName>ppt_x</p:attrName>
                                          <p:attrName>ppt_y</p:attrName>
                                        </p:attrNameLst>
                                      </p:cBhvr>
                                      <p:rCtr x="0" y="1759"/>
                                    </p:animMotion>
                                  </p:childTnLst>
                                </p:cTn>
                              </p:par>
                              <p:par>
                                <p:cTn id="43" presetID="10" presetClass="entr" presetSubtype="0" fill="hold" nodeType="withEffect">
                                  <p:stCondLst>
                                    <p:cond delay="50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par>
                                <p:cTn id="46" presetID="42" presetClass="path" presetSubtype="0" decel="100000" fill="hold" nodeType="withEffect">
                                  <p:stCondLst>
                                    <p:cond delay="500"/>
                                  </p:stCondLst>
                                  <p:childTnLst>
                                    <p:animMotion origin="layout" path="M -2.08333E-7 -1.11111E-6 L -2.08333E-7 0.03542 " pathEditMode="relative" rAng="0" ptsTypes="AA">
                                      <p:cBhvr>
                                        <p:cTn id="47" dur="700" spd="-100000" fill="hold"/>
                                        <p:tgtEl>
                                          <p:spTgt spid="54"/>
                                        </p:tgtEl>
                                        <p:attrNameLst>
                                          <p:attrName>ppt_x</p:attrName>
                                          <p:attrName>ppt_y</p:attrName>
                                        </p:attrNameLst>
                                      </p:cBhvr>
                                      <p:rCtr x="0" y="1759"/>
                                    </p:animMotion>
                                  </p:childTnLst>
                                </p:cTn>
                              </p:par>
                              <p:par>
                                <p:cTn id="48" presetID="22" presetClass="entr" presetSubtype="8" fill="hold" nodeType="withEffect">
                                  <p:stCondLst>
                                    <p:cond delay="1000"/>
                                  </p:stCondLst>
                                  <p:childTnLst>
                                    <p:set>
                                      <p:cBhvr>
                                        <p:cTn id="49" dur="1" fill="hold">
                                          <p:stCondLst>
                                            <p:cond delay="0"/>
                                          </p:stCondLst>
                                        </p:cTn>
                                        <p:tgtEl>
                                          <p:spTgt spid="47"/>
                                        </p:tgtEl>
                                        <p:attrNameLst>
                                          <p:attrName>style.visibility</p:attrName>
                                        </p:attrNameLst>
                                      </p:cBhvr>
                                      <p:to>
                                        <p:strVal val="visible"/>
                                      </p:to>
                                    </p:set>
                                    <p:animEffect transition="in" filter="wipe(left)">
                                      <p:cBhvr>
                                        <p:cTn id="50" dur="500"/>
                                        <p:tgtEl>
                                          <p:spTgt spid="47"/>
                                        </p:tgtEl>
                                      </p:cBhvr>
                                    </p:animEffect>
                                  </p:childTnLst>
                                </p:cTn>
                              </p:par>
                              <p:par>
                                <p:cTn id="51" presetID="10" presetClass="entr" presetSubtype="0" fill="hold" grpId="0" nodeType="withEffect">
                                  <p:stCondLst>
                                    <p:cond delay="100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500"/>
                                        <p:tgtEl>
                                          <p:spTgt spid="39"/>
                                        </p:tgtEl>
                                      </p:cBhvr>
                                    </p:animEffect>
                                  </p:childTnLst>
                                </p:cTn>
                              </p:par>
                              <p:par>
                                <p:cTn id="54" presetID="42" presetClass="path" presetSubtype="0" decel="100000" fill="hold" grpId="1" nodeType="withEffect">
                                  <p:stCondLst>
                                    <p:cond delay="1000"/>
                                  </p:stCondLst>
                                  <p:childTnLst>
                                    <p:animMotion origin="layout" path="M -2.08333E-7 -1.11111E-6 L -2.08333E-7 0.03542 " pathEditMode="relative" rAng="0" ptsTypes="AA">
                                      <p:cBhvr>
                                        <p:cTn id="55" dur="700" spd="-100000" fill="hold"/>
                                        <p:tgtEl>
                                          <p:spTgt spid="39"/>
                                        </p:tgtEl>
                                        <p:attrNameLst>
                                          <p:attrName>ppt_x</p:attrName>
                                          <p:attrName>ppt_y</p:attrName>
                                        </p:attrNameLst>
                                      </p:cBhvr>
                                      <p:rCtr x="0" y="1759"/>
                                    </p:animMotion>
                                  </p:childTnLst>
                                </p:cTn>
                              </p:par>
                              <p:par>
                                <p:cTn id="56" presetID="10" presetClass="entr" presetSubtype="0" fill="hold" grpId="0" nodeType="withEffect">
                                  <p:stCondLst>
                                    <p:cond delay="100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500"/>
                                        <p:tgtEl>
                                          <p:spTgt spid="38"/>
                                        </p:tgtEl>
                                      </p:cBhvr>
                                    </p:animEffect>
                                  </p:childTnLst>
                                </p:cTn>
                              </p:par>
                              <p:par>
                                <p:cTn id="59" presetID="42" presetClass="path" presetSubtype="0" decel="100000" fill="hold" grpId="1" nodeType="withEffect">
                                  <p:stCondLst>
                                    <p:cond delay="1000"/>
                                  </p:stCondLst>
                                  <p:childTnLst>
                                    <p:animMotion origin="layout" path="M -2.08333E-7 -1.11111E-6 L -2.08333E-7 0.03542 " pathEditMode="relative" rAng="0" ptsTypes="AA">
                                      <p:cBhvr>
                                        <p:cTn id="60" dur="700" spd="-100000" fill="hold"/>
                                        <p:tgtEl>
                                          <p:spTgt spid="38"/>
                                        </p:tgtEl>
                                        <p:attrNameLst>
                                          <p:attrName>ppt_x</p:attrName>
                                          <p:attrName>ppt_y</p:attrName>
                                        </p:attrNameLst>
                                      </p:cBhvr>
                                      <p:rCtr x="0" y="1759"/>
                                    </p:animMotion>
                                  </p:childTnLst>
                                </p:cTn>
                              </p:par>
                              <p:par>
                                <p:cTn id="61" presetID="10" presetClass="entr" presetSubtype="0" fill="hold" grpId="0" nodeType="withEffect">
                                  <p:stCondLst>
                                    <p:cond delay="100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42" presetClass="path" presetSubtype="0" decel="100000" fill="hold" grpId="1" nodeType="withEffect">
                                  <p:stCondLst>
                                    <p:cond delay="1000"/>
                                  </p:stCondLst>
                                  <p:childTnLst>
                                    <p:animMotion origin="layout" path="M -2.08333E-7 -1.11111E-6 L -2.08333E-7 0.03542 " pathEditMode="relative" rAng="0" ptsTypes="AA">
                                      <p:cBhvr>
                                        <p:cTn id="65" dur="700" spd="-100000" fill="hold"/>
                                        <p:tgtEl>
                                          <p:spTgt spid="28"/>
                                        </p:tgtEl>
                                        <p:attrNameLst>
                                          <p:attrName>ppt_x</p:attrName>
                                          <p:attrName>ppt_y</p:attrName>
                                        </p:attrNameLst>
                                      </p:cBhvr>
                                      <p:rCtr x="0" y="1759"/>
                                    </p:animMotion>
                                  </p:childTnLst>
                                </p:cTn>
                              </p:par>
                              <p:par>
                                <p:cTn id="66" presetID="10" presetClass="entr" presetSubtype="0" fill="hold" nodeType="withEffect">
                                  <p:stCondLst>
                                    <p:cond delay="100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500"/>
                                        <p:tgtEl>
                                          <p:spTgt spid="57"/>
                                        </p:tgtEl>
                                      </p:cBhvr>
                                    </p:animEffect>
                                  </p:childTnLst>
                                </p:cTn>
                              </p:par>
                              <p:par>
                                <p:cTn id="69" presetID="42" presetClass="path" presetSubtype="0" decel="100000" fill="hold" nodeType="withEffect">
                                  <p:stCondLst>
                                    <p:cond delay="1000"/>
                                  </p:stCondLst>
                                  <p:childTnLst>
                                    <p:animMotion origin="layout" path="M -2.08333E-7 -1.11111E-6 L -2.08333E-7 0.03542 " pathEditMode="relative" rAng="0" ptsTypes="AA">
                                      <p:cBhvr>
                                        <p:cTn id="70" dur="700" spd="-100000" fill="hold"/>
                                        <p:tgtEl>
                                          <p:spTgt spid="57"/>
                                        </p:tgtEl>
                                        <p:attrNameLst>
                                          <p:attrName>ppt_x</p:attrName>
                                          <p:attrName>ppt_y</p:attrName>
                                        </p:attrNameLst>
                                      </p:cBhvr>
                                      <p:rCtr x="0" y="1759"/>
                                    </p:animMotion>
                                  </p:childTnLst>
                                </p:cTn>
                              </p:par>
                              <p:par>
                                <p:cTn id="71" presetID="22" presetClass="entr" presetSubtype="8" fill="hold" nodeType="withEffect">
                                  <p:stCondLst>
                                    <p:cond delay="1500"/>
                                  </p:stCondLst>
                                  <p:childTnLst>
                                    <p:set>
                                      <p:cBhvr>
                                        <p:cTn id="72" dur="1" fill="hold">
                                          <p:stCondLst>
                                            <p:cond delay="0"/>
                                          </p:stCondLst>
                                        </p:cTn>
                                        <p:tgtEl>
                                          <p:spTgt spid="48"/>
                                        </p:tgtEl>
                                        <p:attrNameLst>
                                          <p:attrName>style.visibility</p:attrName>
                                        </p:attrNameLst>
                                      </p:cBhvr>
                                      <p:to>
                                        <p:strVal val="visible"/>
                                      </p:to>
                                    </p:set>
                                    <p:animEffect transition="in" filter="wipe(left)">
                                      <p:cBhvr>
                                        <p:cTn id="73" dur="500"/>
                                        <p:tgtEl>
                                          <p:spTgt spid="48"/>
                                        </p:tgtEl>
                                      </p:cBhvr>
                                    </p:animEffect>
                                  </p:childTnLst>
                                </p:cTn>
                              </p:par>
                              <p:par>
                                <p:cTn id="74" presetID="10" presetClass="entr" presetSubtype="0" fill="hold" grpId="0" nodeType="withEffect">
                                  <p:stCondLst>
                                    <p:cond delay="1500"/>
                                  </p:stCondLst>
                                  <p:childTnLst>
                                    <p:set>
                                      <p:cBhvr>
                                        <p:cTn id="75" dur="1" fill="hold">
                                          <p:stCondLst>
                                            <p:cond delay="0"/>
                                          </p:stCondLst>
                                        </p:cTn>
                                        <p:tgtEl>
                                          <p:spTgt spid="40"/>
                                        </p:tgtEl>
                                        <p:attrNameLst>
                                          <p:attrName>style.visibility</p:attrName>
                                        </p:attrNameLst>
                                      </p:cBhvr>
                                      <p:to>
                                        <p:strVal val="visible"/>
                                      </p:to>
                                    </p:set>
                                    <p:animEffect transition="in" filter="fade">
                                      <p:cBhvr>
                                        <p:cTn id="76" dur="500"/>
                                        <p:tgtEl>
                                          <p:spTgt spid="40"/>
                                        </p:tgtEl>
                                      </p:cBhvr>
                                    </p:animEffect>
                                  </p:childTnLst>
                                </p:cTn>
                              </p:par>
                              <p:par>
                                <p:cTn id="77" presetID="42" presetClass="path" presetSubtype="0" decel="100000" fill="hold" grpId="1" nodeType="withEffect">
                                  <p:stCondLst>
                                    <p:cond delay="1500"/>
                                  </p:stCondLst>
                                  <p:childTnLst>
                                    <p:animMotion origin="layout" path="M -2.08333E-7 -1.11111E-6 L -2.08333E-7 0.03542 " pathEditMode="relative" rAng="0" ptsTypes="AA">
                                      <p:cBhvr>
                                        <p:cTn id="78" dur="700" spd="-100000" fill="hold"/>
                                        <p:tgtEl>
                                          <p:spTgt spid="40"/>
                                        </p:tgtEl>
                                        <p:attrNameLst>
                                          <p:attrName>ppt_x</p:attrName>
                                          <p:attrName>ppt_y</p:attrName>
                                        </p:attrNameLst>
                                      </p:cBhvr>
                                      <p:rCtr x="0" y="1759"/>
                                    </p:animMotion>
                                  </p:childTnLst>
                                </p:cTn>
                              </p:par>
                              <p:par>
                                <p:cTn id="79" presetID="10" presetClass="entr" presetSubtype="0" fill="hold" grpId="0" nodeType="withEffect">
                                  <p:stCondLst>
                                    <p:cond delay="1500"/>
                                  </p:stCondLst>
                                  <p:childTnLst>
                                    <p:set>
                                      <p:cBhvr>
                                        <p:cTn id="80" dur="1" fill="hold">
                                          <p:stCondLst>
                                            <p:cond delay="0"/>
                                          </p:stCondLst>
                                        </p:cTn>
                                        <p:tgtEl>
                                          <p:spTgt spid="41"/>
                                        </p:tgtEl>
                                        <p:attrNameLst>
                                          <p:attrName>style.visibility</p:attrName>
                                        </p:attrNameLst>
                                      </p:cBhvr>
                                      <p:to>
                                        <p:strVal val="visible"/>
                                      </p:to>
                                    </p:set>
                                    <p:animEffect transition="in" filter="fade">
                                      <p:cBhvr>
                                        <p:cTn id="81" dur="500"/>
                                        <p:tgtEl>
                                          <p:spTgt spid="41"/>
                                        </p:tgtEl>
                                      </p:cBhvr>
                                    </p:animEffect>
                                  </p:childTnLst>
                                </p:cTn>
                              </p:par>
                              <p:par>
                                <p:cTn id="82" presetID="42" presetClass="path" presetSubtype="0" decel="100000" fill="hold" grpId="1" nodeType="withEffect">
                                  <p:stCondLst>
                                    <p:cond delay="1500"/>
                                  </p:stCondLst>
                                  <p:childTnLst>
                                    <p:animMotion origin="layout" path="M -2.08333E-7 -1.11111E-6 L -2.08333E-7 0.03542 " pathEditMode="relative" rAng="0" ptsTypes="AA">
                                      <p:cBhvr>
                                        <p:cTn id="83" dur="700" spd="-100000" fill="hold"/>
                                        <p:tgtEl>
                                          <p:spTgt spid="41"/>
                                        </p:tgtEl>
                                        <p:attrNameLst>
                                          <p:attrName>ppt_x</p:attrName>
                                          <p:attrName>ppt_y</p:attrName>
                                        </p:attrNameLst>
                                      </p:cBhvr>
                                      <p:rCtr x="0" y="1759"/>
                                    </p:animMotion>
                                  </p:childTnLst>
                                </p:cTn>
                              </p:par>
                              <p:par>
                                <p:cTn id="84" presetID="10" presetClass="entr" presetSubtype="0" fill="hold" grpId="0" nodeType="withEffect">
                                  <p:stCondLst>
                                    <p:cond delay="150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42" presetClass="path" presetSubtype="0" decel="100000" fill="hold" grpId="1" nodeType="withEffect">
                                  <p:stCondLst>
                                    <p:cond delay="1500"/>
                                  </p:stCondLst>
                                  <p:childTnLst>
                                    <p:animMotion origin="layout" path="M -2.08333E-7 -1.11111E-6 L -2.08333E-7 0.03542 " pathEditMode="relative" rAng="0" ptsTypes="AA">
                                      <p:cBhvr>
                                        <p:cTn id="88" dur="700" spd="-100000" fill="hold"/>
                                        <p:tgtEl>
                                          <p:spTgt spid="29"/>
                                        </p:tgtEl>
                                        <p:attrNameLst>
                                          <p:attrName>ppt_x</p:attrName>
                                          <p:attrName>ppt_y</p:attrName>
                                        </p:attrNameLst>
                                      </p:cBhvr>
                                      <p:rCtr x="0" y="1759"/>
                                    </p:animMotion>
                                  </p:childTnLst>
                                </p:cTn>
                              </p:par>
                              <p:par>
                                <p:cTn id="89" presetID="10" presetClass="entr" presetSubtype="0" fill="hold" nodeType="withEffect">
                                  <p:stCondLst>
                                    <p:cond delay="150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500"/>
                                        <p:tgtEl>
                                          <p:spTgt spid="60"/>
                                        </p:tgtEl>
                                      </p:cBhvr>
                                    </p:animEffect>
                                  </p:childTnLst>
                                </p:cTn>
                              </p:par>
                              <p:par>
                                <p:cTn id="92" presetID="42" presetClass="path" presetSubtype="0" decel="100000" fill="hold" nodeType="withEffect">
                                  <p:stCondLst>
                                    <p:cond delay="1500"/>
                                  </p:stCondLst>
                                  <p:childTnLst>
                                    <p:animMotion origin="layout" path="M -2.08333E-7 -1.11111E-6 L -2.08333E-7 0.03542 " pathEditMode="relative" rAng="0" ptsTypes="AA">
                                      <p:cBhvr>
                                        <p:cTn id="93" dur="700" spd="-100000" fill="hold"/>
                                        <p:tgtEl>
                                          <p:spTgt spid="60"/>
                                        </p:tgtEl>
                                        <p:attrNameLst>
                                          <p:attrName>ppt_x</p:attrName>
                                          <p:attrName>ppt_y</p:attrName>
                                        </p:attrNameLst>
                                      </p:cBhvr>
                                      <p:rCtr x="0" y="1759"/>
                                    </p:animMotion>
                                  </p:childTnLst>
                                </p:cTn>
                              </p:par>
                              <p:par>
                                <p:cTn id="94" presetID="22" presetClass="entr" presetSubtype="8" fill="hold" nodeType="withEffect">
                                  <p:stCondLst>
                                    <p:cond delay="2000"/>
                                  </p:stCondLst>
                                  <p:childTnLst>
                                    <p:set>
                                      <p:cBhvr>
                                        <p:cTn id="95" dur="1" fill="hold">
                                          <p:stCondLst>
                                            <p:cond delay="0"/>
                                          </p:stCondLst>
                                        </p:cTn>
                                        <p:tgtEl>
                                          <p:spTgt spid="49"/>
                                        </p:tgtEl>
                                        <p:attrNameLst>
                                          <p:attrName>style.visibility</p:attrName>
                                        </p:attrNameLst>
                                      </p:cBhvr>
                                      <p:to>
                                        <p:strVal val="visible"/>
                                      </p:to>
                                    </p:set>
                                    <p:animEffect transition="in" filter="wipe(left)">
                                      <p:cBhvr>
                                        <p:cTn id="96" dur="500"/>
                                        <p:tgtEl>
                                          <p:spTgt spid="49"/>
                                        </p:tgtEl>
                                      </p:cBhvr>
                                    </p:animEffect>
                                  </p:childTnLst>
                                </p:cTn>
                              </p:par>
                              <p:par>
                                <p:cTn id="97" presetID="10" presetClass="entr" presetSubtype="0" fill="hold" grpId="0" nodeType="withEffect">
                                  <p:stCondLst>
                                    <p:cond delay="200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500"/>
                                        <p:tgtEl>
                                          <p:spTgt spid="43"/>
                                        </p:tgtEl>
                                      </p:cBhvr>
                                    </p:animEffect>
                                  </p:childTnLst>
                                </p:cTn>
                              </p:par>
                              <p:par>
                                <p:cTn id="100" presetID="42" presetClass="path" presetSubtype="0" decel="100000" fill="hold" grpId="1" nodeType="withEffect">
                                  <p:stCondLst>
                                    <p:cond delay="2000"/>
                                  </p:stCondLst>
                                  <p:childTnLst>
                                    <p:animMotion origin="layout" path="M -2.08333E-7 -1.11111E-6 L -2.08333E-7 0.03542 " pathEditMode="relative" rAng="0" ptsTypes="AA">
                                      <p:cBhvr>
                                        <p:cTn id="101" dur="700" spd="-100000" fill="hold"/>
                                        <p:tgtEl>
                                          <p:spTgt spid="43"/>
                                        </p:tgtEl>
                                        <p:attrNameLst>
                                          <p:attrName>ppt_x</p:attrName>
                                          <p:attrName>ppt_y</p:attrName>
                                        </p:attrNameLst>
                                      </p:cBhvr>
                                      <p:rCtr x="0" y="1759"/>
                                    </p:animMotion>
                                  </p:childTnLst>
                                </p:cTn>
                              </p:par>
                              <p:par>
                                <p:cTn id="102" presetID="10" presetClass="entr" presetSubtype="0" fill="hold" grpId="0" nodeType="withEffect">
                                  <p:stCondLst>
                                    <p:cond delay="200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500"/>
                                        <p:tgtEl>
                                          <p:spTgt spid="42"/>
                                        </p:tgtEl>
                                      </p:cBhvr>
                                    </p:animEffect>
                                  </p:childTnLst>
                                </p:cTn>
                              </p:par>
                              <p:par>
                                <p:cTn id="105" presetID="42" presetClass="path" presetSubtype="0" decel="100000" fill="hold" grpId="1" nodeType="withEffect">
                                  <p:stCondLst>
                                    <p:cond delay="2000"/>
                                  </p:stCondLst>
                                  <p:childTnLst>
                                    <p:animMotion origin="layout" path="M -2.08333E-7 -1.11111E-6 L -2.08333E-7 0.03542 " pathEditMode="relative" rAng="0" ptsTypes="AA">
                                      <p:cBhvr>
                                        <p:cTn id="106" dur="700" spd="-100000" fill="hold"/>
                                        <p:tgtEl>
                                          <p:spTgt spid="42"/>
                                        </p:tgtEl>
                                        <p:attrNameLst>
                                          <p:attrName>ppt_x</p:attrName>
                                          <p:attrName>ppt_y</p:attrName>
                                        </p:attrNameLst>
                                      </p:cBhvr>
                                      <p:rCtr x="0" y="1759"/>
                                    </p:animMotion>
                                  </p:childTnLst>
                                </p:cTn>
                              </p:par>
                              <p:par>
                                <p:cTn id="107" presetID="10" presetClass="entr" presetSubtype="0" fill="hold" grpId="0" nodeType="withEffect">
                                  <p:stCondLst>
                                    <p:cond delay="200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par>
                                <p:cTn id="110" presetID="42" presetClass="path" presetSubtype="0" decel="100000" fill="hold" grpId="1" nodeType="withEffect">
                                  <p:stCondLst>
                                    <p:cond delay="2000"/>
                                  </p:stCondLst>
                                  <p:childTnLst>
                                    <p:animMotion origin="layout" path="M -2.08333E-7 -1.11111E-6 L -2.08333E-7 0.03542 " pathEditMode="relative" rAng="0" ptsTypes="AA">
                                      <p:cBhvr>
                                        <p:cTn id="111" dur="700" spd="-100000" fill="hold"/>
                                        <p:tgtEl>
                                          <p:spTgt spid="30"/>
                                        </p:tgtEl>
                                        <p:attrNameLst>
                                          <p:attrName>ppt_x</p:attrName>
                                          <p:attrName>ppt_y</p:attrName>
                                        </p:attrNameLst>
                                      </p:cBhvr>
                                      <p:rCtr x="0" y="1759"/>
                                    </p:animMotion>
                                  </p:childTnLst>
                                </p:cTn>
                              </p:par>
                              <p:par>
                                <p:cTn id="112" presetID="10" presetClass="entr" presetSubtype="0" fill="hold" nodeType="withEffect">
                                  <p:stCondLst>
                                    <p:cond delay="200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500"/>
                                        <p:tgtEl>
                                          <p:spTgt spid="66"/>
                                        </p:tgtEl>
                                      </p:cBhvr>
                                    </p:animEffect>
                                  </p:childTnLst>
                                </p:cTn>
                              </p:par>
                              <p:par>
                                <p:cTn id="115" presetID="42" presetClass="path" presetSubtype="0" decel="100000" fill="hold" nodeType="withEffect">
                                  <p:stCondLst>
                                    <p:cond delay="2000"/>
                                  </p:stCondLst>
                                  <p:childTnLst>
                                    <p:animMotion origin="layout" path="M -2.08333E-7 -1.11111E-6 L -2.08333E-7 0.03542 " pathEditMode="relative" rAng="0" ptsTypes="AA">
                                      <p:cBhvr>
                                        <p:cTn id="116" dur="700" spd="-100000" fill="hold"/>
                                        <p:tgtEl>
                                          <p:spTgt spid="66"/>
                                        </p:tgtEl>
                                        <p:attrNameLst>
                                          <p:attrName>ppt_x</p:attrName>
                                          <p:attrName>ppt_y</p:attrName>
                                        </p:attrNameLst>
                                      </p:cBhvr>
                                      <p:rCtr x="0" y="1759"/>
                                    </p:animMotion>
                                  </p:childTnLst>
                                </p:cTn>
                              </p:par>
                              <p:par>
                                <p:cTn id="117" presetID="22" presetClass="entr" presetSubtype="8" fill="hold" nodeType="withEffect">
                                  <p:stCondLst>
                                    <p:cond delay="2500"/>
                                  </p:stCondLst>
                                  <p:childTnLst>
                                    <p:set>
                                      <p:cBhvr>
                                        <p:cTn id="118" dur="1" fill="hold">
                                          <p:stCondLst>
                                            <p:cond delay="0"/>
                                          </p:stCondLst>
                                        </p:cTn>
                                        <p:tgtEl>
                                          <p:spTgt spid="50"/>
                                        </p:tgtEl>
                                        <p:attrNameLst>
                                          <p:attrName>style.visibility</p:attrName>
                                        </p:attrNameLst>
                                      </p:cBhvr>
                                      <p:to>
                                        <p:strVal val="visible"/>
                                      </p:to>
                                    </p:set>
                                    <p:animEffect transition="in" filter="wipe(left)">
                                      <p:cBhvr>
                                        <p:cTn id="119" dur="500"/>
                                        <p:tgtEl>
                                          <p:spTgt spid="50"/>
                                        </p:tgtEl>
                                      </p:cBhvr>
                                    </p:animEffect>
                                  </p:childTnLst>
                                </p:cTn>
                              </p:par>
                              <p:par>
                                <p:cTn id="120" presetID="10" presetClass="entr" presetSubtype="0" fill="hold" grpId="0" nodeType="withEffect">
                                  <p:stCondLst>
                                    <p:cond delay="250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500"/>
                                        <p:tgtEl>
                                          <p:spTgt spid="44"/>
                                        </p:tgtEl>
                                      </p:cBhvr>
                                    </p:animEffect>
                                  </p:childTnLst>
                                </p:cTn>
                              </p:par>
                              <p:par>
                                <p:cTn id="123" presetID="42" presetClass="path" presetSubtype="0" decel="100000" fill="hold" grpId="1" nodeType="withEffect">
                                  <p:stCondLst>
                                    <p:cond delay="2500"/>
                                  </p:stCondLst>
                                  <p:childTnLst>
                                    <p:animMotion origin="layout" path="M -2.08333E-7 -1.11111E-6 L -2.08333E-7 0.03542 " pathEditMode="relative" rAng="0" ptsTypes="AA">
                                      <p:cBhvr>
                                        <p:cTn id="124" dur="700" spd="-100000" fill="hold"/>
                                        <p:tgtEl>
                                          <p:spTgt spid="44"/>
                                        </p:tgtEl>
                                        <p:attrNameLst>
                                          <p:attrName>ppt_x</p:attrName>
                                          <p:attrName>ppt_y</p:attrName>
                                        </p:attrNameLst>
                                      </p:cBhvr>
                                      <p:rCtr x="0" y="1759"/>
                                    </p:animMotion>
                                  </p:childTnLst>
                                </p:cTn>
                              </p:par>
                              <p:par>
                                <p:cTn id="125" presetID="10" presetClass="entr" presetSubtype="0" fill="hold" grpId="0" nodeType="withEffect">
                                  <p:stCondLst>
                                    <p:cond delay="250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42" presetClass="path" presetSubtype="0" decel="100000" fill="hold" grpId="1" nodeType="withEffect">
                                  <p:stCondLst>
                                    <p:cond delay="2500"/>
                                  </p:stCondLst>
                                  <p:childTnLst>
                                    <p:animMotion origin="layout" path="M -2.5E-6 -3.7037E-6 L -2.5E-6 0.03542 " pathEditMode="relative" rAng="0" ptsTypes="AA">
                                      <p:cBhvr>
                                        <p:cTn id="129" dur="700" spd="-100000" fill="hold"/>
                                        <p:tgtEl>
                                          <p:spTgt spid="45"/>
                                        </p:tgtEl>
                                        <p:attrNameLst>
                                          <p:attrName>ppt_x</p:attrName>
                                          <p:attrName>ppt_y</p:attrName>
                                        </p:attrNameLst>
                                      </p:cBhvr>
                                      <p:rCtr x="0" y="1759"/>
                                    </p:animMotion>
                                  </p:childTnLst>
                                </p:cTn>
                              </p:par>
                              <p:par>
                                <p:cTn id="130" presetID="10" presetClass="entr" presetSubtype="0" fill="hold" grpId="0" nodeType="withEffect">
                                  <p:stCondLst>
                                    <p:cond delay="250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500"/>
                                        <p:tgtEl>
                                          <p:spTgt spid="31"/>
                                        </p:tgtEl>
                                      </p:cBhvr>
                                    </p:animEffect>
                                  </p:childTnLst>
                                </p:cTn>
                              </p:par>
                              <p:par>
                                <p:cTn id="133" presetID="42" presetClass="path" presetSubtype="0" decel="100000" fill="hold" grpId="1" nodeType="withEffect">
                                  <p:stCondLst>
                                    <p:cond delay="2500"/>
                                  </p:stCondLst>
                                  <p:childTnLst>
                                    <p:animMotion origin="layout" path="M -2.08333E-7 -1.11111E-6 L -2.08333E-7 0.03542 " pathEditMode="relative" rAng="0" ptsTypes="AA">
                                      <p:cBhvr>
                                        <p:cTn id="134" dur="700" spd="-100000" fill="hold"/>
                                        <p:tgtEl>
                                          <p:spTgt spid="31"/>
                                        </p:tgtEl>
                                        <p:attrNameLst>
                                          <p:attrName>ppt_x</p:attrName>
                                          <p:attrName>ppt_y</p:attrName>
                                        </p:attrNameLst>
                                      </p:cBhvr>
                                      <p:rCtr x="0" y="1759"/>
                                    </p:animMotion>
                                  </p:childTnLst>
                                </p:cTn>
                              </p:par>
                              <p:par>
                                <p:cTn id="135" presetID="10" presetClass="entr" presetSubtype="0" fill="hold" nodeType="withEffect">
                                  <p:stCondLst>
                                    <p:cond delay="2500"/>
                                  </p:stCondLst>
                                  <p:childTnLst>
                                    <p:set>
                                      <p:cBhvr>
                                        <p:cTn id="136" dur="1" fill="hold">
                                          <p:stCondLst>
                                            <p:cond delay="0"/>
                                          </p:stCondLst>
                                        </p:cTn>
                                        <p:tgtEl>
                                          <p:spTgt spid="63"/>
                                        </p:tgtEl>
                                        <p:attrNameLst>
                                          <p:attrName>style.visibility</p:attrName>
                                        </p:attrNameLst>
                                      </p:cBhvr>
                                      <p:to>
                                        <p:strVal val="visible"/>
                                      </p:to>
                                    </p:set>
                                    <p:animEffect transition="in" filter="fade">
                                      <p:cBhvr>
                                        <p:cTn id="137" dur="500"/>
                                        <p:tgtEl>
                                          <p:spTgt spid="63"/>
                                        </p:tgtEl>
                                      </p:cBhvr>
                                    </p:animEffect>
                                  </p:childTnLst>
                                </p:cTn>
                              </p:par>
                              <p:par>
                                <p:cTn id="138" presetID="42" presetClass="path" presetSubtype="0" decel="100000" fill="hold" nodeType="withEffect">
                                  <p:stCondLst>
                                    <p:cond delay="2500"/>
                                  </p:stCondLst>
                                  <p:childTnLst>
                                    <p:animMotion origin="layout" path="M -2.29167E-6 0 L -2.29167E-6 0.03542 " pathEditMode="relative" rAng="0" ptsTypes="AA">
                                      <p:cBhvr>
                                        <p:cTn id="139" dur="700" spd="-100000" fill="hold"/>
                                        <p:tgtEl>
                                          <p:spTgt spid="6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4" grpId="0"/>
      <p:bldP spid="34" grpId="1"/>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P spid="43" grpId="0"/>
      <p:bldP spid="43" grpId="1"/>
      <p:bldP spid="44" grpId="0"/>
      <p:bldP spid="44" grpId="1"/>
      <p:bldP spid="45" grpId="0"/>
      <p:bldP spid="45"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3BD9C5-C347-6120-E20F-E11196C608C1}"/>
              </a:ext>
            </a:extLst>
          </p:cNvPr>
          <p:cNvPicPr>
            <a:picLocks noChangeAspect="1"/>
          </p:cNvPicPr>
          <p:nvPr/>
        </p:nvPicPr>
        <p:blipFill>
          <a:blip r:embed="rId2"/>
          <a:stretch>
            <a:fillRect/>
          </a:stretch>
        </p:blipFill>
        <p:spPr>
          <a:xfrm>
            <a:off x="600255" y="0"/>
            <a:ext cx="10991491" cy="6858000"/>
          </a:xfrm>
          <a:prstGeom prst="rect">
            <a:avLst/>
          </a:prstGeom>
        </p:spPr>
      </p:pic>
    </p:spTree>
    <p:extLst>
      <p:ext uri="{BB962C8B-B14F-4D97-AF65-F5344CB8AC3E}">
        <p14:creationId xmlns:p14="http://schemas.microsoft.com/office/powerpoint/2010/main" val="427554445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DF035E-36FB-2943-D689-551D9226E53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E11CB4D-4FC6-9915-9A9E-EC7C857079C7}"/>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95446924-5C03-4281-B34F-1B5A03148E7B}"/>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3" name="Rectangle: Rounded Corners 10">
            <a:extLst>
              <a:ext uri="{FF2B5EF4-FFF2-40B4-BE49-F238E27FC236}">
                <a16:creationId xmlns:a16="http://schemas.microsoft.com/office/drawing/2014/main" id="{5B2D1846-9C24-5633-692E-D9D0DAA3A1D7}"/>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77E7DF5E-B7E2-7C3C-A315-CF7F8BABC367}"/>
              </a:ext>
            </a:extLst>
          </p:cNvPr>
          <p:cNvSpPr/>
          <p:nvPr/>
        </p:nvSpPr>
        <p:spPr bwMode="auto">
          <a:xfrm>
            <a:off x="4993248" y="1415143"/>
            <a:ext cx="6837085" cy="3953357"/>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Rectangle: Rounded Corners 12" descr="GenAI Model Store">
            <a:extLst>
              <a:ext uri="{FF2B5EF4-FFF2-40B4-BE49-F238E27FC236}">
                <a16:creationId xmlns:a16="http://schemas.microsoft.com/office/drawing/2014/main" id="{1D84885B-74C9-3435-F224-6DD635BCF256}"/>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sp>
        <p:nvSpPr>
          <p:cNvPr id="6" name="Title 1">
            <a:extLst>
              <a:ext uri="{FF2B5EF4-FFF2-40B4-BE49-F238E27FC236}">
                <a16:creationId xmlns:a16="http://schemas.microsoft.com/office/drawing/2014/main" id="{D4577816-5A54-246D-2B5D-AF463C8776A3}"/>
              </a:ext>
            </a:extLst>
          </p:cNvPr>
          <p:cNvSpPr txBox="1">
            <a:spLocks/>
          </p:cNvSpPr>
          <p:nvPr/>
        </p:nvSpPr>
        <p:spPr>
          <a:xfrm>
            <a:off x="299405" y="647700"/>
            <a:ext cx="4066507" cy="1477328"/>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prstClr val="white"/>
                </a:solidFill>
                <a:effectLst/>
                <a:uLnTx/>
                <a:uFillTx/>
                <a:latin typeface="Segoe UI Semibold"/>
                <a:ea typeface="+mn-ea"/>
                <a:cs typeface="Segoe Sans Text"/>
              </a:rPr>
              <a:t>Foundry IQ integration in Foundry Agent Service</a:t>
            </a:r>
            <a:endParaRPr kumimoji="0" lang="en-US" sz="3200" b="0" i="0" u="none" strike="noStrike" kern="1200" cap="none" spc="-50" normalizeH="0" baseline="0" noProof="0">
              <a:ln w="3175">
                <a:noFill/>
              </a:ln>
              <a:solidFill>
                <a:prstClr val="white"/>
              </a:solidFill>
              <a:effectLst/>
              <a:uLnTx/>
              <a:uFillTx/>
              <a:latin typeface="Segoe UI Semibold"/>
              <a:ea typeface="+mn-ea"/>
              <a:cs typeface="Segoe Sans Text" pitchFamily="2" charset="0"/>
            </a:endParaRPr>
          </a:p>
        </p:txBody>
      </p:sp>
      <p:sp>
        <p:nvSpPr>
          <p:cNvPr id="8" name="Rectangle: Rounded Corners 10">
            <a:extLst>
              <a:ext uri="{FF2B5EF4-FFF2-40B4-BE49-F238E27FC236}">
                <a16:creationId xmlns:a16="http://schemas.microsoft.com/office/drawing/2014/main" id="{9DE6C168-F97B-F4BF-962C-14D2AFC82D38}"/>
              </a:ext>
            </a:extLst>
          </p:cNvPr>
          <p:cNvSpPr/>
          <p:nvPr/>
        </p:nvSpPr>
        <p:spPr>
          <a:xfrm>
            <a:off x="361667" y="2609314"/>
            <a:ext cx="3947439" cy="3600986"/>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Gives agents built in Foundry instant access to trusted, high-quality enterprise knowledge.</a:t>
            </a: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Developers can ground agents on Knowledge Bases that unify data from sources such as SharePoint, </a:t>
            </a:r>
            <a:r>
              <a:rPr kumimoji="0" lang="en-US" sz="1800" b="0" i="0" u="none" strike="noStrike" kern="1200" cap="none" spc="0" normalizeH="0" baseline="0" noProof="0" err="1">
                <a:ln>
                  <a:noFill/>
                </a:ln>
                <a:solidFill>
                  <a:prstClr val="white"/>
                </a:solidFill>
                <a:effectLst/>
                <a:uLnTx/>
                <a:uFillTx/>
                <a:latin typeface="Segoe UI Semilight"/>
                <a:ea typeface="+mn-ea"/>
                <a:cs typeface="+mn-cs"/>
              </a:rPr>
              <a:t>OneLake</a:t>
            </a:r>
            <a:r>
              <a:rPr kumimoji="0" lang="en-US" sz="1800" b="0" i="0" u="none" strike="noStrike" kern="1200" cap="none" spc="0" normalizeH="0" baseline="0" noProof="0">
                <a:ln>
                  <a:noFill/>
                </a:ln>
                <a:solidFill>
                  <a:prstClr val="white"/>
                </a:solidFill>
                <a:effectLst/>
                <a:uLnTx/>
                <a:uFillTx/>
                <a:latin typeface="Segoe UI Semilight"/>
                <a:ea typeface="+mn-ea"/>
                <a:cs typeface="+mn-cs"/>
              </a:rPr>
              <a:t>, ADLS, and the web—without writing custom RAG logic or retrieval pipelines. </a:t>
            </a: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Each agent call to IQ automatically enforces Purview-based security, ensuring that context stays accurate, up to date, and compliant. </a:t>
            </a:r>
            <a:endPar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endParaRPr>
          </a:p>
        </p:txBody>
      </p:sp>
      <p:pic>
        <p:nvPicPr>
          <p:cNvPr id="2" name="Picture 1">
            <a:extLst>
              <a:ext uri="{FF2B5EF4-FFF2-40B4-BE49-F238E27FC236}">
                <a16:creationId xmlns:a16="http://schemas.microsoft.com/office/drawing/2014/main" id="{DE480770-9ECB-C835-82AB-22DA5325196C}"/>
              </a:ext>
            </a:extLst>
          </p:cNvPr>
          <p:cNvPicPr>
            <a:picLocks noChangeAspect="1"/>
          </p:cNvPicPr>
          <p:nvPr/>
        </p:nvPicPr>
        <p:blipFill>
          <a:blip r:embed="rId3"/>
          <a:stretch>
            <a:fillRect/>
          </a:stretch>
        </p:blipFill>
        <p:spPr>
          <a:xfrm>
            <a:off x="5062916" y="1489500"/>
            <a:ext cx="6710611" cy="37579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78453171"/>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78B3-BCF4-FF94-DAFB-782967CDE5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461FD3-B8A3-62BD-15E8-E23BDBE60C26}"/>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F1E797F6-0812-CE55-75FF-35120E9468CA}"/>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3" name="Rectangle: Rounded Corners 10">
            <a:extLst>
              <a:ext uri="{FF2B5EF4-FFF2-40B4-BE49-F238E27FC236}">
                <a16:creationId xmlns:a16="http://schemas.microsoft.com/office/drawing/2014/main" id="{D46456AF-99DA-EFBA-97A3-6AE08276B97C}"/>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8B06B8BE-DE28-F282-361E-19E6FAF4D898}"/>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14" name="Rectangle: Rounded Corners 12" descr="GenAI Model Store">
            <a:extLst>
              <a:ext uri="{FF2B5EF4-FFF2-40B4-BE49-F238E27FC236}">
                <a16:creationId xmlns:a16="http://schemas.microsoft.com/office/drawing/2014/main" id="{DB720AC9-D2E2-1016-126C-A3DA02F7BFBA}"/>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sp>
        <p:nvSpPr>
          <p:cNvPr id="16" name="Title 1">
            <a:extLst>
              <a:ext uri="{FF2B5EF4-FFF2-40B4-BE49-F238E27FC236}">
                <a16:creationId xmlns:a16="http://schemas.microsoft.com/office/drawing/2014/main" id="{4EE2C129-34B2-BCC6-ECC8-C3236C67DB3D}"/>
              </a:ext>
            </a:extLst>
          </p:cNvPr>
          <p:cNvSpPr txBox="1">
            <a:spLocks/>
          </p:cNvSpPr>
          <p:nvPr/>
        </p:nvSpPr>
        <p:spPr>
          <a:xfrm>
            <a:off x="275770" y="457200"/>
            <a:ext cx="4296229" cy="1661993"/>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white"/>
                </a:solidFill>
                <a:effectLst/>
                <a:uLnTx/>
                <a:uFillTx/>
                <a:latin typeface="Segoe UI Semibold"/>
                <a:ea typeface="+mn-ea"/>
                <a:cs typeface="Segoe Sans Text"/>
              </a:rPr>
              <a:t>Grounding with private data in Microsoft SharePoint</a:t>
            </a:r>
            <a:endParaRPr kumimoji="0" lang="en-US" sz="2000" b="0" i="0" u="none" strike="noStrike" kern="1200" cap="none" spc="-50" normalizeH="0" baseline="0" noProof="0">
              <a:ln w="3175">
                <a:noFill/>
              </a:ln>
              <a:solidFill>
                <a:prstClr val="white"/>
              </a:solidFill>
              <a:effectLst/>
              <a:uLnTx/>
              <a:uFillTx/>
              <a:latin typeface="Segoe UI Semibold"/>
              <a:ea typeface="+mn-ea"/>
              <a:cs typeface="Segoe Sans Text" pitchFamily="2" charset="0"/>
            </a:endParaRPr>
          </a:p>
        </p:txBody>
      </p:sp>
      <p:sp>
        <p:nvSpPr>
          <p:cNvPr id="17" name="Rectangle: Rounded Corners 10">
            <a:extLst>
              <a:ext uri="{FF2B5EF4-FFF2-40B4-BE49-F238E27FC236}">
                <a16:creationId xmlns:a16="http://schemas.microsoft.com/office/drawing/2014/main" id="{3D68BFFF-9C76-7B12-C218-CDD1BF611443}"/>
              </a:ext>
            </a:extLst>
          </p:cNvPr>
          <p:cNvSpPr/>
          <p:nvPr/>
        </p:nvSpPr>
        <p:spPr>
          <a:xfrm>
            <a:off x="437208" y="3064399"/>
            <a:ext cx="3763817" cy="185178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Grounding with SharePoint makes your SharePoint content more accessible to your end users. </a:t>
            </a:r>
            <a:endParaRPr kumimoji="0" lang="en-US" sz="1600" b="0" i="0" u="none" strike="noStrike" kern="1200" cap="none" spc="0" normalizeH="0" baseline="0" noProof="0">
              <a:ln w="3175">
                <a:noFill/>
              </a:ln>
              <a:solidFill>
                <a:prstClr val="white"/>
              </a:solidFill>
              <a:effectLst/>
              <a:uLnTx/>
              <a:uFillTx/>
              <a:latin typeface="Segoe UI Semilight"/>
              <a:ea typeface="+mn-lt"/>
              <a:cs typeface="Segoe Sans Text" pitchFamily="2" charset="0"/>
            </a:endParaRP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Enterprise-grade security features, such as On-behalf-of (OBO) authentication for SharePoint, ensure secure and controlled access for end users.</a:t>
            </a:r>
            <a:endParaRPr kumimoji="0" lang="en-US" sz="1600" b="0" i="0" u="none" strike="noStrike" kern="1200" cap="none" spc="0" normalizeH="0" baseline="0" noProof="0">
              <a:ln w="3175">
                <a:noFill/>
              </a:ln>
              <a:solidFill>
                <a:prstClr val="white"/>
              </a:solidFill>
              <a:effectLst/>
              <a:uLnTx/>
              <a:uFillTx/>
              <a:latin typeface="Segoe Sans Text"/>
              <a:ea typeface="+mn-ea"/>
              <a:cs typeface="Segoe Sans Text" pitchFamily="2" charset="0"/>
            </a:endParaRPr>
          </a:p>
        </p:txBody>
      </p:sp>
      <p:pic>
        <p:nvPicPr>
          <p:cNvPr id="2" name="Picture 1" descr="A screenshot of a computer&#10;&#10;AI-generated content may be incorrect.">
            <a:extLst>
              <a:ext uri="{FF2B5EF4-FFF2-40B4-BE49-F238E27FC236}">
                <a16:creationId xmlns:a16="http://schemas.microsoft.com/office/drawing/2014/main" id="{9CB93AF3-3285-363A-C7DA-62F0C3DB1950}"/>
              </a:ext>
            </a:extLst>
          </p:cNvPr>
          <p:cNvPicPr>
            <a:picLocks noChangeAspect="1"/>
          </p:cNvPicPr>
          <p:nvPr/>
        </p:nvPicPr>
        <p:blipFill>
          <a:blip r:embed="rId3"/>
          <a:stretch>
            <a:fillRect/>
          </a:stretch>
        </p:blipFill>
        <p:spPr>
          <a:xfrm>
            <a:off x="4576162" y="909961"/>
            <a:ext cx="7626472" cy="4549806"/>
          </a:xfrm>
          <a:prstGeom prst="rect">
            <a:avLst/>
          </a:prstGeom>
        </p:spPr>
      </p:pic>
    </p:spTree>
    <p:extLst>
      <p:ext uri="{BB962C8B-B14F-4D97-AF65-F5344CB8AC3E}">
        <p14:creationId xmlns:p14="http://schemas.microsoft.com/office/powerpoint/2010/main" val="2856974690"/>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88015-EC73-8D59-D51C-FB0259EF5E63}"/>
            </a:ext>
          </a:extLst>
        </p:cNvPr>
        <p:cNvGrpSpPr/>
        <p:nvPr/>
      </p:nvGrpSpPr>
      <p:grpSpPr>
        <a:xfrm>
          <a:off x="0" y="0"/>
          <a:ext cx="0" cy="0"/>
          <a:chOff x="0" y="0"/>
          <a:chExt cx="0" cy="0"/>
        </a:xfrm>
      </p:grpSpPr>
      <p:sp>
        <p:nvSpPr>
          <p:cNvPr id="68" name="Title 67">
            <a:extLst>
              <a:ext uri="{FF2B5EF4-FFF2-40B4-BE49-F238E27FC236}">
                <a16:creationId xmlns:a16="http://schemas.microsoft.com/office/drawing/2014/main" id="{7218FF22-0764-62AC-EBF4-AF2D45218DFE}"/>
              </a:ext>
            </a:extLst>
          </p:cNvPr>
          <p:cNvSpPr>
            <a:spLocks noGrp="1"/>
          </p:cNvSpPr>
          <p:nvPr>
            <p:ph type="title"/>
          </p:nvPr>
        </p:nvSpPr>
        <p:spPr/>
        <p:txBody>
          <a:bodyPr/>
          <a:lstStyle/>
          <a:p>
            <a:r>
              <a:rPr lang="en-US"/>
              <a:t>Accelerator architecture</a:t>
            </a:r>
          </a:p>
        </p:txBody>
      </p:sp>
      <p:sp>
        <p:nvSpPr>
          <p:cNvPr id="4" name="Rectangle: Rounded Corners 3">
            <a:extLst>
              <a:ext uri="{FF2B5EF4-FFF2-40B4-BE49-F238E27FC236}">
                <a16:creationId xmlns:a16="http://schemas.microsoft.com/office/drawing/2014/main" id="{1B7C39D3-8F80-16AD-7A53-5DCD4D3F2D35}"/>
              </a:ext>
            </a:extLst>
          </p:cNvPr>
          <p:cNvSpPr/>
          <p:nvPr/>
        </p:nvSpPr>
        <p:spPr bwMode="auto">
          <a:xfrm>
            <a:off x="4391208" y="3647286"/>
            <a:ext cx="3160533" cy="1320599"/>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endParaRPr>
          </a:p>
        </p:txBody>
      </p:sp>
      <p:sp>
        <p:nvSpPr>
          <p:cNvPr id="7" name="Rectangle: Rounded Corners 6">
            <a:extLst>
              <a:ext uri="{FF2B5EF4-FFF2-40B4-BE49-F238E27FC236}">
                <a16:creationId xmlns:a16="http://schemas.microsoft.com/office/drawing/2014/main" id="{BC102B0E-E88F-5990-37BD-DD1E0F688F20}"/>
              </a:ext>
            </a:extLst>
          </p:cNvPr>
          <p:cNvSpPr/>
          <p:nvPr/>
        </p:nvSpPr>
        <p:spPr bwMode="auto">
          <a:xfrm>
            <a:off x="830855" y="3303321"/>
            <a:ext cx="3053080" cy="1089165"/>
          </a:xfrm>
          <a:prstGeom prst="roundRect">
            <a:avLst>
              <a:gd name="adj" fmla="val 7941"/>
            </a:avLst>
          </a:prstGeom>
          <a:solidFill>
            <a:srgbClr val="FFFFFF"/>
          </a:solidFill>
          <a:ln w="12700" cap="flat" cmpd="sng" algn="ctr">
            <a:solidFill>
              <a:srgbClr val="B1B3B3"/>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mn-ea"/>
              <a:cs typeface="Segoe UI" pitchFamily="34" charset="0"/>
            </a:endParaRPr>
          </a:p>
        </p:txBody>
      </p:sp>
      <p:sp>
        <p:nvSpPr>
          <p:cNvPr id="8" name="Rectangle: Rounded Corners 7">
            <a:extLst>
              <a:ext uri="{FF2B5EF4-FFF2-40B4-BE49-F238E27FC236}">
                <a16:creationId xmlns:a16="http://schemas.microsoft.com/office/drawing/2014/main" id="{6A33D865-80D2-F8FF-30DE-DF645ADD3BBF}"/>
              </a:ext>
            </a:extLst>
          </p:cNvPr>
          <p:cNvSpPr/>
          <p:nvPr/>
        </p:nvSpPr>
        <p:spPr bwMode="auto">
          <a:xfrm>
            <a:off x="8185861" y="2030019"/>
            <a:ext cx="3200400" cy="1188720"/>
          </a:xfrm>
          <a:prstGeom prst="roundRect">
            <a:avLst>
              <a:gd name="adj" fmla="val 7113"/>
            </a:avLst>
          </a:prstGeom>
          <a:solidFill>
            <a:srgbClr val="FFFFFF"/>
          </a:solidFill>
          <a:ln w="12700" cap="flat" cmpd="sng" algn="ctr">
            <a:solidFill>
              <a:srgbClr val="B1B3B3"/>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mn-ea"/>
              <a:cs typeface="Segoe UI" pitchFamily="34" charset="0"/>
            </a:endParaRPr>
          </a:p>
        </p:txBody>
      </p:sp>
      <p:sp>
        <p:nvSpPr>
          <p:cNvPr id="11" name="Rectangle: Rounded Corners 124">
            <a:extLst>
              <a:ext uri="{FF2B5EF4-FFF2-40B4-BE49-F238E27FC236}">
                <a16:creationId xmlns:a16="http://schemas.microsoft.com/office/drawing/2014/main" id="{DC453C32-9A88-3725-DEB6-B8654A71C602}"/>
              </a:ext>
              <a:ext uri="{C183D7F6-B498-43B3-948B-1728B52AA6E4}">
                <adec:decorative xmlns:adec="http://schemas.microsoft.com/office/drawing/2017/decorative" val="1"/>
              </a:ext>
            </a:extLst>
          </p:cNvPr>
          <p:cNvSpPr/>
          <p:nvPr/>
        </p:nvSpPr>
        <p:spPr bwMode="auto">
          <a:xfrm>
            <a:off x="612989" y="1603644"/>
            <a:ext cx="3475604" cy="2964355"/>
          </a:xfrm>
          <a:prstGeom prst="roundRect">
            <a:avLst>
              <a:gd name="adj" fmla="val 2469"/>
            </a:avLst>
          </a:prstGeom>
          <a:noFill/>
          <a:ln w="19050" cap="rnd" cmpd="sng" algn="ctr">
            <a:solidFill>
              <a:srgbClr val="B1B3B3"/>
            </a:solidFill>
            <a:prstDash val="sys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12" name="Group 11">
            <a:extLst>
              <a:ext uri="{FF2B5EF4-FFF2-40B4-BE49-F238E27FC236}">
                <a16:creationId xmlns:a16="http://schemas.microsoft.com/office/drawing/2014/main" id="{1744CC52-7C33-C6F4-DC79-D97473F3A1A0}"/>
              </a:ext>
            </a:extLst>
          </p:cNvPr>
          <p:cNvGrpSpPr/>
          <p:nvPr/>
        </p:nvGrpSpPr>
        <p:grpSpPr>
          <a:xfrm>
            <a:off x="847709" y="1329324"/>
            <a:ext cx="1512877" cy="548640"/>
            <a:chOff x="940846" y="1845274"/>
            <a:chExt cx="1512877" cy="548640"/>
          </a:xfrm>
        </p:grpSpPr>
        <p:sp>
          <p:nvSpPr>
            <p:cNvPr id="13" name="Rectangle: Rounded Corners 12">
              <a:extLst>
                <a:ext uri="{FF2B5EF4-FFF2-40B4-BE49-F238E27FC236}">
                  <a16:creationId xmlns:a16="http://schemas.microsoft.com/office/drawing/2014/main" id="{6825AD2B-F80C-FC3C-5E99-8361E70D0120}"/>
                </a:ext>
                <a:ext uri="{C183D7F6-B498-43B3-948B-1728B52AA6E4}">
                  <adec:decorative xmlns:adec="http://schemas.microsoft.com/office/drawing/2017/decorative" val="0"/>
                </a:ext>
              </a:extLst>
            </p:cNvPr>
            <p:cNvSpPr/>
            <p:nvPr/>
          </p:nvSpPr>
          <p:spPr bwMode="auto">
            <a:xfrm>
              <a:off x="940846" y="1845274"/>
              <a:ext cx="1512877" cy="548640"/>
            </a:xfrm>
            <a:prstGeom prst="roundRect">
              <a:avLst>
                <a:gd name="adj" fmla="val 25981"/>
              </a:avLst>
            </a:prstGeom>
            <a:solidFill>
              <a:srgbClr val="FFFFFF"/>
            </a:solidFill>
            <a:ln w="19050" cap="flat" cmpd="sng" algn="ctr">
              <a:solidFill>
                <a:srgbClr val="B1B3B3"/>
              </a:solidFill>
              <a:prstDash val="solid"/>
              <a:miter lim="800000"/>
              <a:headEnd type="none" w="med" len="med"/>
              <a:tailEnd type="none" w="med" len="med"/>
            </a:ln>
            <a:effectLst/>
          </p:spPr>
          <p:txBody>
            <a:bodyPr rot="0" spcFirstLastPara="0" vertOverflow="overflow" horzOverflow="overflow" vert="horz" wrap="square" lIns="548640" tIns="0" rIns="18288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Microsoft Fabric</a:t>
              </a:r>
            </a:p>
          </p:txBody>
        </p:sp>
        <p:pic>
          <p:nvPicPr>
            <p:cNvPr id="14" name="Picture 13" descr="A green and blue logo&#10;&#10;Description automatically generated">
              <a:extLst>
                <a:ext uri="{FF2B5EF4-FFF2-40B4-BE49-F238E27FC236}">
                  <a16:creationId xmlns:a16="http://schemas.microsoft.com/office/drawing/2014/main" id="{80071B81-ECA5-30C4-E485-F38E119356B3}"/>
                </a:ext>
              </a:extLst>
            </p:cNvPr>
            <p:cNvPicPr>
              <a:picLocks noChangeAspect="1"/>
            </p:cNvPicPr>
            <p:nvPr/>
          </p:nvPicPr>
          <p:blipFill>
            <a:blip r:embed="rId3"/>
            <a:stretch>
              <a:fillRect/>
            </a:stretch>
          </p:blipFill>
          <p:spPr>
            <a:xfrm>
              <a:off x="1124518" y="1964608"/>
              <a:ext cx="309972" cy="309972"/>
            </a:xfrm>
            <a:prstGeom prst="rect">
              <a:avLst/>
            </a:prstGeom>
          </p:spPr>
        </p:pic>
      </p:grpSp>
      <p:sp>
        <p:nvSpPr>
          <p:cNvPr id="15" name="Rectangle: Rounded Corners 124">
            <a:extLst>
              <a:ext uri="{FF2B5EF4-FFF2-40B4-BE49-F238E27FC236}">
                <a16:creationId xmlns:a16="http://schemas.microsoft.com/office/drawing/2014/main" id="{C94179F7-5A2C-A2CB-CD01-8C29181A154C}"/>
              </a:ext>
              <a:ext uri="{C183D7F6-B498-43B3-948B-1728B52AA6E4}">
                <adec:decorative xmlns:adec="http://schemas.microsoft.com/office/drawing/2017/decorative" val="1"/>
              </a:ext>
            </a:extLst>
          </p:cNvPr>
          <p:cNvSpPr/>
          <p:nvPr/>
        </p:nvSpPr>
        <p:spPr bwMode="auto">
          <a:xfrm>
            <a:off x="8081311" y="1575361"/>
            <a:ext cx="3429000" cy="3073500"/>
          </a:xfrm>
          <a:prstGeom prst="roundRect">
            <a:avLst>
              <a:gd name="adj" fmla="val 2469"/>
            </a:avLst>
          </a:prstGeom>
          <a:noFill/>
          <a:ln w="19050" cap="rnd" cmpd="sng" algn="ctr">
            <a:solidFill>
              <a:srgbClr val="B1B3B3"/>
            </a:solidFill>
            <a:prstDash val="sys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16" name="Group 15">
            <a:extLst>
              <a:ext uri="{FF2B5EF4-FFF2-40B4-BE49-F238E27FC236}">
                <a16:creationId xmlns:a16="http://schemas.microsoft.com/office/drawing/2014/main" id="{6A08E143-4401-8865-16D3-FB18D8A467F7}"/>
              </a:ext>
            </a:extLst>
          </p:cNvPr>
          <p:cNvGrpSpPr/>
          <p:nvPr/>
        </p:nvGrpSpPr>
        <p:grpSpPr>
          <a:xfrm>
            <a:off x="8238816" y="1325965"/>
            <a:ext cx="1512877" cy="548640"/>
            <a:chOff x="3215149" y="1465288"/>
            <a:chExt cx="1512877" cy="548640"/>
          </a:xfrm>
        </p:grpSpPr>
        <p:sp>
          <p:nvSpPr>
            <p:cNvPr id="17" name="Rectangle: Rounded Corners 16">
              <a:extLst>
                <a:ext uri="{FF2B5EF4-FFF2-40B4-BE49-F238E27FC236}">
                  <a16:creationId xmlns:a16="http://schemas.microsoft.com/office/drawing/2014/main" id="{90E83B20-24D0-D0BE-1030-A22B47E40147}"/>
                </a:ext>
                <a:ext uri="{C183D7F6-B498-43B3-948B-1728B52AA6E4}">
                  <adec:decorative xmlns:adec="http://schemas.microsoft.com/office/drawing/2017/decorative" val="0"/>
                </a:ext>
              </a:extLst>
            </p:cNvPr>
            <p:cNvSpPr/>
            <p:nvPr/>
          </p:nvSpPr>
          <p:spPr bwMode="auto">
            <a:xfrm>
              <a:off x="3215149" y="1465288"/>
              <a:ext cx="1512877" cy="548640"/>
            </a:xfrm>
            <a:prstGeom prst="roundRect">
              <a:avLst>
                <a:gd name="adj" fmla="val 25981"/>
              </a:avLst>
            </a:prstGeom>
            <a:solidFill>
              <a:srgbClr val="FFFFFF"/>
            </a:solidFill>
            <a:ln w="19050" cap="flat" cmpd="sng" algn="ctr">
              <a:solidFill>
                <a:srgbClr val="B1B3B3"/>
              </a:solidFill>
              <a:prstDash val="solid"/>
              <a:miter lim="800000"/>
              <a:headEnd type="none" w="med" len="med"/>
              <a:tailEnd type="none" w="med" len="med"/>
            </a:ln>
            <a:effectLst/>
          </p:spPr>
          <p:txBody>
            <a:bodyPr rot="0" spcFirstLastPara="0" vertOverflow="overflow" horzOverflow="overflow" vert="horz" wrap="square" lIns="548640" tIns="0" rIns="18288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Microsoft Foundry</a:t>
              </a:r>
            </a:p>
          </p:txBody>
        </p:sp>
        <p:pic>
          <p:nvPicPr>
            <p:cNvPr id="18" name="Picture 17">
              <a:extLst>
                <a:ext uri="{FF2B5EF4-FFF2-40B4-BE49-F238E27FC236}">
                  <a16:creationId xmlns:a16="http://schemas.microsoft.com/office/drawing/2014/main" id="{5B1ED098-2333-A2CF-047A-40F7C89B4D7B}"/>
                </a:ext>
              </a:extLst>
            </p:cNvPr>
            <p:cNvPicPr>
              <a:picLocks noChangeAspect="1"/>
            </p:cNvPicPr>
            <p:nvPr/>
          </p:nvPicPr>
          <p:blipFill>
            <a:blip r:embed="rId4" cstate="hqprint">
              <a:extLst>
                <a:ext uri="{28A0092B-C50C-407E-A947-70E740481C1C}">
                  <a14:useLocalDpi xmlns:a14="http://schemas.microsoft.com/office/drawing/2010/main"/>
                </a:ext>
              </a:extLst>
            </a:blip>
            <a:srcRect l="30072" t="21727" r="38728" b="19264"/>
            <a:stretch>
              <a:fillRect/>
            </a:stretch>
          </p:blipFill>
          <p:spPr>
            <a:xfrm>
              <a:off x="3348299" y="1556728"/>
              <a:ext cx="343812" cy="365760"/>
            </a:xfrm>
            <a:prstGeom prst="rect">
              <a:avLst/>
            </a:prstGeom>
          </p:spPr>
        </p:pic>
      </p:grpSp>
      <p:sp>
        <p:nvSpPr>
          <p:cNvPr id="19" name="Rectangle: Rounded Corners 18">
            <a:extLst>
              <a:ext uri="{FF2B5EF4-FFF2-40B4-BE49-F238E27FC236}">
                <a16:creationId xmlns:a16="http://schemas.microsoft.com/office/drawing/2014/main" id="{45FE1540-18EE-F576-699B-3F3E977307E2}"/>
              </a:ext>
            </a:extLst>
          </p:cNvPr>
          <p:cNvSpPr/>
          <p:nvPr/>
        </p:nvSpPr>
        <p:spPr bwMode="auto">
          <a:xfrm>
            <a:off x="8185861" y="3432337"/>
            <a:ext cx="3200400" cy="1077687"/>
          </a:xfrm>
          <a:prstGeom prst="roundRect">
            <a:avLst>
              <a:gd name="adj" fmla="val 7941"/>
            </a:avLst>
          </a:prstGeom>
          <a:solidFill>
            <a:srgbClr val="FFFFFF"/>
          </a:solidFill>
          <a:ln w="12700" cap="flat" cmpd="sng" algn="ctr">
            <a:solidFill>
              <a:srgbClr val="B1B3B3"/>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mn-ea"/>
              <a:cs typeface="Segoe UI" pitchFamily="34" charset="0"/>
            </a:endParaRPr>
          </a:p>
        </p:txBody>
      </p:sp>
      <p:grpSp>
        <p:nvGrpSpPr>
          <p:cNvPr id="28" name="Group 27">
            <a:extLst>
              <a:ext uri="{FF2B5EF4-FFF2-40B4-BE49-F238E27FC236}">
                <a16:creationId xmlns:a16="http://schemas.microsoft.com/office/drawing/2014/main" id="{2C1B1198-E0B3-D102-9B7A-2ABCFB4E940A}"/>
              </a:ext>
            </a:extLst>
          </p:cNvPr>
          <p:cNvGrpSpPr/>
          <p:nvPr/>
        </p:nvGrpSpPr>
        <p:grpSpPr>
          <a:xfrm>
            <a:off x="10414829" y="3544703"/>
            <a:ext cx="914400" cy="822960"/>
            <a:chOff x="7122657" y="4509095"/>
            <a:chExt cx="914400" cy="822960"/>
          </a:xfrm>
        </p:grpSpPr>
        <p:sp>
          <p:nvSpPr>
            <p:cNvPr id="30" name="Rectangle: Rounded Corners 29">
              <a:extLst>
                <a:ext uri="{FF2B5EF4-FFF2-40B4-BE49-F238E27FC236}">
                  <a16:creationId xmlns:a16="http://schemas.microsoft.com/office/drawing/2014/main" id="{6EEE5289-140E-B0CC-C793-60D5358BDCD0}"/>
                </a:ext>
              </a:extLst>
            </p:cNvPr>
            <p:cNvSpPr/>
            <p:nvPr/>
          </p:nvSpPr>
          <p:spPr bwMode="auto">
            <a:xfrm>
              <a:off x="7122657" y="4509095"/>
              <a:ext cx="91440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Agent Service</a:t>
              </a:r>
            </a:p>
          </p:txBody>
        </p:sp>
        <p:pic>
          <p:nvPicPr>
            <p:cNvPr id="31" name="Picture 30">
              <a:extLst>
                <a:ext uri="{FF2B5EF4-FFF2-40B4-BE49-F238E27FC236}">
                  <a16:creationId xmlns:a16="http://schemas.microsoft.com/office/drawing/2014/main" id="{489961E9-46EA-A871-A2C2-19CAE4FF21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89116" y="4649139"/>
              <a:ext cx="381483" cy="381483"/>
            </a:xfrm>
            <a:prstGeom prst="rect">
              <a:avLst/>
            </a:prstGeom>
          </p:spPr>
        </p:pic>
      </p:grpSp>
      <p:grpSp>
        <p:nvGrpSpPr>
          <p:cNvPr id="6" name="Group 5">
            <a:extLst>
              <a:ext uri="{FF2B5EF4-FFF2-40B4-BE49-F238E27FC236}">
                <a16:creationId xmlns:a16="http://schemas.microsoft.com/office/drawing/2014/main" id="{FEEED3D9-0024-F29B-27AE-B41783BAFF27}"/>
              </a:ext>
            </a:extLst>
          </p:cNvPr>
          <p:cNvGrpSpPr/>
          <p:nvPr/>
        </p:nvGrpSpPr>
        <p:grpSpPr>
          <a:xfrm>
            <a:off x="9347212" y="3544703"/>
            <a:ext cx="914400" cy="822960"/>
            <a:chOff x="9347212" y="3544703"/>
            <a:chExt cx="914400" cy="822960"/>
          </a:xfrm>
        </p:grpSpPr>
        <p:sp>
          <p:nvSpPr>
            <p:cNvPr id="33" name="Rectangle: Rounded Corners 32">
              <a:extLst>
                <a:ext uri="{FF2B5EF4-FFF2-40B4-BE49-F238E27FC236}">
                  <a16:creationId xmlns:a16="http://schemas.microsoft.com/office/drawing/2014/main" id="{8E20669D-1BCE-6A58-A9E1-FE9D8BF540A7}"/>
                </a:ext>
              </a:extLst>
            </p:cNvPr>
            <p:cNvSpPr/>
            <p:nvPr/>
          </p:nvSpPr>
          <p:spPr bwMode="auto">
            <a:xfrm>
              <a:off x="9347212" y="3544703"/>
              <a:ext cx="91440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Azure OpenAI</a:t>
              </a:r>
            </a:p>
          </p:txBody>
        </p:sp>
        <p:pic>
          <p:nvPicPr>
            <p:cNvPr id="42" name="Graphic 41">
              <a:extLst>
                <a:ext uri="{FF2B5EF4-FFF2-40B4-BE49-F238E27FC236}">
                  <a16:creationId xmlns:a16="http://schemas.microsoft.com/office/drawing/2014/main" id="{C7CD9526-D3C9-2B0B-0F38-092DB64FC2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26221" y="3701752"/>
              <a:ext cx="356382" cy="347472"/>
            </a:xfrm>
            <a:prstGeom prst="rect">
              <a:avLst/>
            </a:prstGeom>
          </p:spPr>
        </p:pic>
      </p:grpSp>
      <p:grpSp>
        <p:nvGrpSpPr>
          <p:cNvPr id="44" name="Group 43">
            <a:extLst>
              <a:ext uri="{FF2B5EF4-FFF2-40B4-BE49-F238E27FC236}">
                <a16:creationId xmlns:a16="http://schemas.microsoft.com/office/drawing/2014/main" id="{85E496E4-02C4-BBEB-C9FA-A018704D0318}"/>
              </a:ext>
            </a:extLst>
          </p:cNvPr>
          <p:cNvGrpSpPr/>
          <p:nvPr/>
        </p:nvGrpSpPr>
        <p:grpSpPr>
          <a:xfrm>
            <a:off x="9243869" y="2406041"/>
            <a:ext cx="1097280" cy="731520"/>
            <a:chOff x="4998457" y="2992125"/>
            <a:chExt cx="1097280" cy="731520"/>
          </a:xfrm>
        </p:grpSpPr>
        <p:sp>
          <p:nvSpPr>
            <p:cNvPr id="46" name="Rectangle: Rounded Corners 45">
              <a:extLst>
                <a:ext uri="{FF2B5EF4-FFF2-40B4-BE49-F238E27FC236}">
                  <a16:creationId xmlns:a16="http://schemas.microsoft.com/office/drawing/2014/main" id="{2D2619C6-4935-A213-14D9-04DFBCA02AA3}"/>
                </a:ext>
              </a:extLst>
            </p:cNvPr>
            <p:cNvSpPr/>
            <p:nvPr/>
          </p:nvSpPr>
          <p:spPr bwMode="auto">
            <a:xfrm>
              <a:off x="4998457" y="2992125"/>
              <a:ext cx="109728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Supplier Terms Agent</a:t>
              </a:r>
            </a:p>
          </p:txBody>
        </p:sp>
        <p:pic>
          <p:nvPicPr>
            <p:cNvPr id="47" name="Graphic 46" descr="Document outline">
              <a:extLst>
                <a:ext uri="{FF2B5EF4-FFF2-40B4-BE49-F238E27FC236}">
                  <a16:creationId xmlns:a16="http://schemas.microsoft.com/office/drawing/2014/main" id="{801B478B-A800-9D86-4E52-0BEB669CB4B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6716" y="3028738"/>
              <a:ext cx="340762" cy="340762"/>
            </a:xfrm>
            <a:prstGeom prst="rect">
              <a:avLst/>
            </a:prstGeom>
          </p:spPr>
        </p:pic>
      </p:grpSp>
      <p:sp>
        <p:nvSpPr>
          <p:cNvPr id="50" name="TextBox 49">
            <a:extLst>
              <a:ext uri="{FF2B5EF4-FFF2-40B4-BE49-F238E27FC236}">
                <a16:creationId xmlns:a16="http://schemas.microsoft.com/office/drawing/2014/main" id="{F543C343-DDDE-EABE-C584-556F3333877D}"/>
              </a:ext>
            </a:extLst>
          </p:cNvPr>
          <p:cNvSpPr txBox="1"/>
          <p:nvPr/>
        </p:nvSpPr>
        <p:spPr>
          <a:xfrm>
            <a:off x="8610101" y="2136760"/>
            <a:ext cx="1243930"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ptos Display" panose="02110004020202020204"/>
                <a:ea typeface="+mn-ea"/>
                <a:cs typeface="+mn-cs"/>
              </a:rPr>
              <a:t>Agent Framework</a:t>
            </a:r>
          </a:p>
        </p:txBody>
      </p:sp>
      <p:sp>
        <p:nvSpPr>
          <p:cNvPr id="72" name="TextBox 71">
            <a:extLst>
              <a:ext uri="{FF2B5EF4-FFF2-40B4-BE49-F238E27FC236}">
                <a16:creationId xmlns:a16="http://schemas.microsoft.com/office/drawing/2014/main" id="{60DCEBEE-02B4-601A-F0C3-9B881DE9A65F}"/>
              </a:ext>
            </a:extLst>
          </p:cNvPr>
          <p:cNvSpPr txBox="1"/>
          <p:nvPr/>
        </p:nvSpPr>
        <p:spPr>
          <a:xfrm>
            <a:off x="9947435" y="1957376"/>
            <a:ext cx="1245442" cy="153888"/>
          </a:xfrm>
          <a:prstGeom prst="rect">
            <a:avLst/>
          </a:prstGeom>
          <a:solidFill>
            <a:srgbClr val="FFFFFF"/>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Agent Orchestration</a:t>
            </a:r>
          </a:p>
        </p:txBody>
      </p:sp>
      <p:cxnSp>
        <p:nvCxnSpPr>
          <p:cNvPr id="92" name="Straight Arrow Connector 91">
            <a:extLst>
              <a:ext uri="{FF2B5EF4-FFF2-40B4-BE49-F238E27FC236}">
                <a16:creationId xmlns:a16="http://schemas.microsoft.com/office/drawing/2014/main" id="{9A7F543C-A364-56BA-A231-35587EF016D8}"/>
              </a:ext>
            </a:extLst>
          </p:cNvPr>
          <p:cNvCxnSpPr>
            <a:cxnSpLocks/>
            <a:stCxn id="8" idx="2"/>
          </p:cNvCxnSpPr>
          <p:nvPr/>
        </p:nvCxnSpPr>
        <p:spPr>
          <a:xfrm>
            <a:off x="9786061" y="3218739"/>
            <a:ext cx="8742" cy="239358"/>
          </a:xfrm>
          <a:prstGeom prst="straightConnector1">
            <a:avLst/>
          </a:prstGeom>
          <a:noFill/>
          <a:ln w="3175" cap="flat" cmpd="sng" algn="ctr">
            <a:solidFill>
              <a:schemeClr val="tx1">
                <a:lumMod val="65000"/>
              </a:schemeClr>
            </a:solidFill>
            <a:prstDash val="solid"/>
            <a:headEnd type="triangle"/>
            <a:tailEnd type="triangle"/>
          </a:ln>
          <a:effectLst/>
        </p:spPr>
      </p:cxnSp>
      <p:grpSp>
        <p:nvGrpSpPr>
          <p:cNvPr id="97" name="Group 96">
            <a:extLst>
              <a:ext uri="{FF2B5EF4-FFF2-40B4-BE49-F238E27FC236}">
                <a16:creationId xmlns:a16="http://schemas.microsoft.com/office/drawing/2014/main" id="{2EEA34D5-4204-2DEF-599D-9C9689EF0E16}"/>
              </a:ext>
            </a:extLst>
          </p:cNvPr>
          <p:cNvGrpSpPr/>
          <p:nvPr/>
        </p:nvGrpSpPr>
        <p:grpSpPr>
          <a:xfrm>
            <a:off x="2527259" y="3427846"/>
            <a:ext cx="1097280" cy="822960"/>
            <a:chOff x="2511727" y="2881888"/>
            <a:chExt cx="1097280" cy="822960"/>
          </a:xfrm>
        </p:grpSpPr>
        <p:sp>
          <p:nvSpPr>
            <p:cNvPr id="100" name="Rectangle: Rounded Corners 99">
              <a:extLst>
                <a:ext uri="{FF2B5EF4-FFF2-40B4-BE49-F238E27FC236}">
                  <a16:creationId xmlns:a16="http://schemas.microsoft.com/office/drawing/2014/main" id="{C2E8E796-3081-EDE0-DF07-078F7B341CF5}"/>
                </a:ext>
              </a:extLst>
            </p:cNvPr>
            <p:cNvSpPr/>
            <p:nvPr/>
          </p:nvSpPr>
          <p:spPr bwMode="auto">
            <a:xfrm>
              <a:off x="2511727" y="2881888"/>
              <a:ext cx="109728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Fabric IQ</a:t>
              </a:r>
            </a:p>
          </p:txBody>
        </p:sp>
        <p:pic>
          <p:nvPicPr>
            <p:cNvPr id="102" name="Picture 101">
              <a:extLst>
                <a:ext uri="{FF2B5EF4-FFF2-40B4-BE49-F238E27FC236}">
                  <a16:creationId xmlns:a16="http://schemas.microsoft.com/office/drawing/2014/main" id="{C1436646-F630-02ED-2223-5628A64AFC5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2832032" y="2971809"/>
              <a:ext cx="456669" cy="452628"/>
            </a:xfrm>
            <a:prstGeom prst="rect">
              <a:avLst/>
            </a:prstGeom>
            <a:noFill/>
            <a:ln>
              <a:noFill/>
            </a:ln>
          </p:spPr>
        </p:pic>
      </p:grpSp>
      <p:grpSp>
        <p:nvGrpSpPr>
          <p:cNvPr id="103" name="Group 102">
            <a:extLst>
              <a:ext uri="{FF2B5EF4-FFF2-40B4-BE49-F238E27FC236}">
                <a16:creationId xmlns:a16="http://schemas.microsoft.com/office/drawing/2014/main" id="{4C422BD9-BDB7-FFDF-41ED-D97C9E1647F6}"/>
              </a:ext>
            </a:extLst>
          </p:cNvPr>
          <p:cNvGrpSpPr/>
          <p:nvPr/>
        </p:nvGrpSpPr>
        <p:grpSpPr>
          <a:xfrm>
            <a:off x="2513693" y="2176642"/>
            <a:ext cx="1097280" cy="822960"/>
            <a:chOff x="1417908" y="2881888"/>
            <a:chExt cx="1097280" cy="822960"/>
          </a:xfrm>
        </p:grpSpPr>
        <p:sp>
          <p:nvSpPr>
            <p:cNvPr id="121" name="Rectangle: Rounded Corners 120">
              <a:extLst>
                <a:ext uri="{FF2B5EF4-FFF2-40B4-BE49-F238E27FC236}">
                  <a16:creationId xmlns:a16="http://schemas.microsoft.com/office/drawing/2014/main" id="{73D7DE6D-EF52-6EB2-CBCB-250519AD4656}"/>
                </a:ext>
              </a:extLst>
            </p:cNvPr>
            <p:cNvSpPr/>
            <p:nvPr/>
          </p:nvSpPr>
          <p:spPr bwMode="auto">
            <a:xfrm>
              <a:off x="1417908" y="2881888"/>
              <a:ext cx="109728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Fabric Data Agent</a:t>
              </a:r>
            </a:p>
          </p:txBody>
        </p:sp>
        <p:pic>
          <p:nvPicPr>
            <p:cNvPr id="123" name="Graphic 44">
              <a:extLst>
                <a:ext uri="{FF2B5EF4-FFF2-40B4-BE49-F238E27FC236}">
                  <a16:creationId xmlns:a16="http://schemas.microsoft.com/office/drawing/2014/main" id="{89BFCF3F-C426-BE04-C8A5-7BF0CACF5563}"/>
                </a:ext>
                <a:ext uri="{C183D7F6-B498-43B3-948B-1728B52AA6E4}">
                  <adec:decorative xmlns:adec="http://schemas.microsoft.com/office/drawing/2017/decorative" val="1"/>
                </a:ext>
              </a:extLst>
            </p:cNvPr>
            <p:cNvPicPr>
              <a:picLocks noChangeAspect="1"/>
            </p:cNvPicPr>
            <p:nvPr/>
          </p:nvPicPr>
          <p:blipFill rotWithShape="1">
            <a:blip r:embed="rId9">
              <a:extLst>
                <a:ext uri="{28A0092B-C50C-407E-A947-70E740481C1C}">
                  <a14:useLocalDpi xmlns:a14="http://schemas.microsoft.com/office/drawing/2010/main" val="0"/>
                </a:ext>
              </a:extLst>
            </a:blip>
            <a:srcRect l="8805" t="4946" r="7539" b="8179"/>
            <a:stretch>
              <a:fillRect/>
            </a:stretch>
          </p:blipFill>
          <p:spPr>
            <a:xfrm>
              <a:off x="1765380" y="2996955"/>
              <a:ext cx="402336" cy="402336"/>
            </a:xfrm>
            <a:prstGeom prst="roundRect">
              <a:avLst>
                <a:gd name="adj" fmla="val 12195"/>
              </a:avLst>
            </a:prstGeom>
            <a:ln>
              <a:solidFill>
                <a:schemeClr val="tx1">
                  <a:lumMod val="75000"/>
                </a:schemeClr>
              </a:solidFill>
            </a:ln>
          </p:spPr>
        </p:pic>
      </p:grpSp>
      <p:sp>
        <p:nvSpPr>
          <p:cNvPr id="131" name="Rectangle: Rounded Corners 124">
            <a:extLst>
              <a:ext uri="{FF2B5EF4-FFF2-40B4-BE49-F238E27FC236}">
                <a16:creationId xmlns:a16="http://schemas.microsoft.com/office/drawing/2014/main" id="{E922DB83-482C-0B54-C25F-70B18D44DD53}"/>
              </a:ext>
              <a:ext uri="{C183D7F6-B498-43B3-948B-1728B52AA6E4}">
                <adec:decorative xmlns:adec="http://schemas.microsoft.com/office/drawing/2017/decorative" val="1"/>
              </a:ext>
            </a:extLst>
          </p:cNvPr>
          <p:cNvSpPr/>
          <p:nvPr/>
        </p:nvSpPr>
        <p:spPr bwMode="auto">
          <a:xfrm>
            <a:off x="4309156" y="1607662"/>
            <a:ext cx="3429000" cy="3493558"/>
          </a:xfrm>
          <a:prstGeom prst="roundRect">
            <a:avLst>
              <a:gd name="adj" fmla="val 2469"/>
            </a:avLst>
          </a:prstGeom>
          <a:noFill/>
          <a:ln w="19050" cap="rnd" cmpd="sng" algn="ctr">
            <a:solidFill>
              <a:srgbClr val="B1B3B3"/>
            </a:solidFill>
            <a:prstDash val="sysDash"/>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132" name="Group 131">
            <a:extLst>
              <a:ext uri="{FF2B5EF4-FFF2-40B4-BE49-F238E27FC236}">
                <a16:creationId xmlns:a16="http://schemas.microsoft.com/office/drawing/2014/main" id="{F389729E-C053-6C3C-8435-633A34D0AB67}"/>
              </a:ext>
            </a:extLst>
          </p:cNvPr>
          <p:cNvGrpSpPr/>
          <p:nvPr/>
        </p:nvGrpSpPr>
        <p:grpSpPr>
          <a:xfrm>
            <a:off x="4466661" y="1340798"/>
            <a:ext cx="1512877" cy="548640"/>
            <a:chOff x="8265664" y="1856748"/>
            <a:chExt cx="1512877" cy="548640"/>
          </a:xfrm>
        </p:grpSpPr>
        <p:sp>
          <p:nvSpPr>
            <p:cNvPr id="133" name="Rectangle: Rounded Corners 132">
              <a:extLst>
                <a:ext uri="{FF2B5EF4-FFF2-40B4-BE49-F238E27FC236}">
                  <a16:creationId xmlns:a16="http://schemas.microsoft.com/office/drawing/2014/main" id="{34D19D86-DD5F-A38B-23BF-08359E5CCB20}"/>
                </a:ext>
                <a:ext uri="{C183D7F6-B498-43B3-948B-1728B52AA6E4}">
                  <adec:decorative xmlns:adec="http://schemas.microsoft.com/office/drawing/2017/decorative" val="0"/>
                </a:ext>
              </a:extLst>
            </p:cNvPr>
            <p:cNvSpPr/>
            <p:nvPr/>
          </p:nvSpPr>
          <p:spPr bwMode="auto">
            <a:xfrm>
              <a:off x="8265664" y="1856748"/>
              <a:ext cx="1512877" cy="548640"/>
            </a:xfrm>
            <a:prstGeom prst="roundRect">
              <a:avLst>
                <a:gd name="adj" fmla="val 25981"/>
              </a:avLst>
            </a:prstGeom>
            <a:solidFill>
              <a:srgbClr val="FFFFFF"/>
            </a:solidFill>
            <a:ln w="19050" cap="flat" cmpd="sng" algn="ctr">
              <a:solidFill>
                <a:srgbClr val="B1B3B3"/>
              </a:solidFill>
              <a:prstDash val="solid"/>
              <a:miter lim="800000"/>
              <a:headEnd type="none" w="med" len="med"/>
              <a:tailEnd type="none" w="med" len="med"/>
            </a:ln>
            <a:effectLst/>
          </p:spPr>
          <p:txBody>
            <a:bodyPr rot="0" spcFirstLastPara="0" vertOverflow="overflow" horzOverflow="overflow" vert="horz" wrap="square" lIns="4572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Microsoft 365 Copilot</a:t>
              </a:r>
            </a:p>
          </p:txBody>
        </p:sp>
        <p:pic>
          <p:nvPicPr>
            <p:cNvPr id="134" name="Copilot logo">
              <a:extLst>
                <a:ext uri="{FF2B5EF4-FFF2-40B4-BE49-F238E27FC236}">
                  <a16:creationId xmlns:a16="http://schemas.microsoft.com/office/drawing/2014/main" id="{F5C333F3-1684-B101-A20C-4A97B6A532B0}"/>
                </a:ext>
                <a:ext uri="{C183D7F6-B498-43B3-948B-1728B52AA6E4}">
                  <adec:decorative xmlns:adec="http://schemas.microsoft.com/office/drawing/2017/decorative" val="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8361297" y="1948188"/>
              <a:ext cx="365760" cy="365760"/>
            </a:xfrm>
            <a:prstGeom prst="rect">
              <a:avLst/>
            </a:prstGeom>
            <a:effectLst/>
            <a:extLst>
              <a:ext uri="{909E8E84-426E-40DD-AFC4-6F175D3DCCD1}">
                <a14:hiddenFill xmlns:a14="http://schemas.microsoft.com/office/drawing/2010/main">
                  <a:solidFill>
                    <a:srgbClr val="FFFFFF"/>
                  </a:solidFill>
                </a14:hiddenFill>
              </a:ext>
            </a:extLst>
          </p:spPr>
        </p:pic>
      </p:grpSp>
      <p:sp>
        <p:nvSpPr>
          <p:cNvPr id="135" name="Rectangle: Rounded Corners 134">
            <a:extLst>
              <a:ext uri="{FF2B5EF4-FFF2-40B4-BE49-F238E27FC236}">
                <a16:creationId xmlns:a16="http://schemas.microsoft.com/office/drawing/2014/main" id="{A228B333-5DAF-CA37-A54B-AA5D78CAE81B}"/>
              </a:ext>
            </a:extLst>
          </p:cNvPr>
          <p:cNvSpPr/>
          <p:nvPr/>
        </p:nvSpPr>
        <p:spPr bwMode="auto">
          <a:xfrm>
            <a:off x="4433206" y="2069411"/>
            <a:ext cx="3160533" cy="96491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endParaRPr>
          </a:p>
        </p:txBody>
      </p:sp>
      <p:pic>
        <p:nvPicPr>
          <p:cNvPr id="136" name="Picture 135" descr="Microsoft Copilot Studio logo">
            <a:extLst>
              <a:ext uri="{FF2B5EF4-FFF2-40B4-BE49-F238E27FC236}">
                <a16:creationId xmlns:a16="http://schemas.microsoft.com/office/drawing/2014/main" id="{7D2803E8-B6C6-CEAC-D514-AA69196E609E}"/>
              </a:ext>
            </a:extLst>
          </p:cNvPr>
          <p:cNvPicPr>
            <a:picLocks noChangeAspect="1"/>
          </p:cNvPicPr>
          <p:nvPr/>
        </p:nvPicPr>
        <p:blipFill>
          <a:blip r:embed="rId11"/>
          <a:stretch>
            <a:fillRect/>
          </a:stretch>
        </p:blipFill>
        <p:spPr>
          <a:xfrm>
            <a:off x="4608405" y="1943511"/>
            <a:ext cx="365760" cy="365760"/>
          </a:xfrm>
          <a:prstGeom prst="rect">
            <a:avLst/>
          </a:prstGeom>
        </p:spPr>
      </p:pic>
      <p:pic>
        <p:nvPicPr>
          <p:cNvPr id="137" name="Picture 12">
            <a:extLst>
              <a:ext uri="{FF2B5EF4-FFF2-40B4-BE49-F238E27FC236}">
                <a16:creationId xmlns:a16="http://schemas.microsoft.com/office/drawing/2014/main" id="{328E1347-C195-5D11-8774-361DE7345F6B}"/>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5411753" y="4129169"/>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37" descr="A group of people with a letter t&#10;&#10;AI-generated content may be incorrect.">
            <a:extLst>
              <a:ext uri="{FF2B5EF4-FFF2-40B4-BE49-F238E27FC236}">
                <a16:creationId xmlns:a16="http://schemas.microsoft.com/office/drawing/2014/main" id="{60312CF2-6145-AF27-583D-C9325935041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654125" y="4117015"/>
            <a:ext cx="274320" cy="274320"/>
          </a:xfrm>
          <a:prstGeom prst="rect">
            <a:avLst/>
          </a:prstGeom>
        </p:spPr>
      </p:pic>
      <p:pic>
        <p:nvPicPr>
          <p:cNvPr id="139" name="Picture 138">
            <a:extLst>
              <a:ext uri="{FF2B5EF4-FFF2-40B4-BE49-F238E27FC236}">
                <a16:creationId xmlns:a16="http://schemas.microsoft.com/office/drawing/2014/main" id="{FC2E2C77-7585-5343-9786-9BD23E05546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169270" y="4116849"/>
            <a:ext cx="274320" cy="274320"/>
          </a:xfrm>
          <a:prstGeom prst="rect">
            <a:avLst/>
          </a:prstGeom>
        </p:spPr>
      </p:pic>
      <p:grpSp>
        <p:nvGrpSpPr>
          <p:cNvPr id="141" name="Group 140">
            <a:extLst>
              <a:ext uri="{FF2B5EF4-FFF2-40B4-BE49-F238E27FC236}">
                <a16:creationId xmlns:a16="http://schemas.microsoft.com/office/drawing/2014/main" id="{0CD8738E-4162-9B9D-DE32-1D9AB91510DF}"/>
              </a:ext>
            </a:extLst>
          </p:cNvPr>
          <p:cNvGrpSpPr/>
          <p:nvPr/>
        </p:nvGrpSpPr>
        <p:grpSpPr>
          <a:xfrm>
            <a:off x="4518504" y="3398248"/>
            <a:ext cx="1306513" cy="548640"/>
            <a:chOff x="9220060" y="3670896"/>
            <a:chExt cx="1306513" cy="548640"/>
          </a:xfrm>
        </p:grpSpPr>
        <p:sp>
          <p:nvSpPr>
            <p:cNvPr id="142" name="Rectangle: Rounded Corners 141">
              <a:extLst>
                <a:ext uri="{FF2B5EF4-FFF2-40B4-BE49-F238E27FC236}">
                  <a16:creationId xmlns:a16="http://schemas.microsoft.com/office/drawing/2014/main" id="{2951A46E-9856-4F93-BE60-64724D96D816}"/>
                </a:ext>
                <a:ext uri="{C183D7F6-B498-43B3-948B-1728B52AA6E4}">
                  <adec:decorative xmlns:adec="http://schemas.microsoft.com/office/drawing/2017/decorative" val="0"/>
                </a:ext>
              </a:extLst>
            </p:cNvPr>
            <p:cNvSpPr/>
            <p:nvPr/>
          </p:nvSpPr>
          <p:spPr bwMode="auto">
            <a:xfrm>
              <a:off x="9220060" y="3670896"/>
              <a:ext cx="1306513" cy="548640"/>
            </a:xfrm>
            <a:prstGeom prst="roundRect">
              <a:avLst>
                <a:gd name="adj" fmla="val 25981"/>
              </a:avLst>
            </a:prstGeom>
            <a:solidFill>
              <a:srgbClr val="FFFFFF"/>
            </a:solidFill>
            <a:ln w="19050" cap="flat" cmpd="sng" algn="ctr">
              <a:solidFill>
                <a:srgbClr val="B1B3B3"/>
              </a:solidFill>
              <a:prstDash val="solid"/>
              <a:miter lim="800000"/>
              <a:headEnd type="none" w="med" len="med"/>
              <a:tailEnd type="none" w="med" len="med"/>
            </a:ln>
            <a:effectLst/>
          </p:spPr>
          <p:txBody>
            <a:bodyPr rot="0" spcFirstLastPara="0" vertOverflow="overflow" horzOverflow="overflow" vert="horz" wrap="square" lIns="457200" tIns="0" rIns="18288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Work IQ</a:t>
              </a:r>
            </a:p>
          </p:txBody>
        </p:sp>
        <p:pic>
          <p:nvPicPr>
            <p:cNvPr id="144" name="Copilot logo">
              <a:extLst>
                <a:ext uri="{FF2B5EF4-FFF2-40B4-BE49-F238E27FC236}">
                  <a16:creationId xmlns:a16="http://schemas.microsoft.com/office/drawing/2014/main" id="{67715F27-5816-B970-ADC3-67D8E7FAE88B}"/>
                </a:ext>
                <a:ext uri="{C183D7F6-B498-43B3-948B-1728B52AA6E4}">
                  <adec:decorative xmlns:adec="http://schemas.microsoft.com/office/drawing/2017/decorative" val="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9295329" y="3762336"/>
              <a:ext cx="365760" cy="365760"/>
            </a:xfrm>
            <a:prstGeom prst="rect">
              <a:avLst/>
            </a:prstGeom>
            <a:effectLst/>
            <a:extLst>
              <a:ext uri="{909E8E84-426E-40DD-AFC4-6F175D3DCCD1}">
                <a14:hiddenFill xmlns:a14="http://schemas.microsoft.com/office/drawing/2010/main">
                  <a:solidFill>
                    <a:srgbClr val="FFFFFF"/>
                  </a:solidFill>
                </a14:hiddenFill>
              </a:ext>
            </a:extLst>
          </p:spPr>
        </p:pic>
      </p:grpSp>
      <p:sp>
        <p:nvSpPr>
          <p:cNvPr id="145" name="TextBox 144">
            <a:extLst>
              <a:ext uri="{FF2B5EF4-FFF2-40B4-BE49-F238E27FC236}">
                <a16:creationId xmlns:a16="http://schemas.microsoft.com/office/drawing/2014/main" id="{5DF7CF1E-3177-107F-CC8B-44F72DE03CB5}"/>
              </a:ext>
            </a:extLst>
          </p:cNvPr>
          <p:cNvSpPr txBox="1"/>
          <p:nvPr/>
        </p:nvSpPr>
        <p:spPr>
          <a:xfrm>
            <a:off x="5036304" y="1997404"/>
            <a:ext cx="1021482" cy="153888"/>
          </a:xfrm>
          <a:prstGeom prst="rect">
            <a:avLst/>
          </a:prstGeom>
          <a:solidFill>
            <a:srgbClr val="FFFFFF"/>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Copilot Studio</a:t>
            </a:r>
          </a:p>
        </p:txBody>
      </p:sp>
      <p:cxnSp>
        <p:nvCxnSpPr>
          <p:cNvPr id="146" name="Straight Arrow Connector 145">
            <a:extLst>
              <a:ext uri="{FF2B5EF4-FFF2-40B4-BE49-F238E27FC236}">
                <a16:creationId xmlns:a16="http://schemas.microsoft.com/office/drawing/2014/main" id="{12394176-A7F4-B7C1-55CF-C5867E207642}"/>
              </a:ext>
            </a:extLst>
          </p:cNvPr>
          <p:cNvCxnSpPr>
            <a:cxnSpLocks/>
            <a:stCxn id="135" idx="2"/>
            <a:endCxn id="4" idx="0"/>
          </p:cNvCxnSpPr>
          <p:nvPr/>
        </p:nvCxnSpPr>
        <p:spPr>
          <a:xfrm flipH="1">
            <a:off x="5971475" y="3034321"/>
            <a:ext cx="0" cy="612965"/>
          </a:xfrm>
          <a:prstGeom prst="straightConnector1">
            <a:avLst/>
          </a:prstGeom>
          <a:noFill/>
          <a:ln w="3175" cap="flat" cmpd="sng" algn="ctr">
            <a:solidFill>
              <a:schemeClr val="tx1">
                <a:lumMod val="65000"/>
              </a:schemeClr>
            </a:solidFill>
            <a:prstDash val="solid"/>
            <a:headEnd type="triangle"/>
            <a:tailEnd type="triangle"/>
          </a:ln>
          <a:effectLst/>
        </p:spPr>
      </p:cxnSp>
      <p:pic>
        <p:nvPicPr>
          <p:cNvPr id="147" name="Picture 146" descr="Microsoft word 2025 Icons, Logos, Symbols – Free Download PNG, SVG">
            <a:extLst>
              <a:ext uri="{FF2B5EF4-FFF2-40B4-BE49-F238E27FC236}">
                <a16:creationId xmlns:a16="http://schemas.microsoft.com/office/drawing/2014/main" id="{35905D49-7472-9358-D726-EA60DFE3AC73}"/>
              </a:ext>
            </a:extLst>
          </p:cNvPr>
          <p:cNvPicPr>
            <a:picLocks noChangeAspect="1"/>
          </p:cNvPicPr>
          <p:nvPr/>
        </p:nvPicPr>
        <p:blipFill>
          <a:blip r:embed="rId15"/>
          <a:srcRect/>
          <a:stretch/>
        </p:blipFill>
        <p:spPr>
          <a:xfrm>
            <a:off x="6941484" y="4130058"/>
            <a:ext cx="317812" cy="317812"/>
          </a:xfrm>
          <a:prstGeom prst="rect">
            <a:avLst/>
          </a:prstGeom>
        </p:spPr>
      </p:pic>
      <p:sp>
        <p:nvSpPr>
          <p:cNvPr id="148" name="TextBox 147">
            <a:extLst>
              <a:ext uri="{FF2B5EF4-FFF2-40B4-BE49-F238E27FC236}">
                <a16:creationId xmlns:a16="http://schemas.microsoft.com/office/drawing/2014/main" id="{1221E852-4857-3D8D-7771-30C82979ECFD}"/>
              </a:ext>
            </a:extLst>
          </p:cNvPr>
          <p:cNvSpPr txBox="1"/>
          <p:nvPr/>
        </p:nvSpPr>
        <p:spPr>
          <a:xfrm>
            <a:off x="4571901" y="4414111"/>
            <a:ext cx="438768"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Chats</a:t>
            </a:r>
          </a:p>
        </p:txBody>
      </p:sp>
      <p:sp>
        <p:nvSpPr>
          <p:cNvPr id="149" name="TextBox 148">
            <a:extLst>
              <a:ext uri="{FF2B5EF4-FFF2-40B4-BE49-F238E27FC236}">
                <a16:creationId xmlns:a16="http://schemas.microsoft.com/office/drawing/2014/main" id="{A98BF1E8-5BDE-FF75-E20E-D78E348436F5}"/>
              </a:ext>
            </a:extLst>
          </p:cNvPr>
          <p:cNvSpPr txBox="1"/>
          <p:nvPr/>
        </p:nvSpPr>
        <p:spPr>
          <a:xfrm>
            <a:off x="5213958" y="4414111"/>
            <a:ext cx="669910"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Meetings</a:t>
            </a:r>
          </a:p>
        </p:txBody>
      </p:sp>
      <p:sp>
        <p:nvSpPr>
          <p:cNvPr id="150" name="TextBox 149">
            <a:extLst>
              <a:ext uri="{FF2B5EF4-FFF2-40B4-BE49-F238E27FC236}">
                <a16:creationId xmlns:a16="http://schemas.microsoft.com/office/drawing/2014/main" id="{670294AF-9060-8CE4-A043-0D4CD9F4545C}"/>
              </a:ext>
            </a:extLst>
          </p:cNvPr>
          <p:cNvSpPr txBox="1"/>
          <p:nvPr/>
        </p:nvSpPr>
        <p:spPr>
          <a:xfrm>
            <a:off x="5971475" y="4414111"/>
            <a:ext cx="669910"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Emails</a:t>
            </a:r>
          </a:p>
        </p:txBody>
      </p:sp>
      <p:sp>
        <p:nvSpPr>
          <p:cNvPr id="151" name="TextBox 150">
            <a:extLst>
              <a:ext uri="{FF2B5EF4-FFF2-40B4-BE49-F238E27FC236}">
                <a16:creationId xmlns:a16="http://schemas.microsoft.com/office/drawing/2014/main" id="{30D44C81-2A7F-BD7B-D126-FE14E060D939}"/>
              </a:ext>
            </a:extLst>
          </p:cNvPr>
          <p:cNvSpPr txBox="1"/>
          <p:nvPr/>
        </p:nvSpPr>
        <p:spPr>
          <a:xfrm>
            <a:off x="6765435" y="4414111"/>
            <a:ext cx="669910"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Documents</a:t>
            </a:r>
          </a:p>
        </p:txBody>
      </p:sp>
      <p:sp>
        <p:nvSpPr>
          <p:cNvPr id="152" name="Rectangle: Rounded Corners 151">
            <a:extLst>
              <a:ext uri="{FF2B5EF4-FFF2-40B4-BE49-F238E27FC236}">
                <a16:creationId xmlns:a16="http://schemas.microsoft.com/office/drawing/2014/main" id="{76CB6D7A-E09B-C66E-B0F0-878606E75A12}"/>
              </a:ext>
            </a:extLst>
          </p:cNvPr>
          <p:cNvSpPr/>
          <p:nvPr/>
        </p:nvSpPr>
        <p:spPr bwMode="auto">
          <a:xfrm>
            <a:off x="4959533" y="2236497"/>
            <a:ext cx="109728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Supply Chain Agent</a:t>
            </a:r>
          </a:p>
        </p:txBody>
      </p:sp>
      <p:pic>
        <p:nvPicPr>
          <p:cNvPr id="153" name="Picture 152">
            <a:extLst>
              <a:ext uri="{FF2B5EF4-FFF2-40B4-BE49-F238E27FC236}">
                <a16:creationId xmlns:a16="http://schemas.microsoft.com/office/drawing/2014/main" id="{5E46BF6C-26F0-AD3C-FCA3-9296FAF44731}"/>
              </a:ext>
            </a:extLst>
          </p:cNvPr>
          <p:cNvPicPr>
            <a:picLocks noChangeAspect="1"/>
          </p:cNvPicPr>
          <p:nvPr/>
        </p:nvPicPr>
        <p:blipFill>
          <a:blip r:embed="rId16"/>
          <a:srcRect/>
          <a:stretch/>
        </p:blipFill>
        <p:spPr>
          <a:xfrm>
            <a:off x="5364726" y="2288106"/>
            <a:ext cx="321347" cy="274320"/>
          </a:xfrm>
          <a:prstGeom prst="rect">
            <a:avLst/>
          </a:prstGeom>
        </p:spPr>
      </p:pic>
      <p:sp>
        <p:nvSpPr>
          <p:cNvPr id="154" name="Rectangle: Rounded Corners 153">
            <a:extLst>
              <a:ext uri="{FF2B5EF4-FFF2-40B4-BE49-F238E27FC236}">
                <a16:creationId xmlns:a16="http://schemas.microsoft.com/office/drawing/2014/main" id="{3BE34F3B-64CD-3945-40E5-5005CB4DB8F3}"/>
              </a:ext>
            </a:extLst>
          </p:cNvPr>
          <p:cNvSpPr/>
          <p:nvPr/>
        </p:nvSpPr>
        <p:spPr bwMode="auto">
          <a:xfrm>
            <a:off x="6276636" y="2227484"/>
            <a:ext cx="109728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Agent Flows</a:t>
            </a:r>
          </a:p>
        </p:txBody>
      </p:sp>
      <p:pic>
        <p:nvPicPr>
          <p:cNvPr id="155" name="Picture 154">
            <a:extLst>
              <a:ext uri="{FF2B5EF4-FFF2-40B4-BE49-F238E27FC236}">
                <a16:creationId xmlns:a16="http://schemas.microsoft.com/office/drawing/2014/main" id="{3580EF3F-A410-4949-8935-27C122FF43A9}"/>
              </a:ext>
            </a:extLst>
          </p:cNvPr>
          <p:cNvPicPr>
            <a:picLocks noChangeAspect="1"/>
          </p:cNvPicPr>
          <p:nvPr/>
        </p:nvPicPr>
        <p:blipFill>
          <a:blip r:embed="rId17"/>
          <a:srcRect l="15353" t="8066" r="15914" b="11578"/>
          <a:stretch>
            <a:fillRect/>
          </a:stretch>
        </p:blipFill>
        <p:spPr>
          <a:xfrm>
            <a:off x="6652912" y="2362765"/>
            <a:ext cx="344727" cy="327977"/>
          </a:xfrm>
          <a:prstGeom prst="rect">
            <a:avLst/>
          </a:prstGeom>
        </p:spPr>
      </p:pic>
      <p:cxnSp>
        <p:nvCxnSpPr>
          <p:cNvPr id="156" name="Straight Arrow Connector 155">
            <a:extLst>
              <a:ext uri="{FF2B5EF4-FFF2-40B4-BE49-F238E27FC236}">
                <a16:creationId xmlns:a16="http://schemas.microsoft.com/office/drawing/2014/main" id="{0D90A41A-E852-282E-8C7D-7715252673E0}"/>
              </a:ext>
            </a:extLst>
          </p:cNvPr>
          <p:cNvCxnSpPr>
            <a:cxnSpLocks/>
          </p:cNvCxnSpPr>
          <p:nvPr/>
        </p:nvCxnSpPr>
        <p:spPr>
          <a:xfrm>
            <a:off x="6298861" y="4677144"/>
            <a:ext cx="0" cy="745168"/>
          </a:xfrm>
          <a:prstGeom prst="straightConnector1">
            <a:avLst/>
          </a:prstGeom>
          <a:noFill/>
          <a:ln w="3175" cap="flat" cmpd="sng" algn="ctr">
            <a:solidFill>
              <a:schemeClr val="tx1">
                <a:lumMod val="65000"/>
              </a:schemeClr>
            </a:solidFill>
            <a:prstDash val="solid"/>
            <a:headEnd type="triangle"/>
            <a:tailEnd type="triangle"/>
          </a:ln>
          <a:effectLst/>
        </p:spPr>
      </p:cxnSp>
      <p:sp>
        <p:nvSpPr>
          <p:cNvPr id="157" name="Rectangle: Rounded Corners 156">
            <a:extLst>
              <a:ext uri="{FF2B5EF4-FFF2-40B4-BE49-F238E27FC236}">
                <a16:creationId xmlns:a16="http://schemas.microsoft.com/office/drawing/2014/main" id="{9E2FABFE-715A-75F4-F6FC-3F0AD744DEA0}"/>
              </a:ext>
            </a:extLst>
          </p:cNvPr>
          <p:cNvSpPr/>
          <p:nvPr/>
        </p:nvSpPr>
        <p:spPr bwMode="auto">
          <a:xfrm>
            <a:off x="5750221" y="5268306"/>
            <a:ext cx="1097280" cy="511769"/>
          </a:xfrm>
          <a:prstGeom prst="roundRect">
            <a:avLst>
              <a:gd name="adj" fmla="val 7941"/>
            </a:avLst>
          </a:prstGeom>
          <a:solidFill>
            <a:schemeClr val="tx2">
              <a:lumMod val="20000"/>
              <a:lumOff val="80000"/>
            </a:schemeClr>
          </a:solidFill>
          <a:ln w="19050">
            <a:solidFill>
              <a:srgbClr val="D7D2CB"/>
            </a:solidFill>
            <a:prstDash val="lg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Supplier Disruption Event</a:t>
            </a:r>
          </a:p>
        </p:txBody>
      </p:sp>
      <p:sp>
        <p:nvSpPr>
          <p:cNvPr id="158" name="TextBox 157">
            <a:extLst>
              <a:ext uri="{FF2B5EF4-FFF2-40B4-BE49-F238E27FC236}">
                <a16:creationId xmlns:a16="http://schemas.microsoft.com/office/drawing/2014/main" id="{DC4DBF3A-522D-9DCA-1859-AC718B86FED4}"/>
              </a:ext>
            </a:extLst>
          </p:cNvPr>
          <p:cNvSpPr txBox="1"/>
          <p:nvPr/>
        </p:nvSpPr>
        <p:spPr>
          <a:xfrm>
            <a:off x="4600378" y="4704670"/>
            <a:ext cx="1245442"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and more…</a:t>
            </a:r>
          </a:p>
        </p:txBody>
      </p:sp>
      <p:cxnSp>
        <p:nvCxnSpPr>
          <p:cNvPr id="159" name="Straight Arrow Connector 158">
            <a:extLst>
              <a:ext uri="{FF2B5EF4-FFF2-40B4-BE49-F238E27FC236}">
                <a16:creationId xmlns:a16="http://schemas.microsoft.com/office/drawing/2014/main" id="{C0337985-FF82-432B-717D-3A0A6DF013FC}"/>
              </a:ext>
            </a:extLst>
          </p:cNvPr>
          <p:cNvCxnSpPr>
            <a:cxnSpLocks/>
          </p:cNvCxnSpPr>
          <p:nvPr/>
        </p:nvCxnSpPr>
        <p:spPr>
          <a:xfrm>
            <a:off x="9786061" y="4509343"/>
            <a:ext cx="0" cy="531527"/>
          </a:xfrm>
          <a:prstGeom prst="straightConnector1">
            <a:avLst/>
          </a:prstGeom>
          <a:noFill/>
          <a:ln w="3175" cap="flat" cmpd="sng" algn="ctr">
            <a:solidFill>
              <a:schemeClr val="tx1">
                <a:lumMod val="65000"/>
              </a:schemeClr>
            </a:solidFill>
            <a:prstDash val="solid"/>
            <a:headEnd type="triangle"/>
            <a:tailEnd type="triangle"/>
          </a:ln>
          <a:effectLst/>
        </p:spPr>
      </p:cxnSp>
      <p:cxnSp>
        <p:nvCxnSpPr>
          <p:cNvPr id="160" name="Straight Arrow Connector 159">
            <a:extLst>
              <a:ext uri="{FF2B5EF4-FFF2-40B4-BE49-F238E27FC236}">
                <a16:creationId xmlns:a16="http://schemas.microsoft.com/office/drawing/2014/main" id="{0081F642-E370-8359-D36D-356F5169B043}"/>
              </a:ext>
            </a:extLst>
          </p:cNvPr>
          <p:cNvCxnSpPr>
            <a:cxnSpLocks/>
          </p:cNvCxnSpPr>
          <p:nvPr/>
        </p:nvCxnSpPr>
        <p:spPr>
          <a:xfrm>
            <a:off x="6820731" y="3034321"/>
            <a:ext cx="0" cy="628586"/>
          </a:xfrm>
          <a:prstGeom prst="straightConnector1">
            <a:avLst/>
          </a:prstGeom>
          <a:noFill/>
          <a:ln w="3175" cap="flat" cmpd="sng" algn="ctr">
            <a:solidFill>
              <a:schemeClr val="tx1">
                <a:lumMod val="65000"/>
              </a:schemeClr>
            </a:solidFill>
            <a:prstDash val="solid"/>
            <a:headEnd type="triangle"/>
            <a:tailEnd type="triangle"/>
          </a:ln>
          <a:effectLst/>
        </p:spPr>
      </p:cxnSp>
      <p:sp>
        <p:nvSpPr>
          <p:cNvPr id="162" name="Rectangle: Rounded Corners 161">
            <a:extLst>
              <a:ext uri="{FF2B5EF4-FFF2-40B4-BE49-F238E27FC236}">
                <a16:creationId xmlns:a16="http://schemas.microsoft.com/office/drawing/2014/main" id="{FC0E5C01-88F4-33B7-27CC-58482BF82C16}"/>
              </a:ext>
            </a:extLst>
          </p:cNvPr>
          <p:cNvSpPr/>
          <p:nvPr/>
        </p:nvSpPr>
        <p:spPr bwMode="auto">
          <a:xfrm>
            <a:off x="1026241" y="3428722"/>
            <a:ext cx="109728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Fabric Lakehouse</a:t>
            </a:r>
          </a:p>
        </p:txBody>
      </p:sp>
      <p:cxnSp>
        <p:nvCxnSpPr>
          <p:cNvPr id="163" name="Straight Arrow Connector 162">
            <a:extLst>
              <a:ext uri="{FF2B5EF4-FFF2-40B4-BE49-F238E27FC236}">
                <a16:creationId xmlns:a16="http://schemas.microsoft.com/office/drawing/2014/main" id="{6421546E-7712-1C8D-7591-5A3E7C0CE2F5}"/>
              </a:ext>
            </a:extLst>
          </p:cNvPr>
          <p:cNvCxnSpPr>
            <a:cxnSpLocks/>
            <a:stCxn id="164" idx="0"/>
            <a:endCxn id="7" idx="2"/>
          </p:cNvCxnSpPr>
          <p:nvPr/>
        </p:nvCxnSpPr>
        <p:spPr>
          <a:xfrm flipH="1" flipV="1">
            <a:off x="2357395" y="4392486"/>
            <a:ext cx="6110" cy="391119"/>
          </a:xfrm>
          <a:prstGeom prst="straightConnector1">
            <a:avLst/>
          </a:prstGeom>
          <a:noFill/>
          <a:ln w="3175" cap="flat" cmpd="sng" algn="ctr">
            <a:solidFill>
              <a:schemeClr val="tx1">
                <a:lumMod val="65000"/>
              </a:schemeClr>
            </a:solidFill>
            <a:prstDash val="solid"/>
            <a:headEnd type="triangle"/>
            <a:tailEnd type="triangle"/>
          </a:ln>
          <a:effectLst/>
        </p:spPr>
      </p:cxnSp>
      <p:sp>
        <p:nvSpPr>
          <p:cNvPr id="164" name="Rectangle: Rounded Corners 163">
            <a:extLst>
              <a:ext uri="{FF2B5EF4-FFF2-40B4-BE49-F238E27FC236}">
                <a16:creationId xmlns:a16="http://schemas.microsoft.com/office/drawing/2014/main" id="{B457DCC6-2B4C-0AB4-8FA5-FC1BD4D8109E}"/>
              </a:ext>
              <a:ext uri="{C183D7F6-B498-43B3-948B-1728B52AA6E4}">
                <adec:decorative xmlns:adec="http://schemas.microsoft.com/office/drawing/2017/decorative" val="1"/>
              </a:ext>
            </a:extLst>
          </p:cNvPr>
          <p:cNvSpPr>
            <a:spLocks/>
          </p:cNvSpPr>
          <p:nvPr/>
        </p:nvSpPr>
        <p:spPr bwMode="auto">
          <a:xfrm>
            <a:off x="612991" y="4783605"/>
            <a:ext cx="3501028" cy="1170952"/>
          </a:xfrm>
          <a:prstGeom prst="roundRect">
            <a:avLst>
              <a:gd name="adj" fmla="val 15048"/>
            </a:avLst>
          </a:prstGeom>
          <a:solidFill>
            <a:srgbClr val="F1F9FB"/>
          </a:solidFill>
          <a:ln w="12700" cap="rnd">
            <a:solidFill>
              <a:srgbClr val="BAE2EC"/>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GB" sz="1750" b="0" i="0" u="none" strike="noStrike" kern="1200" cap="none" spc="0" normalizeH="0" baseline="0" noProof="0">
                <a:ln>
                  <a:noFill/>
                </a:ln>
                <a:noFill/>
                <a:effectLst/>
                <a:uLnTx/>
                <a:uFillTx/>
                <a:latin typeface="Segoe UI Variable Small Semibol"/>
                <a:ea typeface="+mn-ea"/>
                <a:cs typeface="+mn-cs"/>
              </a:rPr>
              <a:t>One Lake</a:t>
            </a:r>
            <a:endParaRPr kumimoji="0" lang="en-GB" sz="1765" b="0" i="0" u="none" strike="noStrike" kern="1200" cap="none" spc="0" normalizeH="0" baseline="0" noProof="0">
              <a:ln>
                <a:noFill/>
              </a:ln>
              <a:noFill/>
              <a:effectLst/>
              <a:uLnTx/>
              <a:uFillTx/>
              <a:latin typeface="Segoe UI Variable Small Semibol" pitchFamily="2" charset="0"/>
              <a:ea typeface="+mn-ea"/>
              <a:cs typeface="+mn-cs"/>
            </a:endParaRPr>
          </a:p>
        </p:txBody>
      </p:sp>
      <p:grpSp>
        <p:nvGrpSpPr>
          <p:cNvPr id="165" name="Group 164">
            <a:extLst>
              <a:ext uri="{FF2B5EF4-FFF2-40B4-BE49-F238E27FC236}">
                <a16:creationId xmlns:a16="http://schemas.microsoft.com/office/drawing/2014/main" id="{A5DA6AD4-E0E8-0C9E-709E-444B4EC3684D}"/>
              </a:ext>
            </a:extLst>
          </p:cNvPr>
          <p:cNvGrpSpPr/>
          <p:nvPr/>
        </p:nvGrpSpPr>
        <p:grpSpPr>
          <a:xfrm>
            <a:off x="718537" y="4956450"/>
            <a:ext cx="731520" cy="731520"/>
            <a:chOff x="849094" y="5105011"/>
            <a:chExt cx="731520" cy="731520"/>
          </a:xfrm>
        </p:grpSpPr>
        <p:sp>
          <p:nvSpPr>
            <p:cNvPr id="166" name="Rectangle: Rounded Corners 165">
              <a:extLst>
                <a:ext uri="{FF2B5EF4-FFF2-40B4-BE49-F238E27FC236}">
                  <a16:creationId xmlns:a16="http://schemas.microsoft.com/office/drawing/2014/main" id="{2CB42925-A4DC-471D-4329-847150CF6B57}"/>
                </a:ext>
              </a:extLst>
            </p:cNvPr>
            <p:cNvSpPr/>
            <p:nvPr/>
          </p:nvSpPr>
          <p:spPr bwMode="auto">
            <a:xfrm>
              <a:off x="849094" y="5105011"/>
              <a:ext cx="73152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Inventory Data</a:t>
              </a:r>
            </a:p>
          </p:txBody>
        </p:sp>
        <p:pic>
          <p:nvPicPr>
            <p:cNvPr id="167" name="Graphic 166">
              <a:extLst>
                <a:ext uri="{FF2B5EF4-FFF2-40B4-BE49-F238E27FC236}">
                  <a16:creationId xmlns:a16="http://schemas.microsoft.com/office/drawing/2014/main" id="{0DFF3F68-5D90-EA47-1221-D7304C556F35}"/>
                </a:ext>
              </a:extLst>
            </p:cNvPr>
            <p:cNvPicPr>
              <a:picLocks noChangeAspect="1"/>
            </p:cNvPicPr>
            <p:nvPr/>
          </p:nvPicPr>
          <p:blipFill>
            <a:blip>
              <a:alphaModFix amt="50000"/>
              <a:extLst>
                <a:ext uri="{96DAC541-7B7A-43D3-8B79-37D633B846F1}">
                  <asvg:svgBlip xmlns:asvg="http://schemas.microsoft.com/office/drawing/2016/SVG/main" r:embed="rId18"/>
                </a:ext>
              </a:extLst>
            </a:blip>
            <a:stretch>
              <a:fillRect/>
            </a:stretch>
          </p:blipFill>
          <p:spPr>
            <a:xfrm>
              <a:off x="1077694" y="5175429"/>
              <a:ext cx="274320" cy="274320"/>
            </a:xfrm>
            <a:prstGeom prst="rect">
              <a:avLst/>
            </a:prstGeom>
          </p:spPr>
        </p:pic>
      </p:grpSp>
      <p:grpSp>
        <p:nvGrpSpPr>
          <p:cNvPr id="168" name="Group 167">
            <a:extLst>
              <a:ext uri="{FF2B5EF4-FFF2-40B4-BE49-F238E27FC236}">
                <a16:creationId xmlns:a16="http://schemas.microsoft.com/office/drawing/2014/main" id="{06D80FB1-C4E3-CEEB-025F-50ABEFC51656}"/>
              </a:ext>
            </a:extLst>
          </p:cNvPr>
          <p:cNvGrpSpPr/>
          <p:nvPr/>
        </p:nvGrpSpPr>
        <p:grpSpPr>
          <a:xfrm>
            <a:off x="1575136" y="4960636"/>
            <a:ext cx="731520" cy="731520"/>
            <a:chOff x="1659445" y="5105011"/>
            <a:chExt cx="731520" cy="731520"/>
          </a:xfrm>
        </p:grpSpPr>
        <p:sp>
          <p:nvSpPr>
            <p:cNvPr id="169" name="Rectangle: Rounded Corners 168">
              <a:extLst>
                <a:ext uri="{FF2B5EF4-FFF2-40B4-BE49-F238E27FC236}">
                  <a16:creationId xmlns:a16="http://schemas.microsoft.com/office/drawing/2014/main" id="{90538DFC-2A1E-279D-0507-DD33B9D1F3AD}"/>
                </a:ext>
              </a:extLst>
            </p:cNvPr>
            <p:cNvSpPr/>
            <p:nvPr/>
          </p:nvSpPr>
          <p:spPr bwMode="auto">
            <a:xfrm>
              <a:off x="1659445" y="5105011"/>
              <a:ext cx="73152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Product</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Data</a:t>
              </a:r>
            </a:p>
          </p:txBody>
        </p:sp>
        <p:pic>
          <p:nvPicPr>
            <p:cNvPr id="170" name="Graphic 169">
              <a:extLst>
                <a:ext uri="{FF2B5EF4-FFF2-40B4-BE49-F238E27FC236}">
                  <a16:creationId xmlns:a16="http://schemas.microsoft.com/office/drawing/2014/main" id="{2B905FE7-5AF6-B832-385E-36651535F1AF}"/>
                </a:ext>
              </a:extLst>
            </p:cNvPr>
            <p:cNvPicPr>
              <a:picLocks noChangeAspect="1"/>
            </p:cNvPicPr>
            <p:nvPr/>
          </p:nvPicPr>
          <p:blipFill>
            <a:blip>
              <a:alphaModFix amt="50000"/>
              <a:extLst>
                <a:ext uri="{96DAC541-7B7A-43D3-8B79-37D633B846F1}">
                  <asvg:svgBlip xmlns:asvg="http://schemas.microsoft.com/office/drawing/2016/SVG/main" r:embed="rId19"/>
                </a:ext>
              </a:extLst>
            </a:blip>
            <a:stretch>
              <a:fillRect/>
            </a:stretch>
          </p:blipFill>
          <p:spPr>
            <a:xfrm>
              <a:off x="1888045" y="5173930"/>
              <a:ext cx="274320" cy="274320"/>
            </a:xfrm>
            <a:prstGeom prst="rect">
              <a:avLst/>
            </a:prstGeom>
          </p:spPr>
        </p:pic>
      </p:grpSp>
      <p:sp>
        <p:nvSpPr>
          <p:cNvPr id="171" name="Rectangle: Rounded Corners 170">
            <a:extLst>
              <a:ext uri="{FF2B5EF4-FFF2-40B4-BE49-F238E27FC236}">
                <a16:creationId xmlns:a16="http://schemas.microsoft.com/office/drawing/2014/main" id="{B7215BDE-0136-29D9-F5F5-08ADA10A648D}"/>
              </a:ext>
            </a:extLst>
          </p:cNvPr>
          <p:cNvSpPr/>
          <p:nvPr/>
        </p:nvSpPr>
        <p:spPr bwMode="auto">
          <a:xfrm>
            <a:off x="660519" y="4873664"/>
            <a:ext cx="3381941" cy="920714"/>
          </a:xfrm>
          <a:prstGeom prst="roundRect">
            <a:avLst>
              <a:gd name="adj" fmla="val 7941"/>
            </a:avLst>
          </a:prstGeom>
          <a:noFill/>
          <a:ln w="12700" cap="flat" cmpd="sng" algn="ctr">
            <a:solidFill>
              <a:srgbClr val="B1B3B3"/>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mn-ea"/>
              <a:cs typeface="Segoe UI" pitchFamily="34" charset="0"/>
            </a:endParaRPr>
          </a:p>
        </p:txBody>
      </p:sp>
      <p:grpSp>
        <p:nvGrpSpPr>
          <p:cNvPr id="172" name="Group 171">
            <a:extLst>
              <a:ext uri="{FF2B5EF4-FFF2-40B4-BE49-F238E27FC236}">
                <a16:creationId xmlns:a16="http://schemas.microsoft.com/office/drawing/2014/main" id="{E59E3506-984D-78D6-3F5B-FA9B1629365B}"/>
              </a:ext>
            </a:extLst>
          </p:cNvPr>
          <p:cNvGrpSpPr/>
          <p:nvPr/>
        </p:nvGrpSpPr>
        <p:grpSpPr>
          <a:xfrm>
            <a:off x="830855" y="5875388"/>
            <a:ext cx="3121414" cy="361778"/>
            <a:chOff x="1747860" y="6103744"/>
            <a:chExt cx="3121414" cy="361778"/>
          </a:xfrm>
        </p:grpSpPr>
        <p:sp>
          <p:nvSpPr>
            <p:cNvPr id="173" name="Rectangle: Rounded Corners 172">
              <a:extLst>
                <a:ext uri="{FF2B5EF4-FFF2-40B4-BE49-F238E27FC236}">
                  <a16:creationId xmlns:a16="http://schemas.microsoft.com/office/drawing/2014/main" id="{51EDB4D2-7D62-8316-AD07-B1F71FEF27FA}"/>
                </a:ext>
                <a:ext uri="{C183D7F6-B498-43B3-948B-1728B52AA6E4}">
                  <adec:decorative xmlns:adec="http://schemas.microsoft.com/office/drawing/2017/decorative" val="0"/>
                </a:ext>
              </a:extLst>
            </p:cNvPr>
            <p:cNvSpPr/>
            <p:nvPr/>
          </p:nvSpPr>
          <p:spPr bwMode="auto">
            <a:xfrm>
              <a:off x="1747860" y="6103744"/>
              <a:ext cx="3121414" cy="361778"/>
            </a:xfrm>
            <a:prstGeom prst="roundRect">
              <a:avLst>
                <a:gd name="adj" fmla="val 25981"/>
              </a:avLst>
            </a:prstGeom>
            <a:solidFill>
              <a:srgbClr val="FFFFFF"/>
            </a:solidFill>
            <a:ln w="19050" cap="flat" cmpd="sng" algn="ctr">
              <a:solidFill>
                <a:srgbClr val="B1B3B3"/>
              </a:solidFill>
              <a:prstDash val="solid"/>
              <a:miter lim="800000"/>
              <a:headEnd type="none" w="med" len="med"/>
              <a:tailEnd type="none" w="med" len="med"/>
            </a:ln>
            <a:effectLst/>
          </p:spPr>
          <p:txBody>
            <a:bodyPr rot="0" spcFirstLastPara="0" vertOverflow="overflow" horzOverflow="overflow" vert="horz" wrap="square" lIns="548640" tIns="0" rIns="18288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Segoe UI Semibold" panose="020B0702040204020203" pitchFamily="34" charset="0"/>
                  <a:ea typeface="+mn-ea"/>
                  <a:cs typeface="Segoe UI Semibold" panose="020B0702040204020203" pitchFamily="34" charset="0"/>
                </a:rPr>
                <a:t>OneLake</a:t>
              </a:r>
              <a:r>
                <a:rPr kumimoji="0" lang="en-US" sz="105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 | Unified Data Foundation </a:t>
              </a:r>
            </a:p>
          </p:txBody>
        </p:sp>
        <p:pic>
          <p:nvPicPr>
            <p:cNvPr id="174" name="Picture 173">
              <a:extLst>
                <a:ext uri="{FF2B5EF4-FFF2-40B4-BE49-F238E27FC236}">
                  <a16:creationId xmlns:a16="http://schemas.microsoft.com/office/drawing/2014/main" id="{8213E72A-DABD-4BDF-A46C-E5FCEBD1DD71}"/>
                </a:ext>
                <a:ext uri="{C183D7F6-B498-43B3-948B-1728B52AA6E4}">
                  <adec:decorative xmlns:adec="http://schemas.microsoft.com/office/drawing/2017/decorative" val="1"/>
                </a:ext>
              </a:extLst>
            </p:cNvPr>
            <p:cNvPicPr>
              <a:picLocks noChangeAspect="1"/>
            </p:cNvPicPr>
            <p:nvPr/>
          </p:nvPicPr>
          <p:blipFill>
            <a:blip r:embed="rId20"/>
            <a:stretch>
              <a:fillRect/>
            </a:stretch>
          </p:blipFill>
          <p:spPr>
            <a:xfrm>
              <a:off x="1889443" y="6151637"/>
              <a:ext cx="265473" cy="265992"/>
            </a:xfrm>
            <a:prstGeom prst="rect">
              <a:avLst/>
            </a:prstGeom>
          </p:spPr>
        </p:pic>
      </p:grpSp>
      <p:grpSp>
        <p:nvGrpSpPr>
          <p:cNvPr id="175" name="Group 174">
            <a:extLst>
              <a:ext uri="{FF2B5EF4-FFF2-40B4-BE49-F238E27FC236}">
                <a16:creationId xmlns:a16="http://schemas.microsoft.com/office/drawing/2014/main" id="{3C896CEF-A043-CCC3-2D48-562644A7840C}"/>
              </a:ext>
            </a:extLst>
          </p:cNvPr>
          <p:cNvGrpSpPr/>
          <p:nvPr/>
        </p:nvGrpSpPr>
        <p:grpSpPr>
          <a:xfrm>
            <a:off x="2397581" y="4970693"/>
            <a:ext cx="731520" cy="731520"/>
            <a:chOff x="2513773" y="5115068"/>
            <a:chExt cx="731520" cy="731520"/>
          </a:xfrm>
        </p:grpSpPr>
        <p:sp>
          <p:nvSpPr>
            <p:cNvPr id="176" name="Rectangle: Rounded Corners 175">
              <a:extLst>
                <a:ext uri="{FF2B5EF4-FFF2-40B4-BE49-F238E27FC236}">
                  <a16:creationId xmlns:a16="http://schemas.microsoft.com/office/drawing/2014/main" id="{6D0CEBFE-3310-62DD-162C-BE3EED49BF3A}"/>
                </a:ext>
              </a:extLst>
            </p:cNvPr>
            <p:cNvSpPr/>
            <p:nvPr/>
          </p:nvSpPr>
          <p:spPr bwMode="auto">
            <a:xfrm>
              <a:off x="2513773" y="5115068"/>
              <a:ext cx="73152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Demand Forecast</a:t>
              </a:r>
            </a:p>
          </p:txBody>
        </p:sp>
        <p:pic>
          <p:nvPicPr>
            <p:cNvPr id="177" name="Graphic 176" descr="Bar graph with upward trend with solid fill">
              <a:extLst>
                <a:ext uri="{FF2B5EF4-FFF2-40B4-BE49-F238E27FC236}">
                  <a16:creationId xmlns:a16="http://schemas.microsoft.com/office/drawing/2014/main" id="{36C78F08-B11B-1F61-A834-9241EFED9702}"/>
                </a:ext>
              </a:extLst>
            </p:cNvPr>
            <p:cNvPicPr>
              <a:picLocks noChangeAspect="1"/>
            </p:cNvPicPr>
            <p:nvPr/>
          </p:nvPicPr>
          <p:blipFill>
            <a:blip>
              <a:duotone>
                <a:prstClr val="black"/>
                <a:srgbClr val="D9C3A5">
                  <a:tint val="50000"/>
                  <a:satMod val="180000"/>
                </a:srgbClr>
              </a:duotone>
              <a:alphaModFix amt="50000"/>
              <a:extLst>
                <a:ext uri="{96DAC541-7B7A-43D3-8B79-37D633B846F1}">
                  <asvg:svgBlip xmlns:asvg="http://schemas.microsoft.com/office/drawing/2016/SVG/main" r:embed="rId21"/>
                </a:ext>
              </a:extLst>
            </a:blip>
            <a:stretch>
              <a:fillRect/>
            </a:stretch>
          </p:blipFill>
          <p:spPr>
            <a:xfrm>
              <a:off x="2735810" y="5201006"/>
              <a:ext cx="287447" cy="287447"/>
            </a:xfrm>
            <a:prstGeom prst="rect">
              <a:avLst/>
            </a:prstGeom>
          </p:spPr>
        </p:pic>
      </p:grpSp>
      <p:grpSp>
        <p:nvGrpSpPr>
          <p:cNvPr id="178" name="Group 177">
            <a:extLst>
              <a:ext uri="{FF2B5EF4-FFF2-40B4-BE49-F238E27FC236}">
                <a16:creationId xmlns:a16="http://schemas.microsoft.com/office/drawing/2014/main" id="{DDAE9178-4B18-C7E2-47B3-5B063981AFF3}"/>
              </a:ext>
            </a:extLst>
          </p:cNvPr>
          <p:cNvGrpSpPr/>
          <p:nvPr/>
        </p:nvGrpSpPr>
        <p:grpSpPr>
          <a:xfrm>
            <a:off x="3220027" y="4970693"/>
            <a:ext cx="731520" cy="731520"/>
            <a:chOff x="3569822" y="5115737"/>
            <a:chExt cx="731520" cy="731520"/>
          </a:xfrm>
        </p:grpSpPr>
        <p:sp>
          <p:nvSpPr>
            <p:cNvPr id="179" name="Rectangle: Rounded Corners 178">
              <a:extLst>
                <a:ext uri="{FF2B5EF4-FFF2-40B4-BE49-F238E27FC236}">
                  <a16:creationId xmlns:a16="http://schemas.microsoft.com/office/drawing/2014/main" id="{BAFAE6B9-6D7D-1C3D-0693-E2B6EFD5B025}"/>
                </a:ext>
              </a:extLst>
            </p:cNvPr>
            <p:cNvSpPr/>
            <p:nvPr/>
          </p:nvSpPr>
          <p:spPr bwMode="auto">
            <a:xfrm>
              <a:off x="3569822" y="5115737"/>
              <a:ext cx="73152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Supplier</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Data</a:t>
              </a:r>
            </a:p>
          </p:txBody>
        </p:sp>
        <p:pic>
          <p:nvPicPr>
            <p:cNvPr id="180" name="Graphic 179" descr="Factory with solid fill">
              <a:extLst>
                <a:ext uri="{FF2B5EF4-FFF2-40B4-BE49-F238E27FC236}">
                  <a16:creationId xmlns:a16="http://schemas.microsoft.com/office/drawing/2014/main" id="{02D1C867-C22D-845F-07FE-9348B77EBAF5}"/>
                </a:ext>
              </a:extLst>
            </p:cNvPr>
            <p:cNvPicPr>
              <a:picLocks noChangeAspect="1"/>
            </p:cNvPicPr>
            <p:nvPr/>
          </p:nvPicPr>
          <p:blipFill>
            <a:blip>
              <a:alphaModFix amt="50000"/>
              <a:duotone>
                <a:prstClr val="black"/>
                <a:srgbClr val="D9C3A5">
                  <a:tint val="50000"/>
                  <a:satMod val="180000"/>
                </a:srgbClr>
              </a:duotone>
              <a:extLst>
                <a:ext uri="{96DAC541-7B7A-43D3-8B79-37D633B846F1}">
                  <asvg:svgBlip xmlns:asvg="http://schemas.microsoft.com/office/drawing/2016/SVG/main" r:embed="rId22"/>
                </a:ext>
              </a:extLst>
            </a:blip>
            <a:stretch>
              <a:fillRect/>
            </a:stretch>
          </p:blipFill>
          <p:spPr>
            <a:xfrm>
              <a:off x="3793850" y="5198310"/>
              <a:ext cx="283464" cy="283464"/>
            </a:xfrm>
            <a:prstGeom prst="rect">
              <a:avLst/>
            </a:prstGeom>
          </p:spPr>
        </p:pic>
      </p:grpSp>
      <p:pic>
        <p:nvPicPr>
          <p:cNvPr id="181" name="Picture 180">
            <a:extLst>
              <a:ext uri="{FF2B5EF4-FFF2-40B4-BE49-F238E27FC236}">
                <a16:creationId xmlns:a16="http://schemas.microsoft.com/office/drawing/2014/main" id="{97F73958-C2B2-0774-091F-F264CF6DCA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370181" y="3584895"/>
            <a:ext cx="407867" cy="407867"/>
          </a:xfrm>
          <a:prstGeom prst="rect">
            <a:avLst/>
          </a:prstGeom>
        </p:spPr>
      </p:pic>
      <p:sp>
        <p:nvSpPr>
          <p:cNvPr id="182" name="Rectangle: Rounded Corners 181">
            <a:extLst>
              <a:ext uri="{FF2B5EF4-FFF2-40B4-BE49-F238E27FC236}">
                <a16:creationId xmlns:a16="http://schemas.microsoft.com/office/drawing/2014/main" id="{5162708A-AB6C-8664-370A-A906657AB472}"/>
              </a:ext>
              <a:ext uri="{C183D7F6-B498-43B3-948B-1728B52AA6E4}">
                <adec:decorative xmlns:adec="http://schemas.microsoft.com/office/drawing/2017/decorative" val="1"/>
              </a:ext>
            </a:extLst>
          </p:cNvPr>
          <p:cNvSpPr>
            <a:spLocks/>
          </p:cNvSpPr>
          <p:nvPr/>
        </p:nvSpPr>
        <p:spPr bwMode="auto">
          <a:xfrm>
            <a:off x="8069527" y="4780525"/>
            <a:ext cx="3428999" cy="1311379"/>
          </a:xfrm>
          <a:prstGeom prst="roundRect">
            <a:avLst>
              <a:gd name="adj" fmla="val 15048"/>
            </a:avLst>
          </a:prstGeom>
          <a:solidFill>
            <a:srgbClr val="F1F9FB"/>
          </a:solidFill>
          <a:ln w="12700" cap="rnd">
            <a:solidFill>
              <a:srgbClr val="BAE2EC"/>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GB" sz="1750" b="0" i="0" u="none" strike="noStrike" kern="1200" cap="none" spc="0" normalizeH="0" baseline="0" noProof="0">
                <a:ln>
                  <a:noFill/>
                </a:ln>
                <a:noFill/>
                <a:effectLst/>
                <a:uLnTx/>
                <a:uFillTx/>
                <a:latin typeface="Segoe UI Variable Small Semibol"/>
                <a:ea typeface="+mn-ea"/>
                <a:cs typeface="+mn-cs"/>
              </a:rPr>
              <a:t>One Lake</a:t>
            </a:r>
            <a:endParaRPr kumimoji="0" lang="en-GB" sz="1765" b="0" i="0" u="none" strike="noStrike" kern="1200" cap="none" spc="0" normalizeH="0" baseline="0" noProof="0">
              <a:ln>
                <a:noFill/>
              </a:ln>
              <a:noFill/>
              <a:effectLst/>
              <a:uLnTx/>
              <a:uFillTx/>
              <a:latin typeface="Segoe UI Variable Small Semibol" pitchFamily="2" charset="0"/>
              <a:ea typeface="+mn-ea"/>
              <a:cs typeface="+mn-cs"/>
            </a:endParaRPr>
          </a:p>
        </p:txBody>
      </p:sp>
      <p:grpSp>
        <p:nvGrpSpPr>
          <p:cNvPr id="183" name="Group 182">
            <a:extLst>
              <a:ext uri="{FF2B5EF4-FFF2-40B4-BE49-F238E27FC236}">
                <a16:creationId xmlns:a16="http://schemas.microsoft.com/office/drawing/2014/main" id="{337599BA-0D00-D0D6-FAF2-B2DC4A50E7FA}"/>
              </a:ext>
            </a:extLst>
          </p:cNvPr>
          <p:cNvGrpSpPr/>
          <p:nvPr/>
        </p:nvGrpSpPr>
        <p:grpSpPr>
          <a:xfrm>
            <a:off x="9372546" y="4896199"/>
            <a:ext cx="822960" cy="731520"/>
            <a:chOff x="4622067" y="5155762"/>
            <a:chExt cx="822960" cy="731520"/>
          </a:xfrm>
        </p:grpSpPr>
        <p:sp>
          <p:nvSpPr>
            <p:cNvPr id="184" name="Rectangle: Rounded Corners 183">
              <a:extLst>
                <a:ext uri="{FF2B5EF4-FFF2-40B4-BE49-F238E27FC236}">
                  <a16:creationId xmlns:a16="http://schemas.microsoft.com/office/drawing/2014/main" id="{A8F2B50B-AF0B-AE9D-AFD2-85380D8DF01C}"/>
                </a:ext>
              </a:extLst>
            </p:cNvPr>
            <p:cNvSpPr/>
            <p:nvPr/>
          </p:nvSpPr>
          <p:spPr bwMode="auto">
            <a:xfrm>
              <a:off x="4622067" y="5155762"/>
              <a:ext cx="822960" cy="73152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a:ea typeface="Segoe UI" pitchFamily="34" charset="0"/>
                  <a:cs typeface="Segoe UI Semibold"/>
                </a:rPr>
                <a:t>Supplier Terms</a:t>
              </a:r>
            </a:p>
          </p:txBody>
        </p:sp>
        <p:pic>
          <p:nvPicPr>
            <p:cNvPr id="185" name="Graphic 184" descr="Document outline">
              <a:extLst>
                <a:ext uri="{FF2B5EF4-FFF2-40B4-BE49-F238E27FC236}">
                  <a16:creationId xmlns:a16="http://schemas.microsoft.com/office/drawing/2014/main" id="{09E0DB66-6936-1BE6-F30D-3F8D99E1F2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63166" y="5184448"/>
              <a:ext cx="340762" cy="340762"/>
            </a:xfrm>
            <a:prstGeom prst="rect">
              <a:avLst/>
            </a:prstGeom>
          </p:spPr>
        </p:pic>
      </p:grpSp>
      <p:sp>
        <p:nvSpPr>
          <p:cNvPr id="186" name="Rectangle: Rounded Corners 185">
            <a:extLst>
              <a:ext uri="{FF2B5EF4-FFF2-40B4-BE49-F238E27FC236}">
                <a16:creationId xmlns:a16="http://schemas.microsoft.com/office/drawing/2014/main" id="{33D71A3C-AF37-E230-8133-0154BC2DEB3D}"/>
              </a:ext>
              <a:ext uri="{C183D7F6-B498-43B3-948B-1728B52AA6E4}">
                <adec:decorative xmlns:adec="http://schemas.microsoft.com/office/drawing/2017/decorative" val="0"/>
              </a:ext>
            </a:extLst>
          </p:cNvPr>
          <p:cNvSpPr/>
          <p:nvPr/>
        </p:nvSpPr>
        <p:spPr bwMode="auto">
          <a:xfrm>
            <a:off x="8912444" y="5911015"/>
            <a:ext cx="1743165" cy="361778"/>
          </a:xfrm>
          <a:prstGeom prst="roundRect">
            <a:avLst>
              <a:gd name="adj" fmla="val 25981"/>
            </a:avLst>
          </a:prstGeom>
          <a:solidFill>
            <a:srgbClr val="FFFFFF"/>
          </a:solidFill>
          <a:ln w="19050" cap="flat" cmpd="sng" algn="ctr">
            <a:solidFill>
              <a:srgbClr val="B1B3B3"/>
            </a:solidFill>
            <a:prstDash val="solid"/>
            <a:miter lim="800000"/>
            <a:headEnd type="none" w="med" len="med"/>
            <a:tailEnd type="none" w="med" len="med"/>
          </a:ln>
          <a:effectLst/>
        </p:spPr>
        <p:txBody>
          <a:bodyPr rot="0" spcFirstLastPara="0" vertOverflow="overflow" horzOverflow="overflow" vert="horz" wrap="square" lIns="548640" tIns="0" rIns="18288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Azure Storage</a:t>
            </a:r>
          </a:p>
        </p:txBody>
      </p:sp>
      <p:pic>
        <p:nvPicPr>
          <p:cNvPr id="187" name="Picture 186">
            <a:extLst>
              <a:ext uri="{FF2B5EF4-FFF2-40B4-BE49-F238E27FC236}">
                <a16:creationId xmlns:a16="http://schemas.microsoft.com/office/drawing/2014/main" id="{C9B1CF50-29E9-ED73-E73E-AD7DD0438C7A}"/>
              </a:ext>
            </a:extLst>
          </p:cNvPr>
          <p:cNvPicPr>
            <a:picLocks noChangeAspect="1"/>
          </p:cNvPicPr>
          <p:nvPr/>
        </p:nvPicPr>
        <p:blipFill>
          <a:blip r:embed="rId24"/>
          <a:stretch>
            <a:fillRect/>
          </a:stretch>
        </p:blipFill>
        <p:spPr>
          <a:xfrm>
            <a:off x="9029708" y="5969849"/>
            <a:ext cx="280396" cy="244109"/>
          </a:xfrm>
          <a:prstGeom prst="rect">
            <a:avLst/>
          </a:prstGeom>
        </p:spPr>
      </p:pic>
      <p:cxnSp>
        <p:nvCxnSpPr>
          <p:cNvPr id="188" name="Straight Arrow Connector 187">
            <a:extLst>
              <a:ext uri="{FF2B5EF4-FFF2-40B4-BE49-F238E27FC236}">
                <a16:creationId xmlns:a16="http://schemas.microsoft.com/office/drawing/2014/main" id="{07C4C22B-9B5E-4A4C-B206-E94695A2AA7B}"/>
              </a:ext>
            </a:extLst>
          </p:cNvPr>
          <p:cNvCxnSpPr>
            <a:cxnSpLocks/>
          </p:cNvCxnSpPr>
          <p:nvPr/>
        </p:nvCxnSpPr>
        <p:spPr>
          <a:xfrm flipH="1">
            <a:off x="7608303" y="2588122"/>
            <a:ext cx="585216" cy="0"/>
          </a:xfrm>
          <a:prstGeom prst="straightConnector1">
            <a:avLst/>
          </a:prstGeom>
          <a:noFill/>
          <a:ln w="3175" cap="flat" cmpd="sng" algn="ctr">
            <a:solidFill>
              <a:schemeClr val="tx1">
                <a:lumMod val="65000"/>
              </a:schemeClr>
            </a:solidFill>
            <a:prstDash val="solid"/>
            <a:headEnd type="triangle"/>
            <a:tailEnd type="triangle"/>
          </a:ln>
          <a:effectLst/>
        </p:spPr>
      </p:cxnSp>
      <p:cxnSp>
        <p:nvCxnSpPr>
          <p:cNvPr id="189" name="Straight Arrow Connector 188">
            <a:extLst>
              <a:ext uri="{FF2B5EF4-FFF2-40B4-BE49-F238E27FC236}">
                <a16:creationId xmlns:a16="http://schemas.microsoft.com/office/drawing/2014/main" id="{3A44D0A8-880A-7013-A2CD-905993098A8F}"/>
              </a:ext>
            </a:extLst>
          </p:cNvPr>
          <p:cNvCxnSpPr>
            <a:cxnSpLocks/>
            <a:endCxn id="121" idx="3"/>
          </p:cNvCxnSpPr>
          <p:nvPr/>
        </p:nvCxnSpPr>
        <p:spPr>
          <a:xfrm flipH="1">
            <a:off x="3610973" y="2588122"/>
            <a:ext cx="909317" cy="0"/>
          </a:xfrm>
          <a:prstGeom prst="straightConnector1">
            <a:avLst/>
          </a:prstGeom>
          <a:noFill/>
          <a:ln w="3175" cap="flat" cmpd="sng" algn="ctr">
            <a:solidFill>
              <a:schemeClr val="tx1">
                <a:lumMod val="65000"/>
              </a:schemeClr>
            </a:solidFill>
            <a:prstDash val="solid"/>
            <a:headEnd type="triangle"/>
            <a:tailEnd type="triangle"/>
          </a:ln>
          <a:effectLst/>
        </p:spPr>
      </p:cxnSp>
      <p:sp>
        <p:nvSpPr>
          <p:cNvPr id="3" name="Rectangle: Rounded Corners 2">
            <a:extLst>
              <a:ext uri="{FF2B5EF4-FFF2-40B4-BE49-F238E27FC236}">
                <a16:creationId xmlns:a16="http://schemas.microsoft.com/office/drawing/2014/main" id="{C80F4403-46CA-0519-296E-852231317929}"/>
              </a:ext>
            </a:extLst>
          </p:cNvPr>
          <p:cNvSpPr/>
          <p:nvPr/>
        </p:nvSpPr>
        <p:spPr bwMode="auto">
          <a:xfrm>
            <a:off x="1025553" y="2190777"/>
            <a:ext cx="109728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Supply Chain Dashboard</a:t>
            </a:r>
          </a:p>
        </p:txBody>
      </p:sp>
      <p:pic>
        <p:nvPicPr>
          <p:cNvPr id="2" name="Graphic 633" descr="Power BI logo">
            <a:extLst>
              <a:ext uri="{FF2B5EF4-FFF2-40B4-BE49-F238E27FC236}">
                <a16:creationId xmlns:a16="http://schemas.microsoft.com/office/drawing/2014/main" id="{C3D9717F-5038-8C8C-DB25-F1DBD4186CBB}"/>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440284" y="2306089"/>
            <a:ext cx="305511" cy="305511"/>
          </a:xfrm>
          <a:prstGeom prst="rect">
            <a:avLst/>
          </a:prstGeom>
          <a:effectLst>
            <a:outerShdw blurRad="50800" dist="38100" dir="2700000" algn="tl" rotWithShape="0">
              <a:prstClr val="black">
                <a:alpha val="40000"/>
              </a:prstClr>
            </a:outerShdw>
          </a:effectLst>
        </p:spPr>
      </p:pic>
      <p:cxnSp>
        <p:nvCxnSpPr>
          <p:cNvPr id="20" name="Straight Arrow Connector 19">
            <a:extLst>
              <a:ext uri="{FF2B5EF4-FFF2-40B4-BE49-F238E27FC236}">
                <a16:creationId xmlns:a16="http://schemas.microsoft.com/office/drawing/2014/main" id="{39D7D3BE-A9C7-13FA-D44C-1FB346734F7A}"/>
              </a:ext>
            </a:extLst>
          </p:cNvPr>
          <p:cNvCxnSpPr>
            <a:cxnSpLocks/>
            <a:stCxn id="162" idx="3"/>
          </p:cNvCxnSpPr>
          <p:nvPr/>
        </p:nvCxnSpPr>
        <p:spPr>
          <a:xfrm flipV="1">
            <a:off x="2123521" y="3839326"/>
            <a:ext cx="403738" cy="876"/>
          </a:xfrm>
          <a:prstGeom prst="straightConnector1">
            <a:avLst/>
          </a:prstGeom>
          <a:noFill/>
          <a:ln w="3175" cap="flat" cmpd="sng" algn="ctr">
            <a:solidFill>
              <a:schemeClr val="tx1">
                <a:lumMod val="65000"/>
              </a:schemeClr>
            </a:solidFill>
            <a:prstDash val="solid"/>
            <a:headEnd type="none"/>
            <a:tailEnd type="triangle"/>
          </a:ln>
          <a:effectLst/>
        </p:spPr>
      </p:cxnSp>
      <p:cxnSp>
        <p:nvCxnSpPr>
          <p:cNvPr id="29" name="Straight Arrow Connector 28">
            <a:extLst>
              <a:ext uri="{FF2B5EF4-FFF2-40B4-BE49-F238E27FC236}">
                <a16:creationId xmlns:a16="http://schemas.microsoft.com/office/drawing/2014/main" id="{A003269C-4130-800B-9459-193918F2A8FB}"/>
              </a:ext>
            </a:extLst>
          </p:cNvPr>
          <p:cNvCxnSpPr>
            <a:cxnSpLocks/>
            <a:endCxn id="121" idx="2"/>
          </p:cNvCxnSpPr>
          <p:nvPr/>
        </p:nvCxnSpPr>
        <p:spPr>
          <a:xfrm flipH="1" flipV="1">
            <a:off x="3062333" y="2999602"/>
            <a:ext cx="13566" cy="428244"/>
          </a:xfrm>
          <a:prstGeom prst="straightConnector1">
            <a:avLst/>
          </a:prstGeom>
          <a:noFill/>
          <a:ln w="3175" cap="flat" cmpd="sng" algn="ctr">
            <a:solidFill>
              <a:schemeClr val="tx1">
                <a:lumMod val="65000"/>
              </a:schemeClr>
            </a:solidFill>
            <a:prstDash val="solid"/>
            <a:headEnd type="none"/>
            <a:tailEnd type="triangle"/>
          </a:ln>
          <a:effectLst/>
        </p:spPr>
      </p:cxnSp>
      <p:cxnSp>
        <p:nvCxnSpPr>
          <p:cNvPr id="36" name="Straight Arrow Connector 35">
            <a:extLst>
              <a:ext uri="{FF2B5EF4-FFF2-40B4-BE49-F238E27FC236}">
                <a16:creationId xmlns:a16="http://schemas.microsoft.com/office/drawing/2014/main" id="{8A50EF5D-FEF2-EC9D-54A1-66DBFA117B7D}"/>
              </a:ext>
            </a:extLst>
          </p:cNvPr>
          <p:cNvCxnSpPr>
            <a:cxnSpLocks/>
            <a:stCxn id="162" idx="0"/>
            <a:endCxn id="3" idx="2"/>
          </p:cNvCxnSpPr>
          <p:nvPr/>
        </p:nvCxnSpPr>
        <p:spPr>
          <a:xfrm flipH="1" flipV="1">
            <a:off x="1574193" y="3013737"/>
            <a:ext cx="688" cy="414985"/>
          </a:xfrm>
          <a:prstGeom prst="straightConnector1">
            <a:avLst/>
          </a:prstGeom>
          <a:noFill/>
          <a:ln w="3175" cap="flat" cmpd="sng" algn="ctr">
            <a:solidFill>
              <a:schemeClr val="tx1">
                <a:lumMod val="65000"/>
              </a:schemeClr>
            </a:solidFill>
            <a:prstDash val="solid"/>
            <a:headEnd type="none"/>
            <a:tailEnd type="triangle"/>
          </a:ln>
          <a:effectLst/>
        </p:spPr>
      </p:cxnSp>
      <p:grpSp>
        <p:nvGrpSpPr>
          <p:cNvPr id="10" name="Group 9">
            <a:extLst>
              <a:ext uri="{FF2B5EF4-FFF2-40B4-BE49-F238E27FC236}">
                <a16:creationId xmlns:a16="http://schemas.microsoft.com/office/drawing/2014/main" id="{DD083A8E-7018-D428-1CAD-D1C7B04C385F}"/>
              </a:ext>
            </a:extLst>
          </p:cNvPr>
          <p:cNvGrpSpPr/>
          <p:nvPr/>
        </p:nvGrpSpPr>
        <p:grpSpPr>
          <a:xfrm>
            <a:off x="8279595" y="3544703"/>
            <a:ext cx="914400" cy="822960"/>
            <a:chOff x="8279595" y="3544703"/>
            <a:chExt cx="914400" cy="822960"/>
          </a:xfrm>
        </p:grpSpPr>
        <p:sp>
          <p:nvSpPr>
            <p:cNvPr id="25" name="Rectangle: Rounded Corners 24">
              <a:extLst>
                <a:ext uri="{FF2B5EF4-FFF2-40B4-BE49-F238E27FC236}">
                  <a16:creationId xmlns:a16="http://schemas.microsoft.com/office/drawing/2014/main" id="{F0FE663C-4837-D695-0686-FD78E8FDD4DC}"/>
                </a:ext>
              </a:extLst>
            </p:cNvPr>
            <p:cNvSpPr/>
            <p:nvPr/>
          </p:nvSpPr>
          <p:spPr bwMode="auto">
            <a:xfrm>
              <a:off x="8279595" y="3544703"/>
              <a:ext cx="914400" cy="822960"/>
            </a:xfrm>
            <a:prstGeom prst="roundRect">
              <a:avLst>
                <a:gd name="adj" fmla="val 7941"/>
              </a:avLst>
            </a:prstGeom>
            <a:solidFill>
              <a:srgbClr val="FCFCFC"/>
            </a:solidFill>
            <a:ln>
              <a:solidFill>
                <a:srgbClr val="D7D2CB"/>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4572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454142"/>
                  </a:solidFill>
                  <a:effectLst/>
                  <a:uLnTx/>
                  <a:uFillTx/>
                  <a:latin typeface="Segoe UI Semibold" panose="020B0702040204020203" pitchFamily="34" charset="0"/>
                  <a:ea typeface="Segoe UI" pitchFamily="34" charset="0"/>
                  <a:cs typeface="Segoe UI Semibold" panose="020B0702040204020203" pitchFamily="34" charset="0"/>
                </a:rPr>
                <a:t>Foundry IQ</a:t>
              </a:r>
            </a:p>
          </p:txBody>
        </p:sp>
        <p:pic>
          <p:nvPicPr>
            <p:cNvPr id="5" name="Picture 4">
              <a:extLst>
                <a:ext uri="{FF2B5EF4-FFF2-40B4-BE49-F238E27FC236}">
                  <a16:creationId xmlns:a16="http://schemas.microsoft.com/office/drawing/2014/main" id="{EBAEB4AF-8852-73E4-EF67-FA69BCED906A}"/>
                </a:ext>
              </a:extLst>
            </p:cNvPr>
            <p:cNvPicPr>
              <a:picLocks noChangeAspect="1"/>
            </p:cNvPicPr>
            <p:nvPr/>
          </p:nvPicPr>
          <p:blipFill>
            <a:blip r:embed="rId26"/>
            <a:stretch>
              <a:fillRect/>
            </a:stretch>
          </p:blipFill>
          <p:spPr>
            <a:xfrm>
              <a:off x="8535627" y="3673397"/>
              <a:ext cx="402336" cy="402336"/>
            </a:xfrm>
            <a:prstGeom prst="rect">
              <a:avLst/>
            </a:prstGeom>
          </p:spPr>
        </p:pic>
      </p:grpSp>
      <p:pic>
        <p:nvPicPr>
          <p:cNvPr id="21" name="Picture 20">
            <a:extLst>
              <a:ext uri="{FF2B5EF4-FFF2-40B4-BE49-F238E27FC236}">
                <a16:creationId xmlns:a16="http://schemas.microsoft.com/office/drawing/2014/main" id="{E89F17DB-9535-126F-CE07-FB29AB28081E}"/>
              </a:ext>
            </a:extLst>
          </p:cNvPr>
          <p:cNvPicPr>
            <a:picLocks noChangeAspect="1"/>
          </p:cNvPicPr>
          <p:nvPr/>
        </p:nvPicPr>
        <p:blipFill>
          <a:blip r:embed="rId27"/>
          <a:stretch>
            <a:fillRect/>
          </a:stretch>
        </p:blipFill>
        <p:spPr>
          <a:xfrm>
            <a:off x="8232756" y="2027925"/>
            <a:ext cx="402336" cy="402336"/>
          </a:xfrm>
          <a:prstGeom prst="rect">
            <a:avLst/>
          </a:prstGeom>
        </p:spPr>
      </p:pic>
    </p:spTree>
    <p:extLst>
      <p:ext uri="{BB962C8B-B14F-4D97-AF65-F5344CB8AC3E}">
        <p14:creationId xmlns:p14="http://schemas.microsoft.com/office/powerpoint/2010/main" val="2743003577"/>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13F9FA-78FD-4D78-319C-6CE7FA3D9522}"/>
              </a:ext>
            </a:extLst>
          </p:cNvPr>
          <p:cNvPicPr>
            <a:picLocks noChangeAspect="1"/>
          </p:cNvPicPr>
          <p:nvPr/>
        </p:nvPicPr>
        <p:blipFill>
          <a:blip r:embed="rId2"/>
          <a:stretch>
            <a:fillRect/>
          </a:stretch>
        </p:blipFill>
        <p:spPr>
          <a:xfrm>
            <a:off x="203328" y="94128"/>
            <a:ext cx="11785343" cy="6644344"/>
          </a:xfrm>
          <a:prstGeom prst="rect">
            <a:avLst/>
          </a:prstGeom>
        </p:spPr>
      </p:pic>
    </p:spTree>
    <p:extLst>
      <p:ext uri="{BB962C8B-B14F-4D97-AF65-F5344CB8AC3E}">
        <p14:creationId xmlns:p14="http://schemas.microsoft.com/office/powerpoint/2010/main" val="254734987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4A66C07F-B1D6-5AC3-F67E-C6A5E6774918}"/>
              </a:ext>
              <a:ext uri="{C183D7F6-B498-43B3-948B-1728B52AA6E4}">
                <adec:decorative xmlns:adec="http://schemas.microsoft.com/office/drawing/2017/decorative" val="1"/>
              </a:ext>
            </a:extLst>
          </p:cNvPr>
          <p:cNvSpPr txBox="1"/>
          <p:nvPr/>
        </p:nvSpPr>
        <p:spPr>
          <a:xfrm>
            <a:off x="4119912" y="528823"/>
            <a:ext cx="3952172" cy="273921"/>
          </a:xfrm>
          <a:prstGeom prst="rect">
            <a:avLst/>
          </a:prstGeom>
          <a:solidFill>
            <a:srgbClr val="FFFFFF"/>
          </a:solidFill>
          <a:ln w="9525" cap="flat">
            <a:noFill/>
            <a:prstDash val="solid"/>
            <a:miter/>
          </a:ln>
        </p:spPr>
        <p:txBody>
          <a:bodyPr wrap="none" lIns="73152" tIns="9144" rIns="365760" bIns="18288" anchor="b" anchorCtr="0">
            <a:spAutoFit/>
          </a:bodyPr>
          <a:lstStyle>
            <a:defPPr>
              <a:defRPr lang="en-US"/>
            </a:defPPr>
            <a:lvl1pPr algn="r" defTabSz="914437" fontAlgn="base">
              <a:spcBef>
                <a:spcPct val="0"/>
              </a:spcBef>
              <a:spcAft>
                <a:spcPct val="0"/>
              </a:spcAft>
              <a:defRPr sz="1600" b="1">
                <a:ln w="3175">
                  <a:noFill/>
                </a:ln>
                <a:gradFill>
                  <a:gsLst>
                    <a:gs pos="4587">
                      <a:srgbClr val="000000"/>
                    </a:gs>
                    <a:gs pos="19266">
                      <a:srgbClr val="000000"/>
                    </a:gs>
                  </a:gsLst>
                  <a:path path="circle">
                    <a:fillToRect l="100000" b="100000"/>
                  </a:path>
                </a:gradFill>
                <a:latin typeface="+mj-lt"/>
                <a:cs typeface="Segoe UI" pitchFamily="34" charset="0"/>
              </a:defRPr>
            </a:lvl1pPr>
          </a:lstStyle>
          <a:p>
            <a:pPr marL="0" marR="0" lvl="0" indent="0" algn="r" defTabSz="914437"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w="3175">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rPr>
              <a:t>Available for select Azure Customers</a:t>
            </a:r>
          </a:p>
        </p:txBody>
      </p:sp>
      <p:sp>
        <p:nvSpPr>
          <p:cNvPr id="2" name="Text 0"/>
          <p:cNvSpPr>
            <a:spLocks noGrp="1"/>
          </p:cNvSpPr>
          <p:nvPr>
            <p:ph type="title" idx="4294967295"/>
          </p:nvPr>
        </p:nvSpPr>
        <p:spPr>
          <a:xfrm>
            <a:off x="2295001" y="971225"/>
            <a:ext cx="7601998" cy="64008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50" normalizeH="0" baseline="0" noProof="0">
                <a:ln w="3175">
                  <a:noFill/>
                </a:ln>
                <a:solidFill>
                  <a:schemeClr val="tx1"/>
                </a:solidFill>
                <a:effectLst/>
                <a:uLnTx/>
                <a:uFillTx/>
                <a:latin typeface="+mj-lt"/>
                <a:ea typeface="+mn-ea"/>
                <a:cs typeface="Segoe UI" pitchFamily="34" charset="0"/>
              </a:rPr>
              <a:t>Microsoft Web IQ</a:t>
            </a:r>
          </a:p>
        </p:txBody>
      </p:sp>
      <p:sp>
        <p:nvSpPr>
          <p:cNvPr id="3" name="Text 1"/>
          <p:cNvSpPr/>
          <p:nvPr/>
        </p:nvSpPr>
        <p:spPr>
          <a:xfrm>
            <a:off x="1326879" y="1667355"/>
            <a:ext cx="9538241"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Calibri Light" pitchFamily="34" charset="-122"/>
                <a:cs typeface="Calibri Light" pitchFamily="34" charset="-120"/>
              </a:rPr>
              <a:t>Web grounding built for the AI era — quality, speed, and token efficiency at frontier scale</a:t>
            </a: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61" name="Rectangle: Rounded Corners 5">
            <a:extLst>
              <a:ext uri="{FF2B5EF4-FFF2-40B4-BE49-F238E27FC236}">
                <a16:creationId xmlns:a16="http://schemas.microsoft.com/office/drawing/2014/main" id="{D5E7209D-5A4B-4D95-40E1-12EB2AF7EE53}"/>
              </a:ext>
              <a:ext uri="{C183D7F6-B498-43B3-948B-1728B52AA6E4}">
                <adec:decorative xmlns:adec="http://schemas.microsoft.com/office/drawing/2017/decorative" val="1"/>
              </a:ext>
            </a:extLst>
          </p:cNvPr>
          <p:cNvSpPr/>
          <p:nvPr/>
        </p:nvSpPr>
        <p:spPr>
          <a:xfrm>
            <a:off x="584200" y="2299309"/>
            <a:ext cx="11025187" cy="780441"/>
          </a:xfrm>
          <a:prstGeom prst="roundRect">
            <a:avLst>
              <a:gd name="adj" fmla="val 0"/>
            </a:avLst>
          </a:prstGeom>
          <a:noFill/>
          <a:ln w="12700" cap="rnd">
            <a:solidFill>
              <a:schemeClr val="tx1"/>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sp>
        <p:nvSpPr>
          <p:cNvPr id="62" name="Title 1">
            <a:extLst>
              <a:ext uri="{FF2B5EF4-FFF2-40B4-BE49-F238E27FC236}">
                <a16:creationId xmlns:a16="http://schemas.microsoft.com/office/drawing/2014/main" id="{CD912CB9-B958-0011-BACE-0615B9090FC0}"/>
              </a:ext>
              <a:ext uri="{C183D7F6-B498-43B3-948B-1728B52AA6E4}">
                <adec:decorative xmlns:adec="http://schemas.microsoft.com/office/drawing/2017/decorative" val="0"/>
              </a:ext>
            </a:extLst>
          </p:cNvPr>
          <p:cNvSpPr txBox="1">
            <a:spLocks/>
          </p:cNvSpPr>
          <p:nvPr/>
        </p:nvSpPr>
        <p:spPr>
          <a:xfrm>
            <a:off x="4853823" y="2153525"/>
            <a:ext cx="2480231" cy="301621"/>
          </a:xfrm>
          <a:prstGeom prst="rect">
            <a:avLst/>
          </a:prstGeom>
          <a:solidFill>
            <a:schemeClr val="bg1"/>
          </a:solidFill>
          <a:ln w="12700">
            <a:noFill/>
          </a:ln>
        </p:spPr>
        <p:txBody>
          <a:bodyPr wrap="none" lIns="91440" tIns="18288" rIns="91440" bIns="36576" rtlCol="0" anchor="ctr" anchorCtr="0">
            <a:spAutoFit/>
          </a:bodyPr>
          <a:lstStyle>
            <a:defPPr>
              <a:defRPr lang="en-US"/>
            </a:defPPr>
            <a:lvl1pPr marR="0" lvl="0" indent="0" algn="ctr" defTabSz="914437" fontAlgn="base">
              <a:lnSpc>
                <a:spcPct val="100000"/>
              </a:lnSpc>
              <a:spcBef>
                <a:spcPct val="0"/>
              </a:spcBef>
              <a:spcAft>
                <a:spcPct val="0"/>
              </a:spcAft>
              <a:buClrTx/>
              <a:buSzTx/>
              <a:buFontTx/>
              <a:buNone/>
              <a:tabLst>
                <a:tab pos="1487158" algn="l"/>
              </a:tabLst>
              <a:defRPr kumimoji="0" sz="1600" b="0" i="0" u="none" strike="noStrike" cap="none" spc="0" normalizeH="0" baseline="0">
                <a:ln w="3175">
                  <a:noFill/>
                </a:ln>
                <a:effectLst/>
                <a:uLnTx/>
                <a:uFillTx/>
                <a:cs typeface="Segoe UI" pitchFamily="34" charset="0"/>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600" b="1" i="0" u="none" strike="noStrike" kern="1200" cap="none" spc="0" normalizeH="0" baseline="0" noProof="0">
                <a:ln w="3175">
                  <a:noFill/>
                </a:ln>
                <a:solidFill>
                  <a:srgbClr val="FFFFFF"/>
                </a:solidFill>
                <a:effectLst/>
                <a:uLnTx/>
                <a:uFillTx/>
                <a:latin typeface="Segoe UI"/>
                <a:ea typeface="+mn-ea"/>
                <a:cs typeface="Segoe UI" pitchFamily="34" charset="0"/>
              </a:rPr>
              <a:t>Suite of grounding APIs</a:t>
            </a:r>
          </a:p>
        </p:txBody>
      </p:sp>
      <p:pic>
        <p:nvPicPr>
          <p:cNvPr id="80" name="Graphic 79">
            <a:extLst>
              <a:ext uri="{FF2B5EF4-FFF2-40B4-BE49-F238E27FC236}">
                <a16:creationId xmlns:a16="http://schemas.microsoft.com/office/drawing/2014/main" id="{A3557DDF-8A29-9348-FD42-CA2516784E4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3468" y="2529316"/>
            <a:ext cx="370525" cy="370525"/>
          </a:xfrm>
          <a:prstGeom prst="rect">
            <a:avLst/>
          </a:prstGeom>
        </p:spPr>
      </p:pic>
      <p:sp>
        <p:nvSpPr>
          <p:cNvPr id="64" name="Text 5">
            <a:extLst>
              <a:ext uri="{FF2B5EF4-FFF2-40B4-BE49-F238E27FC236}">
                <a16:creationId xmlns:a16="http://schemas.microsoft.com/office/drawing/2014/main" id="{1F23DA35-B7AE-628C-2C89-DB8C1A598FF0}"/>
              </a:ext>
            </a:extLst>
          </p:cNvPr>
          <p:cNvSpPr/>
          <p:nvPr/>
        </p:nvSpPr>
        <p:spPr>
          <a:xfrm>
            <a:off x="2077363" y="2525760"/>
            <a:ext cx="868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Web</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cxnSp>
        <p:nvCxnSpPr>
          <p:cNvPr id="70" name="Straight Connector 69">
            <a:extLst>
              <a:ext uri="{FF2B5EF4-FFF2-40B4-BE49-F238E27FC236}">
                <a16:creationId xmlns:a16="http://schemas.microsoft.com/office/drawing/2014/main" id="{0FBF600D-3D55-94A6-69A4-D67E8F6930B5}"/>
              </a:ext>
              <a:ext uri="{C183D7F6-B498-43B3-948B-1728B52AA6E4}">
                <adec:decorative xmlns:adec="http://schemas.microsoft.com/office/drawing/2017/decorative" val="1"/>
              </a:ext>
            </a:extLst>
          </p:cNvPr>
          <p:cNvCxnSpPr>
            <a:cxnSpLocks/>
          </p:cNvCxnSpPr>
          <p:nvPr/>
        </p:nvCxnSpPr>
        <p:spPr>
          <a:xfrm>
            <a:off x="3034560" y="2487272"/>
            <a:ext cx="0" cy="468136"/>
          </a:xfrm>
          <a:prstGeom prst="line">
            <a:avLst/>
          </a:prstGeom>
          <a:ln w="12700">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99B25A77-D1EB-8150-BB9C-6B5782F8ED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9862" y="2529316"/>
            <a:ext cx="370525" cy="370525"/>
          </a:xfrm>
          <a:prstGeom prst="rect">
            <a:avLst/>
          </a:prstGeom>
        </p:spPr>
      </p:pic>
      <p:sp>
        <p:nvSpPr>
          <p:cNvPr id="65" name="Text 7">
            <a:extLst>
              <a:ext uri="{FF2B5EF4-FFF2-40B4-BE49-F238E27FC236}">
                <a16:creationId xmlns:a16="http://schemas.microsoft.com/office/drawing/2014/main" id="{1566AAD2-4E7E-9DF0-F735-F3CDF0847E3A}"/>
              </a:ext>
            </a:extLst>
          </p:cNvPr>
          <p:cNvSpPr/>
          <p:nvPr/>
        </p:nvSpPr>
        <p:spPr>
          <a:xfrm>
            <a:off x="3992627" y="2525760"/>
            <a:ext cx="868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News</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cxnSp>
        <p:nvCxnSpPr>
          <p:cNvPr id="71" name="Straight Connector 70">
            <a:extLst>
              <a:ext uri="{FF2B5EF4-FFF2-40B4-BE49-F238E27FC236}">
                <a16:creationId xmlns:a16="http://schemas.microsoft.com/office/drawing/2014/main" id="{BECB1105-9CCB-DB14-4E2A-96F59EC5326E}"/>
              </a:ext>
              <a:ext uri="{C183D7F6-B498-43B3-948B-1728B52AA6E4}">
                <adec:decorative xmlns:adec="http://schemas.microsoft.com/office/drawing/2017/decorative" val="1"/>
              </a:ext>
            </a:extLst>
          </p:cNvPr>
          <p:cNvCxnSpPr>
            <a:cxnSpLocks/>
          </p:cNvCxnSpPr>
          <p:nvPr/>
        </p:nvCxnSpPr>
        <p:spPr>
          <a:xfrm>
            <a:off x="5059470" y="2487272"/>
            <a:ext cx="0" cy="468136"/>
          </a:xfrm>
          <a:prstGeom prst="line">
            <a:avLst/>
          </a:prstGeom>
          <a:ln w="12700">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4" name="Graphic 83">
            <a:extLst>
              <a:ext uri="{FF2B5EF4-FFF2-40B4-BE49-F238E27FC236}">
                <a16:creationId xmlns:a16="http://schemas.microsoft.com/office/drawing/2014/main" id="{66346C9F-9571-C962-E40B-19C472B9F5D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84921" y="2529316"/>
            <a:ext cx="370525" cy="370525"/>
          </a:xfrm>
          <a:prstGeom prst="rect">
            <a:avLst/>
          </a:prstGeom>
        </p:spPr>
      </p:pic>
      <p:sp>
        <p:nvSpPr>
          <p:cNvPr id="66" name="Text 9">
            <a:extLst>
              <a:ext uri="{FF2B5EF4-FFF2-40B4-BE49-F238E27FC236}">
                <a16:creationId xmlns:a16="http://schemas.microsoft.com/office/drawing/2014/main" id="{52159B41-5B55-F1F7-1970-EF8C389BB36A}"/>
              </a:ext>
            </a:extLst>
          </p:cNvPr>
          <p:cNvSpPr/>
          <p:nvPr/>
        </p:nvSpPr>
        <p:spPr>
          <a:xfrm>
            <a:off x="5958278" y="2525760"/>
            <a:ext cx="868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Images</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cxnSp>
        <p:nvCxnSpPr>
          <p:cNvPr id="72" name="Straight Connector 71">
            <a:extLst>
              <a:ext uri="{FF2B5EF4-FFF2-40B4-BE49-F238E27FC236}">
                <a16:creationId xmlns:a16="http://schemas.microsoft.com/office/drawing/2014/main" id="{C75F7866-3A9D-3C56-190B-D117D1498699}"/>
              </a:ext>
              <a:ext uri="{C183D7F6-B498-43B3-948B-1728B52AA6E4}">
                <adec:decorative xmlns:adec="http://schemas.microsoft.com/office/drawing/2017/decorative" val="1"/>
              </a:ext>
            </a:extLst>
          </p:cNvPr>
          <p:cNvCxnSpPr>
            <a:cxnSpLocks/>
          </p:cNvCxnSpPr>
          <p:nvPr/>
        </p:nvCxnSpPr>
        <p:spPr>
          <a:xfrm>
            <a:off x="7084380" y="2487272"/>
            <a:ext cx="0" cy="468136"/>
          </a:xfrm>
          <a:prstGeom prst="line">
            <a:avLst/>
          </a:prstGeom>
          <a:ln w="12700">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6" name="Graphic 85">
            <a:extLst>
              <a:ext uri="{FF2B5EF4-FFF2-40B4-BE49-F238E27FC236}">
                <a16:creationId xmlns:a16="http://schemas.microsoft.com/office/drawing/2014/main" id="{D2FB6275-E7E1-8331-45E9-5ACEF46AA13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64602" y="2529316"/>
            <a:ext cx="370525" cy="370525"/>
          </a:xfrm>
          <a:prstGeom prst="rect">
            <a:avLst/>
          </a:prstGeom>
        </p:spPr>
      </p:pic>
      <p:sp>
        <p:nvSpPr>
          <p:cNvPr id="67" name="Text 11">
            <a:extLst>
              <a:ext uri="{FF2B5EF4-FFF2-40B4-BE49-F238E27FC236}">
                <a16:creationId xmlns:a16="http://schemas.microsoft.com/office/drawing/2014/main" id="{6D4D03A2-54C1-2B7E-AC00-735C7338F5E5}"/>
              </a:ext>
            </a:extLst>
          </p:cNvPr>
          <p:cNvSpPr/>
          <p:nvPr/>
        </p:nvSpPr>
        <p:spPr>
          <a:xfrm>
            <a:off x="8026546" y="2525760"/>
            <a:ext cx="868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Video</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cxnSp>
        <p:nvCxnSpPr>
          <p:cNvPr id="73" name="Straight Connector 72">
            <a:extLst>
              <a:ext uri="{FF2B5EF4-FFF2-40B4-BE49-F238E27FC236}">
                <a16:creationId xmlns:a16="http://schemas.microsoft.com/office/drawing/2014/main" id="{5F9E883F-69D2-D782-2E5C-11DDC72011D9}"/>
              </a:ext>
              <a:ext uri="{C183D7F6-B498-43B3-948B-1728B52AA6E4}">
                <adec:decorative xmlns:adec="http://schemas.microsoft.com/office/drawing/2017/decorative" val="1"/>
              </a:ext>
            </a:extLst>
          </p:cNvPr>
          <p:cNvCxnSpPr>
            <a:cxnSpLocks/>
          </p:cNvCxnSpPr>
          <p:nvPr/>
        </p:nvCxnSpPr>
        <p:spPr>
          <a:xfrm>
            <a:off x="9109290" y="2487272"/>
            <a:ext cx="0" cy="468136"/>
          </a:xfrm>
          <a:prstGeom prst="line">
            <a:avLst/>
          </a:prstGeom>
          <a:ln w="12700">
            <a:solidFill>
              <a:schemeClr val="tx1">
                <a:alpha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78" name="Graphic 77">
            <a:extLst>
              <a:ext uri="{FF2B5EF4-FFF2-40B4-BE49-F238E27FC236}">
                <a16:creationId xmlns:a16="http://schemas.microsoft.com/office/drawing/2014/main" id="{F99744B8-9F34-D3E1-BB06-3EE21C65C60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68766" y="2529316"/>
            <a:ext cx="370525" cy="370525"/>
          </a:xfrm>
          <a:prstGeom prst="rect">
            <a:avLst/>
          </a:prstGeom>
        </p:spPr>
      </p:pic>
      <p:sp>
        <p:nvSpPr>
          <p:cNvPr id="68" name="Text 15">
            <a:extLst>
              <a:ext uri="{FF2B5EF4-FFF2-40B4-BE49-F238E27FC236}">
                <a16:creationId xmlns:a16="http://schemas.microsoft.com/office/drawing/2014/main" id="{2C72C007-EDC9-C107-FF0F-048854413785}"/>
              </a:ext>
            </a:extLst>
          </p:cNvPr>
          <p:cNvSpPr/>
          <p:nvPr/>
        </p:nvSpPr>
        <p:spPr>
          <a:xfrm>
            <a:off x="9953101" y="2525760"/>
            <a:ext cx="868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Browse</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88" name="Rectangle: Rounded Corners 5">
            <a:extLst>
              <a:ext uri="{FF2B5EF4-FFF2-40B4-BE49-F238E27FC236}">
                <a16:creationId xmlns:a16="http://schemas.microsoft.com/office/drawing/2014/main" id="{E1233009-1273-A35F-84DE-266DC7967170}"/>
              </a:ext>
              <a:ext uri="{C183D7F6-B498-43B3-948B-1728B52AA6E4}">
                <adec:decorative xmlns:adec="http://schemas.microsoft.com/office/drawing/2017/decorative" val="1"/>
              </a:ext>
            </a:extLst>
          </p:cNvPr>
          <p:cNvSpPr/>
          <p:nvPr/>
        </p:nvSpPr>
        <p:spPr>
          <a:xfrm>
            <a:off x="584202" y="3267713"/>
            <a:ext cx="3674986" cy="3094987"/>
          </a:xfrm>
          <a:prstGeom prst="roundRect">
            <a:avLst>
              <a:gd name="adj" fmla="val 0"/>
            </a:avLst>
          </a:prstGeom>
          <a:noFill/>
          <a:ln w="12700" cap="rnd">
            <a:solidFill>
              <a:schemeClr val="tx1"/>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sp>
        <p:nvSpPr>
          <p:cNvPr id="89" name="Rectangle: Rounded Corners 5">
            <a:extLst>
              <a:ext uri="{FF2B5EF4-FFF2-40B4-BE49-F238E27FC236}">
                <a16:creationId xmlns:a16="http://schemas.microsoft.com/office/drawing/2014/main" id="{F7880D4A-7710-82AD-C562-4784B3FD1474}"/>
              </a:ext>
              <a:ext uri="{C183D7F6-B498-43B3-948B-1728B52AA6E4}">
                <adec:decorative xmlns:adec="http://schemas.microsoft.com/office/drawing/2017/decorative" val="1"/>
              </a:ext>
            </a:extLst>
          </p:cNvPr>
          <p:cNvSpPr/>
          <p:nvPr/>
        </p:nvSpPr>
        <p:spPr>
          <a:xfrm>
            <a:off x="4259186" y="3267713"/>
            <a:ext cx="3674986" cy="3094987"/>
          </a:xfrm>
          <a:prstGeom prst="roundRect">
            <a:avLst>
              <a:gd name="adj" fmla="val 0"/>
            </a:avLst>
          </a:prstGeom>
          <a:noFill/>
          <a:ln w="12700" cap="rnd">
            <a:solidFill>
              <a:schemeClr val="tx1"/>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sp>
        <p:nvSpPr>
          <p:cNvPr id="99" name="Rectangle: Rounded Corners 5">
            <a:extLst>
              <a:ext uri="{FF2B5EF4-FFF2-40B4-BE49-F238E27FC236}">
                <a16:creationId xmlns:a16="http://schemas.microsoft.com/office/drawing/2014/main" id="{080E91D8-1D4C-BDBE-D05F-784822367EE4}"/>
              </a:ext>
              <a:ext uri="{C183D7F6-B498-43B3-948B-1728B52AA6E4}">
                <adec:decorative xmlns:adec="http://schemas.microsoft.com/office/drawing/2017/decorative" val="1"/>
              </a:ext>
            </a:extLst>
          </p:cNvPr>
          <p:cNvSpPr/>
          <p:nvPr/>
        </p:nvSpPr>
        <p:spPr>
          <a:xfrm>
            <a:off x="583523" y="3267713"/>
            <a:ext cx="3674986" cy="910587"/>
          </a:xfrm>
          <a:prstGeom prst="roundRect">
            <a:avLst>
              <a:gd name="adj" fmla="val 0"/>
            </a:avLst>
          </a:prstGeom>
          <a:solidFill>
            <a:schemeClr val="tx1">
              <a:alpha val="15000"/>
            </a:schemeClr>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pic>
        <p:nvPicPr>
          <p:cNvPr id="93" name="Graphic 92">
            <a:extLst>
              <a:ext uri="{FF2B5EF4-FFF2-40B4-BE49-F238E27FC236}">
                <a16:creationId xmlns:a16="http://schemas.microsoft.com/office/drawing/2014/main" id="{B2C76672-D156-285F-7DAA-EB99D3D86BA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5317" y="3492500"/>
            <a:ext cx="457200" cy="457200"/>
          </a:xfrm>
          <a:prstGeom prst="rect">
            <a:avLst/>
          </a:prstGeom>
        </p:spPr>
      </p:pic>
      <p:sp>
        <p:nvSpPr>
          <p:cNvPr id="103" name="Text 21">
            <a:extLst>
              <a:ext uri="{FF2B5EF4-FFF2-40B4-BE49-F238E27FC236}">
                <a16:creationId xmlns:a16="http://schemas.microsoft.com/office/drawing/2014/main" id="{A136AD3E-927B-C477-C402-7B1AEB3BCAD4}"/>
              </a:ext>
            </a:extLst>
          </p:cNvPr>
          <p:cNvSpPr/>
          <p:nvPr/>
        </p:nvSpPr>
        <p:spPr>
          <a:xfrm>
            <a:off x="1463040" y="3505655"/>
            <a:ext cx="2468880" cy="43088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Quality: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Answers your users can trust</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06" name="Text 22">
            <a:extLst>
              <a:ext uri="{FF2B5EF4-FFF2-40B4-BE49-F238E27FC236}">
                <a16:creationId xmlns:a16="http://schemas.microsoft.com/office/drawing/2014/main" id="{F6372D57-CBF8-90A9-4CDA-DDF770543D73}"/>
              </a:ext>
            </a:extLst>
          </p:cNvPr>
          <p:cNvSpPr/>
          <p:nvPr/>
        </p:nvSpPr>
        <p:spPr>
          <a:xfrm>
            <a:off x="822960" y="4291202"/>
            <a:ext cx="30175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+3 points</a:t>
            </a:r>
            <a:endParaRPr kumimoji="0" lang="en-US" sz="4800" b="0" i="0" u="none" strike="noStrike" kern="1200" cap="none" spc="0" normalizeH="0" baseline="0" noProof="0">
              <a:ln>
                <a:noFill/>
              </a:ln>
              <a:solidFill>
                <a:srgbClr val="FFFFFF"/>
              </a:solidFill>
              <a:effectLst/>
              <a:uLnTx/>
              <a:uFillTx/>
              <a:latin typeface="Segoe UI"/>
              <a:ea typeface="+mn-ea"/>
              <a:cs typeface="+mn-cs"/>
            </a:endParaRPr>
          </a:p>
        </p:txBody>
      </p:sp>
      <p:sp>
        <p:nvSpPr>
          <p:cNvPr id="107" name="Text 23">
            <a:extLst>
              <a:ext uri="{FF2B5EF4-FFF2-40B4-BE49-F238E27FC236}">
                <a16:creationId xmlns:a16="http://schemas.microsoft.com/office/drawing/2014/main" id="{25D720DE-B73B-A028-1C7D-1744EF0FD29C}"/>
              </a:ext>
            </a:extLst>
          </p:cNvPr>
          <p:cNvSpPr/>
          <p:nvPr/>
        </p:nvSpPr>
        <p:spPr>
          <a:xfrm>
            <a:off x="822960" y="5126919"/>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GSDAT higher grounding satisfaction, which takes some companies years to gain</a:t>
            </a:r>
            <a:endParaRPr kumimoji="0" lang="en-US" sz="1200" b="0" i="0" u="none" strike="noStrike" kern="1200" cap="none" spc="0" normalizeH="0" baseline="0" noProof="0">
              <a:ln>
                <a:noFill/>
              </a:ln>
              <a:solidFill>
                <a:srgbClr val="FFFFFF"/>
              </a:solidFill>
              <a:effectLst/>
              <a:uLnTx/>
              <a:uFillTx/>
              <a:latin typeface="Segoe UI"/>
              <a:ea typeface="+mn-ea"/>
              <a:cs typeface="+mn-cs"/>
            </a:endParaRPr>
          </a:p>
        </p:txBody>
      </p:sp>
      <p:sp>
        <p:nvSpPr>
          <p:cNvPr id="108" name="Shape 24">
            <a:extLst>
              <a:ext uri="{FF2B5EF4-FFF2-40B4-BE49-F238E27FC236}">
                <a16:creationId xmlns:a16="http://schemas.microsoft.com/office/drawing/2014/main" id="{D630BA60-24D7-2708-5350-6F04A1AAB514}"/>
              </a:ext>
              <a:ext uri="{C183D7F6-B498-43B3-948B-1728B52AA6E4}">
                <adec:decorative xmlns:adec="http://schemas.microsoft.com/office/drawing/2017/decorative" val="1"/>
              </a:ext>
            </a:extLst>
          </p:cNvPr>
          <p:cNvSpPr/>
          <p:nvPr/>
        </p:nvSpPr>
        <p:spPr>
          <a:xfrm>
            <a:off x="822960" y="5455074"/>
            <a:ext cx="3017520" cy="0"/>
          </a:xfrm>
          <a:prstGeom prst="line">
            <a:avLst/>
          </a:prstGeom>
          <a:noFill/>
          <a:ln w="1270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9" name="Text 25">
            <a:extLst>
              <a:ext uri="{FF2B5EF4-FFF2-40B4-BE49-F238E27FC236}">
                <a16:creationId xmlns:a16="http://schemas.microsoft.com/office/drawing/2014/main" id="{F05C074D-5D75-DA64-0080-6DC84FCECE8B}"/>
              </a:ext>
            </a:extLst>
          </p:cNvPr>
          <p:cNvSpPr/>
          <p:nvPr/>
        </p:nvSpPr>
        <p:spPr>
          <a:xfrm>
            <a:off x="822960" y="5643038"/>
            <a:ext cx="301752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Structured, citation-ready context across web, news, images, and video — improving selection quality and source attribution where it matters.</a:t>
            </a:r>
            <a:endParaRPr kumimoji="0" lang="en-US" sz="1100" b="0" i="0" u="none" strike="noStrike" kern="1200" cap="none" spc="0" normalizeH="0" baseline="0" noProof="0">
              <a:ln>
                <a:noFill/>
              </a:ln>
              <a:solidFill>
                <a:srgbClr val="FFFFFF"/>
              </a:solidFill>
              <a:effectLst/>
              <a:uLnTx/>
              <a:uFillTx/>
              <a:latin typeface="Segoe UI"/>
              <a:ea typeface="+mn-ea"/>
              <a:cs typeface="+mn-cs"/>
            </a:endParaRPr>
          </a:p>
        </p:txBody>
      </p:sp>
      <p:sp>
        <p:nvSpPr>
          <p:cNvPr id="90" name="Rectangle: Rounded Corners 5">
            <a:extLst>
              <a:ext uri="{FF2B5EF4-FFF2-40B4-BE49-F238E27FC236}">
                <a16:creationId xmlns:a16="http://schemas.microsoft.com/office/drawing/2014/main" id="{EB32F1A6-0253-0B43-22A1-CBA17B0C1363}"/>
              </a:ext>
              <a:ext uri="{C183D7F6-B498-43B3-948B-1728B52AA6E4}">
                <adec:decorative xmlns:adec="http://schemas.microsoft.com/office/drawing/2017/decorative" val="1"/>
              </a:ext>
            </a:extLst>
          </p:cNvPr>
          <p:cNvSpPr/>
          <p:nvPr/>
        </p:nvSpPr>
        <p:spPr>
          <a:xfrm>
            <a:off x="7934401" y="3267713"/>
            <a:ext cx="3674986" cy="3094987"/>
          </a:xfrm>
          <a:prstGeom prst="roundRect">
            <a:avLst>
              <a:gd name="adj" fmla="val 0"/>
            </a:avLst>
          </a:prstGeom>
          <a:noFill/>
          <a:ln w="12700" cap="rnd">
            <a:solidFill>
              <a:schemeClr val="tx1"/>
            </a:solidFill>
            <a:headEnd type="none" w="lg" len="sm"/>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sp>
        <p:nvSpPr>
          <p:cNvPr id="100" name="Rectangle: Rounded Corners 5">
            <a:extLst>
              <a:ext uri="{FF2B5EF4-FFF2-40B4-BE49-F238E27FC236}">
                <a16:creationId xmlns:a16="http://schemas.microsoft.com/office/drawing/2014/main" id="{E4E56FBB-A00A-FE1F-5547-82F4C37FF9A8}"/>
              </a:ext>
              <a:ext uri="{C183D7F6-B498-43B3-948B-1728B52AA6E4}">
                <adec:decorative xmlns:adec="http://schemas.microsoft.com/office/drawing/2017/decorative" val="1"/>
              </a:ext>
            </a:extLst>
          </p:cNvPr>
          <p:cNvSpPr/>
          <p:nvPr/>
        </p:nvSpPr>
        <p:spPr>
          <a:xfrm>
            <a:off x="4258507" y="3267713"/>
            <a:ext cx="3674986" cy="910587"/>
          </a:xfrm>
          <a:prstGeom prst="roundRect">
            <a:avLst>
              <a:gd name="adj" fmla="val 0"/>
            </a:avLst>
          </a:prstGeom>
          <a:solidFill>
            <a:schemeClr val="tx1">
              <a:alpha val="15000"/>
            </a:schemeClr>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pic>
        <p:nvPicPr>
          <p:cNvPr id="97" name="Graphic 96">
            <a:extLst>
              <a:ext uri="{FF2B5EF4-FFF2-40B4-BE49-F238E27FC236}">
                <a16:creationId xmlns:a16="http://schemas.microsoft.com/office/drawing/2014/main" id="{8D4B4D00-EDCC-C0FB-DADC-D0D32B62D84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96987" y="3492500"/>
            <a:ext cx="457200" cy="457200"/>
          </a:xfrm>
          <a:prstGeom prst="rect">
            <a:avLst/>
          </a:prstGeom>
        </p:spPr>
      </p:pic>
      <p:sp>
        <p:nvSpPr>
          <p:cNvPr id="104" name="Text 29">
            <a:extLst>
              <a:ext uri="{FF2B5EF4-FFF2-40B4-BE49-F238E27FC236}">
                <a16:creationId xmlns:a16="http://schemas.microsoft.com/office/drawing/2014/main" id="{ADDEC706-0451-266B-90BF-05BBE86B9C48}"/>
              </a:ext>
            </a:extLst>
          </p:cNvPr>
          <p:cNvSpPr/>
          <p:nvPr/>
        </p:nvSpPr>
        <p:spPr>
          <a:xfrm>
            <a:off x="5137345" y="3505656"/>
            <a:ext cx="2468880" cy="43088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Speed:</a:t>
            </a:r>
            <a:b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br>
            <a:r>
              <a:rPr kumimoji="0" lang="en-US" sz="14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Built for multi-step agents</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101" name="Rectangle: Rounded Corners 5">
            <a:extLst>
              <a:ext uri="{FF2B5EF4-FFF2-40B4-BE49-F238E27FC236}">
                <a16:creationId xmlns:a16="http://schemas.microsoft.com/office/drawing/2014/main" id="{79FCDBB4-1316-E9C4-E22E-5DEDF412AE15}"/>
              </a:ext>
              <a:ext uri="{C183D7F6-B498-43B3-948B-1728B52AA6E4}">
                <adec:decorative xmlns:adec="http://schemas.microsoft.com/office/drawing/2017/decorative" val="1"/>
              </a:ext>
            </a:extLst>
          </p:cNvPr>
          <p:cNvSpPr/>
          <p:nvPr/>
        </p:nvSpPr>
        <p:spPr>
          <a:xfrm>
            <a:off x="7933722" y="3267713"/>
            <a:ext cx="3674986" cy="910587"/>
          </a:xfrm>
          <a:prstGeom prst="roundRect">
            <a:avLst>
              <a:gd name="adj" fmla="val 0"/>
            </a:avLst>
          </a:prstGeom>
          <a:solidFill>
            <a:schemeClr val="tx1">
              <a:alpha val="15000"/>
            </a:schemeClr>
          </a:solidFill>
          <a:ln w="12700" cap="rnd">
            <a:solidFill>
              <a:schemeClr val="tx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FFFFFF"/>
              </a:solidFill>
              <a:effectLst/>
              <a:uLnTx/>
              <a:uFillTx/>
              <a:latin typeface="Segoe UI Semibold" panose="020B0502040204020203" pitchFamily="34" charset="0"/>
              <a:ea typeface="+mn-ea"/>
              <a:cs typeface="Segoe UI" pitchFamily="34" charset="0"/>
            </a:endParaRPr>
          </a:p>
        </p:txBody>
      </p:sp>
      <p:sp>
        <p:nvSpPr>
          <p:cNvPr id="110" name="Text 30">
            <a:extLst>
              <a:ext uri="{FF2B5EF4-FFF2-40B4-BE49-F238E27FC236}">
                <a16:creationId xmlns:a16="http://schemas.microsoft.com/office/drawing/2014/main" id="{90D0B880-77F8-8748-F663-420E9EA52703}"/>
              </a:ext>
            </a:extLst>
          </p:cNvPr>
          <p:cNvSpPr/>
          <p:nvPr/>
        </p:nvSpPr>
        <p:spPr>
          <a:xfrm>
            <a:off x="4572000" y="4304454"/>
            <a:ext cx="30175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164 </a:t>
            </a:r>
            <a:r>
              <a:rPr kumimoji="0" lang="en-US" sz="4800" b="0" i="0" u="none" strike="noStrike" kern="1200" cap="none" spc="0" normalizeH="0" baseline="0" noProof="0" err="1">
                <a:ln>
                  <a:noFill/>
                </a:ln>
                <a:solidFill>
                  <a:srgbClr val="FFFFFF"/>
                </a:solidFill>
                <a:effectLst/>
                <a:uLnTx/>
                <a:uFillTx/>
                <a:latin typeface="Segoe UI"/>
                <a:ea typeface="Calibri" pitchFamily="34" charset="-122"/>
                <a:cs typeface="Calibri" pitchFamily="34" charset="-120"/>
              </a:rPr>
              <a:t>ms</a:t>
            </a:r>
            <a:endParaRPr kumimoji="0" lang="en-US" sz="4800" b="0" i="0" u="none" strike="noStrike" kern="1200" cap="none" spc="0" normalizeH="0" baseline="0" noProof="0">
              <a:ln>
                <a:noFill/>
              </a:ln>
              <a:solidFill>
                <a:srgbClr val="FFFFFF"/>
              </a:solidFill>
              <a:effectLst/>
              <a:uLnTx/>
              <a:uFillTx/>
              <a:latin typeface="Segoe UI"/>
              <a:ea typeface="+mn-ea"/>
              <a:cs typeface="+mn-cs"/>
            </a:endParaRPr>
          </a:p>
        </p:txBody>
      </p:sp>
      <p:sp>
        <p:nvSpPr>
          <p:cNvPr id="111" name="Text 31">
            <a:extLst>
              <a:ext uri="{FF2B5EF4-FFF2-40B4-BE49-F238E27FC236}">
                <a16:creationId xmlns:a16="http://schemas.microsoft.com/office/drawing/2014/main" id="{AEBCBBFB-568E-7D42-E71F-D790C0D64991}"/>
              </a:ext>
            </a:extLst>
          </p:cNvPr>
          <p:cNvSpPr/>
          <p:nvPr/>
        </p:nvSpPr>
        <p:spPr>
          <a:xfrm>
            <a:off x="4572000" y="5047407"/>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p95 latency — roughly 2.5x faster</a:t>
            </a:r>
            <a:endParaRPr kumimoji="0" lang="en-US" sz="1200" b="0" i="0" u="none" strike="noStrike" kern="1200" cap="none" spc="0" normalizeH="0" baseline="0" noProof="0">
              <a:ln>
                <a:noFill/>
              </a:ln>
              <a:solidFill>
                <a:srgbClr val="FFFFFF"/>
              </a:solidFill>
              <a:effectLst/>
              <a:uLnTx/>
              <a:uFillTx/>
              <a:latin typeface="Segoe UI"/>
              <a:ea typeface="+mn-ea"/>
              <a:cs typeface="+mn-cs"/>
            </a:endParaRPr>
          </a:p>
        </p:txBody>
      </p:sp>
      <p:sp>
        <p:nvSpPr>
          <p:cNvPr id="112" name="Shape 32">
            <a:extLst>
              <a:ext uri="{FF2B5EF4-FFF2-40B4-BE49-F238E27FC236}">
                <a16:creationId xmlns:a16="http://schemas.microsoft.com/office/drawing/2014/main" id="{2633B9EE-A80C-53DF-74E5-B6F781D453D5}"/>
              </a:ext>
              <a:ext uri="{C183D7F6-B498-43B3-948B-1728B52AA6E4}">
                <adec:decorative xmlns:adec="http://schemas.microsoft.com/office/drawing/2017/decorative" val="1"/>
              </a:ext>
            </a:extLst>
          </p:cNvPr>
          <p:cNvSpPr/>
          <p:nvPr/>
        </p:nvSpPr>
        <p:spPr>
          <a:xfrm>
            <a:off x="4572000" y="5455074"/>
            <a:ext cx="3017520" cy="0"/>
          </a:xfrm>
          <a:prstGeom prst="line">
            <a:avLst/>
          </a:prstGeom>
          <a:noFill/>
          <a:ln w="1270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13" name="Text 33">
            <a:extLst>
              <a:ext uri="{FF2B5EF4-FFF2-40B4-BE49-F238E27FC236}">
                <a16:creationId xmlns:a16="http://schemas.microsoft.com/office/drawing/2014/main" id="{69D4B0AE-9719-A6AE-F718-4551FE83EA3B}"/>
              </a:ext>
            </a:extLst>
          </p:cNvPr>
          <p:cNvSpPr/>
          <p:nvPr/>
        </p:nvSpPr>
        <p:spPr>
          <a:xfrm>
            <a:off x="4572000" y="5643038"/>
            <a:ext cx="301752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Sub-200ms p95 grounding keeps agent chains responsive. </a:t>
            </a:r>
            <a:endParaRPr kumimoji="0" lang="en-US" sz="1100" b="0" i="0" u="none" strike="noStrike" kern="1200" cap="none" spc="0" normalizeH="0" baseline="0" noProof="0">
              <a:ln>
                <a:noFill/>
              </a:ln>
              <a:solidFill>
                <a:srgbClr val="FFFFFF"/>
              </a:solidFill>
              <a:effectLst/>
              <a:uLnTx/>
              <a:uFillTx/>
              <a:latin typeface="Segoe UI"/>
              <a:ea typeface="+mn-ea"/>
              <a:cs typeface="+mn-cs"/>
            </a:endParaRPr>
          </a:p>
        </p:txBody>
      </p:sp>
      <p:grpSp>
        <p:nvGrpSpPr>
          <p:cNvPr id="56" name="Group 55">
            <a:extLst>
              <a:ext uri="{FF2B5EF4-FFF2-40B4-BE49-F238E27FC236}">
                <a16:creationId xmlns:a16="http://schemas.microsoft.com/office/drawing/2014/main" id="{CA2DA423-4F6E-E53E-DDEE-E3EE35C64F26}"/>
              </a:ext>
              <a:ext uri="{C183D7F6-B498-43B3-948B-1728B52AA6E4}">
                <adec:decorative xmlns:adec="http://schemas.microsoft.com/office/drawing/2017/decorative" val="1"/>
              </a:ext>
            </a:extLst>
          </p:cNvPr>
          <p:cNvGrpSpPr/>
          <p:nvPr/>
        </p:nvGrpSpPr>
        <p:grpSpPr>
          <a:xfrm>
            <a:off x="7798166" y="528823"/>
            <a:ext cx="273918" cy="277097"/>
            <a:chOff x="2279014" y="3693619"/>
            <a:chExt cx="274320" cy="274324"/>
          </a:xfrm>
        </p:grpSpPr>
        <p:sp>
          <p:nvSpPr>
            <p:cNvPr id="58" name="Freeform: Shape 57">
              <a:extLst>
                <a:ext uri="{FF2B5EF4-FFF2-40B4-BE49-F238E27FC236}">
                  <a16:creationId xmlns:a16="http://schemas.microsoft.com/office/drawing/2014/main" id="{6964E062-95F2-2A37-F8E2-7494CE838E0F}"/>
                </a:ext>
              </a:extLst>
            </p:cNvPr>
            <p:cNvSpPr/>
            <p:nvPr/>
          </p:nvSpPr>
          <p:spPr>
            <a:xfrm>
              <a:off x="2416174" y="3693619"/>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92929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9" name="Freeform: Shape 58">
              <a:extLst>
                <a:ext uri="{FF2B5EF4-FFF2-40B4-BE49-F238E27FC236}">
                  <a16:creationId xmlns:a16="http://schemas.microsoft.com/office/drawing/2014/main" id="{CDFB5D90-E29A-4631-29A4-105092AC2871}"/>
                </a:ext>
              </a:extLst>
            </p:cNvPr>
            <p:cNvSpPr/>
            <p:nvPr/>
          </p:nvSpPr>
          <p:spPr>
            <a:xfrm>
              <a:off x="2416174" y="3830779"/>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5B5B5B"/>
            </a:solidFill>
            <a:ln w="9525" cap="flat">
              <a:noFill/>
              <a:prstDash val="solid"/>
              <a:miter/>
            </a:ln>
          </p:spPr>
          <p:txBody>
            <a:bodyPr lIns="73152" tIns="9144" bIns="1828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sp>
          <p:nvSpPr>
            <p:cNvPr id="60" name="Freeform: Shape 59">
              <a:extLst>
                <a:ext uri="{FF2B5EF4-FFF2-40B4-BE49-F238E27FC236}">
                  <a16:creationId xmlns:a16="http://schemas.microsoft.com/office/drawing/2014/main" id="{82D74E39-F463-5A89-B427-9030200A71E1}"/>
                </a:ext>
              </a:extLst>
            </p:cNvPr>
            <p:cNvSpPr/>
            <p:nvPr/>
          </p:nvSpPr>
          <p:spPr>
            <a:xfrm>
              <a:off x="2279014" y="3830783"/>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B6B6B6"/>
            </a:solidFill>
            <a:ln w="9525" cap="flat">
              <a:noFill/>
              <a:prstDash val="solid"/>
              <a:miter/>
            </a:ln>
          </p:spPr>
          <p:txBody>
            <a:bodyPr lIns="73152" tIns="9144" bIns="1828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grpSp>
      <p:pic>
        <p:nvPicPr>
          <p:cNvPr id="95" name="Graphic 94">
            <a:extLst>
              <a:ext uri="{FF2B5EF4-FFF2-40B4-BE49-F238E27FC236}">
                <a16:creationId xmlns:a16="http://schemas.microsoft.com/office/drawing/2014/main" id="{6287D625-1A01-3F13-DC71-B5852CB650F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80328" y="3492500"/>
            <a:ext cx="457200" cy="457200"/>
          </a:xfrm>
          <a:prstGeom prst="rect">
            <a:avLst/>
          </a:prstGeom>
        </p:spPr>
      </p:pic>
      <p:sp>
        <p:nvSpPr>
          <p:cNvPr id="116" name="Shape 40">
            <a:extLst>
              <a:ext uri="{FF2B5EF4-FFF2-40B4-BE49-F238E27FC236}">
                <a16:creationId xmlns:a16="http://schemas.microsoft.com/office/drawing/2014/main" id="{CB9B84FD-27E1-6698-8DAB-6C568BEC591E}"/>
              </a:ext>
              <a:ext uri="{C183D7F6-B498-43B3-948B-1728B52AA6E4}">
                <adec:decorative xmlns:adec="http://schemas.microsoft.com/office/drawing/2017/decorative" val="1"/>
              </a:ext>
            </a:extLst>
          </p:cNvPr>
          <p:cNvSpPr/>
          <p:nvPr/>
        </p:nvSpPr>
        <p:spPr>
          <a:xfrm>
            <a:off x="8321040" y="5455074"/>
            <a:ext cx="3017520" cy="0"/>
          </a:xfrm>
          <a:prstGeom prst="line">
            <a:avLst/>
          </a:prstGeom>
          <a:noFill/>
          <a:ln w="1270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5" name="Text 37">
            <a:extLst>
              <a:ext uri="{FF2B5EF4-FFF2-40B4-BE49-F238E27FC236}">
                <a16:creationId xmlns:a16="http://schemas.microsoft.com/office/drawing/2014/main" id="{A1A4BF93-0435-844F-18A0-2998F821F2D2}"/>
              </a:ext>
            </a:extLst>
          </p:cNvPr>
          <p:cNvSpPr/>
          <p:nvPr/>
        </p:nvSpPr>
        <p:spPr>
          <a:xfrm>
            <a:off x="8811650" y="3397933"/>
            <a:ext cx="2555033"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UI"/>
                <a:ea typeface="Calibri"/>
                <a:cs typeface="Calibri"/>
              </a:rPr>
              <a:t>Token Efficiency:</a:t>
            </a:r>
            <a:br>
              <a:rPr kumimoji="0" lang="en-US" sz="1400" b="0" i="0" u="none" strike="noStrike" kern="1200" cap="none" spc="0" normalizeH="0" baseline="0" noProof="0">
                <a:ln>
                  <a:noFill/>
                </a:ln>
                <a:solidFill>
                  <a:srgbClr val="FFFFFF"/>
                </a:solidFill>
                <a:effectLst/>
                <a:uLnTx/>
                <a:uFillTx/>
                <a:latin typeface="Segoe UI"/>
                <a:ea typeface="Calibri"/>
                <a:cs typeface="Calibri"/>
              </a:rPr>
            </a:br>
            <a:r>
              <a:rPr kumimoji="0" lang="en-US" sz="1400" b="0" i="0" u="none" strike="noStrike" kern="1200" cap="none" spc="0" normalizeH="0" baseline="0" noProof="0">
                <a:ln>
                  <a:noFill/>
                </a:ln>
                <a:solidFill>
                  <a:srgbClr val="FFFFFF"/>
                </a:solidFill>
                <a:effectLst/>
                <a:uLnTx/>
                <a:uFillTx/>
                <a:latin typeface="Segoe UI"/>
                <a:ea typeface="Calibri"/>
                <a:cs typeface="Calibri"/>
              </a:rPr>
              <a:t>Lower total cost of ownership, at scale</a:t>
            </a:r>
          </a:p>
        </p:txBody>
      </p:sp>
      <p:sp>
        <p:nvSpPr>
          <p:cNvPr id="114" name="Text 38">
            <a:extLst>
              <a:ext uri="{FF2B5EF4-FFF2-40B4-BE49-F238E27FC236}">
                <a16:creationId xmlns:a16="http://schemas.microsoft.com/office/drawing/2014/main" id="{B013BE99-F86A-569F-49D0-1CB1D5ECE5E8}"/>
              </a:ext>
            </a:extLst>
          </p:cNvPr>
          <p:cNvSpPr/>
          <p:nvPr/>
        </p:nvSpPr>
        <p:spPr>
          <a:xfrm>
            <a:off x="8321040" y="4372613"/>
            <a:ext cx="3147617" cy="80437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latin typeface="Segoe UI"/>
                <a:ea typeface="Calibri"/>
                <a:cs typeface="Calibri"/>
              </a:rPr>
              <a:t>Fewer Tokens In </a:t>
            </a:r>
            <a:endParaRPr kumimoji="0" lang="en-US" sz="3200" b="0" i="0" u="none" strike="noStrike" kern="1200" cap="none" spc="0" normalizeH="0" baseline="0" noProof="0">
              <a:ln>
                <a:noFill/>
              </a:ln>
              <a:solidFill>
                <a:srgbClr val="FFFFFF"/>
              </a:solidFill>
              <a:effectLst/>
              <a:uLnTx/>
              <a:uFillTx/>
              <a:latin typeface="Segoe UI"/>
              <a:ea typeface="+mn-ea"/>
              <a:cs typeface="Segoe UI"/>
            </a:endParaRPr>
          </a:p>
        </p:txBody>
      </p:sp>
      <p:sp>
        <p:nvSpPr>
          <p:cNvPr id="115" name="Text 39">
            <a:extLst>
              <a:ext uri="{FF2B5EF4-FFF2-40B4-BE49-F238E27FC236}">
                <a16:creationId xmlns:a16="http://schemas.microsoft.com/office/drawing/2014/main" id="{D9830031-F67B-A178-679F-A9A340484EAE}"/>
              </a:ext>
            </a:extLst>
          </p:cNvPr>
          <p:cNvSpPr/>
          <p:nvPr/>
        </p:nvSpPr>
        <p:spPr>
          <a:xfrm>
            <a:off x="8321040" y="5047407"/>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Calibri"/>
                <a:cs typeface="Calibri"/>
              </a:rPr>
              <a:t>Better answers out</a:t>
            </a:r>
          </a:p>
        </p:txBody>
      </p:sp>
      <p:sp>
        <p:nvSpPr>
          <p:cNvPr id="117" name="Text 41">
            <a:extLst>
              <a:ext uri="{FF2B5EF4-FFF2-40B4-BE49-F238E27FC236}">
                <a16:creationId xmlns:a16="http://schemas.microsoft.com/office/drawing/2014/main" id="{88E4B5C8-77FB-E583-9E42-D68EA1CFF03D}"/>
              </a:ext>
            </a:extLst>
          </p:cNvPr>
          <p:cNvSpPr/>
          <p:nvPr/>
        </p:nvSpPr>
        <p:spPr>
          <a:xfrm>
            <a:off x="8321040" y="5643038"/>
            <a:ext cx="301752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Calibri" pitchFamily="34" charset="-122"/>
                <a:cs typeface="Calibri" pitchFamily="34" charset="-120"/>
              </a:rPr>
              <a:t>Passage-level ranking maximizes information density per token, reducing the amount of context needed to achieve high-quality</a:t>
            </a:r>
            <a:endParaRPr kumimoji="0" lang="en-US" sz="1100" b="0" i="0" u="none" strike="noStrike" kern="1200" cap="none" spc="0" normalizeH="0" baseline="0" noProof="0">
              <a:ln>
                <a:noFill/>
              </a:ln>
              <a:solidFill>
                <a:srgbClr val="FFFFFF"/>
              </a:solidFill>
              <a:effectLst/>
              <a:uLnTx/>
              <a:uFillTx/>
              <a:latin typeface="Segoe UI"/>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fade">
                                      <p:cBhvr>
                                        <p:cTn id="16" dur="200"/>
                                        <p:tgtEl>
                                          <p:spTgt spid="56"/>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200"/>
                                        <p:tgtEl>
                                          <p:spTgt spid="61"/>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62"/>
                                        </p:tgtEl>
                                        <p:attrNameLst>
                                          <p:attrName>style.visibility</p:attrName>
                                        </p:attrNameLst>
                                      </p:cBhvr>
                                      <p:to>
                                        <p:strVal val="visible"/>
                                      </p:to>
                                    </p:set>
                                    <p:animEffect transition="in" filter="fade">
                                      <p:cBhvr>
                                        <p:cTn id="22" dur="200"/>
                                        <p:tgtEl>
                                          <p:spTgt spid="62"/>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200"/>
                                        <p:tgtEl>
                                          <p:spTgt spid="64"/>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200"/>
                                        <p:tgtEl>
                                          <p:spTgt spid="65"/>
                                        </p:tgtEl>
                                      </p:cBhvr>
                                    </p:animEffect>
                                  </p:childTnLst>
                                </p:cTn>
                              </p:par>
                              <p:par>
                                <p:cTn id="29" presetID="10" presetClass="entr" presetSubtype="0" fill="hold" grpId="0" nodeType="withEffect">
                                  <p:stCondLst>
                                    <p:cond delay="30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200"/>
                                        <p:tgtEl>
                                          <p:spTgt spid="66"/>
                                        </p:tgtEl>
                                      </p:cBhvr>
                                    </p:animEffect>
                                  </p:childTnLst>
                                </p:cTn>
                              </p:par>
                              <p:par>
                                <p:cTn id="32" presetID="10" presetClass="entr" presetSubtype="0" fill="hold" grpId="0" nodeType="withEffect">
                                  <p:stCondLst>
                                    <p:cond delay="30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200"/>
                                        <p:tgtEl>
                                          <p:spTgt spid="67"/>
                                        </p:tgtEl>
                                      </p:cBhvr>
                                    </p:animEffect>
                                  </p:childTnLst>
                                </p:cTn>
                              </p:par>
                              <p:par>
                                <p:cTn id="35" presetID="10" presetClass="entr" presetSubtype="0" fill="hold" grpId="0" nodeType="withEffect">
                                  <p:stCondLst>
                                    <p:cond delay="30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200"/>
                                        <p:tgtEl>
                                          <p:spTgt spid="68"/>
                                        </p:tgtEl>
                                      </p:cBhvr>
                                    </p:animEffect>
                                  </p:childTnLst>
                                </p:cTn>
                              </p:par>
                              <p:par>
                                <p:cTn id="38" presetID="10" presetClass="entr" presetSubtype="0" fill="hold" nodeType="withEffect">
                                  <p:stCondLst>
                                    <p:cond delay="30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200"/>
                                        <p:tgtEl>
                                          <p:spTgt spid="70"/>
                                        </p:tgtEl>
                                      </p:cBhvr>
                                    </p:animEffect>
                                  </p:childTnLst>
                                </p:cTn>
                              </p:par>
                              <p:par>
                                <p:cTn id="41" presetID="10" presetClass="entr" presetSubtype="0" fill="hold" nodeType="withEffect">
                                  <p:stCondLst>
                                    <p:cond delay="300"/>
                                  </p:stCondLst>
                                  <p:childTnLst>
                                    <p:set>
                                      <p:cBhvr>
                                        <p:cTn id="42" dur="1" fill="hold">
                                          <p:stCondLst>
                                            <p:cond delay="0"/>
                                          </p:stCondLst>
                                        </p:cTn>
                                        <p:tgtEl>
                                          <p:spTgt spid="71"/>
                                        </p:tgtEl>
                                        <p:attrNameLst>
                                          <p:attrName>style.visibility</p:attrName>
                                        </p:attrNameLst>
                                      </p:cBhvr>
                                      <p:to>
                                        <p:strVal val="visible"/>
                                      </p:to>
                                    </p:set>
                                    <p:animEffect transition="in" filter="fade">
                                      <p:cBhvr>
                                        <p:cTn id="43" dur="200"/>
                                        <p:tgtEl>
                                          <p:spTgt spid="71"/>
                                        </p:tgtEl>
                                      </p:cBhvr>
                                    </p:animEffect>
                                  </p:childTnLst>
                                </p:cTn>
                              </p:par>
                              <p:par>
                                <p:cTn id="44" presetID="10" presetClass="entr" presetSubtype="0" fill="hold" nodeType="withEffect">
                                  <p:stCondLst>
                                    <p:cond delay="300"/>
                                  </p:stCondLst>
                                  <p:childTnLst>
                                    <p:set>
                                      <p:cBhvr>
                                        <p:cTn id="45" dur="1" fill="hold">
                                          <p:stCondLst>
                                            <p:cond delay="0"/>
                                          </p:stCondLst>
                                        </p:cTn>
                                        <p:tgtEl>
                                          <p:spTgt spid="72"/>
                                        </p:tgtEl>
                                        <p:attrNameLst>
                                          <p:attrName>style.visibility</p:attrName>
                                        </p:attrNameLst>
                                      </p:cBhvr>
                                      <p:to>
                                        <p:strVal val="visible"/>
                                      </p:to>
                                    </p:set>
                                    <p:animEffect transition="in" filter="fade">
                                      <p:cBhvr>
                                        <p:cTn id="46" dur="200"/>
                                        <p:tgtEl>
                                          <p:spTgt spid="72"/>
                                        </p:tgtEl>
                                      </p:cBhvr>
                                    </p:animEffect>
                                  </p:childTnLst>
                                </p:cTn>
                              </p:par>
                              <p:par>
                                <p:cTn id="47" presetID="10" presetClass="entr" presetSubtype="0" fill="hold" nodeType="withEffect">
                                  <p:stCondLst>
                                    <p:cond delay="300"/>
                                  </p:stCondLst>
                                  <p:childTnLst>
                                    <p:set>
                                      <p:cBhvr>
                                        <p:cTn id="48" dur="1" fill="hold">
                                          <p:stCondLst>
                                            <p:cond delay="0"/>
                                          </p:stCondLst>
                                        </p:cTn>
                                        <p:tgtEl>
                                          <p:spTgt spid="73"/>
                                        </p:tgtEl>
                                        <p:attrNameLst>
                                          <p:attrName>style.visibility</p:attrName>
                                        </p:attrNameLst>
                                      </p:cBhvr>
                                      <p:to>
                                        <p:strVal val="visible"/>
                                      </p:to>
                                    </p:set>
                                    <p:animEffect transition="in" filter="fade">
                                      <p:cBhvr>
                                        <p:cTn id="49" dur="200"/>
                                        <p:tgtEl>
                                          <p:spTgt spid="73"/>
                                        </p:tgtEl>
                                      </p:cBhvr>
                                    </p:animEffect>
                                  </p:childTnLst>
                                </p:cTn>
                              </p:par>
                              <p:par>
                                <p:cTn id="50" presetID="10" presetClass="entr" presetSubtype="0" fill="hold" nodeType="withEffect">
                                  <p:stCondLst>
                                    <p:cond delay="300"/>
                                  </p:stCondLst>
                                  <p:childTnLst>
                                    <p:set>
                                      <p:cBhvr>
                                        <p:cTn id="51" dur="1" fill="hold">
                                          <p:stCondLst>
                                            <p:cond delay="0"/>
                                          </p:stCondLst>
                                        </p:cTn>
                                        <p:tgtEl>
                                          <p:spTgt spid="78"/>
                                        </p:tgtEl>
                                        <p:attrNameLst>
                                          <p:attrName>style.visibility</p:attrName>
                                        </p:attrNameLst>
                                      </p:cBhvr>
                                      <p:to>
                                        <p:strVal val="visible"/>
                                      </p:to>
                                    </p:set>
                                    <p:animEffect transition="in" filter="fade">
                                      <p:cBhvr>
                                        <p:cTn id="52" dur="200"/>
                                        <p:tgtEl>
                                          <p:spTgt spid="78"/>
                                        </p:tgtEl>
                                      </p:cBhvr>
                                    </p:animEffect>
                                  </p:childTnLst>
                                </p:cTn>
                              </p:par>
                              <p:par>
                                <p:cTn id="53" presetID="10" presetClass="entr" presetSubtype="0" fill="hold" nodeType="withEffect">
                                  <p:stCondLst>
                                    <p:cond delay="300"/>
                                  </p:stCondLst>
                                  <p:childTnLst>
                                    <p:set>
                                      <p:cBhvr>
                                        <p:cTn id="54" dur="1" fill="hold">
                                          <p:stCondLst>
                                            <p:cond delay="0"/>
                                          </p:stCondLst>
                                        </p:cTn>
                                        <p:tgtEl>
                                          <p:spTgt spid="80"/>
                                        </p:tgtEl>
                                        <p:attrNameLst>
                                          <p:attrName>style.visibility</p:attrName>
                                        </p:attrNameLst>
                                      </p:cBhvr>
                                      <p:to>
                                        <p:strVal val="visible"/>
                                      </p:to>
                                    </p:set>
                                    <p:animEffect transition="in" filter="fade">
                                      <p:cBhvr>
                                        <p:cTn id="55" dur="200"/>
                                        <p:tgtEl>
                                          <p:spTgt spid="80"/>
                                        </p:tgtEl>
                                      </p:cBhvr>
                                    </p:animEffect>
                                  </p:childTnLst>
                                </p:cTn>
                              </p:par>
                              <p:par>
                                <p:cTn id="56" presetID="10" presetClass="entr" presetSubtype="0" fill="hold" nodeType="withEffect">
                                  <p:stCondLst>
                                    <p:cond delay="300"/>
                                  </p:stCondLst>
                                  <p:childTnLst>
                                    <p:set>
                                      <p:cBhvr>
                                        <p:cTn id="57" dur="1" fill="hold">
                                          <p:stCondLst>
                                            <p:cond delay="0"/>
                                          </p:stCondLst>
                                        </p:cTn>
                                        <p:tgtEl>
                                          <p:spTgt spid="82"/>
                                        </p:tgtEl>
                                        <p:attrNameLst>
                                          <p:attrName>style.visibility</p:attrName>
                                        </p:attrNameLst>
                                      </p:cBhvr>
                                      <p:to>
                                        <p:strVal val="visible"/>
                                      </p:to>
                                    </p:set>
                                    <p:animEffect transition="in" filter="fade">
                                      <p:cBhvr>
                                        <p:cTn id="58" dur="200"/>
                                        <p:tgtEl>
                                          <p:spTgt spid="82"/>
                                        </p:tgtEl>
                                      </p:cBhvr>
                                    </p:animEffect>
                                  </p:childTnLst>
                                </p:cTn>
                              </p:par>
                              <p:par>
                                <p:cTn id="59" presetID="10" presetClass="entr" presetSubtype="0" fill="hold" nodeType="withEffect">
                                  <p:stCondLst>
                                    <p:cond delay="300"/>
                                  </p:stCondLst>
                                  <p:childTnLst>
                                    <p:set>
                                      <p:cBhvr>
                                        <p:cTn id="60" dur="1" fill="hold">
                                          <p:stCondLst>
                                            <p:cond delay="0"/>
                                          </p:stCondLst>
                                        </p:cTn>
                                        <p:tgtEl>
                                          <p:spTgt spid="84"/>
                                        </p:tgtEl>
                                        <p:attrNameLst>
                                          <p:attrName>style.visibility</p:attrName>
                                        </p:attrNameLst>
                                      </p:cBhvr>
                                      <p:to>
                                        <p:strVal val="visible"/>
                                      </p:to>
                                    </p:set>
                                    <p:animEffect transition="in" filter="fade">
                                      <p:cBhvr>
                                        <p:cTn id="61" dur="200"/>
                                        <p:tgtEl>
                                          <p:spTgt spid="84"/>
                                        </p:tgtEl>
                                      </p:cBhvr>
                                    </p:animEffect>
                                  </p:childTnLst>
                                </p:cTn>
                              </p:par>
                              <p:par>
                                <p:cTn id="62" presetID="10" presetClass="entr" presetSubtype="0" fill="hold" nodeType="withEffect">
                                  <p:stCondLst>
                                    <p:cond delay="300"/>
                                  </p:stCondLst>
                                  <p:childTnLst>
                                    <p:set>
                                      <p:cBhvr>
                                        <p:cTn id="63" dur="1" fill="hold">
                                          <p:stCondLst>
                                            <p:cond delay="0"/>
                                          </p:stCondLst>
                                        </p:cTn>
                                        <p:tgtEl>
                                          <p:spTgt spid="86"/>
                                        </p:tgtEl>
                                        <p:attrNameLst>
                                          <p:attrName>style.visibility</p:attrName>
                                        </p:attrNameLst>
                                      </p:cBhvr>
                                      <p:to>
                                        <p:strVal val="visible"/>
                                      </p:to>
                                    </p:set>
                                    <p:animEffect transition="in" filter="fade">
                                      <p:cBhvr>
                                        <p:cTn id="64" dur="200"/>
                                        <p:tgtEl>
                                          <p:spTgt spid="86"/>
                                        </p:tgtEl>
                                      </p:cBhvr>
                                    </p:animEffect>
                                  </p:childTnLst>
                                </p:cTn>
                              </p:par>
                              <p:par>
                                <p:cTn id="65" presetID="10" presetClass="entr" presetSubtype="0" fill="hold" grpId="0" nodeType="withEffect">
                                  <p:stCondLst>
                                    <p:cond delay="400"/>
                                  </p:stCondLst>
                                  <p:childTnLst>
                                    <p:set>
                                      <p:cBhvr>
                                        <p:cTn id="66" dur="1" fill="hold">
                                          <p:stCondLst>
                                            <p:cond delay="0"/>
                                          </p:stCondLst>
                                        </p:cTn>
                                        <p:tgtEl>
                                          <p:spTgt spid="88"/>
                                        </p:tgtEl>
                                        <p:attrNameLst>
                                          <p:attrName>style.visibility</p:attrName>
                                        </p:attrNameLst>
                                      </p:cBhvr>
                                      <p:to>
                                        <p:strVal val="visible"/>
                                      </p:to>
                                    </p:set>
                                    <p:animEffect transition="in" filter="fade">
                                      <p:cBhvr>
                                        <p:cTn id="67" dur="200"/>
                                        <p:tgtEl>
                                          <p:spTgt spid="88"/>
                                        </p:tgtEl>
                                      </p:cBhvr>
                                    </p:animEffect>
                                  </p:childTnLst>
                                </p:cTn>
                              </p:par>
                              <p:par>
                                <p:cTn id="68" presetID="10" presetClass="entr" presetSubtype="0" fill="hold" grpId="0" nodeType="withEffect">
                                  <p:stCondLst>
                                    <p:cond delay="400"/>
                                  </p:stCondLst>
                                  <p:childTnLst>
                                    <p:set>
                                      <p:cBhvr>
                                        <p:cTn id="69" dur="1" fill="hold">
                                          <p:stCondLst>
                                            <p:cond delay="0"/>
                                          </p:stCondLst>
                                        </p:cTn>
                                        <p:tgtEl>
                                          <p:spTgt spid="89"/>
                                        </p:tgtEl>
                                        <p:attrNameLst>
                                          <p:attrName>style.visibility</p:attrName>
                                        </p:attrNameLst>
                                      </p:cBhvr>
                                      <p:to>
                                        <p:strVal val="visible"/>
                                      </p:to>
                                    </p:set>
                                    <p:animEffect transition="in" filter="fade">
                                      <p:cBhvr>
                                        <p:cTn id="70" dur="200"/>
                                        <p:tgtEl>
                                          <p:spTgt spid="89"/>
                                        </p:tgtEl>
                                      </p:cBhvr>
                                    </p:animEffect>
                                  </p:childTnLst>
                                </p:cTn>
                              </p:par>
                              <p:par>
                                <p:cTn id="71" presetID="10" presetClass="entr" presetSubtype="0" fill="hold" grpId="0" nodeType="withEffect">
                                  <p:stCondLst>
                                    <p:cond delay="400"/>
                                  </p:stCondLst>
                                  <p:childTnLst>
                                    <p:set>
                                      <p:cBhvr>
                                        <p:cTn id="72" dur="1" fill="hold">
                                          <p:stCondLst>
                                            <p:cond delay="0"/>
                                          </p:stCondLst>
                                        </p:cTn>
                                        <p:tgtEl>
                                          <p:spTgt spid="90"/>
                                        </p:tgtEl>
                                        <p:attrNameLst>
                                          <p:attrName>style.visibility</p:attrName>
                                        </p:attrNameLst>
                                      </p:cBhvr>
                                      <p:to>
                                        <p:strVal val="visible"/>
                                      </p:to>
                                    </p:set>
                                    <p:animEffect transition="in" filter="fade">
                                      <p:cBhvr>
                                        <p:cTn id="73" dur="200"/>
                                        <p:tgtEl>
                                          <p:spTgt spid="90"/>
                                        </p:tgtEl>
                                      </p:cBhvr>
                                    </p:animEffect>
                                  </p:childTnLst>
                                </p:cTn>
                              </p:par>
                              <p:par>
                                <p:cTn id="74" presetID="10" presetClass="entr" presetSubtype="0" fill="hold" grpId="0" nodeType="withEffect">
                                  <p:stCondLst>
                                    <p:cond delay="400"/>
                                  </p:stCondLst>
                                  <p:childTnLst>
                                    <p:set>
                                      <p:cBhvr>
                                        <p:cTn id="75" dur="1" fill="hold">
                                          <p:stCondLst>
                                            <p:cond delay="0"/>
                                          </p:stCondLst>
                                        </p:cTn>
                                        <p:tgtEl>
                                          <p:spTgt spid="99"/>
                                        </p:tgtEl>
                                        <p:attrNameLst>
                                          <p:attrName>style.visibility</p:attrName>
                                        </p:attrNameLst>
                                      </p:cBhvr>
                                      <p:to>
                                        <p:strVal val="visible"/>
                                      </p:to>
                                    </p:set>
                                    <p:animEffect transition="in" filter="fade">
                                      <p:cBhvr>
                                        <p:cTn id="76" dur="200"/>
                                        <p:tgtEl>
                                          <p:spTgt spid="99"/>
                                        </p:tgtEl>
                                      </p:cBhvr>
                                    </p:animEffect>
                                  </p:childTnLst>
                                </p:cTn>
                              </p:par>
                              <p:par>
                                <p:cTn id="77" presetID="10" presetClass="entr" presetSubtype="0" fill="hold" grpId="0" nodeType="withEffect">
                                  <p:stCondLst>
                                    <p:cond delay="400"/>
                                  </p:stCondLst>
                                  <p:childTnLst>
                                    <p:set>
                                      <p:cBhvr>
                                        <p:cTn id="78" dur="1" fill="hold">
                                          <p:stCondLst>
                                            <p:cond delay="0"/>
                                          </p:stCondLst>
                                        </p:cTn>
                                        <p:tgtEl>
                                          <p:spTgt spid="100"/>
                                        </p:tgtEl>
                                        <p:attrNameLst>
                                          <p:attrName>style.visibility</p:attrName>
                                        </p:attrNameLst>
                                      </p:cBhvr>
                                      <p:to>
                                        <p:strVal val="visible"/>
                                      </p:to>
                                    </p:set>
                                    <p:animEffect transition="in" filter="fade">
                                      <p:cBhvr>
                                        <p:cTn id="79" dur="200"/>
                                        <p:tgtEl>
                                          <p:spTgt spid="100"/>
                                        </p:tgtEl>
                                      </p:cBhvr>
                                    </p:animEffect>
                                  </p:childTnLst>
                                </p:cTn>
                              </p:par>
                              <p:par>
                                <p:cTn id="80" presetID="10" presetClass="entr" presetSubtype="0" fill="hold" grpId="0" nodeType="withEffect">
                                  <p:stCondLst>
                                    <p:cond delay="400"/>
                                  </p:stCondLst>
                                  <p:childTnLst>
                                    <p:set>
                                      <p:cBhvr>
                                        <p:cTn id="81" dur="1" fill="hold">
                                          <p:stCondLst>
                                            <p:cond delay="0"/>
                                          </p:stCondLst>
                                        </p:cTn>
                                        <p:tgtEl>
                                          <p:spTgt spid="101"/>
                                        </p:tgtEl>
                                        <p:attrNameLst>
                                          <p:attrName>style.visibility</p:attrName>
                                        </p:attrNameLst>
                                      </p:cBhvr>
                                      <p:to>
                                        <p:strVal val="visible"/>
                                      </p:to>
                                    </p:set>
                                    <p:animEffect transition="in" filter="fade">
                                      <p:cBhvr>
                                        <p:cTn id="82" dur="200"/>
                                        <p:tgtEl>
                                          <p:spTgt spid="101"/>
                                        </p:tgtEl>
                                      </p:cBhvr>
                                    </p:animEffect>
                                  </p:childTnLst>
                                </p:cTn>
                              </p:par>
                              <p:par>
                                <p:cTn id="83" presetID="10" presetClass="entr" presetSubtype="0" fill="hold" nodeType="withEffect">
                                  <p:stCondLst>
                                    <p:cond delay="400"/>
                                  </p:stCondLst>
                                  <p:childTnLst>
                                    <p:set>
                                      <p:cBhvr>
                                        <p:cTn id="84" dur="1" fill="hold">
                                          <p:stCondLst>
                                            <p:cond delay="0"/>
                                          </p:stCondLst>
                                        </p:cTn>
                                        <p:tgtEl>
                                          <p:spTgt spid="93"/>
                                        </p:tgtEl>
                                        <p:attrNameLst>
                                          <p:attrName>style.visibility</p:attrName>
                                        </p:attrNameLst>
                                      </p:cBhvr>
                                      <p:to>
                                        <p:strVal val="visible"/>
                                      </p:to>
                                    </p:set>
                                    <p:animEffect transition="in" filter="fade">
                                      <p:cBhvr>
                                        <p:cTn id="85" dur="200"/>
                                        <p:tgtEl>
                                          <p:spTgt spid="93"/>
                                        </p:tgtEl>
                                      </p:cBhvr>
                                    </p:animEffect>
                                  </p:childTnLst>
                                </p:cTn>
                              </p:par>
                              <p:par>
                                <p:cTn id="86" presetID="10" presetClass="entr" presetSubtype="0" fill="hold" nodeType="withEffect">
                                  <p:stCondLst>
                                    <p:cond delay="400"/>
                                  </p:stCondLst>
                                  <p:childTnLst>
                                    <p:set>
                                      <p:cBhvr>
                                        <p:cTn id="87" dur="1" fill="hold">
                                          <p:stCondLst>
                                            <p:cond delay="0"/>
                                          </p:stCondLst>
                                        </p:cTn>
                                        <p:tgtEl>
                                          <p:spTgt spid="95"/>
                                        </p:tgtEl>
                                        <p:attrNameLst>
                                          <p:attrName>style.visibility</p:attrName>
                                        </p:attrNameLst>
                                      </p:cBhvr>
                                      <p:to>
                                        <p:strVal val="visible"/>
                                      </p:to>
                                    </p:set>
                                    <p:animEffect transition="in" filter="fade">
                                      <p:cBhvr>
                                        <p:cTn id="88" dur="200"/>
                                        <p:tgtEl>
                                          <p:spTgt spid="95"/>
                                        </p:tgtEl>
                                      </p:cBhvr>
                                    </p:animEffect>
                                  </p:childTnLst>
                                </p:cTn>
                              </p:par>
                              <p:par>
                                <p:cTn id="89" presetID="10" presetClass="entr" presetSubtype="0" fill="hold" nodeType="withEffect">
                                  <p:stCondLst>
                                    <p:cond delay="400"/>
                                  </p:stCondLst>
                                  <p:childTnLst>
                                    <p:set>
                                      <p:cBhvr>
                                        <p:cTn id="90" dur="1" fill="hold">
                                          <p:stCondLst>
                                            <p:cond delay="0"/>
                                          </p:stCondLst>
                                        </p:cTn>
                                        <p:tgtEl>
                                          <p:spTgt spid="97"/>
                                        </p:tgtEl>
                                        <p:attrNameLst>
                                          <p:attrName>style.visibility</p:attrName>
                                        </p:attrNameLst>
                                      </p:cBhvr>
                                      <p:to>
                                        <p:strVal val="visible"/>
                                      </p:to>
                                    </p:set>
                                    <p:animEffect transition="in" filter="fade">
                                      <p:cBhvr>
                                        <p:cTn id="91" dur="200"/>
                                        <p:tgtEl>
                                          <p:spTgt spid="97"/>
                                        </p:tgtEl>
                                      </p:cBhvr>
                                    </p:animEffect>
                                  </p:childTnLst>
                                </p:cTn>
                              </p:par>
                              <p:par>
                                <p:cTn id="92" presetID="10" presetClass="entr" presetSubtype="0" fill="hold" grpId="0" nodeType="withEffect">
                                  <p:stCondLst>
                                    <p:cond delay="400"/>
                                  </p:stCondLst>
                                  <p:childTnLst>
                                    <p:set>
                                      <p:cBhvr>
                                        <p:cTn id="93" dur="1" fill="hold">
                                          <p:stCondLst>
                                            <p:cond delay="0"/>
                                          </p:stCondLst>
                                        </p:cTn>
                                        <p:tgtEl>
                                          <p:spTgt spid="103"/>
                                        </p:tgtEl>
                                        <p:attrNameLst>
                                          <p:attrName>style.visibility</p:attrName>
                                        </p:attrNameLst>
                                      </p:cBhvr>
                                      <p:to>
                                        <p:strVal val="visible"/>
                                      </p:to>
                                    </p:set>
                                    <p:animEffect transition="in" filter="fade">
                                      <p:cBhvr>
                                        <p:cTn id="94" dur="200"/>
                                        <p:tgtEl>
                                          <p:spTgt spid="103"/>
                                        </p:tgtEl>
                                      </p:cBhvr>
                                    </p:animEffect>
                                  </p:childTnLst>
                                </p:cTn>
                              </p:par>
                              <p:par>
                                <p:cTn id="95" presetID="10" presetClass="entr" presetSubtype="0" fill="hold" grpId="0" nodeType="withEffect">
                                  <p:stCondLst>
                                    <p:cond delay="400"/>
                                  </p:stCondLst>
                                  <p:childTnLst>
                                    <p:set>
                                      <p:cBhvr>
                                        <p:cTn id="96" dur="1" fill="hold">
                                          <p:stCondLst>
                                            <p:cond delay="0"/>
                                          </p:stCondLst>
                                        </p:cTn>
                                        <p:tgtEl>
                                          <p:spTgt spid="104"/>
                                        </p:tgtEl>
                                        <p:attrNameLst>
                                          <p:attrName>style.visibility</p:attrName>
                                        </p:attrNameLst>
                                      </p:cBhvr>
                                      <p:to>
                                        <p:strVal val="visible"/>
                                      </p:to>
                                    </p:set>
                                    <p:animEffect transition="in" filter="fade">
                                      <p:cBhvr>
                                        <p:cTn id="97" dur="200"/>
                                        <p:tgtEl>
                                          <p:spTgt spid="104"/>
                                        </p:tgtEl>
                                      </p:cBhvr>
                                    </p:animEffect>
                                  </p:childTnLst>
                                </p:cTn>
                              </p:par>
                              <p:par>
                                <p:cTn id="98" presetID="10" presetClass="entr" presetSubtype="0" fill="hold" grpId="0" nodeType="withEffect">
                                  <p:stCondLst>
                                    <p:cond delay="400"/>
                                  </p:stCondLst>
                                  <p:childTnLst>
                                    <p:set>
                                      <p:cBhvr>
                                        <p:cTn id="99" dur="1" fill="hold">
                                          <p:stCondLst>
                                            <p:cond delay="0"/>
                                          </p:stCondLst>
                                        </p:cTn>
                                        <p:tgtEl>
                                          <p:spTgt spid="105"/>
                                        </p:tgtEl>
                                        <p:attrNameLst>
                                          <p:attrName>style.visibility</p:attrName>
                                        </p:attrNameLst>
                                      </p:cBhvr>
                                      <p:to>
                                        <p:strVal val="visible"/>
                                      </p:to>
                                    </p:set>
                                    <p:animEffect transition="in" filter="fade">
                                      <p:cBhvr>
                                        <p:cTn id="100" dur="200"/>
                                        <p:tgtEl>
                                          <p:spTgt spid="105"/>
                                        </p:tgtEl>
                                      </p:cBhvr>
                                    </p:animEffect>
                                  </p:childTnLst>
                                </p:cTn>
                              </p:par>
                              <p:par>
                                <p:cTn id="101" presetID="10" presetClass="entr" presetSubtype="0" fill="hold" grpId="0" nodeType="withEffect">
                                  <p:stCondLst>
                                    <p:cond delay="400"/>
                                  </p:stCondLst>
                                  <p:childTnLst>
                                    <p:set>
                                      <p:cBhvr>
                                        <p:cTn id="102" dur="1" fill="hold">
                                          <p:stCondLst>
                                            <p:cond delay="0"/>
                                          </p:stCondLst>
                                        </p:cTn>
                                        <p:tgtEl>
                                          <p:spTgt spid="106"/>
                                        </p:tgtEl>
                                        <p:attrNameLst>
                                          <p:attrName>style.visibility</p:attrName>
                                        </p:attrNameLst>
                                      </p:cBhvr>
                                      <p:to>
                                        <p:strVal val="visible"/>
                                      </p:to>
                                    </p:set>
                                    <p:animEffect transition="in" filter="fade">
                                      <p:cBhvr>
                                        <p:cTn id="103" dur="200"/>
                                        <p:tgtEl>
                                          <p:spTgt spid="106"/>
                                        </p:tgtEl>
                                      </p:cBhvr>
                                    </p:animEffect>
                                  </p:childTnLst>
                                </p:cTn>
                              </p:par>
                              <p:par>
                                <p:cTn id="104" presetID="10" presetClass="entr" presetSubtype="0" fill="hold" grpId="0" nodeType="withEffect">
                                  <p:stCondLst>
                                    <p:cond delay="400"/>
                                  </p:stCondLst>
                                  <p:childTnLst>
                                    <p:set>
                                      <p:cBhvr>
                                        <p:cTn id="105" dur="1" fill="hold">
                                          <p:stCondLst>
                                            <p:cond delay="0"/>
                                          </p:stCondLst>
                                        </p:cTn>
                                        <p:tgtEl>
                                          <p:spTgt spid="107"/>
                                        </p:tgtEl>
                                        <p:attrNameLst>
                                          <p:attrName>style.visibility</p:attrName>
                                        </p:attrNameLst>
                                      </p:cBhvr>
                                      <p:to>
                                        <p:strVal val="visible"/>
                                      </p:to>
                                    </p:set>
                                    <p:animEffect transition="in" filter="fade">
                                      <p:cBhvr>
                                        <p:cTn id="106" dur="200"/>
                                        <p:tgtEl>
                                          <p:spTgt spid="107"/>
                                        </p:tgtEl>
                                      </p:cBhvr>
                                    </p:animEffect>
                                  </p:childTnLst>
                                </p:cTn>
                              </p:par>
                              <p:par>
                                <p:cTn id="107" presetID="10" presetClass="entr" presetSubtype="0" fill="hold" grpId="0" nodeType="withEffect">
                                  <p:stCondLst>
                                    <p:cond delay="400"/>
                                  </p:stCondLst>
                                  <p:childTnLst>
                                    <p:set>
                                      <p:cBhvr>
                                        <p:cTn id="108" dur="1" fill="hold">
                                          <p:stCondLst>
                                            <p:cond delay="0"/>
                                          </p:stCondLst>
                                        </p:cTn>
                                        <p:tgtEl>
                                          <p:spTgt spid="108"/>
                                        </p:tgtEl>
                                        <p:attrNameLst>
                                          <p:attrName>style.visibility</p:attrName>
                                        </p:attrNameLst>
                                      </p:cBhvr>
                                      <p:to>
                                        <p:strVal val="visible"/>
                                      </p:to>
                                    </p:set>
                                    <p:animEffect transition="in" filter="fade">
                                      <p:cBhvr>
                                        <p:cTn id="109" dur="200"/>
                                        <p:tgtEl>
                                          <p:spTgt spid="108"/>
                                        </p:tgtEl>
                                      </p:cBhvr>
                                    </p:animEffect>
                                  </p:childTnLst>
                                </p:cTn>
                              </p:par>
                              <p:par>
                                <p:cTn id="110" presetID="10" presetClass="entr" presetSubtype="0" fill="hold" grpId="0" nodeType="withEffect">
                                  <p:stCondLst>
                                    <p:cond delay="400"/>
                                  </p:stCondLst>
                                  <p:childTnLst>
                                    <p:set>
                                      <p:cBhvr>
                                        <p:cTn id="111" dur="1" fill="hold">
                                          <p:stCondLst>
                                            <p:cond delay="0"/>
                                          </p:stCondLst>
                                        </p:cTn>
                                        <p:tgtEl>
                                          <p:spTgt spid="109"/>
                                        </p:tgtEl>
                                        <p:attrNameLst>
                                          <p:attrName>style.visibility</p:attrName>
                                        </p:attrNameLst>
                                      </p:cBhvr>
                                      <p:to>
                                        <p:strVal val="visible"/>
                                      </p:to>
                                    </p:set>
                                    <p:animEffect transition="in" filter="fade">
                                      <p:cBhvr>
                                        <p:cTn id="112" dur="200"/>
                                        <p:tgtEl>
                                          <p:spTgt spid="109"/>
                                        </p:tgtEl>
                                      </p:cBhvr>
                                    </p:animEffect>
                                  </p:childTnLst>
                                </p:cTn>
                              </p:par>
                              <p:par>
                                <p:cTn id="113" presetID="10" presetClass="entr" presetSubtype="0" fill="hold" grpId="0" nodeType="withEffect">
                                  <p:stCondLst>
                                    <p:cond delay="400"/>
                                  </p:stCondLst>
                                  <p:childTnLst>
                                    <p:set>
                                      <p:cBhvr>
                                        <p:cTn id="114" dur="1" fill="hold">
                                          <p:stCondLst>
                                            <p:cond delay="0"/>
                                          </p:stCondLst>
                                        </p:cTn>
                                        <p:tgtEl>
                                          <p:spTgt spid="110"/>
                                        </p:tgtEl>
                                        <p:attrNameLst>
                                          <p:attrName>style.visibility</p:attrName>
                                        </p:attrNameLst>
                                      </p:cBhvr>
                                      <p:to>
                                        <p:strVal val="visible"/>
                                      </p:to>
                                    </p:set>
                                    <p:animEffect transition="in" filter="fade">
                                      <p:cBhvr>
                                        <p:cTn id="115" dur="200"/>
                                        <p:tgtEl>
                                          <p:spTgt spid="110"/>
                                        </p:tgtEl>
                                      </p:cBhvr>
                                    </p:animEffect>
                                  </p:childTnLst>
                                </p:cTn>
                              </p:par>
                              <p:par>
                                <p:cTn id="116" presetID="10" presetClass="entr" presetSubtype="0" fill="hold" grpId="0" nodeType="withEffect">
                                  <p:stCondLst>
                                    <p:cond delay="400"/>
                                  </p:stCondLst>
                                  <p:childTnLst>
                                    <p:set>
                                      <p:cBhvr>
                                        <p:cTn id="117" dur="1" fill="hold">
                                          <p:stCondLst>
                                            <p:cond delay="0"/>
                                          </p:stCondLst>
                                        </p:cTn>
                                        <p:tgtEl>
                                          <p:spTgt spid="111"/>
                                        </p:tgtEl>
                                        <p:attrNameLst>
                                          <p:attrName>style.visibility</p:attrName>
                                        </p:attrNameLst>
                                      </p:cBhvr>
                                      <p:to>
                                        <p:strVal val="visible"/>
                                      </p:to>
                                    </p:set>
                                    <p:animEffect transition="in" filter="fade">
                                      <p:cBhvr>
                                        <p:cTn id="118" dur="200"/>
                                        <p:tgtEl>
                                          <p:spTgt spid="111"/>
                                        </p:tgtEl>
                                      </p:cBhvr>
                                    </p:animEffect>
                                  </p:childTnLst>
                                </p:cTn>
                              </p:par>
                              <p:par>
                                <p:cTn id="119" presetID="10" presetClass="entr" presetSubtype="0" fill="hold" grpId="0" nodeType="withEffect">
                                  <p:stCondLst>
                                    <p:cond delay="400"/>
                                  </p:stCondLst>
                                  <p:childTnLst>
                                    <p:set>
                                      <p:cBhvr>
                                        <p:cTn id="120" dur="1" fill="hold">
                                          <p:stCondLst>
                                            <p:cond delay="0"/>
                                          </p:stCondLst>
                                        </p:cTn>
                                        <p:tgtEl>
                                          <p:spTgt spid="112"/>
                                        </p:tgtEl>
                                        <p:attrNameLst>
                                          <p:attrName>style.visibility</p:attrName>
                                        </p:attrNameLst>
                                      </p:cBhvr>
                                      <p:to>
                                        <p:strVal val="visible"/>
                                      </p:to>
                                    </p:set>
                                    <p:animEffect transition="in" filter="fade">
                                      <p:cBhvr>
                                        <p:cTn id="121" dur="200"/>
                                        <p:tgtEl>
                                          <p:spTgt spid="112"/>
                                        </p:tgtEl>
                                      </p:cBhvr>
                                    </p:animEffect>
                                  </p:childTnLst>
                                </p:cTn>
                              </p:par>
                              <p:par>
                                <p:cTn id="122" presetID="10" presetClass="entr" presetSubtype="0" fill="hold" grpId="0" nodeType="withEffect">
                                  <p:stCondLst>
                                    <p:cond delay="400"/>
                                  </p:stCondLst>
                                  <p:childTnLst>
                                    <p:set>
                                      <p:cBhvr>
                                        <p:cTn id="123" dur="1" fill="hold">
                                          <p:stCondLst>
                                            <p:cond delay="0"/>
                                          </p:stCondLst>
                                        </p:cTn>
                                        <p:tgtEl>
                                          <p:spTgt spid="113"/>
                                        </p:tgtEl>
                                        <p:attrNameLst>
                                          <p:attrName>style.visibility</p:attrName>
                                        </p:attrNameLst>
                                      </p:cBhvr>
                                      <p:to>
                                        <p:strVal val="visible"/>
                                      </p:to>
                                    </p:set>
                                    <p:animEffect transition="in" filter="fade">
                                      <p:cBhvr>
                                        <p:cTn id="124" dur="200"/>
                                        <p:tgtEl>
                                          <p:spTgt spid="113"/>
                                        </p:tgtEl>
                                      </p:cBhvr>
                                    </p:animEffect>
                                  </p:childTnLst>
                                </p:cTn>
                              </p:par>
                              <p:par>
                                <p:cTn id="125" presetID="10" presetClass="entr" presetSubtype="0" fill="hold" grpId="0" nodeType="withEffect">
                                  <p:stCondLst>
                                    <p:cond delay="400"/>
                                  </p:stCondLst>
                                  <p:childTnLst>
                                    <p:set>
                                      <p:cBhvr>
                                        <p:cTn id="126" dur="1" fill="hold">
                                          <p:stCondLst>
                                            <p:cond delay="0"/>
                                          </p:stCondLst>
                                        </p:cTn>
                                        <p:tgtEl>
                                          <p:spTgt spid="114"/>
                                        </p:tgtEl>
                                        <p:attrNameLst>
                                          <p:attrName>style.visibility</p:attrName>
                                        </p:attrNameLst>
                                      </p:cBhvr>
                                      <p:to>
                                        <p:strVal val="visible"/>
                                      </p:to>
                                    </p:set>
                                    <p:animEffect transition="in" filter="fade">
                                      <p:cBhvr>
                                        <p:cTn id="127" dur="200"/>
                                        <p:tgtEl>
                                          <p:spTgt spid="114"/>
                                        </p:tgtEl>
                                      </p:cBhvr>
                                    </p:animEffect>
                                  </p:childTnLst>
                                </p:cTn>
                              </p:par>
                              <p:par>
                                <p:cTn id="128" presetID="10" presetClass="entr" presetSubtype="0" fill="hold" grpId="0" nodeType="withEffect">
                                  <p:stCondLst>
                                    <p:cond delay="400"/>
                                  </p:stCondLst>
                                  <p:childTnLst>
                                    <p:set>
                                      <p:cBhvr>
                                        <p:cTn id="129" dur="1" fill="hold">
                                          <p:stCondLst>
                                            <p:cond delay="0"/>
                                          </p:stCondLst>
                                        </p:cTn>
                                        <p:tgtEl>
                                          <p:spTgt spid="115"/>
                                        </p:tgtEl>
                                        <p:attrNameLst>
                                          <p:attrName>style.visibility</p:attrName>
                                        </p:attrNameLst>
                                      </p:cBhvr>
                                      <p:to>
                                        <p:strVal val="visible"/>
                                      </p:to>
                                    </p:set>
                                    <p:animEffect transition="in" filter="fade">
                                      <p:cBhvr>
                                        <p:cTn id="130" dur="200"/>
                                        <p:tgtEl>
                                          <p:spTgt spid="115"/>
                                        </p:tgtEl>
                                      </p:cBhvr>
                                    </p:animEffect>
                                  </p:childTnLst>
                                </p:cTn>
                              </p:par>
                              <p:par>
                                <p:cTn id="131" presetID="10" presetClass="entr" presetSubtype="0" fill="hold" grpId="0" nodeType="withEffect">
                                  <p:stCondLst>
                                    <p:cond delay="400"/>
                                  </p:stCondLst>
                                  <p:childTnLst>
                                    <p:set>
                                      <p:cBhvr>
                                        <p:cTn id="132" dur="1" fill="hold">
                                          <p:stCondLst>
                                            <p:cond delay="0"/>
                                          </p:stCondLst>
                                        </p:cTn>
                                        <p:tgtEl>
                                          <p:spTgt spid="116"/>
                                        </p:tgtEl>
                                        <p:attrNameLst>
                                          <p:attrName>style.visibility</p:attrName>
                                        </p:attrNameLst>
                                      </p:cBhvr>
                                      <p:to>
                                        <p:strVal val="visible"/>
                                      </p:to>
                                    </p:set>
                                    <p:animEffect transition="in" filter="fade">
                                      <p:cBhvr>
                                        <p:cTn id="133" dur="200"/>
                                        <p:tgtEl>
                                          <p:spTgt spid="116"/>
                                        </p:tgtEl>
                                      </p:cBhvr>
                                    </p:animEffect>
                                  </p:childTnLst>
                                </p:cTn>
                              </p:par>
                              <p:par>
                                <p:cTn id="134" presetID="10" presetClass="entr" presetSubtype="0" fill="hold" grpId="0" nodeType="withEffect">
                                  <p:stCondLst>
                                    <p:cond delay="400"/>
                                  </p:stCondLst>
                                  <p:childTnLst>
                                    <p:set>
                                      <p:cBhvr>
                                        <p:cTn id="135" dur="1" fill="hold">
                                          <p:stCondLst>
                                            <p:cond delay="0"/>
                                          </p:stCondLst>
                                        </p:cTn>
                                        <p:tgtEl>
                                          <p:spTgt spid="117"/>
                                        </p:tgtEl>
                                        <p:attrNameLst>
                                          <p:attrName>style.visibility</p:attrName>
                                        </p:attrNameLst>
                                      </p:cBhvr>
                                      <p:to>
                                        <p:strVal val="visible"/>
                                      </p:to>
                                    </p:set>
                                    <p:animEffect transition="in" filter="fade">
                                      <p:cBhvr>
                                        <p:cTn id="136" dur="2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 grpId="0" animBg="1"/>
      <p:bldP spid="3" grpId="0" animBg="1"/>
      <p:bldP spid="61" grpId="0" animBg="1"/>
      <p:bldP spid="62" grpId="0" animBg="1"/>
      <p:bldP spid="64" grpId="0" animBg="1"/>
      <p:bldP spid="65" grpId="0" animBg="1"/>
      <p:bldP spid="66" grpId="0" animBg="1"/>
      <p:bldP spid="67" grpId="0" animBg="1"/>
      <p:bldP spid="68" grpId="0" animBg="1"/>
      <p:bldP spid="88" grpId="0" animBg="1"/>
      <p:bldP spid="89" grpId="0" animBg="1"/>
      <p:bldP spid="99" grpId="0" animBg="1"/>
      <p:bldP spid="103" grpId="0" animBg="1"/>
      <p:bldP spid="106" grpId="0" animBg="1"/>
      <p:bldP spid="107" grpId="0" animBg="1"/>
      <p:bldP spid="108" grpId="0" animBg="1"/>
      <p:bldP spid="109" grpId="0" animBg="1"/>
      <p:bldP spid="90" grpId="0" animBg="1"/>
      <p:bldP spid="100" grpId="0" animBg="1"/>
      <p:bldP spid="104" grpId="0" animBg="1"/>
      <p:bldP spid="101" grpId="0" animBg="1"/>
      <p:bldP spid="110" grpId="0" animBg="1"/>
      <p:bldP spid="111" grpId="0" animBg="1"/>
      <p:bldP spid="112" grpId="0" animBg="1"/>
      <p:bldP spid="113" grpId="0" animBg="1"/>
      <p:bldP spid="116" grpId="0" animBg="1"/>
      <p:bldP spid="105" grpId="0" animBg="1"/>
      <p:bldP spid="114" grpId="0" animBg="1"/>
      <p:bldP spid="115" grpId="0" animBg="1"/>
      <p:bldP spid="11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6FF61-37A3-D8C3-59DA-792FD4A747E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F5A45E-3A3B-AF3D-A4D1-501BA1517AF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8" name="think-cell data - do not delete" hidden="1">
                        <a:extLst>
                          <a:ext uri="{FF2B5EF4-FFF2-40B4-BE49-F238E27FC236}">
                            <a16:creationId xmlns:a16="http://schemas.microsoft.com/office/drawing/2014/main" id="{EAF5A45E-3A3B-AF3D-A4D1-501BA1517AF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0F02EA15-E438-8CD7-A483-B9452DADD043}"/>
              </a:ext>
            </a:extLst>
          </p:cNvPr>
          <p:cNvSpPr>
            <a:spLocks noGrp="1"/>
          </p:cNvSpPr>
          <p:nvPr>
            <p:ph type="title"/>
          </p:nvPr>
        </p:nvSpPr>
        <p:spPr>
          <a:xfrm>
            <a:off x="419100" y="915960"/>
            <a:ext cx="4113184" cy="560387"/>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Memory</a:t>
            </a:r>
          </a:p>
        </p:txBody>
      </p:sp>
      <p:sp>
        <p:nvSpPr>
          <p:cNvPr id="18" name="Rectangle: Rounded Corners 17">
            <a:extLst>
              <a:ext uri="{FF2B5EF4-FFF2-40B4-BE49-F238E27FC236}">
                <a16:creationId xmlns:a16="http://schemas.microsoft.com/office/drawing/2014/main" id="{6F054D46-3988-6BDF-1890-01A8C85A101E}"/>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20" name="Text Placeholder 1">
            <a:extLst>
              <a:ext uri="{FF2B5EF4-FFF2-40B4-BE49-F238E27FC236}">
                <a16:creationId xmlns:a16="http://schemas.microsoft.com/office/drawing/2014/main" id="{3431F089-1A81-9AAC-39B5-2118124C8A1C}"/>
              </a:ext>
            </a:extLst>
          </p:cNvPr>
          <p:cNvSpPr txBox="1">
            <a:spLocks/>
          </p:cNvSpPr>
          <p:nvPr/>
        </p:nvSpPr>
        <p:spPr>
          <a:xfrm>
            <a:off x="419100" y="1605621"/>
            <a:ext cx="4113184" cy="830997"/>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Built-in memory gives agents persistent context without external databases to provision, scale, or secure. </a:t>
            </a:r>
          </a:p>
        </p:txBody>
      </p:sp>
      <p:grpSp>
        <p:nvGrpSpPr>
          <p:cNvPr id="75" name="Group 74">
            <a:extLst>
              <a:ext uri="{FF2B5EF4-FFF2-40B4-BE49-F238E27FC236}">
                <a16:creationId xmlns:a16="http://schemas.microsoft.com/office/drawing/2014/main" id="{67284610-57EB-20BB-58D7-293903F9E301}"/>
              </a:ext>
            </a:extLst>
          </p:cNvPr>
          <p:cNvGrpSpPr/>
          <p:nvPr/>
        </p:nvGrpSpPr>
        <p:grpSpPr>
          <a:xfrm>
            <a:off x="419099" y="3005138"/>
            <a:ext cx="4574107" cy="3433762"/>
            <a:chOff x="419099" y="3005138"/>
            <a:chExt cx="4574107" cy="3433762"/>
          </a:xfrm>
        </p:grpSpPr>
        <p:sp>
          <p:nvSpPr>
            <p:cNvPr id="36" name="Rectangle: Rounded Corners 35">
              <a:extLst>
                <a:ext uri="{FF2B5EF4-FFF2-40B4-BE49-F238E27FC236}">
                  <a16:creationId xmlns:a16="http://schemas.microsoft.com/office/drawing/2014/main" id="{77805FC0-0B9A-16A7-26E0-00F5042C7DB3}"/>
                </a:ext>
              </a:extLst>
            </p:cNvPr>
            <p:cNvSpPr/>
            <p:nvPr/>
          </p:nvSpPr>
          <p:spPr>
            <a:xfrm>
              <a:off x="419099" y="3005138"/>
              <a:ext cx="4509519" cy="3433762"/>
            </a:xfrm>
            <a:prstGeom prst="roundRect">
              <a:avLst>
                <a:gd name="adj" fmla="val 330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6" name="Rectangle: Rounded Corners 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9DF2575-E807-808E-5C98-AA51D02F1869}"/>
                </a:ext>
                <a:ext uri="{C183D7F6-B498-43B3-948B-1728B52AA6E4}">
                  <adec:decorative xmlns:adec="http://schemas.microsoft.com/office/drawing/2017/decorative" val="0"/>
                </a:ext>
              </a:extLst>
            </p:cNvPr>
            <p:cNvSpPr/>
            <p:nvPr/>
          </p:nvSpPr>
          <p:spPr bwMode="auto">
            <a:xfrm>
              <a:off x="3558896" y="3107312"/>
              <a:ext cx="1267104" cy="3249769"/>
            </a:xfrm>
            <a:prstGeom prst="roundRect">
              <a:avLst>
                <a:gd name="adj" fmla="val 6998"/>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Sans Text"/>
                <a:ea typeface="+mn-ea"/>
                <a:cs typeface="Segoe Sans Text" pitchFamily="2" charset="0"/>
              </a:endParaRPr>
            </a:p>
          </p:txBody>
        </p:sp>
        <p:sp>
          <p:nvSpPr>
            <p:cNvPr id="9" name="Rectangle: Rounded Corners 8"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CC4880D-CA16-C5A7-48DC-40C820048BB0}"/>
                </a:ext>
                <a:ext uri="{C183D7F6-B498-43B3-948B-1728B52AA6E4}">
                  <adec:decorative xmlns:adec="http://schemas.microsoft.com/office/drawing/2017/decorative" val="0"/>
                </a:ext>
              </a:extLst>
            </p:cNvPr>
            <p:cNvSpPr/>
            <p:nvPr/>
          </p:nvSpPr>
          <p:spPr bwMode="auto">
            <a:xfrm>
              <a:off x="3515554" y="3086957"/>
              <a:ext cx="1477652" cy="583313"/>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Memory</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Sans Text"/>
                <a:ea typeface="+mn-ea"/>
                <a:cs typeface="Segoe Sans Text" pitchFamily="2" charset="0"/>
              </a:endParaRPr>
            </a:p>
          </p:txBody>
        </p:sp>
        <p:sp>
          <p:nvSpPr>
            <p:cNvPr id="12" name="Rectangle: Rounded Corners 1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C7C21867-927C-0D35-6F62-1C7E9390681E}"/>
                </a:ext>
                <a:ext uri="{C183D7F6-B498-43B3-948B-1728B52AA6E4}">
                  <adec:decorative xmlns:adec="http://schemas.microsoft.com/office/drawing/2017/decorative" val="0"/>
                </a:ext>
              </a:extLst>
            </p:cNvPr>
            <p:cNvSpPr/>
            <p:nvPr/>
          </p:nvSpPr>
          <p:spPr bwMode="auto">
            <a:xfrm>
              <a:off x="516516" y="3107312"/>
              <a:ext cx="1447314" cy="3249769"/>
            </a:xfrm>
            <a:prstGeom prst="roundRect">
              <a:avLst>
                <a:gd name="adj" fmla="val 6998"/>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Session</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UI Semibold" panose="020B0702040204020203" pitchFamily="34" charset="0"/>
                </a:rPr>
                <a:t>Travel Planning</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14" name="Rectangle: Rounded Corners 1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C3E11955-50E6-BC5D-4DFB-2E3EE457327D}"/>
                </a:ext>
                <a:ext uri="{C183D7F6-B498-43B3-948B-1728B52AA6E4}">
                  <adec:decorative xmlns:adec="http://schemas.microsoft.com/office/drawing/2017/decorative" val="0"/>
                </a:ext>
              </a:extLst>
            </p:cNvPr>
            <p:cNvSpPr/>
            <p:nvPr/>
          </p:nvSpPr>
          <p:spPr bwMode="auto">
            <a:xfrm>
              <a:off x="2118180" y="3107312"/>
              <a:ext cx="1286366" cy="1479667"/>
            </a:xfrm>
            <a:prstGeom prst="roundRect">
              <a:avLst>
                <a:gd name="adj" fmla="val 6998"/>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Run 1</a:t>
              </a:r>
            </a:p>
          </p:txBody>
        </p:sp>
        <p:sp>
          <p:nvSpPr>
            <p:cNvPr id="21" name="Rectangle: Rounded Corners 20"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7D69E68A-969B-39C2-4D33-0D428135D58D}"/>
                </a:ext>
                <a:ext uri="{C183D7F6-B498-43B3-948B-1728B52AA6E4}">
                  <adec:decorative xmlns:adec="http://schemas.microsoft.com/office/drawing/2017/decorative" val="0"/>
                </a:ext>
              </a:extLst>
            </p:cNvPr>
            <p:cNvSpPr/>
            <p:nvPr/>
          </p:nvSpPr>
          <p:spPr bwMode="auto">
            <a:xfrm>
              <a:off x="2118180" y="4899435"/>
              <a:ext cx="1286366" cy="1457646"/>
            </a:xfrm>
            <a:prstGeom prst="roundRect">
              <a:avLst>
                <a:gd name="adj" fmla="val 6998"/>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Run 2</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22" name="Rectangle: Rounded Corners 2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90819A9-51DB-6778-7FF5-660A081D4876}"/>
                </a:ext>
                <a:ext uri="{C183D7F6-B498-43B3-948B-1728B52AA6E4}">
                  <adec:decorative xmlns:adec="http://schemas.microsoft.com/office/drawing/2017/decorative" val="0"/>
                </a:ext>
              </a:extLst>
            </p:cNvPr>
            <p:cNvSpPr/>
            <p:nvPr/>
          </p:nvSpPr>
          <p:spPr bwMode="auto">
            <a:xfrm>
              <a:off x="567147" y="3503731"/>
              <a:ext cx="1299911" cy="568346"/>
            </a:xfrm>
            <a:prstGeom prst="roundRect">
              <a:avLst>
                <a:gd name="adj" fmla="val 6998"/>
              </a:avLst>
            </a:prstGeom>
            <a:solidFill>
              <a:schemeClr val="bg2">
                <a:lumMod val="20000"/>
                <a:lumOff val="80000"/>
                <a:alpha val="35000"/>
              </a:schemeClr>
            </a:solidFill>
            <a:ln w="25400">
              <a:noFill/>
            </a:ln>
          </p:spPr>
          <p:txBody>
            <a:bodyPr vert="horz"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User’s message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I need to book a hotel </a:t>
              </a:r>
              <a:br>
                <a:rPr kumimoji="0" lang="en-US" sz="800" b="0" i="0" u="none" strike="noStrike" kern="1200" cap="none" spc="0" normalizeH="0" baseline="0" noProof="0">
                  <a:ln>
                    <a:noFill/>
                  </a:ln>
                  <a:solidFill>
                    <a:srgbClr val="000000"/>
                  </a:solidFill>
                  <a:effectLst/>
                  <a:uLnTx/>
                  <a:uFillTx/>
                  <a:latin typeface="Segoe Sans Display"/>
                  <a:ea typeface="+mn-ea"/>
                  <a:cs typeface="+mn-cs"/>
                </a:rPr>
              </a:br>
              <a:r>
                <a:rPr kumimoji="0" lang="en-US" sz="800" b="0" i="0" u="none" strike="noStrike" kern="1200" cap="none" spc="0" normalizeH="0" baseline="0" noProof="0">
                  <a:ln>
                    <a:noFill/>
                  </a:ln>
                  <a:solidFill>
                    <a:srgbClr val="000000"/>
                  </a:solidFill>
                  <a:effectLst/>
                  <a:uLnTx/>
                  <a:uFillTx/>
                  <a:latin typeface="Segoe Sans Display"/>
                  <a:ea typeface="+mn-ea"/>
                  <a:cs typeface="+mn-cs"/>
                </a:rPr>
                <a:t>in New York for 2 stays. </a:t>
              </a:r>
            </a:p>
          </p:txBody>
        </p:sp>
        <p:sp>
          <p:nvSpPr>
            <p:cNvPr id="23" name="Rectangle: Rounded Corners 22"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522B1552-2F49-238C-329A-5F55F26EE448}"/>
                </a:ext>
                <a:ext uri="{C183D7F6-B498-43B3-948B-1728B52AA6E4}">
                  <adec:decorative xmlns:adec="http://schemas.microsoft.com/office/drawing/2017/decorative" val="0"/>
                </a:ext>
              </a:extLst>
            </p:cNvPr>
            <p:cNvSpPr/>
            <p:nvPr/>
          </p:nvSpPr>
          <p:spPr bwMode="auto">
            <a:xfrm>
              <a:off x="575115" y="4148142"/>
              <a:ext cx="1299911" cy="463792"/>
            </a:xfrm>
            <a:prstGeom prst="roundRect">
              <a:avLst>
                <a:gd name="adj" fmla="val 6998"/>
              </a:avLst>
            </a:prstGeom>
            <a:solidFill>
              <a:schemeClr val="bg2">
                <a:lumMod val="20000"/>
                <a:lumOff val="80000"/>
                <a:alpha val="35000"/>
              </a:schemeClr>
            </a:solidFill>
            <a:ln w="25400">
              <a:noFill/>
            </a:ln>
          </p:spPr>
          <p:txBody>
            <a:bodyPr vert="horz"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Agent’s message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Here are some suggestions: </a:t>
              </a:r>
            </a:p>
          </p:txBody>
        </p:sp>
        <p:sp>
          <p:nvSpPr>
            <p:cNvPr id="24" name="Rectangle: Rounded Corners 2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1979882-E1AA-D475-D5C9-77353110A77A}"/>
                </a:ext>
                <a:ext uri="{C183D7F6-B498-43B3-948B-1728B52AA6E4}">
                  <adec:decorative xmlns:adec="http://schemas.microsoft.com/office/drawing/2017/decorative" val="0"/>
                </a:ext>
              </a:extLst>
            </p:cNvPr>
            <p:cNvSpPr/>
            <p:nvPr/>
          </p:nvSpPr>
          <p:spPr bwMode="auto">
            <a:xfrm>
              <a:off x="2067174" y="3177895"/>
              <a:ext cx="1477652" cy="568346"/>
            </a:xfrm>
            <a:prstGeom prst="roundRect">
              <a:avLst>
                <a:gd name="adj" fmla="val 6998"/>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a:ln>
                  <a:noFill/>
                </a:ln>
                <a:solidFill>
                  <a:srgbClr val="000000"/>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Segoe Sans Text"/>
                <a:ea typeface="+mn-ea"/>
                <a:cs typeface="Segoe Sans Text" pitchFamily="2" charset="0"/>
              </a:endParaRPr>
            </a:p>
          </p:txBody>
        </p:sp>
        <p:sp>
          <p:nvSpPr>
            <p:cNvPr id="27" name="Flowchart: Connector 26">
              <a:extLst>
                <a:ext uri="{FF2B5EF4-FFF2-40B4-BE49-F238E27FC236}">
                  <a16:creationId xmlns:a16="http://schemas.microsoft.com/office/drawing/2014/main" id="{00B531BF-48A9-CA2A-F8B4-42E63B26E895}"/>
                </a:ext>
              </a:extLst>
            </p:cNvPr>
            <p:cNvSpPr>
              <a:spLocks noChangeAspect="1"/>
            </p:cNvSpPr>
            <p:nvPr/>
          </p:nvSpPr>
          <p:spPr bwMode="auto">
            <a:xfrm>
              <a:off x="2179662" y="3683853"/>
              <a:ext cx="187902" cy="184150"/>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1</a:t>
              </a:r>
            </a:p>
          </p:txBody>
        </p:sp>
        <p:sp>
          <p:nvSpPr>
            <p:cNvPr id="28" name="Rectangle 27"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464E7462-94E9-1175-D1A2-F6F12069F0CE}"/>
                </a:ext>
                <a:ext uri="{C183D7F6-B498-43B3-948B-1728B52AA6E4}">
                  <adec:decorative xmlns:adec="http://schemas.microsoft.com/office/drawing/2017/decorative" val="0"/>
                </a:ext>
              </a:extLst>
            </p:cNvPr>
            <p:cNvSpPr/>
            <p:nvPr/>
          </p:nvSpPr>
          <p:spPr bwMode="auto">
            <a:xfrm>
              <a:off x="2410148" y="3593270"/>
              <a:ext cx="769728" cy="369332"/>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Text" pitchFamily="2" charset="0"/>
                </a:rPr>
                <a:t>Use Tripadvisor API to search the nearest hotel </a:t>
              </a:r>
            </a:p>
          </p:txBody>
        </p:sp>
        <p:sp>
          <p:nvSpPr>
            <p:cNvPr id="29" name="Rectangle 28"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D924BFE0-BD5C-7C94-6BAC-47A9FF16F089}"/>
                </a:ext>
                <a:ext uri="{C183D7F6-B498-43B3-948B-1728B52AA6E4}">
                  <adec:decorative xmlns:adec="http://schemas.microsoft.com/office/drawing/2017/decorative" val="0"/>
                </a:ext>
              </a:extLst>
            </p:cNvPr>
            <p:cNvSpPr/>
            <p:nvPr/>
          </p:nvSpPr>
          <p:spPr bwMode="auto">
            <a:xfrm>
              <a:off x="2410148" y="4318483"/>
              <a:ext cx="874786" cy="123111"/>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Text" pitchFamily="2" charset="0"/>
                </a:rPr>
                <a:t>Create message</a:t>
              </a:r>
            </a:p>
          </p:txBody>
        </p:sp>
        <p:sp>
          <p:nvSpPr>
            <p:cNvPr id="31" name="Flowchart: Connector 30">
              <a:extLst>
                <a:ext uri="{FF2B5EF4-FFF2-40B4-BE49-F238E27FC236}">
                  <a16:creationId xmlns:a16="http://schemas.microsoft.com/office/drawing/2014/main" id="{548D7EF4-A514-93DE-84C7-45E7D5E34BBB}"/>
                </a:ext>
              </a:extLst>
            </p:cNvPr>
            <p:cNvSpPr>
              <a:spLocks noChangeAspect="1"/>
            </p:cNvSpPr>
            <p:nvPr/>
          </p:nvSpPr>
          <p:spPr bwMode="auto">
            <a:xfrm>
              <a:off x="2181888" y="4285955"/>
              <a:ext cx="187902" cy="184150"/>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2</a:t>
              </a:r>
            </a:p>
          </p:txBody>
        </p:sp>
        <p:sp>
          <p:nvSpPr>
            <p:cNvPr id="32" name="Rectangle: Rounded Corners 3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000AD9E6-3950-BFE7-8B93-8C4EDE6574CA}"/>
                </a:ext>
                <a:ext uri="{C183D7F6-B498-43B3-948B-1728B52AA6E4}">
                  <adec:decorative xmlns:adec="http://schemas.microsoft.com/office/drawing/2017/decorative" val="0"/>
                </a:ext>
              </a:extLst>
            </p:cNvPr>
            <p:cNvSpPr/>
            <p:nvPr/>
          </p:nvSpPr>
          <p:spPr bwMode="auto">
            <a:xfrm>
              <a:off x="575115" y="4978977"/>
              <a:ext cx="1299911" cy="553186"/>
            </a:xfrm>
            <a:prstGeom prst="roundRect">
              <a:avLst>
                <a:gd name="adj" fmla="val 6998"/>
              </a:avLst>
            </a:prstGeom>
            <a:solidFill>
              <a:schemeClr val="bg2">
                <a:lumMod val="20000"/>
                <a:lumOff val="80000"/>
                <a:alpha val="35000"/>
              </a:schemeClr>
            </a:solidFill>
            <a:ln w="25400">
              <a:noFill/>
            </a:ln>
          </p:spPr>
          <p:txBody>
            <a:bodyPr vert="horz"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User’s message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What’s the daily meal allowance for the business trip?</a:t>
              </a:r>
            </a:p>
          </p:txBody>
        </p:sp>
        <p:sp>
          <p:nvSpPr>
            <p:cNvPr id="33" name="Rectangle: Rounded Corners 32"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85983983-7D0A-BA5D-CAD9-3784C20A2B4D}"/>
                </a:ext>
                <a:ext uri="{C183D7F6-B498-43B3-948B-1728B52AA6E4}">
                  <adec:decorative xmlns:adec="http://schemas.microsoft.com/office/drawing/2017/decorative" val="0"/>
                </a:ext>
              </a:extLst>
            </p:cNvPr>
            <p:cNvSpPr/>
            <p:nvPr/>
          </p:nvSpPr>
          <p:spPr bwMode="auto">
            <a:xfrm>
              <a:off x="583083" y="5600868"/>
              <a:ext cx="1299911" cy="713302"/>
            </a:xfrm>
            <a:prstGeom prst="roundRect">
              <a:avLst>
                <a:gd name="adj" fmla="val 6998"/>
              </a:avLst>
            </a:prstGeom>
            <a:solidFill>
              <a:schemeClr val="bg2">
                <a:lumMod val="20000"/>
                <a:lumOff val="80000"/>
                <a:alpha val="35000"/>
              </a:schemeClr>
            </a:solidFill>
            <a:ln w="25400">
              <a:noFill/>
            </a:ln>
          </p:spPr>
          <p:txBody>
            <a:bodyPr vert="horz"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Agent’s message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The daily allowance for your business trip is $75, as per company policy. </a:t>
              </a:r>
            </a:p>
          </p:txBody>
        </p:sp>
        <p:sp>
          <p:nvSpPr>
            <p:cNvPr id="34" name="Rectangle 3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20995B7C-13BD-99DD-0C84-8A6FA246ABAC}"/>
                </a:ext>
                <a:ext uri="{C183D7F6-B498-43B3-948B-1728B52AA6E4}">
                  <adec:decorative xmlns:adec="http://schemas.microsoft.com/office/drawing/2017/decorative" val="0"/>
                </a:ext>
              </a:extLst>
            </p:cNvPr>
            <p:cNvSpPr/>
            <p:nvPr/>
          </p:nvSpPr>
          <p:spPr bwMode="auto">
            <a:xfrm>
              <a:off x="2410148" y="5163315"/>
              <a:ext cx="890783" cy="49244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Text" pitchFamily="2" charset="0"/>
                </a:rPr>
                <a:t>Use Microsoft SharePoint to query the company travel policy</a:t>
              </a:r>
            </a:p>
          </p:txBody>
        </p:sp>
        <p:sp>
          <p:nvSpPr>
            <p:cNvPr id="35" name="Rectangle 34"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B4BF70D2-8A4D-99DE-5ABE-0E9C6B27A20C}"/>
                </a:ext>
                <a:ext uri="{C183D7F6-B498-43B3-948B-1728B52AA6E4}">
                  <adec:decorative xmlns:adec="http://schemas.microsoft.com/office/drawing/2017/decorative" val="0"/>
                </a:ext>
              </a:extLst>
            </p:cNvPr>
            <p:cNvSpPr/>
            <p:nvPr/>
          </p:nvSpPr>
          <p:spPr bwMode="auto">
            <a:xfrm>
              <a:off x="2410148" y="5928325"/>
              <a:ext cx="874786" cy="123111"/>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b"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Text" pitchFamily="2" charset="0"/>
                </a:rPr>
                <a:t>Create message</a:t>
              </a:r>
            </a:p>
          </p:txBody>
        </p:sp>
        <p:sp>
          <p:nvSpPr>
            <p:cNvPr id="37" name="Flowchart: Connector 36">
              <a:extLst>
                <a:ext uri="{FF2B5EF4-FFF2-40B4-BE49-F238E27FC236}">
                  <a16:creationId xmlns:a16="http://schemas.microsoft.com/office/drawing/2014/main" id="{DFF052EC-E935-CBA0-C82E-5E309ED0DDF2}"/>
                </a:ext>
              </a:extLst>
            </p:cNvPr>
            <p:cNvSpPr>
              <a:spLocks noChangeAspect="1"/>
            </p:cNvSpPr>
            <p:nvPr/>
          </p:nvSpPr>
          <p:spPr bwMode="auto">
            <a:xfrm>
              <a:off x="2176701" y="5893449"/>
              <a:ext cx="193232" cy="184150"/>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2</a:t>
              </a:r>
            </a:p>
          </p:txBody>
        </p:sp>
        <p:sp>
          <p:nvSpPr>
            <p:cNvPr id="38" name="Flowchart: Connector 37">
              <a:extLst>
                <a:ext uri="{FF2B5EF4-FFF2-40B4-BE49-F238E27FC236}">
                  <a16:creationId xmlns:a16="http://schemas.microsoft.com/office/drawing/2014/main" id="{4A154480-E1F0-FAAD-E626-7950B888B3D7}"/>
                </a:ext>
              </a:extLst>
            </p:cNvPr>
            <p:cNvSpPr>
              <a:spLocks noChangeAspect="1"/>
            </p:cNvSpPr>
            <p:nvPr/>
          </p:nvSpPr>
          <p:spPr bwMode="auto">
            <a:xfrm>
              <a:off x="2176701" y="5159138"/>
              <a:ext cx="193232" cy="184150"/>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1</a:t>
              </a:r>
            </a:p>
          </p:txBody>
        </p:sp>
        <p:cxnSp>
          <p:nvCxnSpPr>
            <p:cNvPr id="41" name="Straight Connector 40">
              <a:extLst>
                <a:ext uri="{FF2B5EF4-FFF2-40B4-BE49-F238E27FC236}">
                  <a16:creationId xmlns:a16="http://schemas.microsoft.com/office/drawing/2014/main" id="{B2D524CC-DB38-6E35-0A11-41F3BEA98F0D}"/>
                </a:ext>
              </a:extLst>
            </p:cNvPr>
            <p:cNvCxnSpPr>
              <a:cxnSpLocks/>
              <a:stCxn id="27" idx="4"/>
              <a:endCxn id="31" idx="0"/>
            </p:cNvCxnSpPr>
            <p:nvPr/>
          </p:nvCxnSpPr>
          <p:spPr>
            <a:xfrm>
              <a:off x="2273613" y="3868003"/>
              <a:ext cx="2226" cy="417952"/>
            </a:xfrm>
            <a:prstGeom prst="line">
              <a:avLst/>
            </a:prstGeom>
            <a:ln w="9525">
              <a:solidFill>
                <a:schemeClr val="bg2">
                  <a:lumMod val="20000"/>
                  <a:lumOff val="80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C7F75DA-81D3-BA19-42C5-5117FB12E7FC}"/>
                </a:ext>
              </a:extLst>
            </p:cNvPr>
            <p:cNvCxnSpPr>
              <a:cxnSpLocks/>
            </p:cNvCxnSpPr>
            <p:nvPr/>
          </p:nvCxnSpPr>
          <p:spPr>
            <a:xfrm>
              <a:off x="2282730" y="5354392"/>
              <a:ext cx="0" cy="538538"/>
            </a:xfrm>
            <a:prstGeom prst="line">
              <a:avLst/>
            </a:prstGeom>
            <a:ln w="9525">
              <a:solidFill>
                <a:schemeClr val="bg2">
                  <a:lumMod val="20000"/>
                  <a:lumOff val="80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Rectangle 4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CB5B41FD-CD0F-4714-9231-447BBF6A9325}"/>
                </a:ext>
                <a:ext uri="{C183D7F6-B498-43B3-948B-1728B52AA6E4}">
                  <adec:decorative xmlns:adec="http://schemas.microsoft.com/office/drawing/2017/decorative" val="0"/>
                </a:ext>
              </a:extLst>
            </p:cNvPr>
            <p:cNvSpPr/>
            <p:nvPr/>
          </p:nvSpPr>
          <p:spPr bwMode="auto">
            <a:xfrm>
              <a:off x="3833082" y="3716381"/>
              <a:ext cx="766235" cy="123111"/>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non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Text"/>
                  <a:ea typeface="+mn-ea"/>
                  <a:cs typeface="Segoe Sans Text" pitchFamily="2" charset="0"/>
                </a:rPr>
                <a:t>Trip to New York</a:t>
              </a:r>
            </a:p>
          </p:txBody>
        </p:sp>
        <p:sp>
          <p:nvSpPr>
            <p:cNvPr id="52" name="Rectangle 5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C661988F-6CB6-50C3-932A-09C3C6124949}"/>
                </a:ext>
                <a:ext uri="{C183D7F6-B498-43B3-948B-1728B52AA6E4}">
                  <adec:decorative xmlns:adec="http://schemas.microsoft.com/office/drawing/2017/decorative" val="0"/>
                </a:ext>
              </a:extLst>
            </p:cNvPr>
            <p:cNvSpPr/>
            <p:nvPr/>
          </p:nvSpPr>
          <p:spPr bwMode="auto">
            <a:xfrm>
              <a:off x="3833082" y="5347981"/>
              <a:ext cx="953787" cy="123111"/>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non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Text"/>
                  <a:ea typeface="+mn-ea"/>
                  <a:cs typeface="Segoe Sans Text" pitchFamily="2" charset="0"/>
                </a:rPr>
                <a:t>Daily meal allowance</a:t>
              </a:r>
            </a:p>
          </p:txBody>
        </p:sp>
        <p:pic>
          <p:nvPicPr>
            <p:cNvPr id="53" name="Picture 2" descr="Download - Free web icons">
              <a:extLst>
                <a:ext uri="{FF2B5EF4-FFF2-40B4-BE49-F238E27FC236}">
                  <a16:creationId xmlns:a16="http://schemas.microsoft.com/office/drawing/2014/main" id="{803BDC01-0475-8C7E-CBF9-73D7D4BA2C5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58" r="-2558"/>
            <a:stretch>
              <a:fillRect/>
            </a:stretch>
          </p:blipFill>
          <p:spPr bwMode="auto">
            <a:xfrm>
              <a:off x="3624142" y="3693968"/>
              <a:ext cx="176524" cy="16793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Download - Free web icons">
              <a:extLst>
                <a:ext uri="{FF2B5EF4-FFF2-40B4-BE49-F238E27FC236}">
                  <a16:creationId xmlns:a16="http://schemas.microsoft.com/office/drawing/2014/main" id="{62978235-3E01-0277-E3A8-318A065AD24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58" r="-2558"/>
            <a:stretch>
              <a:fillRect/>
            </a:stretch>
          </p:blipFill>
          <p:spPr bwMode="auto">
            <a:xfrm>
              <a:off x="3624142" y="5325569"/>
              <a:ext cx="176524" cy="167935"/>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Straight Arrow Connector 29">
              <a:extLst>
                <a:ext uri="{FF2B5EF4-FFF2-40B4-BE49-F238E27FC236}">
                  <a16:creationId xmlns:a16="http://schemas.microsoft.com/office/drawing/2014/main" id="{E3C3AED7-E352-48AC-FE2E-ABBF4D4168EC}"/>
                </a:ext>
              </a:extLst>
            </p:cNvPr>
            <p:cNvCxnSpPr>
              <a:cxnSpLocks/>
              <a:stCxn id="22" idx="3"/>
            </p:cNvCxnSpPr>
            <p:nvPr/>
          </p:nvCxnSpPr>
          <p:spPr>
            <a:xfrm flipV="1">
              <a:off x="1867059" y="3787499"/>
              <a:ext cx="296638" cy="405"/>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DD49C08-C025-C70A-46FF-81B064E5A407}"/>
                </a:ext>
              </a:extLst>
            </p:cNvPr>
            <p:cNvCxnSpPr>
              <a:cxnSpLocks/>
            </p:cNvCxnSpPr>
            <p:nvPr/>
          </p:nvCxnSpPr>
          <p:spPr>
            <a:xfrm flipH="1">
              <a:off x="1875027" y="4380038"/>
              <a:ext cx="288670" cy="0"/>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F87A710-600F-9026-77D1-951707158EFC}"/>
                </a:ext>
              </a:extLst>
            </p:cNvPr>
            <p:cNvCxnSpPr>
              <a:cxnSpLocks/>
            </p:cNvCxnSpPr>
            <p:nvPr/>
          </p:nvCxnSpPr>
          <p:spPr>
            <a:xfrm flipV="1">
              <a:off x="1883674" y="5255368"/>
              <a:ext cx="296638" cy="405"/>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A2A66B4-A43B-1B04-AC90-C249EC83F7C1}"/>
                </a:ext>
              </a:extLst>
            </p:cNvPr>
            <p:cNvCxnSpPr>
              <a:cxnSpLocks/>
            </p:cNvCxnSpPr>
            <p:nvPr/>
          </p:nvCxnSpPr>
          <p:spPr>
            <a:xfrm flipH="1">
              <a:off x="1882420" y="5975266"/>
              <a:ext cx="288670" cy="0"/>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129D579-C9C3-DDBC-559A-0342288FBC48}"/>
                </a:ext>
              </a:extLst>
            </p:cNvPr>
            <p:cNvCxnSpPr>
              <a:cxnSpLocks/>
            </p:cNvCxnSpPr>
            <p:nvPr/>
          </p:nvCxnSpPr>
          <p:spPr>
            <a:xfrm flipV="1">
              <a:off x="3322382" y="3777733"/>
              <a:ext cx="296638" cy="405"/>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5143CAE0-6FCF-393E-334E-BC34BBD210E5}"/>
                </a:ext>
              </a:extLst>
            </p:cNvPr>
            <p:cNvCxnSpPr>
              <a:cxnSpLocks/>
            </p:cNvCxnSpPr>
            <p:nvPr/>
          </p:nvCxnSpPr>
          <p:spPr>
            <a:xfrm flipV="1">
              <a:off x="3300931" y="5409334"/>
              <a:ext cx="296638" cy="405"/>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grpSp>
      <p:sp>
        <p:nvSpPr>
          <p:cNvPr id="74" name="Rectangle: Rounded Corners 73">
            <a:extLst>
              <a:ext uri="{FF2B5EF4-FFF2-40B4-BE49-F238E27FC236}">
                <a16:creationId xmlns:a16="http://schemas.microsoft.com/office/drawing/2014/main" id="{0FE0EC3B-8A6B-0913-EC4D-33C6EC737634}"/>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13" name="Picture 12">
            <a:extLst>
              <a:ext uri="{FF2B5EF4-FFF2-40B4-BE49-F238E27FC236}">
                <a16:creationId xmlns:a16="http://schemas.microsoft.com/office/drawing/2014/main" id="{DA6C4D71-54B4-0910-512D-58BD6F39796E}"/>
              </a:ext>
            </a:extLst>
          </p:cNvPr>
          <p:cNvPicPr>
            <a:picLocks noChangeAspect="1"/>
          </p:cNvPicPr>
          <p:nvPr/>
        </p:nvPicPr>
        <p:blipFill>
          <a:blip r:embed="rId7"/>
          <a:srcRect l="-100" r="10602" b="19445"/>
          <a:stretch>
            <a:fillRect/>
          </a:stretch>
        </p:blipFill>
        <p:spPr>
          <a:xfrm>
            <a:off x="5341084" y="2025208"/>
            <a:ext cx="6712770" cy="2808008"/>
          </a:xfrm>
          <a:prstGeom prst="rect">
            <a:avLst/>
          </a:prstGeom>
        </p:spPr>
      </p:pic>
    </p:spTree>
    <p:extLst>
      <p:ext uri="{BB962C8B-B14F-4D97-AF65-F5344CB8AC3E}">
        <p14:creationId xmlns:p14="http://schemas.microsoft.com/office/powerpoint/2010/main" val="3736789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42" presetClass="path" presetSubtype="0" decel="100000" fill="hold" grpId="1" nodeType="withEffect">
                                  <p:stCondLst>
                                    <p:cond delay="0"/>
                                  </p:stCondLst>
                                  <p:childTnLst>
                                    <p:animMotion origin="layout" path="M -4.79167E-6 0.03888 L -4.79167E-6 4.44444E-6 " pathEditMode="relative" rAng="0" ptsTypes="AA">
                                      <p:cBhvr>
                                        <p:cTn id="9" dur="500" fill="hold"/>
                                        <p:tgtEl>
                                          <p:spTgt spid="11"/>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200"/>
                                        <p:tgtEl>
                                          <p:spTgt spid="20"/>
                                        </p:tgtEl>
                                      </p:cBhvr>
                                    </p:animEffect>
                                  </p:childTnLst>
                                </p:cTn>
                              </p:par>
                              <p:par>
                                <p:cTn id="13" presetID="42" presetClass="path" presetSubtype="0" decel="100000" fill="hold" grpId="1" nodeType="withEffect">
                                  <p:stCondLst>
                                    <p:cond delay="100"/>
                                  </p:stCondLst>
                                  <p:childTnLst>
                                    <p:animMotion origin="layout" path="M -4.79167E-6 0.03888 L -4.79167E-6 4.07407E-6 " pathEditMode="relative" rAng="0" ptsTypes="AA">
                                      <p:cBhvr>
                                        <p:cTn id="14" dur="500" fill="hold"/>
                                        <p:tgtEl>
                                          <p:spTgt spid="20"/>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75"/>
                                        </p:tgtEl>
                                        <p:attrNameLst>
                                          <p:attrName>style.visibility</p:attrName>
                                        </p:attrNameLst>
                                      </p:cBhvr>
                                      <p:to>
                                        <p:strVal val="visible"/>
                                      </p:to>
                                    </p:set>
                                    <p:animEffect transition="in" filter="fade">
                                      <p:cBhvr>
                                        <p:cTn id="17" dur="200"/>
                                        <p:tgtEl>
                                          <p:spTgt spid="75"/>
                                        </p:tgtEl>
                                      </p:cBhvr>
                                    </p:animEffect>
                                  </p:childTnLst>
                                </p:cTn>
                              </p:par>
                              <p:par>
                                <p:cTn id="18" presetID="42" presetClass="path" presetSubtype="0" decel="100000" fill="hold" nodeType="withEffect">
                                  <p:stCondLst>
                                    <p:cond delay="100"/>
                                  </p:stCondLst>
                                  <p:childTnLst>
                                    <p:animMotion origin="layout" path="M 5E-6 0.03888 L 5E-6 4.81481E-6 " pathEditMode="relative" rAng="0" ptsTypes="AA">
                                      <p:cBhvr>
                                        <p:cTn id="19" dur="500" fill="hold"/>
                                        <p:tgtEl>
                                          <p:spTgt spid="75"/>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0" grpId="0"/>
      <p:bldP spid="20"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47CE-2FB0-94AE-2E95-2CE4BF3EE96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4962BE-2184-9540-8A44-EF7ADFF2046B}"/>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D3FFFD2A-A8F0-95E3-D194-C4441D5FA7D6}"/>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3" name="Rectangle: Rounded Corners 10">
            <a:extLst>
              <a:ext uri="{FF2B5EF4-FFF2-40B4-BE49-F238E27FC236}">
                <a16:creationId xmlns:a16="http://schemas.microsoft.com/office/drawing/2014/main" id="{A4336A7B-A508-646D-F606-0D46D276EBD3}"/>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2">
            <a:extLst>
              <a:ext uri="{FF2B5EF4-FFF2-40B4-BE49-F238E27FC236}">
                <a16:creationId xmlns:a16="http://schemas.microsoft.com/office/drawing/2014/main" id="{7D3E07BD-6BEB-4BEB-210F-AE5D2B0CB1CF}"/>
              </a:ext>
            </a:extLst>
          </p:cNvPr>
          <p:cNvSpPr/>
          <p:nvPr/>
        </p:nvSpPr>
        <p:spPr bwMode="auto">
          <a:xfrm>
            <a:off x="4993248" y="1415143"/>
            <a:ext cx="6837085" cy="3953357"/>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Rectangle: Rounded Corners 12" descr="GenAI Model Store">
            <a:extLst>
              <a:ext uri="{FF2B5EF4-FFF2-40B4-BE49-F238E27FC236}">
                <a16:creationId xmlns:a16="http://schemas.microsoft.com/office/drawing/2014/main" id="{6ADFD1DC-BDED-F923-DA5E-9C7EC66B1BE3}"/>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sp>
        <p:nvSpPr>
          <p:cNvPr id="6" name="Title 1">
            <a:extLst>
              <a:ext uri="{FF2B5EF4-FFF2-40B4-BE49-F238E27FC236}">
                <a16:creationId xmlns:a16="http://schemas.microsoft.com/office/drawing/2014/main" id="{2DA8FFF7-02A0-3AFD-94C7-DD0680507F13}"/>
              </a:ext>
            </a:extLst>
          </p:cNvPr>
          <p:cNvSpPr txBox="1">
            <a:spLocks/>
          </p:cNvSpPr>
          <p:nvPr/>
        </p:nvSpPr>
        <p:spPr>
          <a:xfrm>
            <a:off x="299405" y="647700"/>
            <a:ext cx="4066507" cy="984885"/>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prstClr val="white"/>
                </a:solidFill>
                <a:effectLst/>
                <a:uLnTx/>
                <a:uFillTx/>
                <a:latin typeface="Segoe UI Semibold"/>
                <a:ea typeface="+mn-ea"/>
                <a:cs typeface="Segoe Sans Text"/>
              </a:rPr>
              <a:t>Built-in memory in Foundry Agent Service</a:t>
            </a:r>
            <a:endParaRPr kumimoji="0" lang="en-US" sz="3200" b="0" i="0" u="none" strike="noStrike" kern="1200" cap="none" spc="-50" normalizeH="0" baseline="0" noProof="0">
              <a:ln w="3175">
                <a:noFill/>
              </a:ln>
              <a:solidFill>
                <a:prstClr val="white"/>
              </a:solidFill>
              <a:effectLst/>
              <a:uLnTx/>
              <a:uFillTx/>
              <a:latin typeface="Segoe UI Semibold"/>
              <a:ea typeface="+mn-ea"/>
              <a:cs typeface="Segoe Sans Text" pitchFamily="2" charset="0"/>
            </a:endParaRPr>
          </a:p>
        </p:txBody>
      </p:sp>
      <p:sp>
        <p:nvSpPr>
          <p:cNvPr id="8" name="Rectangle: Rounded Corners 10">
            <a:extLst>
              <a:ext uri="{FF2B5EF4-FFF2-40B4-BE49-F238E27FC236}">
                <a16:creationId xmlns:a16="http://schemas.microsoft.com/office/drawing/2014/main" id="{FE87BFF9-1864-B35A-B8EC-6ADF38522A8E}"/>
              </a:ext>
            </a:extLst>
          </p:cNvPr>
          <p:cNvSpPr/>
          <p:nvPr/>
        </p:nvSpPr>
        <p:spPr>
          <a:xfrm>
            <a:off x="312279" y="2350797"/>
            <a:ext cx="3947439" cy="4154984"/>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Gives developers a scalable, secure way for agents to retain chat history, preferences, and task outcomes across sessions and workflows. </a:t>
            </a: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Developers can define custom </a:t>
            </a:r>
            <a:r>
              <a:rPr kumimoji="0" lang="en-US" sz="1800" b="1" i="0" u="none" strike="noStrike" kern="1200" cap="none" spc="0" normalizeH="0" baseline="0" noProof="0">
                <a:ln>
                  <a:noFill/>
                </a:ln>
                <a:solidFill>
                  <a:prstClr val="white"/>
                </a:solidFill>
                <a:effectLst/>
                <a:uLnTx/>
                <a:uFillTx/>
                <a:latin typeface="Segoe UI Semilight"/>
                <a:ea typeface="+mn-ea"/>
                <a:cs typeface="+mn-cs"/>
              </a:rPr>
              <a:t>topics</a:t>
            </a:r>
            <a:r>
              <a:rPr kumimoji="0" lang="en-US" sz="1800" b="0" i="0" u="none" strike="noStrike" kern="1200" cap="none" spc="0" normalizeH="0" baseline="0" noProof="0">
                <a:ln>
                  <a:noFill/>
                </a:ln>
                <a:solidFill>
                  <a:prstClr val="white"/>
                </a:solidFill>
                <a:effectLst/>
                <a:uLnTx/>
                <a:uFillTx/>
                <a:latin typeface="Segoe UI Semilight"/>
                <a:ea typeface="+mn-ea"/>
                <a:cs typeface="+mn-cs"/>
              </a:rPr>
              <a:t> to optimize what agents remember, while Foundry automatically extracts and consolidates key insights for precision and speed.</a:t>
            </a:r>
          </a:p>
          <a:p>
            <a:pPr marL="285750" marR="0" lvl="0" indent="-285750" algn="l" defTabSz="932742"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prstClr val="white"/>
                </a:solidFill>
                <a:effectLst/>
                <a:uLnTx/>
                <a:uFillTx/>
                <a:latin typeface="Segoe UI Semilight"/>
                <a:ea typeface="+mn-ea"/>
                <a:cs typeface="+mn-cs"/>
              </a:rPr>
              <a:t>Each memory instance is secured with </a:t>
            </a:r>
            <a:r>
              <a:rPr kumimoji="0" lang="en-US" sz="1800" b="1" i="0" u="none" strike="noStrike" kern="1200" cap="none" spc="0" normalizeH="0" baseline="0" noProof="0">
                <a:ln>
                  <a:noFill/>
                </a:ln>
                <a:solidFill>
                  <a:prstClr val="white"/>
                </a:solidFill>
                <a:effectLst/>
                <a:uLnTx/>
                <a:uFillTx/>
                <a:latin typeface="Segoe UI Semilight"/>
                <a:ea typeface="+mn-ea"/>
                <a:cs typeface="+mn-cs"/>
              </a:rPr>
              <a:t>Entra ID</a:t>
            </a:r>
            <a:r>
              <a:rPr kumimoji="0" lang="en-US" sz="1800" b="0" i="0" u="none" strike="noStrike" kern="1200" cap="none" spc="0" normalizeH="0" baseline="0" noProof="0">
                <a:ln>
                  <a:noFill/>
                </a:ln>
                <a:solidFill>
                  <a:prstClr val="white"/>
                </a:solidFill>
                <a:effectLst/>
                <a:uLnTx/>
                <a:uFillTx/>
                <a:latin typeface="Segoe UI Semilight"/>
                <a:ea typeface="+mn-ea"/>
                <a:cs typeface="+mn-cs"/>
              </a:rPr>
              <a:t> and scoped by user, supporting multi-agent collaboration without data crosstalk</a:t>
            </a:r>
            <a:endPar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endParaRPr>
          </a:p>
        </p:txBody>
      </p:sp>
      <p:pic>
        <p:nvPicPr>
          <p:cNvPr id="7" name="Picture 6">
            <a:extLst>
              <a:ext uri="{FF2B5EF4-FFF2-40B4-BE49-F238E27FC236}">
                <a16:creationId xmlns:a16="http://schemas.microsoft.com/office/drawing/2014/main" id="{C5FC0222-92E8-4CE3-94C3-37919B3AF043}"/>
              </a:ext>
            </a:extLst>
          </p:cNvPr>
          <p:cNvPicPr>
            <a:picLocks noChangeAspect="1"/>
          </p:cNvPicPr>
          <p:nvPr/>
        </p:nvPicPr>
        <p:blipFill>
          <a:blip r:embed="rId3"/>
          <a:stretch>
            <a:fillRect/>
          </a:stretch>
        </p:blipFill>
        <p:spPr>
          <a:xfrm>
            <a:off x="5189577" y="1467071"/>
            <a:ext cx="6444426" cy="3848754"/>
          </a:xfrm>
          <a:prstGeom prst="rect">
            <a:avLst/>
          </a:prstGeom>
          <a:ln>
            <a:noFill/>
          </a:ln>
          <a:effectLst>
            <a:softEdge rad="112500"/>
          </a:effectLst>
        </p:spPr>
      </p:pic>
    </p:spTree>
    <p:extLst>
      <p:ext uri="{BB962C8B-B14F-4D97-AF65-F5344CB8AC3E}">
        <p14:creationId xmlns:p14="http://schemas.microsoft.com/office/powerpoint/2010/main" val="278832969"/>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292565-5ACC-7BF2-2758-B2F26F7F40A9}"/>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FAAEC640-483E-E51C-15EF-EB5C57E7EFA5}"/>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Memory &amp; Conversation State</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F19B4124-210A-B797-5B11-D05AA5DEBE3E}"/>
              </a:ext>
            </a:extLst>
          </p:cNvPr>
          <p:cNvSpPr>
            <a:spLocks noGrp="1"/>
          </p:cNvSpPr>
          <p:nvPr>
            <p:ph type="body" sz="quarter" idx="10"/>
          </p:nvPr>
        </p:nvSpPr>
        <p:spPr>
          <a:xfrm>
            <a:off x="588966" y="2252795"/>
            <a:ext cx="3821670" cy="4462760"/>
          </a:xfrm>
        </p:spPr>
        <p:txBody>
          <a:bodyPr/>
          <a:lstStyle/>
          <a:p>
            <a:r>
              <a:rPr lang="en-US" sz="2000"/>
              <a:t>The </a:t>
            </a:r>
            <a:r>
              <a:rPr lang="en-US" sz="1800" err="1"/>
              <a:t>AgentThread</a:t>
            </a:r>
            <a:r>
              <a:rPr lang="en-US" sz="2000"/>
              <a:t> abstraction retains conversation history across turns and sessions, ensuring agents have relevant context for long-running dialogues.</a:t>
            </a:r>
          </a:p>
          <a:p>
            <a:endParaRPr lang="en-US" sz="2000"/>
          </a:p>
          <a:p>
            <a:r>
              <a:rPr lang="en-US" sz="2000"/>
              <a:t>Agent Framework provides </a:t>
            </a:r>
            <a:r>
              <a:rPr lang="en-US" sz="2000" b="1"/>
              <a:t>short-term memory</a:t>
            </a:r>
            <a:r>
              <a:rPr lang="en-US" sz="2000"/>
              <a:t> (session-scoped, immediate context) and </a:t>
            </a:r>
            <a:r>
              <a:rPr lang="en-US" sz="2000" b="1"/>
              <a:t>long-term memory</a:t>
            </a:r>
            <a:r>
              <a:rPr lang="en-US" sz="2000"/>
              <a:t> (persistent data for user preferences, facts, etc.) through integrations with vector </a:t>
            </a:r>
            <a:r>
              <a:rPr lang="en-US" sz="2000" err="1"/>
              <a:t>DBs.</a:t>
            </a:r>
            <a:endParaRPr lang="en-US" sz="2000"/>
          </a:p>
        </p:txBody>
      </p:sp>
      <p:cxnSp>
        <p:nvCxnSpPr>
          <p:cNvPr id="2" name="Straight Connector 1">
            <a:extLst>
              <a:ext uri="{FF2B5EF4-FFF2-40B4-BE49-F238E27FC236}">
                <a16:creationId xmlns:a16="http://schemas.microsoft.com/office/drawing/2014/main" id="{5666D34F-16B1-C926-19D1-BF63DE9EA819}"/>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51" name="Rectangle: Rounded Corners 50"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5DA46E03-DC0D-86D6-4134-DBAD37502C4A}"/>
              </a:ext>
              <a:ext uri="{C183D7F6-B498-43B3-948B-1728B52AA6E4}">
                <adec:decorative xmlns:adec="http://schemas.microsoft.com/office/drawing/2017/decorative" val="0"/>
              </a:ext>
            </a:extLst>
          </p:cNvPr>
          <p:cNvSpPr/>
          <p:nvPr/>
        </p:nvSpPr>
        <p:spPr bwMode="auto">
          <a:xfrm>
            <a:off x="9871613" y="1041160"/>
            <a:ext cx="1974602" cy="521365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endParaRPr>
          </a:p>
        </p:txBody>
      </p:sp>
      <p:sp>
        <p:nvSpPr>
          <p:cNvPr id="52" name="Rectangle: Rounded Corners 51"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50607A05-75A7-3A5D-9284-5F0069D22FDC}"/>
              </a:ext>
              <a:ext uri="{C183D7F6-B498-43B3-948B-1728B52AA6E4}">
                <adec:decorative xmlns:adec="http://schemas.microsoft.com/office/drawing/2017/decorative" val="0"/>
              </a:ext>
            </a:extLst>
          </p:cNvPr>
          <p:cNvSpPr/>
          <p:nvPr/>
        </p:nvSpPr>
        <p:spPr bwMode="auto">
          <a:xfrm>
            <a:off x="9805461" y="1008504"/>
            <a:ext cx="2255271" cy="935818"/>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251D21"/>
                </a:solidFill>
                <a:effectLst/>
                <a:uLnTx/>
                <a:uFillTx/>
                <a:latin typeface="Segoe Sans Text"/>
                <a:ea typeface="+mn-ea"/>
                <a:cs typeface="Segoe Sans Text" pitchFamily="2" charset="0"/>
              </a:rPr>
              <a:t>Memory</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endParaRPr>
          </a:p>
        </p:txBody>
      </p:sp>
      <p:sp>
        <p:nvSpPr>
          <p:cNvPr id="53" name="Rectangle: Rounded Corners 52"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ADAAFB1E-5BDE-0E70-DBE2-BAB7806AD215}"/>
              </a:ext>
              <a:ext uri="{C183D7F6-B498-43B3-948B-1728B52AA6E4}">
                <adec:decorative xmlns:adec="http://schemas.microsoft.com/office/drawing/2017/decorative" val="0"/>
              </a:ext>
            </a:extLst>
          </p:cNvPr>
          <p:cNvSpPr/>
          <p:nvPr/>
        </p:nvSpPr>
        <p:spPr bwMode="auto">
          <a:xfrm>
            <a:off x="5228172" y="1041160"/>
            <a:ext cx="2208967" cy="521365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endParaRPr>
          </a:p>
        </p:txBody>
      </p:sp>
      <p:sp>
        <p:nvSpPr>
          <p:cNvPr id="54" name="Rectangle: Rounded Corners 5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7487CAFD-C148-22C4-0305-116E4F0A151C}"/>
              </a:ext>
              <a:ext uri="{C183D7F6-B498-43B3-948B-1728B52AA6E4}">
                <adec:decorative xmlns:adec="http://schemas.microsoft.com/office/drawing/2017/decorative" val="0"/>
              </a:ext>
            </a:extLst>
          </p:cNvPr>
          <p:cNvSpPr/>
          <p:nvPr/>
        </p:nvSpPr>
        <p:spPr bwMode="auto">
          <a:xfrm>
            <a:off x="7582019" y="1041160"/>
            <a:ext cx="1963319" cy="2373853"/>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251D21"/>
              </a:solidFill>
              <a:effectLst/>
              <a:uLnTx/>
              <a:uFillTx/>
              <a:latin typeface="Segoe Sans Text"/>
              <a:ea typeface="+mn-ea"/>
              <a:cs typeface="Segoe Sans Text" pitchFamily="2" charset="0"/>
            </a:endParaRPr>
          </a:p>
        </p:txBody>
      </p:sp>
      <p:sp>
        <p:nvSpPr>
          <p:cNvPr id="55" name="Rectangle: Rounded Corners 54"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00808B21-019C-D9F3-89A7-369148EE76D5}"/>
              </a:ext>
              <a:ext uri="{C183D7F6-B498-43B3-948B-1728B52AA6E4}">
                <adec:decorative xmlns:adec="http://schemas.microsoft.com/office/drawing/2017/decorative" val="0"/>
              </a:ext>
            </a:extLst>
          </p:cNvPr>
          <p:cNvSpPr/>
          <p:nvPr/>
        </p:nvSpPr>
        <p:spPr bwMode="auto">
          <a:xfrm>
            <a:off x="7582018" y="3916290"/>
            <a:ext cx="1963319" cy="233852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251D21"/>
                </a:solidFill>
                <a:effectLst/>
                <a:uLnTx/>
                <a:uFillTx/>
                <a:latin typeface="Segoe Sans Text"/>
                <a:ea typeface="+mn-ea"/>
                <a:cs typeface="Segoe Sans Text" pitchFamily="2" charset="0"/>
              </a:rPr>
              <a:t>Run 2</a:t>
            </a:r>
          </a:p>
        </p:txBody>
      </p:sp>
      <p:sp>
        <p:nvSpPr>
          <p:cNvPr id="56" name="Rectangle: Rounded Corners 5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641099DE-BE6B-CE5A-BC99-5B7C19DB883A}"/>
              </a:ext>
              <a:ext uri="{C183D7F6-B498-43B3-948B-1728B52AA6E4}">
                <adec:decorative xmlns:adec="http://schemas.microsoft.com/office/drawing/2017/decorative" val="0"/>
              </a:ext>
            </a:extLst>
          </p:cNvPr>
          <p:cNvSpPr/>
          <p:nvPr/>
        </p:nvSpPr>
        <p:spPr bwMode="auto">
          <a:xfrm>
            <a:off x="5305448" y="1677141"/>
            <a:ext cx="1983993" cy="911806"/>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rPr>
              <a:t>User’s message</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I need to book a hotel in New York for 2 stays. </a:t>
            </a:r>
          </a:p>
        </p:txBody>
      </p:sp>
      <p:sp>
        <p:nvSpPr>
          <p:cNvPr id="57" name="Rectangle: Rounded Corners 56"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0964CC7B-60DF-D243-5A90-621F7791541F}"/>
              </a:ext>
              <a:ext uri="{C183D7F6-B498-43B3-948B-1728B52AA6E4}">
                <adec:decorative xmlns:adec="http://schemas.microsoft.com/office/drawing/2017/decorative" val="0"/>
              </a:ext>
            </a:extLst>
          </p:cNvPr>
          <p:cNvSpPr/>
          <p:nvPr/>
        </p:nvSpPr>
        <p:spPr bwMode="auto">
          <a:xfrm>
            <a:off x="5317609" y="2745013"/>
            <a:ext cx="1983993" cy="653128"/>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rPr>
              <a:t>Agent’s message</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Here are some suggestions: </a:t>
            </a:r>
          </a:p>
        </p:txBody>
      </p:sp>
      <p:sp>
        <p:nvSpPr>
          <p:cNvPr id="58" name="Rectangle: Rounded Corners 57"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2AC0A91E-7E6C-ED19-E0A9-453F21C025CC}"/>
              </a:ext>
              <a:ext uri="{C183D7F6-B498-43B3-948B-1728B52AA6E4}">
                <adec:decorative xmlns:adec="http://schemas.microsoft.com/office/drawing/2017/decorative" val="0"/>
              </a:ext>
            </a:extLst>
          </p:cNvPr>
          <p:cNvSpPr/>
          <p:nvPr/>
        </p:nvSpPr>
        <p:spPr bwMode="auto">
          <a:xfrm>
            <a:off x="7594868" y="1154397"/>
            <a:ext cx="2255271" cy="911806"/>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251D21"/>
                </a:solidFill>
                <a:effectLst/>
                <a:uLnTx/>
                <a:uFillTx/>
                <a:latin typeface="Segoe Sans Text"/>
                <a:ea typeface="+mn-ea"/>
                <a:cs typeface="Segoe Sans Text" pitchFamily="2" charset="0"/>
              </a:rPr>
              <a:t>Run 1</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endParaRPr>
          </a:p>
        </p:txBody>
      </p:sp>
      <p:sp>
        <p:nvSpPr>
          <p:cNvPr id="59" name="Flowchart: Connector 58">
            <a:extLst>
              <a:ext uri="{FF2B5EF4-FFF2-40B4-BE49-F238E27FC236}">
                <a16:creationId xmlns:a16="http://schemas.microsoft.com/office/drawing/2014/main" id="{ED396B17-B292-35F0-C2C6-1357BDE54370}"/>
              </a:ext>
            </a:extLst>
          </p:cNvPr>
          <p:cNvSpPr>
            <a:spLocks noChangeAspect="1"/>
          </p:cNvSpPr>
          <p:nvPr/>
        </p:nvSpPr>
        <p:spPr bwMode="auto">
          <a:xfrm>
            <a:off x="7754639" y="1977249"/>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light"/>
                <a:ea typeface="Segoe UI" pitchFamily="34" charset="0"/>
                <a:cs typeface="Segoe UI" pitchFamily="34" charset="0"/>
              </a:rPr>
              <a:t>1</a:t>
            </a:r>
          </a:p>
        </p:txBody>
      </p:sp>
      <p:sp>
        <p:nvSpPr>
          <p:cNvPr id="60" name="Rectangle: Rounded Corners 5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97D03124-1860-CC96-DB04-6FDE8740D3D4}"/>
              </a:ext>
              <a:ext uri="{C183D7F6-B498-43B3-948B-1728B52AA6E4}">
                <adec:decorative xmlns:adec="http://schemas.microsoft.com/office/drawing/2017/decorative" val="0"/>
              </a:ext>
            </a:extLst>
          </p:cNvPr>
          <p:cNvSpPr/>
          <p:nvPr/>
        </p:nvSpPr>
        <p:spPr bwMode="auto">
          <a:xfrm>
            <a:off x="7927259" y="2051117"/>
            <a:ext cx="1737806"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Use Tripadvisor API to search the nearest hotel </a:t>
            </a:r>
          </a:p>
        </p:txBody>
      </p:sp>
      <p:sp>
        <p:nvSpPr>
          <p:cNvPr id="61" name="Rectangle: Rounded Corners 60"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BAE23FD5-CD47-4975-1C53-89A284505057}"/>
              </a:ext>
              <a:ext uri="{C183D7F6-B498-43B3-948B-1728B52AA6E4}">
                <adec:decorative xmlns:adec="http://schemas.microsoft.com/office/drawing/2017/decorative" val="0"/>
              </a:ext>
            </a:extLst>
          </p:cNvPr>
          <p:cNvSpPr/>
          <p:nvPr/>
        </p:nvSpPr>
        <p:spPr bwMode="auto">
          <a:xfrm>
            <a:off x="7957576" y="2798602"/>
            <a:ext cx="1621285" cy="381827"/>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Create message</a:t>
            </a:r>
          </a:p>
        </p:txBody>
      </p:sp>
      <p:cxnSp>
        <p:nvCxnSpPr>
          <p:cNvPr id="62" name="Straight Arrow Connector 61">
            <a:extLst>
              <a:ext uri="{FF2B5EF4-FFF2-40B4-BE49-F238E27FC236}">
                <a16:creationId xmlns:a16="http://schemas.microsoft.com/office/drawing/2014/main" id="{D08FF707-AF1A-7486-EAFE-A0C4CB9346A3}"/>
              </a:ext>
            </a:extLst>
          </p:cNvPr>
          <p:cNvCxnSpPr>
            <a:cxnSpLocks/>
            <a:stCxn id="56" idx="3"/>
          </p:cNvCxnSpPr>
          <p:nvPr/>
        </p:nvCxnSpPr>
        <p:spPr>
          <a:xfrm flipV="1">
            <a:off x="7289441" y="2132394"/>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3" name="Flowchart: Connector 62">
            <a:extLst>
              <a:ext uri="{FF2B5EF4-FFF2-40B4-BE49-F238E27FC236}">
                <a16:creationId xmlns:a16="http://schemas.microsoft.com/office/drawing/2014/main" id="{A8E92149-CB17-68EC-08FB-925571E7837E}"/>
              </a:ext>
            </a:extLst>
          </p:cNvPr>
          <p:cNvSpPr>
            <a:spLocks noChangeAspect="1"/>
          </p:cNvSpPr>
          <p:nvPr/>
        </p:nvSpPr>
        <p:spPr bwMode="auto">
          <a:xfrm>
            <a:off x="7758036" y="2813106"/>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light"/>
                <a:ea typeface="Segoe UI" pitchFamily="34" charset="0"/>
                <a:cs typeface="Segoe UI" pitchFamily="34" charset="0"/>
              </a:rPr>
              <a:t>2</a:t>
            </a:r>
          </a:p>
        </p:txBody>
      </p:sp>
      <p:sp>
        <p:nvSpPr>
          <p:cNvPr id="64" name="Rectangle: Rounded Corners 63"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999ABEE-592E-07CF-484C-DE9A4BB8BA95}"/>
              </a:ext>
              <a:ext uri="{C183D7F6-B498-43B3-948B-1728B52AA6E4}">
                <adec:decorative xmlns:adec="http://schemas.microsoft.com/office/drawing/2017/decorative" val="0"/>
              </a:ext>
            </a:extLst>
          </p:cNvPr>
          <p:cNvSpPr/>
          <p:nvPr/>
        </p:nvSpPr>
        <p:spPr bwMode="auto">
          <a:xfrm>
            <a:off x="5317609" y="3878295"/>
            <a:ext cx="1983993" cy="887484"/>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rPr>
              <a:t>User’s message</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What’s the daily meal allowance for the business trip?</a:t>
            </a:r>
          </a:p>
        </p:txBody>
      </p:sp>
      <p:sp>
        <p:nvSpPr>
          <p:cNvPr id="65" name="Rectangle: Rounded Corners 64"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34CC1BAF-5E52-D403-B625-0613D96CFDCE}"/>
              </a:ext>
              <a:ext uri="{C183D7F6-B498-43B3-948B-1728B52AA6E4}">
                <adec:decorative xmlns:adec="http://schemas.microsoft.com/office/drawing/2017/decorative" val="0"/>
              </a:ext>
            </a:extLst>
          </p:cNvPr>
          <p:cNvSpPr/>
          <p:nvPr/>
        </p:nvSpPr>
        <p:spPr bwMode="auto">
          <a:xfrm>
            <a:off x="5329770" y="4810923"/>
            <a:ext cx="1983993" cy="1375049"/>
          </a:xfrm>
          <a:prstGeom prst="roundRect">
            <a:avLst>
              <a:gd name="adj" fmla="val 6998"/>
            </a:avLst>
          </a:prstGeom>
          <a:solidFill>
            <a:schemeClr val="bg1"/>
          </a:solidFill>
          <a:ln w="19050">
            <a:gradFill flip="none" rotWithShape="1">
              <a:gsLst>
                <a:gs pos="0">
                  <a:schemeClr val="accent3"/>
                </a:gs>
                <a:gs pos="100000">
                  <a:schemeClr val="accent4"/>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rPr>
              <a:t>Agent’s message</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The daily allowance for your business trip is $75, as per company policy. </a:t>
            </a:r>
          </a:p>
        </p:txBody>
      </p:sp>
      <p:sp>
        <p:nvSpPr>
          <p:cNvPr id="66" name="Rectangle: Rounded Corners 65"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1EEB7A17-F0BC-4F61-554B-B2CD28BF3258}"/>
              </a:ext>
              <a:ext uri="{C183D7F6-B498-43B3-948B-1728B52AA6E4}">
                <adec:decorative xmlns:adec="http://schemas.microsoft.com/office/drawing/2017/decorative" val="0"/>
              </a:ext>
            </a:extLst>
          </p:cNvPr>
          <p:cNvSpPr/>
          <p:nvPr/>
        </p:nvSpPr>
        <p:spPr bwMode="auto">
          <a:xfrm>
            <a:off x="7967112" y="4889739"/>
            <a:ext cx="1510781"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Use Microsoft SharePoint to query the company travel policy</a:t>
            </a:r>
          </a:p>
        </p:txBody>
      </p:sp>
      <p:sp>
        <p:nvSpPr>
          <p:cNvPr id="67" name="Rectangle: Rounded Corners 66"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82D07BD4-C219-9FDE-55D3-4AA4C442E011}"/>
              </a:ext>
              <a:ext uri="{C183D7F6-B498-43B3-948B-1728B52AA6E4}">
                <adec:decorative xmlns:adec="http://schemas.microsoft.com/office/drawing/2017/decorative" val="0"/>
              </a:ext>
            </a:extLst>
          </p:cNvPr>
          <p:cNvSpPr/>
          <p:nvPr/>
        </p:nvSpPr>
        <p:spPr bwMode="auto">
          <a:xfrm>
            <a:off x="7957577" y="5503199"/>
            <a:ext cx="1621285" cy="381827"/>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Create message</a:t>
            </a:r>
          </a:p>
        </p:txBody>
      </p:sp>
      <p:sp>
        <p:nvSpPr>
          <p:cNvPr id="68" name="Flowchart: Connector 67">
            <a:extLst>
              <a:ext uri="{FF2B5EF4-FFF2-40B4-BE49-F238E27FC236}">
                <a16:creationId xmlns:a16="http://schemas.microsoft.com/office/drawing/2014/main" id="{D7B51150-E5DB-0FEC-BFE5-44E85F240403}"/>
              </a:ext>
            </a:extLst>
          </p:cNvPr>
          <p:cNvSpPr>
            <a:spLocks noChangeAspect="1"/>
          </p:cNvSpPr>
          <p:nvPr/>
        </p:nvSpPr>
        <p:spPr bwMode="auto">
          <a:xfrm>
            <a:off x="7758037" y="5517703"/>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light"/>
                <a:ea typeface="Segoe UI" pitchFamily="34" charset="0"/>
                <a:cs typeface="Segoe UI" pitchFamily="34" charset="0"/>
              </a:rPr>
              <a:t>2</a:t>
            </a:r>
          </a:p>
        </p:txBody>
      </p:sp>
      <p:sp>
        <p:nvSpPr>
          <p:cNvPr id="69" name="Flowchart: Connector 68">
            <a:extLst>
              <a:ext uri="{FF2B5EF4-FFF2-40B4-BE49-F238E27FC236}">
                <a16:creationId xmlns:a16="http://schemas.microsoft.com/office/drawing/2014/main" id="{E70ADA82-CA77-2885-52C8-64C1F4E32E1C}"/>
              </a:ext>
            </a:extLst>
          </p:cNvPr>
          <p:cNvSpPr>
            <a:spLocks noChangeAspect="1"/>
          </p:cNvSpPr>
          <p:nvPr/>
        </p:nvSpPr>
        <p:spPr bwMode="auto">
          <a:xfrm>
            <a:off x="7780742" y="4363121"/>
            <a:ext cx="295497" cy="296011"/>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light"/>
                <a:ea typeface="Segoe UI" pitchFamily="34" charset="0"/>
                <a:cs typeface="Segoe UI" pitchFamily="34" charset="0"/>
              </a:rPr>
              <a:t>1</a:t>
            </a:r>
          </a:p>
        </p:txBody>
      </p:sp>
      <p:sp>
        <p:nvSpPr>
          <p:cNvPr id="70" name="Rectangle: Rounded Corners 69"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7FE846A4-2760-6F9C-8F8F-C12260615A16}"/>
              </a:ext>
              <a:ext uri="{C183D7F6-B498-43B3-948B-1728B52AA6E4}">
                <adec:decorative xmlns:adec="http://schemas.microsoft.com/office/drawing/2017/decorative" val="0"/>
              </a:ext>
            </a:extLst>
          </p:cNvPr>
          <p:cNvSpPr/>
          <p:nvPr/>
        </p:nvSpPr>
        <p:spPr bwMode="auto">
          <a:xfrm>
            <a:off x="5194130" y="1041160"/>
            <a:ext cx="2255271" cy="935818"/>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251D21"/>
                </a:solidFill>
                <a:effectLst/>
                <a:uLnTx/>
                <a:uFillTx/>
                <a:latin typeface="Segoe Sans Text"/>
                <a:ea typeface="+mn-ea"/>
                <a:cs typeface="Segoe Sans Text" pitchFamily="2" charset="0"/>
              </a:rPr>
              <a:t>Thread</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51D21"/>
                </a:solidFill>
                <a:effectLst/>
                <a:uLnTx/>
                <a:uFillTx/>
                <a:latin typeface="Segoe Sans Text"/>
                <a:ea typeface="+mn-ea"/>
                <a:cs typeface="Segoe Sans Text" pitchFamily="2" charset="0"/>
              </a:rPr>
              <a:t>Travel Planning</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endParaRPr>
          </a:p>
        </p:txBody>
      </p:sp>
      <p:cxnSp>
        <p:nvCxnSpPr>
          <p:cNvPr id="71" name="Straight Arrow Connector 70">
            <a:extLst>
              <a:ext uri="{FF2B5EF4-FFF2-40B4-BE49-F238E27FC236}">
                <a16:creationId xmlns:a16="http://schemas.microsoft.com/office/drawing/2014/main" id="{B6AEE657-935A-12B6-33AB-279E8B1C360C}"/>
              </a:ext>
            </a:extLst>
          </p:cNvPr>
          <p:cNvCxnSpPr>
            <a:cxnSpLocks/>
          </p:cNvCxnSpPr>
          <p:nvPr/>
        </p:nvCxnSpPr>
        <p:spPr>
          <a:xfrm flipH="1">
            <a:off x="7301602" y="2948441"/>
            <a:ext cx="4405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D2ED41C-CBC1-3E0A-C05C-D7BAC52DD9FF}"/>
              </a:ext>
            </a:extLst>
          </p:cNvPr>
          <p:cNvCxnSpPr>
            <a:endCxn id="63" idx="0"/>
          </p:cNvCxnSpPr>
          <p:nvPr/>
        </p:nvCxnSpPr>
        <p:spPr>
          <a:xfrm>
            <a:off x="7902387" y="2273260"/>
            <a:ext cx="3398" cy="539846"/>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E804EDE-F4D3-38BD-AAFF-D1808A7C2748}"/>
              </a:ext>
            </a:extLst>
          </p:cNvPr>
          <p:cNvCxnSpPr>
            <a:cxnSpLocks/>
          </p:cNvCxnSpPr>
          <p:nvPr/>
        </p:nvCxnSpPr>
        <p:spPr>
          <a:xfrm flipV="1">
            <a:off x="7314800" y="4511127"/>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0F3DB5F-0DBD-812E-D309-66FF2D69A2F8}"/>
              </a:ext>
            </a:extLst>
          </p:cNvPr>
          <p:cNvCxnSpPr>
            <a:cxnSpLocks/>
          </p:cNvCxnSpPr>
          <p:nvPr/>
        </p:nvCxnSpPr>
        <p:spPr>
          <a:xfrm flipH="1">
            <a:off x="7312887" y="5642262"/>
            <a:ext cx="44058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6D1CF07-90CE-B2B5-1AF2-A260F18CB4D2}"/>
              </a:ext>
            </a:extLst>
          </p:cNvPr>
          <p:cNvCxnSpPr>
            <a:cxnSpLocks/>
          </p:cNvCxnSpPr>
          <p:nvPr/>
        </p:nvCxnSpPr>
        <p:spPr>
          <a:xfrm>
            <a:off x="7923861" y="4646185"/>
            <a:ext cx="0" cy="86398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4F56321-8A6C-4BA5-6E2E-BC2B181F0A5C}"/>
              </a:ext>
            </a:extLst>
          </p:cNvPr>
          <p:cNvCxnSpPr>
            <a:cxnSpLocks/>
          </p:cNvCxnSpPr>
          <p:nvPr/>
        </p:nvCxnSpPr>
        <p:spPr>
          <a:xfrm flipV="1">
            <a:off x="9510633" y="2054435"/>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7" name="Rectangle: Rounded Corners 76"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E44ED896-F6A7-453C-28D3-EF08DC2DB2B9}"/>
              </a:ext>
              <a:ext uri="{C183D7F6-B498-43B3-948B-1728B52AA6E4}">
                <adec:decorative xmlns:adec="http://schemas.microsoft.com/office/drawing/2017/decorative" val="0"/>
              </a:ext>
            </a:extLst>
          </p:cNvPr>
          <p:cNvSpPr/>
          <p:nvPr/>
        </p:nvSpPr>
        <p:spPr bwMode="auto">
          <a:xfrm>
            <a:off x="10219015" y="1765305"/>
            <a:ext cx="1737806"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Trip to New York</a:t>
            </a:r>
          </a:p>
        </p:txBody>
      </p:sp>
      <p:cxnSp>
        <p:nvCxnSpPr>
          <p:cNvPr id="78" name="Straight Arrow Connector 77">
            <a:extLst>
              <a:ext uri="{FF2B5EF4-FFF2-40B4-BE49-F238E27FC236}">
                <a16:creationId xmlns:a16="http://schemas.microsoft.com/office/drawing/2014/main" id="{AB72EFB2-952F-4376-A236-DC4D8B846D24}"/>
              </a:ext>
            </a:extLst>
          </p:cNvPr>
          <p:cNvCxnSpPr>
            <a:cxnSpLocks/>
          </p:cNvCxnSpPr>
          <p:nvPr/>
        </p:nvCxnSpPr>
        <p:spPr>
          <a:xfrm flipV="1">
            <a:off x="9477893" y="4467381"/>
            <a:ext cx="452744" cy="65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9" name="Rectangle: Rounded Corners 78" descr="Two boxes of: Data sources (search, files, databases, storage etc.) and Additional 3P Data Sources (files, databases, storage data etc.) Arrow from both boxes points to Azure OpenAI Service on your date, and an arrow labels as API and SDK pointing to App or Copilot agent.">
            <a:extLst>
              <a:ext uri="{FF2B5EF4-FFF2-40B4-BE49-F238E27FC236}">
                <a16:creationId xmlns:a16="http://schemas.microsoft.com/office/drawing/2014/main" id="{C5A0FB69-AF58-502F-066A-3916A8F045DF}"/>
              </a:ext>
              <a:ext uri="{C183D7F6-B498-43B3-948B-1728B52AA6E4}">
                <adec:decorative xmlns:adec="http://schemas.microsoft.com/office/drawing/2017/decorative" val="0"/>
              </a:ext>
            </a:extLst>
          </p:cNvPr>
          <p:cNvSpPr/>
          <p:nvPr/>
        </p:nvSpPr>
        <p:spPr bwMode="auto">
          <a:xfrm>
            <a:off x="10119702" y="4181534"/>
            <a:ext cx="1864771" cy="569139"/>
          </a:xfrm>
          <a:prstGeom prst="roundRect">
            <a:avLst>
              <a:gd name="adj" fmla="val 6998"/>
            </a:avLst>
          </a:prstGeom>
          <a:noFill/>
          <a:ln w="19050">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251D21"/>
              </a:solidFill>
              <a:effectLst/>
              <a:uLnTx/>
              <a:uFillTx/>
              <a:latin typeface="Segoe Sans Text"/>
              <a:ea typeface="+mn-ea"/>
              <a:cs typeface="Segoe Sans Text" pitchFamily="2"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251D21"/>
                </a:solidFill>
                <a:effectLst/>
                <a:uLnTx/>
                <a:uFillTx/>
                <a:latin typeface="Segoe Sans Text"/>
                <a:ea typeface="+mn-ea"/>
                <a:cs typeface="Segoe Sans Text" pitchFamily="2" charset="0"/>
              </a:rPr>
              <a:t>Daily meal allowance</a:t>
            </a:r>
          </a:p>
        </p:txBody>
      </p:sp>
      <p:pic>
        <p:nvPicPr>
          <p:cNvPr id="1026" name="Picture 2" descr="Download - Free web icons">
            <a:extLst>
              <a:ext uri="{FF2B5EF4-FFF2-40B4-BE49-F238E27FC236}">
                <a16:creationId xmlns:a16="http://schemas.microsoft.com/office/drawing/2014/main" id="{D9B1C172-B756-BA45-239E-5EB4ED65C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4304" y="1958665"/>
            <a:ext cx="269421" cy="26942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Download - Free web icons">
            <a:extLst>
              <a:ext uri="{FF2B5EF4-FFF2-40B4-BE49-F238E27FC236}">
                <a16:creationId xmlns:a16="http://schemas.microsoft.com/office/drawing/2014/main" id="{DCB70AC1-9B93-C5F8-FD63-D52DB2D03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1559" y="4363121"/>
            <a:ext cx="269421" cy="269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3679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998BC-009A-BC24-8F01-ECBBA786B2AA}"/>
            </a:ext>
          </a:extLst>
        </p:cNvPr>
        <p:cNvGrpSpPr/>
        <p:nvPr/>
      </p:nvGrpSpPr>
      <p:grpSpPr>
        <a:xfrm>
          <a:off x="0" y="0"/>
          <a:ext cx="0" cy="0"/>
          <a:chOff x="0" y="0"/>
          <a:chExt cx="0" cy="0"/>
        </a:xfrm>
      </p:grpSpPr>
      <p:sp>
        <p:nvSpPr>
          <p:cNvPr id="141" name="TextBox 140">
            <a:extLst>
              <a:ext uri="{FF2B5EF4-FFF2-40B4-BE49-F238E27FC236}">
                <a16:creationId xmlns:a16="http://schemas.microsoft.com/office/drawing/2014/main" id="{0137D526-AB34-817A-5778-9CA93C5A64E6}"/>
              </a:ext>
            </a:extLst>
          </p:cNvPr>
          <p:cNvSpPr txBox="1"/>
          <p:nvPr/>
        </p:nvSpPr>
        <p:spPr>
          <a:xfrm>
            <a:off x="3302875" y="2108892"/>
            <a:ext cx="946093" cy="230832"/>
          </a:xfrm>
          <a:prstGeom prst="rect">
            <a:avLst/>
          </a:prstGeom>
          <a:noFill/>
          <a:effectLst/>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history of work</a:t>
            </a:r>
            <a:endParaRPr kumimoji="0" lang="en-US" sz="900" b="0" i="0" u="none" strike="noStrike" kern="1200" cap="none" spc="0" normalizeH="0" baseline="0" noProof="0">
              <a:ln>
                <a:noFill/>
              </a:ln>
              <a:solidFill>
                <a:srgbClr val="000000"/>
              </a:solidFill>
              <a:effectLst/>
              <a:uLnTx/>
              <a:uFillTx/>
              <a:latin typeface="Segoe Sans Text"/>
              <a:ea typeface="+mn-ea"/>
              <a:cs typeface="Segoe Sans Text"/>
            </a:endParaRPr>
          </a:p>
        </p:txBody>
      </p:sp>
      <p:sp>
        <p:nvSpPr>
          <p:cNvPr id="122" name="TextBox 121">
            <a:extLst>
              <a:ext uri="{FF2B5EF4-FFF2-40B4-BE49-F238E27FC236}">
                <a16:creationId xmlns:a16="http://schemas.microsoft.com/office/drawing/2014/main" id="{6FD9DC16-BEE9-4933-9B51-218CB00A2AA1}"/>
              </a:ext>
            </a:extLst>
          </p:cNvPr>
          <p:cNvSpPr txBox="1"/>
          <p:nvPr/>
        </p:nvSpPr>
        <p:spPr>
          <a:xfrm>
            <a:off x="2117115" y="3498838"/>
            <a:ext cx="407484"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data</a:t>
            </a:r>
          </a:p>
        </p:txBody>
      </p:sp>
      <p:sp>
        <p:nvSpPr>
          <p:cNvPr id="123" name="TextBox 122">
            <a:extLst>
              <a:ext uri="{FF2B5EF4-FFF2-40B4-BE49-F238E27FC236}">
                <a16:creationId xmlns:a16="http://schemas.microsoft.com/office/drawing/2014/main" id="{5C0621D1-831F-992A-5685-791C4D1128AA}"/>
              </a:ext>
            </a:extLst>
          </p:cNvPr>
          <p:cNvSpPr txBox="1"/>
          <p:nvPr/>
        </p:nvSpPr>
        <p:spPr>
          <a:xfrm>
            <a:off x="1622753" y="3489997"/>
            <a:ext cx="474810"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query</a:t>
            </a:r>
          </a:p>
        </p:txBody>
      </p:sp>
      <p:sp>
        <p:nvSpPr>
          <p:cNvPr id="130" name="TextBox 129">
            <a:extLst>
              <a:ext uri="{FF2B5EF4-FFF2-40B4-BE49-F238E27FC236}">
                <a16:creationId xmlns:a16="http://schemas.microsoft.com/office/drawing/2014/main" id="{BD0195C3-0ED6-6A57-F323-41BDA59A615D}"/>
              </a:ext>
            </a:extLst>
          </p:cNvPr>
          <p:cNvSpPr txBox="1"/>
          <p:nvPr/>
        </p:nvSpPr>
        <p:spPr>
          <a:xfrm>
            <a:off x="3143662" y="3477332"/>
            <a:ext cx="407484" cy="230832"/>
          </a:xfrm>
          <a:prstGeom prst="rect">
            <a:avLst/>
          </a:prstGeom>
          <a:noFill/>
          <a:ln>
            <a:noFill/>
          </a:ln>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data</a:t>
            </a:r>
          </a:p>
        </p:txBody>
      </p:sp>
      <p:sp>
        <p:nvSpPr>
          <p:cNvPr id="150" name="TextBox 149">
            <a:extLst>
              <a:ext uri="{FF2B5EF4-FFF2-40B4-BE49-F238E27FC236}">
                <a16:creationId xmlns:a16="http://schemas.microsoft.com/office/drawing/2014/main" id="{CAA6E893-3E5E-B633-644B-6D365778DD2B}"/>
              </a:ext>
            </a:extLst>
          </p:cNvPr>
          <p:cNvSpPr txBox="1"/>
          <p:nvPr/>
        </p:nvSpPr>
        <p:spPr>
          <a:xfrm>
            <a:off x="980380" y="3492626"/>
            <a:ext cx="527709" cy="230832"/>
          </a:xfrm>
          <a:prstGeom prst="rect">
            <a:avLst/>
          </a:prstGeom>
          <a:noFill/>
          <a:ln>
            <a:noFill/>
          </a:ln>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output</a:t>
            </a:r>
          </a:p>
        </p:txBody>
      </p:sp>
      <p:sp>
        <p:nvSpPr>
          <p:cNvPr id="151" name="TextBox 150">
            <a:extLst>
              <a:ext uri="{FF2B5EF4-FFF2-40B4-BE49-F238E27FC236}">
                <a16:creationId xmlns:a16="http://schemas.microsoft.com/office/drawing/2014/main" id="{5AECFAE0-C38C-D670-6566-5634192C39A8}"/>
              </a:ext>
            </a:extLst>
          </p:cNvPr>
          <p:cNvSpPr txBox="1"/>
          <p:nvPr/>
        </p:nvSpPr>
        <p:spPr>
          <a:xfrm>
            <a:off x="528579" y="3477332"/>
            <a:ext cx="449162"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input</a:t>
            </a:r>
          </a:p>
        </p:txBody>
      </p:sp>
      <p:sp>
        <p:nvSpPr>
          <p:cNvPr id="37" name="Title 1">
            <a:extLst>
              <a:ext uri="{FF2B5EF4-FFF2-40B4-BE49-F238E27FC236}">
                <a16:creationId xmlns:a16="http://schemas.microsoft.com/office/drawing/2014/main" id="{486C9070-59A5-E296-64B2-2AC4DEDA2F8C}"/>
              </a:ext>
            </a:extLst>
          </p:cNvPr>
          <p:cNvSpPr>
            <a:spLocks noGrp="1"/>
          </p:cNvSpPr>
          <p:nvPr>
            <p:ph type="title"/>
          </p:nvPr>
        </p:nvSpPr>
        <p:spPr>
          <a:xfrm>
            <a:off x="588263" y="457200"/>
            <a:ext cx="11018520" cy="553998"/>
          </a:xfrm>
        </p:spPr>
        <p:txBody>
          <a:bodyPr>
            <a:normAutofit/>
          </a:bodyPr>
          <a:lstStyle/>
          <a:p>
            <a:r>
              <a:rPr lang="en-US"/>
              <a:t>Agent systems with Agent Framework</a:t>
            </a:r>
          </a:p>
        </p:txBody>
      </p:sp>
      <p:pic>
        <p:nvPicPr>
          <p:cNvPr id="114" name="Graphic 113" descr="Questions outline">
            <a:extLst>
              <a:ext uri="{FF2B5EF4-FFF2-40B4-BE49-F238E27FC236}">
                <a16:creationId xmlns:a16="http://schemas.microsoft.com/office/drawing/2014/main" id="{AAF49EBB-F89C-49C6-0328-FE76BC3910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8534" y="2044553"/>
            <a:ext cx="705394" cy="705394"/>
          </a:xfrm>
          <a:prstGeom prst="rect">
            <a:avLst/>
          </a:prstGeom>
          <a:effectLst/>
        </p:spPr>
      </p:pic>
      <p:cxnSp>
        <p:nvCxnSpPr>
          <p:cNvPr id="115" name="Straight Arrow Connector 114">
            <a:extLst>
              <a:ext uri="{FF2B5EF4-FFF2-40B4-BE49-F238E27FC236}">
                <a16:creationId xmlns:a16="http://schemas.microsoft.com/office/drawing/2014/main" id="{BA10E5A7-880D-11AD-D746-3B68DDDF592C}"/>
              </a:ext>
            </a:extLst>
          </p:cNvPr>
          <p:cNvCxnSpPr>
            <a:cxnSpLocks/>
          </p:cNvCxnSpPr>
          <p:nvPr/>
        </p:nvCxnSpPr>
        <p:spPr>
          <a:xfrm>
            <a:off x="2560159" y="2547837"/>
            <a:ext cx="279340" cy="0"/>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7BDF4E9C-7274-C818-2854-D8F9873F02D8}"/>
              </a:ext>
            </a:extLst>
          </p:cNvPr>
          <p:cNvCxnSpPr>
            <a:cxnSpLocks/>
          </p:cNvCxnSpPr>
          <p:nvPr/>
        </p:nvCxnSpPr>
        <p:spPr>
          <a:xfrm flipV="1">
            <a:off x="2176803" y="3426761"/>
            <a:ext cx="0" cy="340969"/>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E9E56212-70C3-A1DB-3C63-D0E13C0EA0D9}"/>
              </a:ext>
            </a:extLst>
          </p:cNvPr>
          <p:cNvSpPr txBox="1"/>
          <p:nvPr/>
        </p:nvSpPr>
        <p:spPr>
          <a:xfrm>
            <a:off x="676799" y="2691771"/>
            <a:ext cx="835485"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conversation</a:t>
            </a:r>
          </a:p>
        </p:txBody>
      </p:sp>
      <p:pic>
        <p:nvPicPr>
          <p:cNvPr id="118" name="Graphic 117" descr="Folder Search outline">
            <a:extLst>
              <a:ext uri="{FF2B5EF4-FFF2-40B4-BE49-F238E27FC236}">
                <a16:creationId xmlns:a16="http://schemas.microsoft.com/office/drawing/2014/main" id="{ECFA845F-2261-98F1-925E-7E00FF0DAF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42681" y="4108800"/>
            <a:ext cx="395465" cy="395465"/>
          </a:xfrm>
          <a:prstGeom prst="rect">
            <a:avLst/>
          </a:prstGeom>
          <a:effectLst/>
        </p:spPr>
      </p:pic>
      <p:sp>
        <p:nvSpPr>
          <p:cNvPr id="119" name="Rectangle: Rounded Corners 118">
            <a:extLst>
              <a:ext uri="{FF2B5EF4-FFF2-40B4-BE49-F238E27FC236}">
                <a16:creationId xmlns:a16="http://schemas.microsoft.com/office/drawing/2014/main" id="{0DBAC6A4-B572-785A-6420-277C7D8DCD68}"/>
              </a:ext>
            </a:extLst>
          </p:cNvPr>
          <p:cNvSpPr/>
          <p:nvPr/>
        </p:nvSpPr>
        <p:spPr>
          <a:xfrm>
            <a:off x="1659390" y="3787481"/>
            <a:ext cx="811080" cy="31522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Search</a:t>
            </a:r>
          </a:p>
        </p:txBody>
      </p:sp>
      <p:cxnSp>
        <p:nvCxnSpPr>
          <p:cNvPr id="120" name="Straight Arrow Connector 119">
            <a:extLst>
              <a:ext uri="{FF2B5EF4-FFF2-40B4-BE49-F238E27FC236}">
                <a16:creationId xmlns:a16="http://schemas.microsoft.com/office/drawing/2014/main" id="{81333992-2CF7-E141-D87F-7F8CFC2DA438}"/>
              </a:ext>
            </a:extLst>
          </p:cNvPr>
          <p:cNvCxnSpPr>
            <a:cxnSpLocks/>
          </p:cNvCxnSpPr>
          <p:nvPr/>
        </p:nvCxnSpPr>
        <p:spPr>
          <a:xfrm>
            <a:off x="2040692" y="3429821"/>
            <a:ext cx="0" cy="351185"/>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21" name="Rectangle: Rounded Corners 120">
            <a:extLst>
              <a:ext uri="{FF2B5EF4-FFF2-40B4-BE49-F238E27FC236}">
                <a16:creationId xmlns:a16="http://schemas.microsoft.com/office/drawing/2014/main" id="{3CC8D5EA-B12A-F216-07AB-CE8336455C25}"/>
              </a:ext>
            </a:extLst>
          </p:cNvPr>
          <p:cNvSpPr/>
          <p:nvPr/>
        </p:nvSpPr>
        <p:spPr>
          <a:xfrm>
            <a:off x="1650156" y="3059025"/>
            <a:ext cx="842691"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Retrieval</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sp>
        <p:nvSpPr>
          <p:cNvPr id="124" name="Rectangle: Rounded Corners 123">
            <a:extLst>
              <a:ext uri="{FF2B5EF4-FFF2-40B4-BE49-F238E27FC236}">
                <a16:creationId xmlns:a16="http://schemas.microsoft.com/office/drawing/2014/main" id="{8F0691C5-2CC2-0B00-BDD7-13DC14214D23}"/>
              </a:ext>
            </a:extLst>
          </p:cNvPr>
          <p:cNvSpPr/>
          <p:nvPr/>
        </p:nvSpPr>
        <p:spPr>
          <a:xfrm>
            <a:off x="1583344" y="2361846"/>
            <a:ext cx="976816"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User Proxy Agent</a:t>
            </a:r>
          </a:p>
        </p:txBody>
      </p:sp>
      <p:sp>
        <p:nvSpPr>
          <p:cNvPr id="125" name="Rectangle: Rounded Corners 124">
            <a:extLst>
              <a:ext uri="{FF2B5EF4-FFF2-40B4-BE49-F238E27FC236}">
                <a16:creationId xmlns:a16="http://schemas.microsoft.com/office/drawing/2014/main" id="{002894E9-5FFF-458E-D0FF-616919555D6C}"/>
              </a:ext>
            </a:extLst>
          </p:cNvPr>
          <p:cNvSpPr/>
          <p:nvPr/>
        </p:nvSpPr>
        <p:spPr>
          <a:xfrm>
            <a:off x="2839499" y="2361846"/>
            <a:ext cx="1030077"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Coordinator</a:t>
            </a:r>
            <a:b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b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126" name="Straight Arrow Connector 125">
            <a:extLst>
              <a:ext uri="{FF2B5EF4-FFF2-40B4-BE49-F238E27FC236}">
                <a16:creationId xmlns:a16="http://schemas.microsoft.com/office/drawing/2014/main" id="{CF6D5BA0-8D45-2EB5-C461-7D5054320B17}"/>
              </a:ext>
            </a:extLst>
          </p:cNvPr>
          <p:cNvCxnSpPr>
            <a:cxnSpLocks/>
          </p:cNvCxnSpPr>
          <p:nvPr/>
        </p:nvCxnSpPr>
        <p:spPr>
          <a:xfrm>
            <a:off x="1291457" y="2547837"/>
            <a:ext cx="279340" cy="0"/>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pic>
        <p:nvPicPr>
          <p:cNvPr id="127" name="Graphic 126" descr="Database outline">
            <a:extLst>
              <a:ext uri="{FF2B5EF4-FFF2-40B4-BE49-F238E27FC236}">
                <a16:creationId xmlns:a16="http://schemas.microsoft.com/office/drawing/2014/main" id="{5FB12E10-0C1A-CF65-7782-D20F5CC37A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23221" y="3673426"/>
            <a:ext cx="347204" cy="347204"/>
          </a:xfrm>
          <a:prstGeom prst="rect">
            <a:avLst/>
          </a:prstGeom>
          <a:effectLst/>
        </p:spPr>
      </p:pic>
      <p:sp>
        <p:nvSpPr>
          <p:cNvPr id="128" name="Rectangle: Rounded Corners 127">
            <a:extLst>
              <a:ext uri="{FF2B5EF4-FFF2-40B4-BE49-F238E27FC236}">
                <a16:creationId xmlns:a16="http://schemas.microsoft.com/office/drawing/2014/main" id="{2178E4A7-8983-132D-CD99-E32DC801C9AA}"/>
              </a:ext>
            </a:extLst>
          </p:cNvPr>
          <p:cNvSpPr/>
          <p:nvPr/>
        </p:nvSpPr>
        <p:spPr>
          <a:xfrm>
            <a:off x="2768149" y="3067069"/>
            <a:ext cx="861483"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Analytics</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129" name="Straight Arrow Connector 128">
            <a:extLst>
              <a:ext uri="{FF2B5EF4-FFF2-40B4-BE49-F238E27FC236}">
                <a16:creationId xmlns:a16="http://schemas.microsoft.com/office/drawing/2014/main" id="{C136673D-1455-A4A7-2E1D-A6A333417DF1}"/>
              </a:ext>
            </a:extLst>
          </p:cNvPr>
          <p:cNvCxnSpPr>
            <a:cxnSpLocks/>
            <a:stCxn id="127" idx="0"/>
            <a:endCxn id="128" idx="2"/>
          </p:cNvCxnSpPr>
          <p:nvPr/>
        </p:nvCxnSpPr>
        <p:spPr>
          <a:xfrm flipV="1">
            <a:off x="3196823" y="3441536"/>
            <a:ext cx="2068" cy="231890"/>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131" name="Rectangle: Rounded Corners 130">
            <a:extLst>
              <a:ext uri="{FF2B5EF4-FFF2-40B4-BE49-F238E27FC236}">
                <a16:creationId xmlns:a16="http://schemas.microsoft.com/office/drawing/2014/main" id="{0EDD562B-E8C5-E790-31FC-D9759F1C3585}"/>
              </a:ext>
            </a:extLst>
          </p:cNvPr>
          <p:cNvSpPr/>
          <p:nvPr/>
        </p:nvSpPr>
        <p:spPr>
          <a:xfrm>
            <a:off x="3920011" y="3066849"/>
            <a:ext cx="757640"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Coding</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grpSp>
        <p:nvGrpSpPr>
          <p:cNvPr id="132" name="Group 131">
            <a:extLst>
              <a:ext uri="{FF2B5EF4-FFF2-40B4-BE49-F238E27FC236}">
                <a16:creationId xmlns:a16="http://schemas.microsoft.com/office/drawing/2014/main" id="{F8FD8752-74F4-AE4C-7C51-3A6D83801207}"/>
              </a:ext>
            </a:extLst>
          </p:cNvPr>
          <p:cNvGrpSpPr/>
          <p:nvPr/>
        </p:nvGrpSpPr>
        <p:grpSpPr>
          <a:xfrm>
            <a:off x="3939224" y="3644729"/>
            <a:ext cx="757639" cy="694386"/>
            <a:chOff x="6030007" y="5666150"/>
            <a:chExt cx="757639" cy="694386"/>
          </a:xfrm>
          <a:effectLst/>
        </p:grpSpPr>
        <p:pic>
          <p:nvPicPr>
            <p:cNvPr id="156" name="Graphic 155" descr="Box outline">
              <a:extLst>
                <a:ext uri="{FF2B5EF4-FFF2-40B4-BE49-F238E27FC236}">
                  <a16:creationId xmlns:a16="http://schemas.microsoft.com/office/drawing/2014/main" id="{0BAEED58-ECCC-E3FE-9D35-26D730453A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10712" y="5666150"/>
              <a:ext cx="548787" cy="548787"/>
            </a:xfrm>
            <a:prstGeom prst="rect">
              <a:avLst/>
            </a:prstGeom>
          </p:spPr>
        </p:pic>
        <p:sp>
          <p:nvSpPr>
            <p:cNvPr id="157" name="TextBox 156">
              <a:extLst>
                <a:ext uri="{FF2B5EF4-FFF2-40B4-BE49-F238E27FC236}">
                  <a16:creationId xmlns:a16="http://schemas.microsoft.com/office/drawing/2014/main" id="{406BEA94-951F-88E3-D431-7E93E1889789}"/>
                </a:ext>
              </a:extLst>
            </p:cNvPr>
            <p:cNvSpPr txBox="1"/>
            <p:nvPr/>
          </p:nvSpPr>
          <p:spPr>
            <a:xfrm>
              <a:off x="6030007" y="6129704"/>
              <a:ext cx="757639"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docker</a:t>
              </a:r>
            </a:p>
          </p:txBody>
        </p:sp>
      </p:grpSp>
      <p:cxnSp>
        <p:nvCxnSpPr>
          <p:cNvPr id="133" name="Straight Arrow Connector 132">
            <a:extLst>
              <a:ext uri="{FF2B5EF4-FFF2-40B4-BE49-F238E27FC236}">
                <a16:creationId xmlns:a16="http://schemas.microsoft.com/office/drawing/2014/main" id="{53AA0D1D-37DE-9033-97F4-057E4346A52C}"/>
              </a:ext>
            </a:extLst>
          </p:cNvPr>
          <p:cNvCxnSpPr>
            <a:cxnSpLocks/>
            <a:stCxn id="131" idx="2"/>
            <a:endCxn id="156" idx="0"/>
          </p:cNvCxnSpPr>
          <p:nvPr/>
        </p:nvCxnSpPr>
        <p:spPr>
          <a:xfrm flipH="1">
            <a:off x="4294323" y="3441316"/>
            <a:ext cx="4508" cy="203413"/>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EFC4835A-9937-D1B4-4072-2017C5611FD4}"/>
              </a:ext>
            </a:extLst>
          </p:cNvPr>
          <p:cNvCxnSpPr>
            <a:cxnSpLocks/>
            <a:stCxn id="121" idx="0"/>
            <a:endCxn id="125" idx="2"/>
          </p:cNvCxnSpPr>
          <p:nvPr/>
        </p:nvCxnSpPr>
        <p:spPr>
          <a:xfrm flipV="1">
            <a:off x="2071502" y="2736313"/>
            <a:ext cx="1283036" cy="322712"/>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BA253AC2-B258-B0CF-29DD-4815F2F00904}"/>
              </a:ext>
            </a:extLst>
          </p:cNvPr>
          <p:cNvCxnSpPr>
            <a:cxnSpLocks/>
            <a:stCxn id="128" idx="0"/>
          </p:cNvCxnSpPr>
          <p:nvPr/>
        </p:nvCxnSpPr>
        <p:spPr>
          <a:xfrm flipV="1">
            <a:off x="3198891" y="2736313"/>
            <a:ext cx="365236" cy="330756"/>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4D166F11-49A5-5E90-02FE-BC5C67F30243}"/>
              </a:ext>
            </a:extLst>
          </p:cNvPr>
          <p:cNvCxnSpPr>
            <a:cxnSpLocks/>
            <a:stCxn id="131" idx="0"/>
          </p:cNvCxnSpPr>
          <p:nvPr/>
        </p:nvCxnSpPr>
        <p:spPr>
          <a:xfrm flipH="1" flipV="1">
            <a:off x="3729856" y="2763479"/>
            <a:ext cx="568975" cy="303370"/>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21F6E459-25F3-309F-FD6B-E6772F51D155}"/>
              </a:ext>
            </a:extLst>
          </p:cNvPr>
          <p:cNvSpPr txBox="1"/>
          <p:nvPr/>
        </p:nvSpPr>
        <p:spPr>
          <a:xfrm>
            <a:off x="2849587" y="3982746"/>
            <a:ext cx="705642"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databases</a:t>
            </a:r>
          </a:p>
        </p:txBody>
      </p:sp>
      <p:sp>
        <p:nvSpPr>
          <p:cNvPr id="138" name="TextBox 137">
            <a:extLst>
              <a:ext uri="{FF2B5EF4-FFF2-40B4-BE49-F238E27FC236}">
                <a16:creationId xmlns:a16="http://schemas.microsoft.com/office/drawing/2014/main" id="{DE83A733-614F-27A8-018D-E2A75B8AA066}"/>
              </a:ext>
            </a:extLst>
          </p:cNvPr>
          <p:cNvSpPr txBox="1"/>
          <p:nvPr/>
        </p:nvSpPr>
        <p:spPr>
          <a:xfrm>
            <a:off x="2071590" y="4184403"/>
            <a:ext cx="429926" cy="230832"/>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a:ea typeface="+mn-ea"/>
                <a:cs typeface="+mn-cs"/>
              </a:rPr>
              <a:t>docs</a:t>
            </a:r>
          </a:p>
        </p:txBody>
      </p:sp>
      <p:sp>
        <p:nvSpPr>
          <p:cNvPr id="154" name="Rectangle: Rounded Corners 153">
            <a:extLst>
              <a:ext uri="{FF2B5EF4-FFF2-40B4-BE49-F238E27FC236}">
                <a16:creationId xmlns:a16="http://schemas.microsoft.com/office/drawing/2014/main" id="{4554E69E-029D-8824-9A67-F9D319061078}"/>
              </a:ext>
            </a:extLst>
          </p:cNvPr>
          <p:cNvSpPr/>
          <p:nvPr/>
        </p:nvSpPr>
        <p:spPr>
          <a:xfrm>
            <a:off x="2896454" y="1751605"/>
            <a:ext cx="913231"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   Memory</a:t>
            </a:r>
          </a:p>
        </p:txBody>
      </p:sp>
      <p:pic>
        <p:nvPicPr>
          <p:cNvPr id="155" name="Picture 8" descr="Memory, chip, processor icon - Download on Iconfinder">
            <a:extLst>
              <a:ext uri="{FF2B5EF4-FFF2-40B4-BE49-F238E27FC236}">
                <a16:creationId xmlns:a16="http://schemas.microsoft.com/office/drawing/2014/main" id="{D7906638-37A4-7C4A-0F79-63F60265EC64}"/>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aturation sat="97000"/>
                    </a14:imgEffect>
                    <a14:imgEffect>
                      <a14:brightnessContrast bright="-100000" contrast="-7000"/>
                    </a14:imgEffect>
                  </a14:imgLayer>
                </a14:imgProps>
              </a:ext>
              <a:ext uri="{28A0092B-C50C-407E-A947-70E740481C1C}">
                <a14:useLocalDpi xmlns:a14="http://schemas.microsoft.com/office/drawing/2010/main" val="0"/>
              </a:ext>
            </a:extLst>
          </a:blip>
          <a:srcRect/>
          <a:stretch>
            <a:fillRect/>
          </a:stretch>
        </p:blipFill>
        <p:spPr bwMode="auto">
          <a:xfrm>
            <a:off x="3548224" y="1798621"/>
            <a:ext cx="276336" cy="276336"/>
          </a:xfrm>
          <a:prstGeom prst="rect">
            <a:avLst/>
          </a:prstGeom>
          <a:noFill/>
          <a:extLst>
            <a:ext uri="{909E8E84-426E-40DD-AFC4-6F175D3DCCD1}">
              <a14:hiddenFill xmlns:a14="http://schemas.microsoft.com/office/drawing/2010/main">
                <a:solidFill>
                  <a:srgbClr val="FFFFFF"/>
                </a:solidFill>
              </a14:hiddenFill>
            </a:ext>
          </a:extLst>
        </p:spPr>
      </p:pic>
      <p:cxnSp>
        <p:nvCxnSpPr>
          <p:cNvPr id="140" name="Straight Arrow Connector 139">
            <a:extLst>
              <a:ext uri="{FF2B5EF4-FFF2-40B4-BE49-F238E27FC236}">
                <a16:creationId xmlns:a16="http://schemas.microsoft.com/office/drawing/2014/main" id="{B7981D30-FDAF-5FC3-BF07-B6AE3EE137D6}"/>
              </a:ext>
            </a:extLst>
          </p:cNvPr>
          <p:cNvCxnSpPr>
            <a:cxnSpLocks/>
            <a:stCxn id="125" idx="0"/>
            <a:endCxn id="154" idx="2"/>
          </p:cNvCxnSpPr>
          <p:nvPr/>
        </p:nvCxnSpPr>
        <p:spPr>
          <a:xfrm flipH="1" flipV="1">
            <a:off x="3353070" y="2126072"/>
            <a:ext cx="1468" cy="235774"/>
          </a:xfrm>
          <a:prstGeom prst="straightConnector1">
            <a:avLst/>
          </a:prstGeom>
          <a:ln>
            <a:solidFill>
              <a:schemeClr val="tx1"/>
            </a:solidFill>
            <a:headEnd type="triangle"/>
            <a:tailEnd type="none"/>
          </a:ln>
          <a:effectLst/>
        </p:spPr>
        <p:style>
          <a:lnRef idx="1">
            <a:schemeClr val="accent1"/>
          </a:lnRef>
          <a:fillRef idx="0">
            <a:schemeClr val="accent1"/>
          </a:fillRef>
          <a:effectRef idx="0">
            <a:schemeClr val="accent1"/>
          </a:effectRef>
          <a:fontRef idx="minor">
            <a:schemeClr val="tx1"/>
          </a:fontRef>
        </p:style>
      </p:cxnSp>
      <p:sp>
        <p:nvSpPr>
          <p:cNvPr id="142" name="Rectangle: Rounded Corners 141">
            <a:extLst>
              <a:ext uri="{FF2B5EF4-FFF2-40B4-BE49-F238E27FC236}">
                <a16:creationId xmlns:a16="http://schemas.microsoft.com/office/drawing/2014/main" id="{5DF87596-63A3-965E-6899-E174A2F283C9}"/>
              </a:ext>
            </a:extLst>
          </p:cNvPr>
          <p:cNvSpPr/>
          <p:nvPr/>
        </p:nvSpPr>
        <p:spPr>
          <a:xfrm>
            <a:off x="4696863" y="3064104"/>
            <a:ext cx="154945" cy="382511"/>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SLM</a:t>
            </a:r>
          </a:p>
        </p:txBody>
      </p:sp>
      <p:sp>
        <p:nvSpPr>
          <p:cNvPr id="143" name="Rectangle: Rounded Corners 142">
            <a:extLst>
              <a:ext uri="{FF2B5EF4-FFF2-40B4-BE49-F238E27FC236}">
                <a16:creationId xmlns:a16="http://schemas.microsoft.com/office/drawing/2014/main" id="{99D38298-DA46-50E3-F83C-ED6FC48A3AD8}"/>
              </a:ext>
            </a:extLst>
          </p:cNvPr>
          <p:cNvSpPr/>
          <p:nvPr/>
        </p:nvSpPr>
        <p:spPr>
          <a:xfrm>
            <a:off x="3642105" y="3067069"/>
            <a:ext cx="156085" cy="37787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SLM</a:t>
            </a:r>
          </a:p>
        </p:txBody>
      </p:sp>
      <p:sp>
        <p:nvSpPr>
          <p:cNvPr id="144" name="Rectangle: Rounded Corners 143">
            <a:extLst>
              <a:ext uri="{FF2B5EF4-FFF2-40B4-BE49-F238E27FC236}">
                <a16:creationId xmlns:a16="http://schemas.microsoft.com/office/drawing/2014/main" id="{EDD5866E-3D1D-E857-E72D-36A01168F24A}"/>
              </a:ext>
            </a:extLst>
          </p:cNvPr>
          <p:cNvSpPr/>
          <p:nvPr/>
        </p:nvSpPr>
        <p:spPr>
          <a:xfrm>
            <a:off x="2505246" y="3058361"/>
            <a:ext cx="156085" cy="37787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LLM</a:t>
            </a:r>
          </a:p>
        </p:txBody>
      </p:sp>
      <p:sp>
        <p:nvSpPr>
          <p:cNvPr id="145" name="Rectangle: Rounded Corners 144">
            <a:extLst>
              <a:ext uri="{FF2B5EF4-FFF2-40B4-BE49-F238E27FC236}">
                <a16:creationId xmlns:a16="http://schemas.microsoft.com/office/drawing/2014/main" id="{BD1C1EE6-DB37-E781-EFD7-73461F461015}"/>
              </a:ext>
            </a:extLst>
          </p:cNvPr>
          <p:cNvSpPr/>
          <p:nvPr/>
        </p:nvSpPr>
        <p:spPr>
          <a:xfrm>
            <a:off x="3889450" y="2362108"/>
            <a:ext cx="153503" cy="37420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LLM</a:t>
            </a:r>
          </a:p>
        </p:txBody>
      </p:sp>
      <p:sp>
        <p:nvSpPr>
          <p:cNvPr id="146" name="Rectangle: Rounded Corners 145">
            <a:extLst>
              <a:ext uri="{FF2B5EF4-FFF2-40B4-BE49-F238E27FC236}">
                <a16:creationId xmlns:a16="http://schemas.microsoft.com/office/drawing/2014/main" id="{8A45D600-B87B-ADBB-8D6C-6DE004BD900D}"/>
              </a:ext>
            </a:extLst>
          </p:cNvPr>
          <p:cNvSpPr/>
          <p:nvPr/>
        </p:nvSpPr>
        <p:spPr>
          <a:xfrm>
            <a:off x="521759" y="3780590"/>
            <a:ext cx="852181" cy="322449"/>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Web Service</a:t>
            </a:r>
          </a:p>
        </p:txBody>
      </p:sp>
      <p:sp>
        <p:nvSpPr>
          <p:cNvPr id="147" name="Rectangle: Rounded Corners 146">
            <a:extLst>
              <a:ext uri="{FF2B5EF4-FFF2-40B4-BE49-F238E27FC236}">
                <a16:creationId xmlns:a16="http://schemas.microsoft.com/office/drawing/2014/main" id="{9673B909-6BC7-9008-78BC-36DF33D61F0E}"/>
              </a:ext>
            </a:extLst>
          </p:cNvPr>
          <p:cNvSpPr/>
          <p:nvPr/>
        </p:nvSpPr>
        <p:spPr>
          <a:xfrm>
            <a:off x="507823" y="3052294"/>
            <a:ext cx="861483" cy="374467"/>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Service</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148" name="Straight Arrow Connector 147">
            <a:extLst>
              <a:ext uri="{FF2B5EF4-FFF2-40B4-BE49-F238E27FC236}">
                <a16:creationId xmlns:a16="http://schemas.microsoft.com/office/drawing/2014/main" id="{906E069C-196D-2136-0E04-DD6B1FEF3EB4}"/>
              </a:ext>
            </a:extLst>
          </p:cNvPr>
          <p:cNvCxnSpPr>
            <a:cxnSpLocks/>
          </p:cNvCxnSpPr>
          <p:nvPr/>
        </p:nvCxnSpPr>
        <p:spPr>
          <a:xfrm flipV="1">
            <a:off x="1033644" y="3426345"/>
            <a:ext cx="0" cy="340969"/>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692A825B-CE49-75E6-6A48-37E40C14B711}"/>
              </a:ext>
            </a:extLst>
          </p:cNvPr>
          <p:cNvCxnSpPr>
            <a:cxnSpLocks/>
          </p:cNvCxnSpPr>
          <p:nvPr/>
        </p:nvCxnSpPr>
        <p:spPr>
          <a:xfrm>
            <a:off x="928013" y="3429405"/>
            <a:ext cx="0" cy="351185"/>
          </a:xfrm>
          <a:prstGeom prst="straightConnector1">
            <a:avLst/>
          </a:prstGeom>
          <a:ln>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7B438F80-BE9E-DED2-5368-CD6C070F0699}"/>
              </a:ext>
            </a:extLst>
          </p:cNvPr>
          <p:cNvCxnSpPr>
            <a:cxnSpLocks/>
            <a:stCxn id="147" idx="0"/>
          </p:cNvCxnSpPr>
          <p:nvPr/>
        </p:nvCxnSpPr>
        <p:spPr>
          <a:xfrm flipV="1">
            <a:off x="938565" y="2749749"/>
            <a:ext cx="1951183" cy="302545"/>
          </a:xfrm>
          <a:prstGeom prst="straightConnector1">
            <a:avLst/>
          </a:prstGeom>
          <a:ln>
            <a:solidFill>
              <a:schemeClr val="tx1"/>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53" name="Rectangle: Rounded Corners 152">
            <a:extLst>
              <a:ext uri="{FF2B5EF4-FFF2-40B4-BE49-F238E27FC236}">
                <a16:creationId xmlns:a16="http://schemas.microsoft.com/office/drawing/2014/main" id="{47D981F3-39E7-6E46-3374-88889B38D2C4}"/>
              </a:ext>
            </a:extLst>
          </p:cNvPr>
          <p:cNvSpPr/>
          <p:nvPr/>
        </p:nvSpPr>
        <p:spPr>
          <a:xfrm>
            <a:off x="1388029" y="3047733"/>
            <a:ext cx="156085" cy="37787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wordArtVert" wrap="square" lIns="0" tIns="0" rIns="45720" bIns="0"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Variable Display Semib" pitchFamily="2" charset="0"/>
                <a:ea typeface="+mn-ea"/>
                <a:cs typeface="+mn-cs"/>
              </a:rPr>
              <a:t>LLM</a:t>
            </a:r>
          </a:p>
        </p:txBody>
      </p:sp>
      <p:sp>
        <p:nvSpPr>
          <p:cNvPr id="164" name="TextBox 163">
            <a:extLst>
              <a:ext uri="{FF2B5EF4-FFF2-40B4-BE49-F238E27FC236}">
                <a16:creationId xmlns:a16="http://schemas.microsoft.com/office/drawing/2014/main" id="{8587ADDD-CBF1-583E-7B70-55BB14543E9C}"/>
              </a:ext>
            </a:extLst>
          </p:cNvPr>
          <p:cNvSpPr txBox="1"/>
          <p:nvPr/>
        </p:nvSpPr>
        <p:spPr>
          <a:xfrm>
            <a:off x="588263" y="4831140"/>
            <a:ext cx="4848762" cy="190821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gradFill flip="none">
                  <a:gsLst>
                    <a:gs pos="0">
                      <a:srgbClr val="73262F"/>
                    </a:gs>
                    <a:gs pos="80000">
                      <a:srgbClr val="2A446F"/>
                    </a:gs>
                  </a:gsLst>
                  <a:path path="circle">
                    <a:fillToRect l="100000" t="100000"/>
                  </a:path>
                  <a:tileRect r="-100000" b="-100000"/>
                </a:gradFill>
                <a:effectLst/>
                <a:uLnTx/>
                <a:uFillTx/>
                <a:latin typeface="Segoe UI Variable Display Semib"/>
                <a:ea typeface="+mn-ea"/>
                <a:cs typeface="Segoe UI"/>
              </a:rPr>
              <a:t>Agent Orchestration</a:t>
            </a:r>
            <a:endParaRPr kumimoji="0" lang="en-US" sz="1800" b="0" i="0" u="none" strike="noStrike" kern="1200" cap="none" spc="0" normalizeH="0" baseline="0" noProof="0">
              <a:ln w="3175">
                <a:noFill/>
              </a:ln>
              <a:gradFill flip="none" rotWithShape="1">
                <a:gsLst>
                  <a:gs pos="0">
                    <a:srgbClr val="73262F"/>
                  </a:gs>
                  <a:gs pos="80000">
                    <a:srgbClr val="2A446F"/>
                  </a:gs>
                </a:gsLst>
                <a:path path="circle">
                  <a:fillToRect l="100000" t="100000"/>
                </a:path>
                <a:tileRect r="-100000" b="-100000"/>
              </a:gradFill>
              <a:effectLst/>
              <a:uLnTx/>
              <a:uFillTx/>
              <a:latin typeface="Segoe UI Variable Display Semib" pitchFamily="2"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UI Semilight"/>
                <a:ea typeface="+mn-ea"/>
                <a:cs typeface="Segoe UI Semilight"/>
              </a:rPr>
              <a:t>LLM-driven orchestration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light"/>
                <a:ea typeface="+mn-ea"/>
                <a:cs typeface="Segoe UI Semilight"/>
              </a:rPr>
              <a:t>Creative reasoning and decision-making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light"/>
                <a:ea typeface="+mn-ea"/>
                <a:cs typeface="Segoe UI Semilight"/>
              </a:rPr>
              <a:t>Ex: Propose 2 Instagram marketing campaigns including assets that would leverage the top 2 recent trends in our past quarter US Sales to boost our mailing list user base and predict the impact of each campaign</a:t>
            </a:r>
          </a:p>
        </p:txBody>
      </p:sp>
      <p:sp>
        <p:nvSpPr>
          <p:cNvPr id="50" name="TextBox 49">
            <a:extLst>
              <a:ext uri="{FF2B5EF4-FFF2-40B4-BE49-F238E27FC236}">
                <a16:creationId xmlns:a16="http://schemas.microsoft.com/office/drawing/2014/main" id="{AEA6879B-8990-66B6-BBB3-3571008711A5}"/>
              </a:ext>
            </a:extLst>
          </p:cNvPr>
          <p:cNvSpPr txBox="1"/>
          <p:nvPr/>
        </p:nvSpPr>
        <p:spPr>
          <a:xfrm>
            <a:off x="6139728" y="4816631"/>
            <a:ext cx="4848762" cy="169277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w="3175">
                  <a:noFill/>
                </a:ln>
                <a:gradFill flip="none">
                  <a:gsLst>
                    <a:gs pos="0">
                      <a:srgbClr val="73262F"/>
                    </a:gs>
                    <a:gs pos="80000">
                      <a:srgbClr val="2A446F"/>
                    </a:gs>
                  </a:gsLst>
                  <a:path path="circle">
                    <a:fillToRect l="100000" t="100000"/>
                  </a:path>
                  <a:tileRect r="-100000" b="-100000"/>
                </a:gradFill>
                <a:effectLst/>
                <a:uLnTx/>
                <a:uFillTx/>
                <a:latin typeface="Segoe UI Variable Display Semib"/>
                <a:ea typeface="+mn-ea"/>
                <a:cs typeface="Segoe UI"/>
              </a:rPr>
              <a:t>Workflow Orchestration</a:t>
            </a:r>
            <a:endParaRPr kumimoji="0" lang="en-US" sz="1800" b="0" i="0" u="none" strike="noStrike" kern="1200" cap="none" spc="0" normalizeH="0" baseline="0" noProof="0">
              <a:ln w="3175">
                <a:noFill/>
              </a:ln>
              <a:gradFill flip="none" rotWithShape="1">
                <a:gsLst>
                  <a:gs pos="0">
                    <a:srgbClr val="73262F"/>
                  </a:gs>
                  <a:gs pos="80000">
                    <a:srgbClr val="2A446F"/>
                  </a:gs>
                </a:gsLst>
                <a:path path="circle">
                  <a:fillToRect l="100000" t="100000"/>
                </a:path>
                <a:tileRect r="-100000" b="-100000"/>
              </a:gradFill>
              <a:effectLst/>
              <a:uLnTx/>
              <a:uFillTx/>
              <a:latin typeface="Segoe UI Variable Display Semib" pitchFamily="2"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UI Semilight"/>
                <a:ea typeface="+mn-lt"/>
                <a:cs typeface="Segoe UI Semilight"/>
              </a:rPr>
              <a:t>Business logic-driven orchestration</a:t>
            </a:r>
            <a:endParaRPr kumimoji="0" lang="en-US" sz="1800" b="1" i="0" u="none" strike="noStrike" kern="1200" cap="none" spc="0" normalizeH="0" baseline="0" noProof="0">
              <a:ln>
                <a:noFill/>
              </a:ln>
              <a:solidFill>
                <a:srgbClr val="251D21"/>
              </a:solidFill>
              <a:effectLst/>
              <a:uLnTx/>
              <a:uFillTx/>
              <a:latin typeface="Segoe UI Semilight"/>
              <a:ea typeface="+mn-ea"/>
              <a:cs typeface="Segoe UI Semi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light"/>
                <a:ea typeface="+mn-lt"/>
                <a:cs typeface="Segoe UI Semilight"/>
              </a:rPr>
              <a:t>Mix of business processes and agents</a:t>
            </a:r>
            <a:endParaRPr kumimoji="0" lang="en-US" sz="1800" b="0" i="0" u="none" strike="noStrike" kern="1200" cap="none" spc="0" normalizeH="0" baseline="0" noProof="0">
              <a:ln>
                <a:noFill/>
              </a:ln>
              <a:solidFill>
                <a:srgbClr val="251D21"/>
              </a:solidFill>
              <a:effectLst/>
              <a:uLnTx/>
              <a:uFillTx/>
              <a:latin typeface="Segoe UI Semi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a:ln>
                <a:noFill/>
              </a:ln>
              <a:solidFill>
                <a:srgbClr val="251D21"/>
              </a:solidFill>
              <a:effectLst/>
              <a:uLnTx/>
              <a:uFillTx/>
              <a:latin typeface="Segoe UI Semilight"/>
              <a:ea typeface="+mn-ea"/>
              <a:cs typeface="Segoe UI Semi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light"/>
                <a:ea typeface="+mn-lt"/>
                <a:cs typeface="Segoe UI Semilight"/>
              </a:rPr>
              <a:t>Ex: Execution the Deep Research process to generate a document outline, write and refine section and synthesize into final document</a:t>
            </a:r>
            <a:endParaRPr kumimoji="0" lang="en-US" sz="1800" b="0" i="0" u="none" strike="noStrike" kern="1200" cap="none" spc="0" normalizeH="0" baseline="0" noProof="0">
              <a:ln>
                <a:noFill/>
              </a:ln>
              <a:solidFill>
                <a:srgbClr val="251D21"/>
              </a:solidFill>
              <a:effectLst/>
              <a:uLnTx/>
              <a:uFillTx/>
              <a:latin typeface="Aptos" panose="020B0004020202020204"/>
              <a:ea typeface="+mn-ea"/>
              <a:cs typeface="Segoe UI Semilight"/>
            </a:endParaRPr>
          </a:p>
        </p:txBody>
      </p:sp>
      <p:pic>
        <p:nvPicPr>
          <p:cNvPr id="51" name="Graphic 50" descr="Questions outline">
            <a:extLst>
              <a:ext uri="{FF2B5EF4-FFF2-40B4-BE49-F238E27FC236}">
                <a16:creationId xmlns:a16="http://schemas.microsoft.com/office/drawing/2014/main" id="{92EF1B03-72D2-E19B-4125-63094CF408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84374" y="2366206"/>
            <a:ext cx="531803" cy="531497"/>
          </a:xfrm>
          <a:prstGeom prst="rect">
            <a:avLst/>
          </a:prstGeom>
        </p:spPr>
      </p:pic>
      <p:sp>
        <p:nvSpPr>
          <p:cNvPr id="52" name="Rectangle: Rounded Corners 51">
            <a:extLst>
              <a:ext uri="{FF2B5EF4-FFF2-40B4-BE49-F238E27FC236}">
                <a16:creationId xmlns:a16="http://schemas.microsoft.com/office/drawing/2014/main" id="{9A836995-907D-1931-94BD-D6A12A07AD42}"/>
              </a:ext>
            </a:extLst>
          </p:cNvPr>
          <p:cNvSpPr/>
          <p:nvPr/>
        </p:nvSpPr>
        <p:spPr>
          <a:xfrm>
            <a:off x="9159370" y="2421852"/>
            <a:ext cx="1517857" cy="1471659"/>
          </a:xfrm>
          <a:prstGeom prst="roundRect">
            <a:avLst/>
          </a:prstGeom>
          <a:noFill/>
          <a:ln w="12700" cap="rnd">
            <a:solidFill>
              <a:srgbClr val="76727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1440" bIns="0" numCol="1" spcCol="0" rtlCol="0" fromWordArt="0" anchor="ctr" anchorCtr="0" forceAA="0" compatLnSpc="1">
            <a:prstTxWarp prst="textNoShape">
              <a:avLst/>
            </a:prstTxWarp>
            <a:no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53" name="TextBox 52">
            <a:extLst>
              <a:ext uri="{FF2B5EF4-FFF2-40B4-BE49-F238E27FC236}">
                <a16:creationId xmlns:a16="http://schemas.microsoft.com/office/drawing/2014/main" id="{8781FC2A-62DE-0F57-5DA6-33A2338FD099}"/>
              </a:ext>
            </a:extLst>
          </p:cNvPr>
          <p:cNvSpPr txBox="1"/>
          <p:nvPr/>
        </p:nvSpPr>
        <p:spPr>
          <a:xfrm>
            <a:off x="5942338" y="2863067"/>
            <a:ext cx="61587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Sans Text"/>
                <a:ea typeface="+mn-ea"/>
                <a:cs typeface="+mn-cs"/>
              </a:rPr>
              <a:t>conversation</a:t>
            </a:r>
          </a:p>
        </p:txBody>
      </p:sp>
      <p:sp>
        <p:nvSpPr>
          <p:cNvPr id="54" name="Rectangle: Rounded Corners 53">
            <a:extLst>
              <a:ext uri="{FF2B5EF4-FFF2-40B4-BE49-F238E27FC236}">
                <a16:creationId xmlns:a16="http://schemas.microsoft.com/office/drawing/2014/main" id="{4683AC24-82F6-D987-D0EF-5CA592A12872}"/>
              </a:ext>
            </a:extLst>
          </p:cNvPr>
          <p:cNvSpPr/>
          <p:nvPr/>
        </p:nvSpPr>
        <p:spPr>
          <a:xfrm>
            <a:off x="6804099" y="2442974"/>
            <a:ext cx="736431" cy="377962"/>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User Proxy Agent</a:t>
            </a:r>
          </a:p>
        </p:txBody>
      </p:sp>
      <p:sp>
        <p:nvSpPr>
          <p:cNvPr id="57" name="Rectangle: Rounded Corners 56">
            <a:extLst>
              <a:ext uri="{FF2B5EF4-FFF2-40B4-BE49-F238E27FC236}">
                <a16:creationId xmlns:a16="http://schemas.microsoft.com/office/drawing/2014/main" id="{5245ABDB-B289-F197-9D83-31304F7FDE6B}"/>
              </a:ext>
            </a:extLst>
          </p:cNvPr>
          <p:cNvSpPr/>
          <p:nvPr/>
        </p:nvSpPr>
        <p:spPr>
          <a:xfrm>
            <a:off x="6760060" y="3125801"/>
            <a:ext cx="824511" cy="24442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Outline</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58" name="Straight Arrow Connector 57">
            <a:extLst>
              <a:ext uri="{FF2B5EF4-FFF2-40B4-BE49-F238E27FC236}">
                <a16:creationId xmlns:a16="http://schemas.microsoft.com/office/drawing/2014/main" id="{707DB122-3A9D-FDFE-A7AC-AB654E800B1D}"/>
              </a:ext>
            </a:extLst>
          </p:cNvPr>
          <p:cNvCxnSpPr>
            <a:cxnSpLocks/>
            <a:stCxn id="51" idx="3"/>
            <a:endCxn id="54" idx="1"/>
          </p:cNvCxnSpPr>
          <p:nvPr/>
        </p:nvCxnSpPr>
        <p:spPr>
          <a:xfrm>
            <a:off x="6516177" y="2631955"/>
            <a:ext cx="287922"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F9E3383-A6E4-FAB6-BE37-B2AFBAB96D90}"/>
              </a:ext>
            </a:extLst>
          </p:cNvPr>
          <p:cNvCxnSpPr>
            <a:cxnSpLocks/>
            <a:stCxn id="54" idx="2"/>
            <a:endCxn id="57" idx="0"/>
          </p:cNvCxnSpPr>
          <p:nvPr/>
        </p:nvCxnSpPr>
        <p:spPr>
          <a:xfrm>
            <a:off x="7172315" y="2820936"/>
            <a:ext cx="1" cy="30486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6B0A346-603F-871B-6041-0B99E0CFEC84}"/>
              </a:ext>
            </a:extLst>
          </p:cNvPr>
          <p:cNvCxnSpPr>
            <a:cxnSpLocks/>
            <a:stCxn id="57" idx="3"/>
          </p:cNvCxnSpPr>
          <p:nvPr/>
        </p:nvCxnSpPr>
        <p:spPr>
          <a:xfrm flipV="1">
            <a:off x="7584571" y="2442974"/>
            <a:ext cx="284257" cy="80504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F3838B5-C01E-60E2-8642-CA248BDD6F78}"/>
              </a:ext>
            </a:extLst>
          </p:cNvPr>
          <p:cNvCxnSpPr>
            <a:cxnSpLocks/>
            <a:stCxn id="57" idx="3"/>
          </p:cNvCxnSpPr>
          <p:nvPr/>
        </p:nvCxnSpPr>
        <p:spPr>
          <a:xfrm>
            <a:off x="7584571" y="3248014"/>
            <a:ext cx="295475" cy="342937"/>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C9F95D57-4E6C-6DE4-67EA-08A70F42DEF4}"/>
              </a:ext>
            </a:extLst>
          </p:cNvPr>
          <p:cNvSpPr/>
          <p:nvPr/>
        </p:nvSpPr>
        <p:spPr>
          <a:xfrm>
            <a:off x="7973251" y="2243718"/>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 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(Introduction)</a:t>
            </a:r>
          </a:p>
        </p:txBody>
      </p:sp>
      <p:sp>
        <p:nvSpPr>
          <p:cNvPr id="64" name="Rectangle: Rounded Corners 63">
            <a:extLst>
              <a:ext uri="{FF2B5EF4-FFF2-40B4-BE49-F238E27FC236}">
                <a16:creationId xmlns:a16="http://schemas.microsoft.com/office/drawing/2014/main" id="{9E32ED74-EE94-CBD1-3D3F-24116C448A68}"/>
              </a:ext>
            </a:extLst>
          </p:cNvPr>
          <p:cNvSpPr/>
          <p:nvPr/>
        </p:nvSpPr>
        <p:spPr>
          <a:xfrm>
            <a:off x="7973250" y="2684359"/>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 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1)</a:t>
            </a:r>
          </a:p>
        </p:txBody>
      </p:sp>
      <p:sp>
        <p:nvSpPr>
          <p:cNvPr id="65" name="Rectangle: Rounded Corners 64">
            <a:extLst>
              <a:ext uri="{FF2B5EF4-FFF2-40B4-BE49-F238E27FC236}">
                <a16:creationId xmlns:a16="http://schemas.microsoft.com/office/drawing/2014/main" id="{DEECBA79-39FA-7AA9-B231-722A04B4E762}"/>
              </a:ext>
            </a:extLst>
          </p:cNvPr>
          <p:cNvSpPr/>
          <p:nvPr/>
        </p:nvSpPr>
        <p:spPr>
          <a:xfrm>
            <a:off x="7973250" y="3125000"/>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 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2)</a:t>
            </a:r>
          </a:p>
        </p:txBody>
      </p:sp>
      <p:sp>
        <p:nvSpPr>
          <p:cNvPr id="67" name="Rectangle: Rounded Corners 66">
            <a:extLst>
              <a:ext uri="{FF2B5EF4-FFF2-40B4-BE49-F238E27FC236}">
                <a16:creationId xmlns:a16="http://schemas.microsoft.com/office/drawing/2014/main" id="{0C224E3C-B9DF-6DCE-AECA-54A4606EBA40}"/>
              </a:ext>
            </a:extLst>
          </p:cNvPr>
          <p:cNvSpPr/>
          <p:nvPr/>
        </p:nvSpPr>
        <p:spPr>
          <a:xfrm>
            <a:off x="7973249" y="3568063"/>
            <a:ext cx="879534" cy="37446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18288" tIns="46637" rIns="18288"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Section Writer</a:t>
            </a:r>
            <a:b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b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Variable Display Semib" pitchFamily="2" charset="0"/>
                <a:ea typeface="+mn-ea"/>
                <a:cs typeface="+mn-cs"/>
              </a:rPr>
              <a:t>(Conclusion)</a:t>
            </a:r>
          </a:p>
        </p:txBody>
      </p:sp>
      <p:sp>
        <p:nvSpPr>
          <p:cNvPr id="68" name="Left Brace 67">
            <a:extLst>
              <a:ext uri="{FF2B5EF4-FFF2-40B4-BE49-F238E27FC236}">
                <a16:creationId xmlns:a16="http://schemas.microsoft.com/office/drawing/2014/main" id="{068CFDE7-8132-6BFA-36C9-38D4F80A53E3}"/>
              </a:ext>
            </a:extLst>
          </p:cNvPr>
          <p:cNvSpPr/>
          <p:nvPr/>
        </p:nvSpPr>
        <p:spPr>
          <a:xfrm>
            <a:off x="8933498" y="2366332"/>
            <a:ext cx="153809" cy="1582699"/>
          </a:xfrm>
          <a:prstGeom prst="leftBrace">
            <a:avLst>
              <a:gd name="adj1" fmla="val 8333"/>
              <a:gd name="adj2" fmla="val 39854"/>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72" name="Rectangle: Rounded Corners 71">
            <a:extLst>
              <a:ext uri="{FF2B5EF4-FFF2-40B4-BE49-F238E27FC236}">
                <a16:creationId xmlns:a16="http://schemas.microsoft.com/office/drawing/2014/main" id="{84A089BF-99AB-3C10-0CDC-DDD75282D6DC}"/>
              </a:ext>
            </a:extLst>
          </p:cNvPr>
          <p:cNvSpPr/>
          <p:nvPr/>
        </p:nvSpPr>
        <p:spPr>
          <a:xfrm>
            <a:off x="9466469" y="2637482"/>
            <a:ext cx="879534" cy="29929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Writer</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sp>
        <p:nvSpPr>
          <p:cNvPr id="73" name="Rectangle: Rounded Corners 72">
            <a:extLst>
              <a:ext uri="{FF2B5EF4-FFF2-40B4-BE49-F238E27FC236}">
                <a16:creationId xmlns:a16="http://schemas.microsoft.com/office/drawing/2014/main" id="{960D0A02-D24E-8BB6-B9AB-C0051B2F6267}"/>
              </a:ext>
            </a:extLst>
          </p:cNvPr>
          <p:cNvSpPr/>
          <p:nvPr/>
        </p:nvSpPr>
        <p:spPr>
          <a:xfrm>
            <a:off x="9465311" y="3322067"/>
            <a:ext cx="879534" cy="328085"/>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Critic</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cxnSp>
        <p:nvCxnSpPr>
          <p:cNvPr id="75" name="Straight Arrow Connector 74">
            <a:extLst>
              <a:ext uri="{FF2B5EF4-FFF2-40B4-BE49-F238E27FC236}">
                <a16:creationId xmlns:a16="http://schemas.microsoft.com/office/drawing/2014/main" id="{4FBF89EB-77FC-B490-A9D9-52C65F40D8A4}"/>
              </a:ext>
            </a:extLst>
          </p:cNvPr>
          <p:cNvCxnSpPr>
            <a:cxnSpLocks/>
            <a:stCxn id="72" idx="2"/>
            <a:endCxn id="73" idx="0"/>
          </p:cNvCxnSpPr>
          <p:nvPr/>
        </p:nvCxnSpPr>
        <p:spPr>
          <a:xfrm flipH="1">
            <a:off x="9905078" y="2936777"/>
            <a:ext cx="1158" cy="38529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Rectangle: Rounded Corners 75">
            <a:extLst>
              <a:ext uri="{FF2B5EF4-FFF2-40B4-BE49-F238E27FC236}">
                <a16:creationId xmlns:a16="http://schemas.microsoft.com/office/drawing/2014/main" id="{ACD7B17E-5A58-301D-F5BD-9649FE2D572D}"/>
              </a:ext>
            </a:extLst>
          </p:cNvPr>
          <p:cNvSpPr/>
          <p:nvPr/>
        </p:nvSpPr>
        <p:spPr>
          <a:xfrm>
            <a:off x="11005066" y="2926237"/>
            <a:ext cx="879534" cy="328996"/>
          </a:xfrm>
          <a:prstGeom prst="roundRect">
            <a:avLst>
              <a:gd name="adj" fmla="val 7380"/>
            </a:avLst>
          </a:prstGeom>
          <a:noFill/>
          <a:ln w="12700">
            <a:gradFill>
              <a:gsLst>
                <a:gs pos="10000">
                  <a:srgbClr val="8DC8E8"/>
                </a:gs>
                <a:gs pos="100000">
                  <a:srgbClr val="FFB3BB"/>
                </a:gs>
              </a:gsLst>
              <a:lin ang="2700000" scaled="0"/>
            </a:gradFill>
            <a:headEnd type="none" w="med" len="med"/>
            <a:tailEnd type="none" w="med" len="med"/>
          </a:ln>
          <a:effectLst/>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Editor </a:t>
            </a:r>
          </a:p>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Variable Display Semib" pitchFamily="2" charset="0"/>
                <a:ea typeface="+mn-ea"/>
                <a:cs typeface="+mn-cs"/>
              </a:rPr>
              <a:t>Agent</a:t>
            </a:r>
          </a:p>
        </p:txBody>
      </p:sp>
      <p:sp>
        <p:nvSpPr>
          <p:cNvPr id="80" name="Left Brace 79">
            <a:extLst>
              <a:ext uri="{FF2B5EF4-FFF2-40B4-BE49-F238E27FC236}">
                <a16:creationId xmlns:a16="http://schemas.microsoft.com/office/drawing/2014/main" id="{B1EB8A08-95A2-5165-81C6-14D52393BF9D}"/>
              </a:ext>
            </a:extLst>
          </p:cNvPr>
          <p:cNvSpPr/>
          <p:nvPr/>
        </p:nvSpPr>
        <p:spPr>
          <a:xfrm rot="10800000">
            <a:off x="10764242" y="2366332"/>
            <a:ext cx="153809" cy="1582699"/>
          </a:xfrm>
          <a:prstGeom prst="leftBrace">
            <a:avLst>
              <a:gd name="adj1" fmla="val 8333"/>
              <a:gd name="adj2" fmla="val 5062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Text"/>
              <a:ea typeface="+mn-ea"/>
              <a:cs typeface="+mn-cs"/>
            </a:endParaRPr>
          </a:p>
        </p:txBody>
      </p:sp>
      <p:pic>
        <p:nvPicPr>
          <p:cNvPr id="81" name="Graphic 80" descr="Document outline">
            <a:extLst>
              <a:ext uri="{FF2B5EF4-FFF2-40B4-BE49-F238E27FC236}">
                <a16:creationId xmlns:a16="http://schemas.microsoft.com/office/drawing/2014/main" id="{53AA4389-D346-CB88-3190-91175916B8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31314" y="3507839"/>
            <a:ext cx="427037" cy="427038"/>
          </a:xfrm>
          <a:prstGeom prst="rect">
            <a:avLst/>
          </a:prstGeom>
          <a:effectLst/>
        </p:spPr>
      </p:pic>
      <p:cxnSp>
        <p:nvCxnSpPr>
          <p:cNvPr id="82" name="Straight Arrow Connector 81">
            <a:extLst>
              <a:ext uri="{FF2B5EF4-FFF2-40B4-BE49-F238E27FC236}">
                <a16:creationId xmlns:a16="http://schemas.microsoft.com/office/drawing/2014/main" id="{F3F46045-F1D5-F368-519C-52342298308C}"/>
              </a:ext>
            </a:extLst>
          </p:cNvPr>
          <p:cNvCxnSpPr>
            <a:cxnSpLocks/>
          </p:cNvCxnSpPr>
          <p:nvPr/>
        </p:nvCxnSpPr>
        <p:spPr>
          <a:xfrm>
            <a:off x="11444833" y="3303511"/>
            <a:ext cx="0" cy="17283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D7555BF2-5AF9-020D-39B5-3CD80A59D867}"/>
              </a:ext>
            </a:extLst>
          </p:cNvPr>
          <p:cNvSpPr/>
          <p:nvPr/>
        </p:nvSpPr>
        <p:spPr>
          <a:xfrm>
            <a:off x="5984374" y="1769559"/>
            <a:ext cx="1666744" cy="248579"/>
          </a:xfrm>
          <a:prstGeom prst="roundRect">
            <a:avLst>
              <a:gd name="adj" fmla="val 50000"/>
            </a:avLst>
          </a:prstGeom>
          <a:gradFill flip="none" rotWithShape="1">
            <a:gsLst>
              <a:gs pos="80000">
                <a:srgbClr val="A9D5ED"/>
              </a:gs>
              <a:gs pos="0">
                <a:srgbClr val="FFC6CC"/>
              </a:gs>
            </a:gsLst>
            <a:path path="circle">
              <a:fillToRect l="100000" t="100000"/>
            </a:path>
            <a:tileRect r="-100000" b="-100000"/>
          </a:gradFill>
        </p:spPr>
        <p:txBody>
          <a:bodyPr wrap="square" lIns="91440" tIns="18288" rIns="91440" bIns="36576" rtlCol="0" anchor="ctr" anchorCtr="0">
            <a:sp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1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itchFamily="34" charset="0"/>
              </a:rPr>
              <a:t>Generate Outline</a:t>
            </a:r>
          </a:p>
        </p:txBody>
      </p:sp>
      <p:sp>
        <p:nvSpPr>
          <p:cNvPr id="86" name="Rectangle: Rounded Corners 85">
            <a:extLst>
              <a:ext uri="{FF2B5EF4-FFF2-40B4-BE49-F238E27FC236}">
                <a16:creationId xmlns:a16="http://schemas.microsoft.com/office/drawing/2014/main" id="{67D966CF-8C51-3A87-00D0-A568491412A2}"/>
              </a:ext>
            </a:extLst>
          </p:cNvPr>
          <p:cNvSpPr/>
          <p:nvPr/>
        </p:nvSpPr>
        <p:spPr>
          <a:xfrm>
            <a:off x="7714023" y="1769559"/>
            <a:ext cx="2567916" cy="248579"/>
          </a:xfrm>
          <a:prstGeom prst="roundRect">
            <a:avLst>
              <a:gd name="adj" fmla="val 50000"/>
            </a:avLst>
          </a:prstGeom>
          <a:gradFill flip="none" rotWithShape="1">
            <a:gsLst>
              <a:gs pos="80000">
                <a:srgbClr val="A9D5ED"/>
              </a:gs>
              <a:gs pos="0">
                <a:srgbClr val="FFC6CC"/>
              </a:gs>
            </a:gsLst>
            <a:path path="circle">
              <a:fillToRect l="100000" t="100000"/>
            </a:path>
            <a:tileRect r="-100000" b="-100000"/>
          </a:gradFill>
        </p:spPr>
        <p:txBody>
          <a:bodyPr wrap="square" lIns="91440" tIns="18288" rIns="91440" bIns="36576" rtlCol="0" anchor="ctr" anchorCtr="0">
            <a:sp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1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itchFamily="34" charset="0"/>
              </a:rPr>
              <a:t>Research and Generate Sections</a:t>
            </a:r>
          </a:p>
        </p:txBody>
      </p:sp>
      <p:sp>
        <p:nvSpPr>
          <p:cNvPr id="87" name="Rectangle: Rounded Corners 86">
            <a:extLst>
              <a:ext uri="{FF2B5EF4-FFF2-40B4-BE49-F238E27FC236}">
                <a16:creationId xmlns:a16="http://schemas.microsoft.com/office/drawing/2014/main" id="{1B4A43AB-B917-F30E-CFAE-D36F002DE6FC}"/>
              </a:ext>
            </a:extLst>
          </p:cNvPr>
          <p:cNvSpPr/>
          <p:nvPr/>
        </p:nvSpPr>
        <p:spPr>
          <a:xfrm>
            <a:off x="10344845" y="1769559"/>
            <a:ext cx="1674759" cy="248579"/>
          </a:xfrm>
          <a:prstGeom prst="roundRect">
            <a:avLst>
              <a:gd name="adj" fmla="val 50000"/>
            </a:avLst>
          </a:prstGeom>
          <a:gradFill flip="none" rotWithShape="1">
            <a:gsLst>
              <a:gs pos="80000">
                <a:srgbClr val="A9D5ED"/>
              </a:gs>
              <a:gs pos="0">
                <a:srgbClr val="FFC6CC"/>
              </a:gs>
            </a:gsLst>
            <a:path path="circle">
              <a:fillToRect l="100000" t="100000"/>
            </a:path>
            <a:tileRect r="-100000" b="-100000"/>
          </a:gradFill>
        </p:spPr>
        <p:txBody>
          <a:bodyPr wrap="square" lIns="91440" tIns="18288" rIns="91440" bIns="36576" rtlCol="0" anchor="ctr" anchorCtr="0">
            <a:sp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1100" b="1" i="0" u="none" strike="noStrike" kern="1200" cap="none" spc="0" normalizeH="0" baseline="0" noProof="0">
                <a:ln w="3175">
                  <a:noFill/>
                </a:ln>
                <a:solidFill>
                  <a:srgbClr val="000000"/>
                </a:solidFill>
                <a:effectLst/>
                <a:uLnTx/>
                <a:uFillTx/>
                <a:latin typeface="Segoe UI Variable Display Semib" pitchFamily="2" charset="0"/>
                <a:ea typeface="+mn-ea"/>
                <a:cs typeface="Segoe UI" pitchFamily="34" charset="0"/>
              </a:rPr>
              <a:t>Compile and Generate</a:t>
            </a:r>
          </a:p>
        </p:txBody>
      </p:sp>
      <p:grpSp>
        <p:nvGrpSpPr>
          <p:cNvPr id="165" name="Group 164">
            <a:extLst>
              <a:ext uri="{FF2B5EF4-FFF2-40B4-BE49-F238E27FC236}">
                <a16:creationId xmlns:a16="http://schemas.microsoft.com/office/drawing/2014/main" id="{15652A87-03F8-8213-C75C-C7A0A7B91AD5}"/>
              </a:ext>
            </a:extLst>
          </p:cNvPr>
          <p:cNvGrpSpPr/>
          <p:nvPr/>
        </p:nvGrpSpPr>
        <p:grpSpPr>
          <a:xfrm>
            <a:off x="9565797" y="3964246"/>
            <a:ext cx="780206" cy="200055"/>
            <a:chOff x="1329790" y="4698757"/>
            <a:chExt cx="1327155" cy="340300"/>
          </a:xfrm>
        </p:grpSpPr>
        <p:sp>
          <p:nvSpPr>
            <p:cNvPr id="166" name="Graphic 9">
              <a:extLst>
                <a:ext uri="{FF2B5EF4-FFF2-40B4-BE49-F238E27FC236}">
                  <a16:creationId xmlns:a16="http://schemas.microsoft.com/office/drawing/2014/main" id="{036723D3-E049-C52C-AD36-862DB7AC9F57}"/>
                </a:ext>
                <a:ext uri="{C183D7F6-B498-43B3-948B-1728B52AA6E4}">
                  <adec:decorative xmlns:adec="http://schemas.microsoft.com/office/drawing/2017/decorative" val="1"/>
                </a:ext>
              </a:extLst>
            </p:cNvPr>
            <p:cNvSpPr>
              <a:spLocks noChangeAspect="1"/>
            </p:cNvSpPr>
            <p:nvPr/>
          </p:nvSpPr>
          <p:spPr>
            <a:xfrm>
              <a:off x="1329790" y="4730235"/>
              <a:ext cx="183263" cy="183263"/>
            </a:xfrm>
            <a:custGeom>
              <a:avLst/>
              <a:gdLst>
                <a:gd name="connsiteX0" fmla="*/ 185655 w 371310"/>
                <a:gd name="connsiteY0" fmla="*/ 0 h 371310"/>
                <a:gd name="connsiteX1" fmla="*/ 371310 w 371310"/>
                <a:gd name="connsiteY1" fmla="*/ 185655 h 371310"/>
                <a:gd name="connsiteX2" fmla="*/ 185655 w 371310"/>
                <a:gd name="connsiteY2" fmla="*/ 371310 h 371310"/>
                <a:gd name="connsiteX3" fmla="*/ 0 w 371310"/>
                <a:gd name="connsiteY3" fmla="*/ 185655 h 371310"/>
                <a:gd name="connsiteX4" fmla="*/ 185655 w 371310"/>
                <a:gd name="connsiteY4" fmla="*/ 0 h 371310"/>
                <a:gd name="connsiteX5" fmla="*/ 245430 w 371310"/>
                <a:gd name="connsiteY5" fmla="*/ 129395 h 371310"/>
                <a:gd name="connsiteX6" fmla="*/ 162448 w 371310"/>
                <a:gd name="connsiteY6" fmla="*/ 212376 h 371310"/>
                <a:gd name="connsiteX7" fmla="*/ 125880 w 371310"/>
                <a:gd name="connsiteY7" fmla="*/ 175810 h 371310"/>
                <a:gd name="connsiteX8" fmla="*/ 106189 w 371310"/>
                <a:gd name="connsiteY8" fmla="*/ 175810 h 371310"/>
                <a:gd name="connsiteX9" fmla="*/ 106189 w 371310"/>
                <a:gd name="connsiteY9" fmla="*/ 195500 h 371310"/>
                <a:gd name="connsiteX10" fmla="*/ 152603 w 371310"/>
                <a:gd name="connsiteY10" fmla="*/ 241914 h 371310"/>
                <a:gd name="connsiteX11" fmla="*/ 172293 w 371310"/>
                <a:gd name="connsiteY11" fmla="*/ 241914 h 371310"/>
                <a:gd name="connsiteX12" fmla="*/ 265121 w 371310"/>
                <a:gd name="connsiteY12" fmla="*/ 149087 h 371310"/>
                <a:gd name="connsiteX13" fmla="*/ 265121 w 371310"/>
                <a:gd name="connsiteY13" fmla="*/ 129395 h 371310"/>
                <a:gd name="connsiteX14" fmla="*/ 245430 w 371310"/>
                <a:gd name="connsiteY14" fmla="*/ 129395 h 37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1310" h="371310">
                  <a:moveTo>
                    <a:pt x="185655" y="0"/>
                  </a:moveTo>
                  <a:cubicBezTo>
                    <a:pt x="288189" y="0"/>
                    <a:pt x="371310" y="83121"/>
                    <a:pt x="371310" y="185655"/>
                  </a:cubicBezTo>
                  <a:cubicBezTo>
                    <a:pt x="371310" y="288189"/>
                    <a:pt x="288189" y="371310"/>
                    <a:pt x="185655" y="371310"/>
                  </a:cubicBezTo>
                  <a:cubicBezTo>
                    <a:pt x="83121" y="371310"/>
                    <a:pt x="0" y="288189"/>
                    <a:pt x="0" y="185655"/>
                  </a:cubicBezTo>
                  <a:cubicBezTo>
                    <a:pt x="0" y="83121"/>
                    <a:pt x="83121" y="0"/>
                    <a:pt x="185655" y="0"/>
                  </a:cubicBezTo>
                  <a:close/>
                  <a:moveTo>
                    <a:pt x="245430" y="129395"/>
                  </a:moveTo>
                  <a:lnTo>
                    <a:pt x="162448" y="212376"/>
                  </a:lnTo>
                  <a:lnTo>
                    <a:pt x="125880" y="175810"/>
                  </a:lnTo>
                  <a:cubicBezTo>
                    <a:pt x="120443" y="170372"/>
                    <a:pt x="111626" y="170372"/>
                    <a:pt x="106189" y="175810"/>
                  </a:cubicBezTo>
                  <a:cubicBezTo>
                    <a:pt x="100751" y="181248"/>
                    <a:pt x="100751" y="190062"/>
                    <a:pt x="106189" y="195500"/>
                  </a:cubicBezTo>
                  <a:lnTo>
                    <a:pt x="152603" y="241914"/>
                  </a:lnTo>
                  <a:cubicBezTo>
                    <a:pt x="158041" y="247352"/>
                    <a:pt x="166856" y="247352"/>
                    <a:pt x="172293" y="241914"/>
                  </a:cubicBezTo>
                  <a:lnTo>
                    <a:pt x="265121" y="149087"/>
                  </a:lnTo>
                  <a:cubicBezTo>
                    <a:pt x="270559" y="143649"/>
                    <a:pt x="270559" y="134833"/>
                    <a:pt x="265121" y="129395"/>
                  </a:cubicBezTo>
                  <a:cubicBezTo>
                    <a:pt x="259683" y="123958"/>
                    <a:pt x="250868" y="123958"/>
                    <a:pt x="245430" y="129395"/>
                  </a:cubicBezTo>
                  <a:close/>
                </a:path>
              </a:pathLst>
            </a:custGeom>
            <a:solidFill>
              <a:schemeClr val="tx1"/>
            </a:solidFill>
            <a:ln w="26988" cap="flat">
              <a:noFill/>
              <a:prstDash val="solid"/>
              <a:miter/>
            </a:ln>
            <a:effectLst>
              <a:outerShdw blurRad="508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167" name="TextBox 166">
              <a:extLst>
                <a:ext uri="{FF2B5EF4-FFF2-40B4-BE49-F238E27FC236}">
                  <a16:creationId xmlns:a16="http://schemas.microsoft.com/office/drawing/2014/main" id="{6C68A170-B5EE-695F-D1BA-3AA3A00B23C2}"/>
                </a:ext>
              </a:extLst>
            </p:cNvPr>
            <p:cNvSpPr txBox="1"/>
            <p:nvPr/>
          </p:nvSpPr>
          <p:spPr>
            <a:xfrm flipH="1">
              <a:off x="1486918" y="4698757"/>
              <a:ext cx="1170027" cy="340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Subprocess</a:t>
              </a:r>
            </a:p>
          </p:txBody>
        </p:sp>
      </p:grpSp>
    </p:spTree>
    <p:extLst>
      <p:ext uri="{BB962C8B-B14F-4D97-AF65-F5344CB8AC3E}">
        <p14:creationId xmlns:p14="http://schemas.microsoft.com/office/powerpoint/2010/main" val="33633473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AD590-B073-23F6-0F83-B94C36029B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0FA2B8-1127-EFEF-2497-31FA3BC97E6B}"/>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chemeClr val="tx2">
                  <a:alpha val="25000"/>
                </a:scheme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1863C8A2-537C-9477-2E25-5EEE49AF964D}"/>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20000">
                <a:schemeClr val="tx2"/>
              </a:gs>
              <a:gs pos="100000">
                <a:schemeClr val="accent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787624A3-9430-A39F-EE0A-95FE5CD586B2}"/>
              </a:ext>
            </a:extLst>
          </p:cNvPr>
          <p:cNvSpPr/>
          <p:nvPr/>
        </p:nvSpPr>
        <p:spPr>
          <a:xfrm>
            <a:off x="9301425" y="303767"/>
            <a:ext cx="2136249" cy="346968"/>
          </a:xfrm>
          <a:prstGeom prst="roundRect">
            <a:avLst>
              <a:gd name="adj" fmla="val 50000"/>
            </a:avLst>
          </a:prstGeom>
          <a:gradFill flip="none" rotWithShape="1">
            <a:gsLst>
              <a:gs pos="0">
                <a:schemeClr val="accent1"/>
              </a:gs>
              <a:gs pos="100000">
                <a:schemeClr val="accent3"/>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Segoe Sans Text Semibold" pitchFamily="2" charset="0"/>
              </a:rPr>
              <a:t>Connected</a:t>
            </a:r>
          </a:p>
        </p:txBody>
      </p:sp>
      <p:sp>
        <p:nvSpPr>
          <p:cNvPr id="11" name="Title 7">
            <a:extLst>
              <a:ext uri="{FF2B5EF4-FFF2-40B4-BE49-F238E27FC236}">
                <a16:creationId xmlns:a16="http://schemas.microsoft.com/office/drawing/2014/main" id="{8AB747ED-F5B4-3426-470A-622A70DEE27E}"/>
              </a:ext>
            </a:extLst>
          </p:cNvPr>
          <p:cNvSpPr>
            <a:spLocks noGrp="1"/>
          </p:cNvSpPr>
          <p:nvPr>
            <p:ph type="title"/>
          </p:nvPr>
        </p:nvSpPr>
        <p:spPr>
          <a:xfrm>
            <a:off x="344946" y="650735"/>
            <a:ext cx="4139390" cy="1107996"/>
          </a:xfrm>
        </p:spPr>
        <p:txBody>
          <a:bodyPr/>
          <a:lstStyle/>
          <a:p>
            <a:r>
              <a:rPr lang="en-US">
                <a:solidFill>
                  <a:schemeClr val="bg1"/>
                </a:solidFill>
              </a:rPr>
              <a:t>Multi-agent workflows</a:t>
            </a:r>
          </a:p>
        </p:txBody>
      </p:sp>
      <p:sp>
        <p:nvSpPr>
          <p:cNvPr id="12" name="Rectangle: Rounded Corners 10">
            <a:extLst>
              <a:ext uri="{FF2B5EF4-FFF2-40B4-BE49-F238E27FC236}">
                <a16:creationId xmlns:a16="http://schemas.microsoft.com/office/drawing/2014/main" id="{4FF8D7B2-2B86-EB19-9924-85154387875A}"/>
              </a:ext>
            </a:extLst>
          </p:cNvPr>
          <p:cNvSpPr/>
          <p:nvPr/>
        </p:nvSpPr>
        <p:spPr>
          <a:xfrm>
            <a:off x="462147" y="2367735"/>
            <a:ext cx="3763817" cy="3831818"/>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ja-JP" sz="1600" b="0" i="0" u="none" strike="noStrike" kern="1200" cap="none" spc="0" normalizeH="0" baseline="0" noProof="0">
                <a:ln>
                  <a:noFill/>
                </a:ln>
                <a:solidFill>
                  <a:prstClr val="white"/>
                </a:solidFill>
                <a:effectLst/>
                <a:uLnTx/>
                <a:uFillTx/>
                <a:latin typeface="Segoe Sans Text"/>
                <a:ea typeface="+mn-ea"/>
                <a:cs typeface="+mn-cs"/>
              </a:rPr>
              <a:t>E</a:t>
            </a:r>
            <a:r>
              <a:rPr kumimoji="0" lang="en-US" sz="1600" b="0" i="0" u="none" strike="noStrike" kern="1200" cap="none" spc="0" normalizeH="0" baseline="0" noProof="0">
                <a:ln>
                  <a:noFill/>
                </a:ln>
                <a:solidFill>
                  <a:prstClr val="white"/>
                </a:solidFill>
                <a:effectLst/>
                <a:uLnTx/>
                <a:uFillTx/>
                <a:latin typeface="Segoe Sans Text"/>
                <a:ea typeface="+mn-ea"/>
                <a:cs typeface="+mn-cs"/>
              </a:rPr>
              <a:t>mpower developers to build </a:t>
            </a:r>
            <a:r>
              <a:rPr kumimoji="0" lang="en-US" sz="1600" b="1" i="0" u="none" strike="noStrike" kern="1200" cap="none" spc="0" normalizeH="0" baseline="0" noProof="0">
                <a:ln>
                  <a:noFill/>
                </a:ln>
                <a:solidFill>
                  <a:prstClr val="white"/>
                </a:solidFill>
                <a:effectLst/>
                <a:uLnTx/>
                <a:uFillTx/>
                <a:latin typeface="Segoe Sans Text"/>
                <a:ea typeface="+mn-ea"/>
                <a:cs typeface="+mn-cs"/>
              </a:rPr>
              <a:t>multi-step, cross-agent logic</a:t>
            </a:r>
            <a:r>
              <a:rPr kumimoji="0" lang="en-US" sz="1600" b="0" i="0" u="none" strike="noStrike" kern="1200" cap="none" spc="0" normalizeH="0" baseline="0" noProof="0">
                <a:ln>
                  <a:noFill/>
                </a:ln>
                <a:solidFill>
                  <a:prstClr val="white"/>
                </a:solidFill>
                <a:effectLst/>
                <a:uLnTx/>
                <a:uFillTx/>
                <a:latin typeface="Segoe Sans Text"/>
                <a:ea typeface="+mn-ea"/>
                <a:cs typeface="+mn-cs"/>
              </a:rPr>
              <a:t> with </a:t>
            </a:r>
            <a:r>
              <a:rPr kumimoji="0" lang="en-US" sz="1600" b="1" i="0" u="none" strike="noStrike" kern="1200" cap="none" spc="0" normalizeH="0" baseline="0" noProof="0">
                <a:ln>
                  <a:noFill/>
                </a:ln>
                <a:solidFill>
                  <a:prstClr val="white"/>
                </a:solidFill>
                <a:effectLst/>
                <a:uLnTx/>
                <a:uFillTx/>
                <a:latin typeface="Segoe Sans Text"/>
                <a:ea typeface="+mn-ea"/>
                <a:cs typeface="+mn-cs"/>
              </a:rPr>
              <a:t>explicit transitions</a:t>
            </a:r>
            <a:r>
              <a:rPr kumimoji="0" lang="en-US" sz="1600" b="0" i="0" u="none" strike="noStrike" kern="1200" cap="none" spc="0" normalizeH="0" baseline="0" noProof="0">
                <a:ln>
                  <a:noFill/>
                </a:ln>
                <a:solidFill>
                  <a:prstClr val="white"/>
                </a:solidFill>
                <a:effectLst/>
                <a:uLnTx/>
                <a:uFillTx/>
                <a:latin typeface="Segoe Sans Text"/>
                <a:ea typeface="+mn-ea"/>
                <a:cs typeface="+mn-cs"/>
              </a:rPr>
              <a:t>, state control, and structured data sharing</a:t>
            </a:r>
            <a:endParaRPr kumimoji="0" lang="en-US" sz="1600" b="0" i="0" u="none" strike="noStrike" kern="1200" cap="none" spc="0" normalizeH="0" baseline="0" noProof="0">
              <a:ln>
                <a:noFill/>
              </a:ln>
              <a:solidFill>
                <a:prstClr val="white"/>
              </a:solidFill>
              <a:effectLst/>
              <a:uLnTx/>
              <a:uFillTx/>
              <a:latin typeface="Segoe Sans"/>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Segoe Sans Text"/>
                <a:ea typeface="+mn-ea"/>
                <a:cs typeface="+mn-cs"/>
              </a:rPr>
              <a:t>Offer </a:t>
            </a:r>
            <a:r>
              <a:rPr kumimoji="0" lang="en-US" sz="1600" b="1" i="0" u="none" strike="noStrike" kern="1200" cap="none" spc="0" normalizeH="0" baseline="0" noProof="0">
                <a:ln>
                  <a:noFill/>
                </a:ln>
                <a:solidFill>
                  <a:prstClr val="white"/>
                </a:solidFill>
                <a:effectLst/>
                <a:uLnTx/>
                <a:uFillTx/>
                <a:latin typeface="Segoe Sans Text"/>
                <a:ea typeface="+mn-ea"/>
                <a:cs typeface="+mn-cs"/>
              </a:rPr>
              <a:t>server-managed persistence</a:t>
            </a:r>
            <a:r>
              <a:rPr kumimoji="0" lang="en-US" sz="1600" b="0" i="0" u="none" strike="noStrike" kern="1200" cap="none" spc="0" normalizeH="0" baseline="0" noProof="0">
                <a:ln>
                  <a:noFill/>
                </a:ln>
                <a:solidFill>
                  <a:prstClr val="white"/>
                </a:solidFill>
                <a:effectLst/>
                <a:uLnTx/>
                <a:uFillTx/>
                <a:latin typeface="Segoe Sans Text"/>
                <a:ea typeface="+mn-ea"/>
                <a:cs typeface="+mn-cs"/>
              </a:rPr>
              <a:t>, enabling agents to: </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Segoe Sans Text"/>
                <a:ea typeface="+mn-ea"/>
                <a:cs typeface="+mn-cs"/>
              </a:rPr>
              <a:t>Resume after a crash or scale event</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Segoe Sans Text"/>
                <a:ea typeface="+mn-ea"/>
                <a:cs typeface="+mn-cs"/>
              </a:rPr>
              <a:t>Run for </a:t>
            </a:r>
            <a:r>
              <a:rPr kumimoji="0" lang="en-US" sz="1600" b="1" i="0" u="none" strike="noStrike" kern="1200" cap="none" spc="0" normalizeH="0" baseline="0" noProof="0">
                <a:ln>
                  <a:noFill/>
                </a:ln>
                <a:solidFill>
                  <a:prstClr val="white"/>
                </a:solidFill>
                <a:effectLst/>
                <a:uLnTx/>
                <a:uFillTx/>
                <a:latin typeface="Segoe Sans Text"/>
                <a:ea typeface="+mn-ea"/>
                <a:cs typeface="+mn-cs"/>
              </a:rPr>
              <a:t>minutes, hours, or days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Segoe Sans Text"/>
                <a:ea typeface="+mn-ea"/>
                <a:cs typeface="+mn-cs"/>
              </a:rPr>
              <a:t>Track history, retries, and progress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Segoe Sans Text"/>
                <a:ea typeface="+mn-ea"/>
                <a:cs typeface="+mn-cs"/>
              </a:rPr>
              <a:t>Support </a:t>
            </a:r>
            <a:r>
              <a:rPr kumimoji="0" lang="en-US" sz="1600" b="1" i="0" u="none" strike="noStrike" kern="1200" cap="none" spc="0" normalizeH="0" baseline="0" noProof="0">
                <a:ln>
                  <a:noFill/>
                </a:ln>
                <a:solidFill>
                  <a:prstClr val="white"/>
                </a:solidFill>
                <a:effectLst/>
                <a:uLnTx/>
                <a:uFillTx/>
                <a:latin typeface="Segoe Sans Text"/>
                <a:ea typeface="+mn-ea"/>
                <a:cs typeface="+mn-cs"/>
              </a:rPr>
              <a:t>rule-based or LLM-assisted transitions</a:t>
            </a:r>
            <a:r>
              <a:rPr kumimoji="0" lang="en-US" sz="1600" b="0" i="0" u="none" strike="noStrike" kern="1200" cap="none" spc="0" normalizeH="0" baseline="0" noProof="0">
                <a:ln>
                  <a:noFill/>
                </a:ln>
                <a:solidFill>
                  <a:prstClr val="white"/>
                </a:solidFill>
                <a:effectLst/>
                <a:uLnTx/>
                <a:uFillTx/>
                <a:latin typeface="Segoe Sans Text"/>
                <a:ea typeface="+mn-ea"/>
                <a:cs typeface="+mn-cs"/>
              </a:rPr>
              <a:t>, offering </a:t>
            </a:r>
            <a:r>
              <a:rPr kumimoji="0" lang="en-US" sz="1600" b="1" i="0" u="none" strike="noStrike" kern="1200" cap="none" spc="0" normalizeH="0" baseline="0" noProof="0">
                <a:ln>
                  <a:noFill/>
                </a:ln>
                <a:solidFill>
                  <a:prstClr val="white"/>
                </a:solidFill>
                <a:effectLst/>
                <a:uLnTx/>
                <a:uFillTx/>
                <a:latin typeface="Segoe Sans Text"/>
                <a:ea typeface="+mn-ea"/>
                <a:cs typeface="+mn-cs"/>
              </a:rPr>
              <a:t>traceable, testable, and governable flows</a:t>
            </a:r>
            <a:endParaRPr kumimoji="0" lang="en-US" sz="1600" b="0" i="0" u="none" strike="noStrike" kern="1200" cap="none" spc="0" normalizeH="0" baseline="0" noProof="0">
              <a:ln>
                <a:noFill/>
              </a:ln>
              <a:solidFill>
                <a:prstClr val="white"/>
              </a:solidFill>
              <a:effectLst/>
              <a:uLnTx/>
              <a:uFillTx/>
              <a:latin typeface="Segoe Sans Text"/>
              <a:ea typeface="+mn-ea"/>
              <a:cs typeface="+mn-cs"/>
            </a:endParaRPr>
          </a:p>
        </p:txBody>
      </p:sp>
      <p:sp>
        <p:nvSpPr>
          <p:cNvPr id="15" name="Rectangle: Rounded Corners 14">
            <a:extLst>
              <a:ext uri="{FF2B5EF4-FFF2-40B4-BE49-F238E27FC236}">
                <a16:creationId xmlns:a16="http://schemas.microsoft.com/office/drawing/2014/main" id="{B9E127BF-6D8E-1F96-2A97-78A6CCDFC837}"/>
              </a:ext>
            </a:extLst>
          </p:cNvPr>
          <p:cNvSpPr/>
          <p:nvPr/>
        </p:nvSpPr>
        <p:spPr bwMode="auto">
          <a:xfrm>
            <a:off x="4993248" y="1395114"/>
            <a:ext cx="6837085" cy="3563396"/>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pic>
        <p:nvPicPr>
          <p:cNvPr id="2" name="Foundry Agents Ignite 2025 - Workflows 2">
            <a:hlinkClick r:id="" action="ppaction://media"/>
            <a:extLst>
              <a:ext uri="{FF2B5EF4-FFF2-40B4-BE49-F238E27FC236}">
                <a16:creationId xmlns:a16="http://schemas.microsoft.com/office/drawing/2014/main" id="{6D16D66A-FE80-85F3-1BDF-D7613824E2E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311322" y="1576922"/>
            <a:ext cx="6200936" cy="3199779"/>
          </a:xfrm>
          <a:prstGeom prst="rect">
            <a:avLst/>
          </a:prstGeom>
        </p:spPr>
      </p:pic>
    </p:spTree>
    <p:extLst>
      <p:ext uri="{BB962C8B-B14F-4D97-AF65-F5344CB8AC3E}">
        <p14:creationId xmlns:p14="http://schemas.microsoft.com/office/powerpoint/2010/main" val="1489308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30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8E6DF-DF65-1AA6-BDD1-67CF3FDF48B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F6EBDD3-3ECF-6EF1-E265-92139C7D7E5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8" name="think-cell data - do not delete" hidden="1">
                        <a:extLst>
                          <a:ext uri="{FF2B5EF4-FFF2-40B4-BE49-F238E27FC236}">
                            <a16:creationId xmlns:a16="http://schemas.microsoft.com/office/drawing/2014/main" id="{4F6EBDD3-3ECF-6EF1-E265-92139C7D7E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8" name="Picture 37">
            <a:extLst>
              <a:ext uri="{FF2B5EF4-FFF2-40B4-BE49-F238E27FC236}">
                <a16:creationId xmlns:a16="http://schemas.microsoft.com/office/drawing/2014/main" id="{32E56CB8-826B-F983-2BA4-5CD41C2AC9AF}"/>
              </a:ext>
            </a:extLst>
          </p:cNvPr>
          <p:cNvPicPr>
            <a:picLocks noChangeAspect="1"/>
          </p:cNvPicPr>
          <p:nvPr/>
        </p:nvPicPr>
        <p:blipFill>
          <a:blip r:embed="rId6"/>
          <a:stretch>
            <a:fillRect/>
          </a:stretch>
        </p:blipFill>
        <p:spPr>
          <a:xfrm flipV="1">
            <a:off x="8753987" y="0"/>
            <a:ext cx="3438014" cy="2733121"/>
          </a:xfrm>
          <a:prstGeom prst="rect">
            <a:avLst/>
          </a:prstGeom>
        </p:spPr>
      </p:pic>
      <p:sp>
        <p:nvSpPr>
          <p:cNvPr id="5" name="Title 4">
            <a:extLst>
              <a:ext uri="{FF2B5EF4-FFF2-40B4-BE49-F238E27FC236}">
                <a16:creationId xmlns:a16="http://schemas.microsoft.com/office/drawing/2014/main" id="{4864F8C5-AA82-CA32-FE80-DFC4E53BB749}"/>
              </a:ext>
            </a:extLst>
          </p:cNvPr>
          <p:cNvSpPr>
            <a:spLocks noGrp="1"/>
          </p:cNvSpPr>
          <p:nvPr>
            <p:ph type="title"/>
          </p:nvPr>
        </p:nvSpPr>
        <p:spPr>
          <a:xfrm>
            <a:off x="419100" y="436330"/>
            <a:ext cx="11353799" cy="560426"/>
          </a:xfrm>
        </p:spPr>
        <p:txBody>
          <a:bodyPr vert="horz" lIns="0" tIns="0" rIns="0" bIns="0" rtlCol="0" anchor="t">
            <a:noAutofit/>
          </a:bodyPr>
          <a:lstStyle/>
          <a:p>
            <a:pPr defTabSz="914400">
              <a:lnSpc>
                <a:spcPct val="90000"/>
              </a:lnSpc>
            </a:pPr>
            <a:r>
              <a:rPr lang="en-US" kern="1200" spc="0">
                <a:solidFill>
                  <a:prstClr val="black"/>
                </a:solidFill>
                <a:latin typeface="Segoe UI Semibold"/>
                <a:cs typeface="+mj-cs"/>
              </a:rPr>
              <a:t>Deploy</a:t>
            </a:r>
            <a:endParaRPr lang="en-IN" kern="1200" spc="0">
              <a:solidFill>
                <a:prstClr val="black"/>
              </a:solidFill>
              <a:latin typeface="Segoe UI Semibold"/>
              <a:cs typeface="+mj-cs"/>
            </a:endParaRPr>
          </a:p>
        </p:txBody>
      </p:sp>
      <p:grpSp>
        <p:nvGrpSpPr>
          <p:cNvPr id="44" name="Group 43">
            <a:extLst>
              <a:ext uri="{FF2B5EF4-FFF2-40B4-BE49-F238E27FC236}">
                <a16:creationId xmlns:a16="http://schemas.microsoft.com/office/drawing/2014/main" id="{3F5A60C8-3861-3DD3-1BD3-16C57994F17B}"/>
              </a:ext>
            </a:extLst>
          </p:cNvPr>
          <p:cNvGrpSpPr/>
          <p:nvPr/>
        </p:nvGrpSpPr>
        <p:grpSpPr>
          <a:xfrm>
            <a:off x="419100" y="1644264"/>
            <a:ext cx="11353800" cy="4339819"/>
            <a:chOff x="419100" y="1644264"/>
            <a:chExt cx="11353800" cy="4339819"/>
          </a:xfrm>
        </p:grpSpPr>
        <p:sp>
          <p:nvSpPr>
            <p:cNvPr id="12" name="Shape 15">
              <a:extLst>
                <a:ext uri="{FF2B5EF4-FFF2-40B4-BE49-F238E27FC236}">
                  <a16:creationId xmlns:a16="http://schemas.microsoft.com/office/drawing/2014/main" id="{E9C56528-6A71-F42E-9991-E316D2B1B54D}"/>
                </a:ext>
                <a:ext uri="{C183D7F6-B498-43B3-948B-1728B52AA6E4}">
                  <adec:decorative xmlns:adec="http://schemas.microsoft.com/office/drawing/2017/decorative" val="1"/>
                </a:ext>
              </a:extLst>
            </p:cNvPr>
            <p:cNvSpPr>
              <a:spLocks/>
            </p:cNvSpPr>
            <p:nvPr/>
          </p:nvSpPr>
          <p:spPr>
            <a:xfrm>
              <a:off x="419100" y="1644264"/>
              <a:ext cx="11353800" cy="4339819"/>
            </a:xfrm>
            <a:prstGeom prst="roundRect">
              <a:avLst>
                <a:gd name="adj" fmla="val 4828"/>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14" name="Rectangle: Rounded Corners 13">
              <a:extLst>
                <a:ext uri="{FF2B5EF4-FFF2-40B4-BE49-F238E27FC236}">
                  <a16:creationId xmlns:a16="http://schemas.microsoft.com/office/drawing/2014/main" id="{12E2C84B-5E7E-9967-E0BA-17C453E4C3C5}"/>
                </a:ext>
              </a:extLst>
            </p:cNvPr>
            <p:cNvSpPr/>
            <p:nvPr/>
          </p:nvSpPr>
          <p:spPr>
            <a:xfrm>
              <a:off x="603623" y="1817658"/>
              <a:ext cx="10984754" cy="515968"/>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600"/>
                </a:spcBef>
                <a:spcAft>
                  <a:spcPts val="0"/>
                </a:spcAft>
                <a:buClrTx/>
                <a:buSzPct val="90000"/>
                <a:buFontTx/>
                <a:buNone/>
                <a:tabLst/>
                <a:defRPr/>
              </a:pPr>
              <a:r>
                <a:rPr kumimoji="0" lang="en-US" sz="2000" b="0"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Developer Challenges</a:t>
              </a:r>
            </a:p>
          </p:txBody>
        </p:sp>
        <p:sp>
          <p:nvSpPr>
            <p:cNvPr id="28" name="Rectangle: Rounded Corners 27">
              <a:extLst>
                <a:ext uri="{FF2B5EF4-FFF2-40B4-BE49-F238E27FC236}">
                  <a16:creationId xmlns:a16="http://schemas.microsoft.com/office/drawing/2014/main" id="{C910231B-64A4-C3EE-4C80-C2578923E0C6}"/>
                </a:ext>
              </a:extLst>
            </p:cNvPr>
            <p:cNvSpPr>
              <a:spLocks/>
            </p:cNvSpPr>
            <p:nvPr/>
          </p:nvSpPr>
          <p:spPr>
            <a:xfrm>
              <a:off x="557212" y="3744209"/>
              <a:ext cx="2666524" cy="2103424"/>
            </a:xfrm>
            <a:prstGeom prst="roundRect">
              <a:avLst>
                <a:gd name="adj" fmla="val 6408"/>
              </a:avLst>
            </a:prstGeom>
            <a:solidFill>
              <a:schemeClr val="bg1">
                <a:alpha val="49000"/>
              </a:schemeClr>
            </a:solidFill>
          </p:spPr>
          <p:txBody>
            <a:bodyPr vert="horz" lIns="182880" tIns="27432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take a long-running autonomous agent from my laptop to production without rewriting the runtime?</a:t>
              </a:r>
            </a:p>
          </p:txBody>
        </p:sp>
        <p:sp>
          <p:nvSpPr>
            <p:cNvPr id="29" name="Rectangle: Rounded Corners 28">
              <a:extLst>
                <a:ext uri="{FF2B5EF4-FFF2-40B4-BE49-F238E27FC236}">
                  <a16:creationId xmlns:a16="http://schemas.microsoft.com/office/drawing/2014/main" id="{97545EB6-4F29-6501-581E-C6395FA5FD53}"/>
                </a:ext>
              </a:extLst>
            </p:cNvPr>
            <p:cNvSpPr>
              <a:spLocks/>
            </p:cNvSpPr>
            <p:nvPr/>
          </p:nvSpPr>
          <p:spPr>
            <a:xfrm>
              <a:off x="3360896" y="3744209"/>
              <a:ext cx="2666524" cy="2103424"/>
            </a:xfrm>
            <a:prstGeom prst="roundRect">
              <a:avLst>
                <a:gd name="adj" fmla="val 6408"/>
              </a:avLst>
            </a:prstGeom>
            <a:solidFill>
              <a:schemeClr val="bg1">
                <a:alpha val="49000"/>
              </a:schemeClr>
            </a:solidFill>
          </p:spPr>
          <p:txBody>
            <a:bodyPr vert="horz" lIns="182880" tIns="27432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get my local agent into production with sub-second cold starts and proper isolation? </a:t>
              </a:r>
            </a:p>
          </p:txBody>
        </p:sp>
        <p:sp>
          <p:nvSpPr>
            <p:cNvPr id="30" name="Rectangle: Rounded Corners 29">
              <a:extLst>
                <a:ext uri="{FF2B5EF4-FFF2-40B4-BE49-F238E27FC236}">
                  <a16:creationId xmlns:a16="http://schemas.microsoft.com/office/drawing/2014/main" id="{F074F907-950C-A85B-C882-CBB5427DD648}"/>
                </a:ext>
              </a:extLst>
            </p:cNvPr>
            <p:cNvSpPr>
              <a:spLocks/>
            </p:cNvSpPr>
            <p:nvPr/>
          </p:nvSpPr>
          <p:spPr>
            <a:xfrm>
              <a:off x="6164580" y="3744209"/>
              <a:ext cx="2666524" cy="2103424"/>
            </a:xfrm>
            <a:prstGeom prst="roundRect">
              <a:avLst>
                <a:gd name="adj" fmla="val 6408"/>
              </a:avLst>
            </a:prstGeom>
            <a:solidFill>
              <a:schemeClr val="bg1">
                <a:alpha val="49000"/>
              </a:schemeClr>
            </a:solidFill>
          </p:spPr>
          <p:txBody>
            <a:bodyPr vert="horz" lIns="182880" tIns="27432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get my agent in front of users where they actually work without rebuilding bot manifests, registering apps? </a:t>
              </a:r>
            </a:p>
          </p:txBody>
        </p:sp>
        <p:sp>
          <p:nvSpPr>
            <p:cNvPr id="31" name="Rectangle: Rounded Corners 30">
              <a:extLst>
                <a:ext uri="{FF2B5EF4-FFF2-40B4-BE49-F238E27FC236}">
                  <a16:creationId xmlns:a16="http://schemas.microsoft.com/office/drawing/2014/main" id="{DD7E6E62-5BB1-3FBE-CECD-0D0E8625FD94}"/>
                </a:ext>
              </a:extLst>
            </p:cNvPr>
            <p:cNvSpPr>
              <a:spLocks/>
            </p:cNvSpPr>
            <p:nvPr/>
          </p:nvSpPr>
          <p:spPr>
            <a:xfrm>
              <a:off x="8968264" y="3744209"/>
              <a:ext cx="2666524" cy="2103424"/>
            </a:xfrm>
            <a:prstGeom prst="roundRect">
              <a:avLst>
                <a:gd name="adj" fmla="val 6408"/>
              </a:avLst>
            </a:prstGeom>
            <a:solidFill>
              <a:schemeClr val="bg1">
                <a:alpha val="49000"/>
              </a:schemeClr>
            </a:solidFill>
          </p:spPr>
          <p:txBody>
            <a:bodyPr vert="horz" lIns="182880" tIns="27432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make my agent a first-class teammate in my org — with its own identity, mailbox, Teams presence, and audit trail? </a:t>
              </a:r>
            </a:p>
          </p:txBody>
        </p:sp>
        <p:sp>
          <p:nvSpPr>
            <p:cNvPr id="32" name="Text Placeholder 22">
              <a:extLst>
                <a:ext uri="{FF2B5EF4-FFF2-40B4-BE49-F238E27FC236}">
                  <a16:creationId xmlns:a16="http://schemas.microsoft.com/office/drawing/2014/main" id="{B8A0DF5C-4E4B-F8EF-B1B5-0A53FE65B18B}"/>
                </a:ext>
              </a:extLst>
            </p:cNvPr>
            <p:cNvSpPr txBox="1">
              <a:spLocks/>
            </p:cNvSpPr>
            <p:nvPr/>
          </p:nvSpPr>
          <p:spPr>
            <a:xfrm>
              <a:off x="1546860"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33" name="Text Placeholder 22">
              <a:extLst>
                <a:ext uri="{FF2B5EF4-FFF2-40B4-BE49-F238E27FC236}">
                  <a16:creationId xmlns:a16="http://schemas.microsoft.com/office/drawing/2014/main" id="{8D3DB8F4-48AC-5AB5-7359-7F0127B7CF40}"/>
                </a:ext>
              </a:extLst>
            </p:cNvPr>
            <p:cNvSpPr txBox="1">
              <a:spLocks/>
            </p:cNvSpPr>
            <p:nvPr/>
          </p:nvSpPr>
          <p:spPr>
            <a:xfrm>
              <a:off x="4350544"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34" name="Text Placeholder 22">
              <a:extLst>
                <a:ext uri="{FF2B5EF4-FFF2-40B4-BE49-F238E27FC236}">
                  <a16:creationId xmlns:a16="http://schemas.microsoft.com/office/drawing/2014/main" id="{589D2D4A-88F5-A5C7-E523-442F3BEAFE87}"/>
                </a:ext>
              </a:extLst>
            </p:cNvPr>
            <p:cNvSpPr txBox="1">
              <a:spLocks/>
            </p:cNvSpPr>
            <p:nvPr/>
          </p:nvSpPr>
          <p:spPr>
            <a:xfrm>
              <a:off x="7154227"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35" name="Text Placeholder 22">
              <a:extLst>
                <a:ext uri="{FF2B5EF4-FFF2-40B4-BE49-F238E27FC236}">
                  <a16:creationId xmlns:a16="http://schemas.microsoft.com/office/drawing/2014/main" id="{258F7C11-EA67-2BF5-6953-3546B1902CB8}"/>
                </a:ext>
              </a:extLst>
            </p:cNvPr>
            <p:cNvSpPr txBox="1">
              <a:spLocks/>
            </p:cNvSpPr>
            <p:nvPr/>
          </p:nvSpPr>
          <p:spPr>
            <a:xfrm>
              <a:off x="9957912"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40" name="Graphic 59" descr="Icon of a clock">
              <a:extLst>
                <a:ext uri="{FF2B5EF4-FFF2-40B4-BE49-F238E27FC236}">
                  <a16:creationId xmlns:a16="http://schemas.microsoft.com/office/drawing/2014/main" id="{71089E2F-B233-0B84-73A9-C971A9D22594}"/>
                </a:ext>
              </a:extLst>
            </p:cNvPr>
            <p:cNvSpPr>
              <a:spLocks/>
            </p:cNvSpPr>
            <p:nvPr/>
          </p:nvSpPr>
          <p:spPr>
            <a:xfrm>
              <a:off x="1735707" y="2999277"/>
              <a:ext cx="309536" cy="309536"/>
            </a:xfrm>
            <a:custGeom>
              <a:avLst/>
              <a:gdLst>
                <a:gd name="connsiteX0" fmla="*/ 126206 w 190500"/>
                <a:gd name="connsiteY0" fmla="*/ 109538 h 190500"/>
                <a:gd name="connsiteX1" fmla="*/ 88106 w 190500"/>
                <a:gd name="connsiteY1" fmla="*/ 109538 h 190500"/>
                <a:gd name="connsiteX2" fmla="*/ 80963 w 190500"/>
                <a:gd name="connsiteY2" fmla="*/ 102394 h 190500"/>
                <a:gd name="connsiteX3" fmla="*/ 80963 w 190500"/>
                <a:gd name="connsiteY3" fmla="*/ 45244 h 190500"/>
                <a:gd name="connsiteX4" fmla="*/ 88106 w 190500"/>
                <a:gd name="connsiteY4" fmla="*/ 38100 h 190500"/>
                <a:gd name="connsiteX5" fmla="*/ 95250 w 190500"/>
                <a:gd name="connsiteY5" fmla="*/ 45244 h 190500"/>
                <a:gd name="connsiteX6" fmla="*/ 95250 w 190500"/>
                <a:gd name="connsiteY6" fmla="*/ 95250 h 190500"/>
                <a:gd name="connsiteX7" fmla="*/ 126206 w 190500"/>
                <a:gd name="connsiteY7" fmla="*/ 95250 h 190500"/>
                <a:gd name="connsiteX8" fmla="*/ 133350 w 190500"/>
                <a:gd name="connsiteY8" fmla="*/ 102394 h 190500"/>
                <a:gd name="connsiteX9" fmla="*/ 126206 w 190500"/>
                <a:gd name="connsiteY9" fmla="*/ 109538 h 190500"/>
                <a:gd name="connsiteX10" fmla="*/ 95250 w 190500"/>
                <a:gd name="connsiteY10" fmla="*/ 0 h 190500"/>
                <a:gd name="connsiteX11" fmla="*/ 0 w 190500"/>
                <a:gd name="connsiteY11" fmla="*/ 95250 h 190500"/>
                <a:gd name="connsiteX12" fmla="*/ 95250 w 190500"/>
                <a:gd name="connsiteY12" fmla="*/ 190500 h 190500"/>
                <a:gd name="connsiteX13" fmla="*/ 190500 w 190500"/>
                <a:gd name="connsiteY13" fmla="*/ 95250 h 190500"/>
                <a:gd name="connsiteX14" fmla="*/ 95250 w 190500"/>
                <a:gd name="connsiteY14"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126206" y="109538"/>
                  </a:moveTo>
                  <a:lnTo>
                    <a:pt x="88106" y="109538"/>
                  </a:lnTo>
                  <a:cubicBezTo>
                    <a:pt x="84161" y="109538"/>
                    <a:pt x="80963" y="106339"/>
                    <a:pt x="80963" y="102394"/>
                  </a:cubicBezTo>
                  <a:lnTo>
                    <a:pt x="80963" y="45244"/>
                  </a:lnTo>
                  <a:cubicBezTo>
                    <a:pt x="80963" y="41298"/>
                    <a:pt x="84161" y="38100"/>
                    <a:pt x="88106" y="38100"/>
                  </a:cubicBezTo>
                  <a:cubicBezTo>
                    <a:pt x="92052" y="38100"/>
                    <a:pt x="95250" y="41298"/>
                    <a:pt x="95250" y="45244"/>
                  </a:cubicBezTo>
                  <a:lnTo>
                    <a:pt x="95250" y="95250"/>
                  </a:lnTo>
                  <a:lnTo>
                    <a:pt x="126206" y="95250"/>
                  </a:lnTo>
                  <a:cubicBezTo>
                    <a:pt x="130152" y="95250"/>
                    <a:pt x="133350" y="98449"/>
                    <a:pt x="133350" y="102394"/>
                  </a:cubicBezTo>
                  <a:cubicBezTo>
                    <a:pt x="133350" y="106339"/>
                    <a:pt x="130152" y="109538"/>
                    <a:pt x="126206" y="109538"/>
                  </a:cubicBezTo>
                  <a:close/>
                  <a:moveTo>
                    <a:pt x="95250" y="0"/>
                  </a:moveTo>
                  <a:cubicBezTo>
                    <a:pt x="42653" y="0"/>
                    <a:pt x="0" y="42653"/>
                    <a:pt x="0" y="95250"/>
                  </a:cubicBezTo>
                  <a:cubicBezTo>
                    <a:pt x="0" y="147847"/>
                    <a:pt x="42653" y="190500"/>
                    <a:pt x="95250" y="190500"/>
                  </a:cubicBezTo>
                  <a:cubicBezTo>
                    <a:pt x="147847" y="190500"/>
                    <a:pt x="190500" y="147847"/>
                    <a:pt x="190500" y="95250"/>
                  </a:cubicBezTo>
                  <a:cubicBezTo>
                    <a:pt x="190500" y="42653"/>
                    <a:pt x="147847" y="0"/>
                    <a:pt x="95250" y="0"/>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1" name="Graphic 36" descr="Icon of a packaged box">
              <a:extLst>
                <a:ext uri="{FF2B5EF4-FFF2-40B4-BE49-F238E27FC236}">
                  <a16:creationId xmlns:a16="http://schemas.microsoft.com/office/drawing/2014/main" id="{F8BC0C30-C28B-65B2-3139-9CB842EA5FD5}"/>
                </a:ext>
              </a:extLst>
            </p:cNvPr>
            <p:cNvSpPr>
              <a:spLocks/>
            </p:cNvSpPr>
            <p:nvPr/>
          </p:nvSpPr>
          <p:spPr>
            <a:xfrm>
              <a:off x="4568575" y="3029662"/>
              <a:ext cx="251168" cy="248766"/>
            </a:xfrm>
            <a:custGeom>
              <a:avLst/>
              <a:gdLst>
                <a:gd name="connsiteX0" fmla="*/ 108671 w 199682"/>
                <a:gd name="connsiteY0" fmla="*/ 2617 h 197771"/>
                <a:gd name="connsiteX1" fmla="*/ 81829 w 199682"/>
                <a:gd name="connsiteY1" fmla="*/ 2617 h 197771"/>
                <a:gd name="connsiteX2" fmla="*/ 60970 w 199682"/>
                <a:gd name="connsiteY2" fmla="*/ 11075 h 197771"/>
                <a:gd name="connsiteX3" fmla="*/ 152333 w 199682"/>
                <a:gd name="connsiteY3" fmla="*/ 46604 h 197771"/>
                <a:gd name="connsiteX4" fmla="*/ 184471 w 199682"/>
                <a:gd name="connsiteY4" fmla="*/ 34193 h 197771"/>
                <a:gd name="connsiteX5" fmla="*/ 180089 w 199682"/>
                <a:gd name="connsiteY5" fmla="*/ 31573 h 197771"/>
                <a:gd name="connsiteX6" fmla="*/ 108671 w 199682"/>
                <a:gd name="connsiteY6" fmla="*/ 2617 h 197771"/>
                <a:gd name="connsiteX7" fmla="*/ 190500 w 199682"/>
                <a:gd name="connsiteY7" fmla="*/ 47175 h 197771"/>
                <a:gd name="connsiteX8" fmla="*/ 102394 w 199682"/>
                <a:gd name="connsiteY8" fmla="*/ 81217 h 197771"/>
                <a:gd name="connsiteX9" fmla="*/ 102394 w 199682"/>
                <a:gd name="connsiteY9" fmla="*/ 146378 h 197771"/>
                <a:gd name="connsiteX10" fmla="*/ 156143 w 199682"/>
                <a:gd name="connsiteY10" fmla="*/ 92628 h 197771"/>
                <a:gd name="connsiteX11" fmla="*/ 190500 w 199682"/>
                <a:gd name="connsiteY11" fmla="*/ 85942 h 197771"/>
                <a:gd name="connsiteX12" fmla="*/ 190500 w 199682"/>
                <a:gd name="connsiteY12" fmla="*/ 47175 h 197771"/>
                <a:gd name="connsiteX13" fmla="*/ 88106 w 199682"/>
                <a:gd name="connsiteY13" fmla="*/ 81217 h 197771"/>
                <a:gd name="connsiteX14" fmla="*/ 88106 w 199682"/>
                <a:gd name="connsiteY14" fmla="*/ 175486 h 197771"/>
                <a:gd name="connsiteX15" fmla="*/ 86325 w 199682"/>
                <a:gd name="connsiteY15" fmla="*/ 182592 h 197771"/>
                <a:gd name="connsiteX16" fmla="*/ 85906 w 199682"/>
                <a:gd name="connsiteY16" fmla="*/ 184745 h 197771"/>
                <a:gd name="connsiteX17" fmla="*/ 81829 w 199682"/>
                <a:gd name="connsiteY17" fmla="*/ 183364 h 197771"/>
                <a:gd name="connsiteX18" fmla="*/ 10411 w 199682"/>
                <a:gd name="connsiteY18" fmla="*/ 154408 h 197771"/>
                <a:gd name="connsiteX19" fmla="*/ 0 w 199682"/>
                <a:gd name="connsiteY19" fmla="*/ 138958 h 197771"/>
                <a:gd name="connsiteX20" fmla="*/ 0 w 199682"/>
                <a:gd name="connsiteY20" fmla="*/ 47175 h 197771"/>
                <a:gd name="connsiteX21" fmla="*/ 88106 w 199682"/>
                <a:gd name="connsiteY21" fmla="*/ 81217 h 197771"/>
                <a:gd name="connsiteX22" fmla="*/ 6029 w 199682"/>
                <a:gd name="connsiteY22" fmla="*/ 34193 h 197771"/>
                <a:gd name="connsiteX23" fmla="*/ 95250 w 199682"/>
                <a:gd name="connsiteY23" fmla="*/ 68664 h 197771"/>
                <a:gd name="connsiteX24" fmla="*/ 132559 w 199682"/>
                <a:gd name="connsiteY24" fmla="*/ 54243 h 197771"/>
                <a:gd name="connsiteX25" fmla="*/ 41662 w 199682"/>
                <a:gd name="connsiteY25" fmla="*/ 18905 h 197771"/>
                <a:gd name="connsiteX26" fmla="*/ 10411 w 199682"/>
                <a:gd name="connsiteY26" fmla="*/ 31573 h 197771"/>
                <a:gd name="connsiteX27" fmla="*/ 6029 w 199682"/>
                <a:gd name="connsiteY27" fmla="*/ 34193 h 197771"/>
                <a:gd name="connsiteX28" fmla="*/ 162878 w 199682"/>
                <a:gd name="connsiteY28" fmla="*/ 99363 h 197771"/>
                <a:gd name="connsiteX29" fmla="*/ 106651 w 199682"/>
                <a:gd name="connsiteY29" fmla="*/ 155589 h 197771"/>
                <a:gd name="connsiteX30" fmla="*/ 99927 w 199682"/>
                <a:gd name="connsiteY30" fmla="*/ 167466 h 197771"/>
                <a:gd name="connsiteX31" fmla="*/ 95564 w 199682"/>
                <a:gd name="connsiteY31" fmla="*/ 184907 h 197771"/>
                <a:gd name="connsiteX32" fmla="*/ 103098 w 199682"/>
                <a:gd name="connsiteY32" fmla="*/ 197463 h 197771"/>
                <a:gd name="connsiteX33" fmla="*/ 108128 w 199682"/>
                <a:gd name="connsiteY33" fmla="*/ 197461 h 197771"/>
                <a:gd name="connsiteX34" fmla="*/ 125559 w 199682"/>
                <a:gd name="connsiteY34" fmla="*/ 193108 h 197771"/>
                <a:gd name="connsiteX35" fmla="*/ 137446 w 199682"/>
                <a:gd name="connsiteY35" fmla="*/ 186374 h 197771"/>
                <a:gd name="connsiteX36" fmla="*/ 193662 w 199682"/>
                <a:gd name="connsiteY36" fmla="*/ 130157 h 197771"/>
                <a:gd name="connsiteX37" fmla="*/ 192939 w 199682"/>
                <a:gd name="connsiteY37" fmla="*/ 99372 h 197771"/>
                <a:gd name="connsiteX38" fmla="*/ 162878 w 199682"/>
                <a:gd name="connsiteY38" fmla="*/ 99372 h 197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9682" h="197771">
                  <a:moveTo>
                    <a:pt x="108671" y="2617"/>
                  </a:moveTo>
                  <a:cubicBezTo>
                    <a:pt x="100064" y="-872"/>
                    <a:pt x="90436" y="-872"/>
                    <a:pt x="81829" y="2617"/>
                  </a:cubicBezTo>
                  <a:lnTo>
                    <a:pt x="60970" y="11075"/>
                  </a:lnTo>
                  <a:lnTo>
                    <a:pt x="152333" y="46604"/>
                  </a:lnTo>
                  <a:lnTo>
                    <a:pt x="184471" y="34193"/>
                  </a:lnTo>
                  <a:cubicBezTo>
                    <a:pt x="183153" y="33099"/>
                    <a:pt x="181676" y="32216"/>
                    <a:pt x="180089" y="31573"/>
                  </a:cubicBezTo>
                  <a:lnTo>
                    <a:pt x="108671" y="2617"/>
                  </a:lnTo>
                  <a:close/>
                  <a:moveTo>
                    <a:pt x="190500" y="47175"/>
                  </a:moveTo>
                  <a:lnTo>
                    <a:pt x="102394" y="81217"/>
                  </a:lnTo>
                  <a:lnTo>
                    <a:pt x="102394" y="146378"/>
                  </a:lnTo>
                  <a:lnTo>
                    <a:pt x="156143" y="92628"/>
                  </a:lnTo>
                  <a:cubicBezTo>
                    <a:pt x="165164" y="83608"/>
                    <a:pt x="178755" y="80963"/>
                    <a:pt x="190500" y="85942"/>
                  </a:cubicBezTo>
                  <a:lnTo>
                    <a:pt x="190500" y="47175"/>
                  </a:lnTo>
                  <a:close/>
                  <a:moveTo>
                    <a:pt x="88106" y="81217"/>
                  </a:moveTo>
                  <a:lnTo>
                    <a:pt x="88106" y="175486"/>
                  </a:lnTo>
                  <a:lnTo>
                    <a:pt x="86325" y="182592"/>
                  </a:lnTo>
                  <a:cubicBezTo>
                    <a:pt x="86147" y="183302"/>
                    <a:pt x="86008" y="184020"/>
                    <a:pt x="85906" y="184745"/>
                  </a:cubicBezTo>
                  <a:cubicBezTo>
                    <a:pt x="84520" y="184367"/>
                    <a:pt x="83159" y="183906"/>
                    <a:pt x="81829" y="183364"/>
                  </a:cubicBezTo>
                  <a:lnTo>
                    <a:pt x="10411" y="154408"/>
                  </a:lnTo>
                  <a:cubicBezTo>
                    <a:pt x="4118" y="151859"/>
                    <a:pt x="0" y="145747"/>
                    <a:pt x="0" y="138958"/>
                  </a:cubicBezTo>
                  <a:lnTo>
                    <a:pt x="0" y="47175"/>
                  </a:lnTo>
                  <a:lnTo>
                    <a:pt x="88106" y="81217"/>
                  </a:lnTo>
                  <a:close/>
                  <a:moveTo>
                    <a:pt x="6029" y="34193"/>
                  </a:moveTo>
                  <a:lnTo>
                    <a:pt x="95250" y="68664"/>
                  </a:lnTo>
                  <a:lnTo>
                    <a:pt x="132559" y="54243"/>
                  </a:lnTo>
                  <a:lnTo>
                    <a:pt x="41662" y="18905"/>
                  </a:lnTo>
                  <a:lnTo>
                    <a:pt x="10411" y="31573"/>
                  </a:lnTo>
                  <a:cubicBezTo>
                    <a:pt x="8792" y="32230"/>
                    <a:pt x="7325" y="33116"/>
                    <a:pt x="6029" y="34193"/>
                  </a:cubicBezTo>
                  <a:close/>
                  <a:moveTo>
                    <a:pt x="162878" y="99363"/>
                  </a:moveTo>
                  <a:lnTo>
                    <a:pt x="106651" y="155589"/>
                  </a:lnTo>
                  <a:cubicBezTo>
                    <a:pt x="103376" y="158866"/>
                    <a:pt x="101052" y="162972"/>
                    <a:pt x="99927" y="167466"/>
                  </a:cubicBezTo>
                  <a:lnTo>
                    <a:pt x="95564" y="184907"/>
                  </a:lnTo>
                  <a:cubicBezTo>
                    <a:pt x="94177" y="190454"/>
                    <a:pt x="97550" y="196076"/>
                    <a:pt x="103098" y="197463"/>
                  </a:cubicBezTo>
                  <a:cubicBezTo>
                    <a:pt x="104749" y="197876"/>
                    <a:pt x="106477" y="197875"/>
                    <a:pt x="108128" y="197461"/>
                  </a:cubicBezTo>
                  <a:lnTo>
                    <a:pt x="125559" y="193108"/>
                  </a:lnTo>
                  <a:cubicBezTo>
                    <a:pt x="130058" y="191983"/>
                    <a:pt x="134167" y="189655"/>
                    <a:pt x="137446" y="186374"/>
                  </a:cubicBezTo>
                  <a:lnTo>
                    <a:pt x="193662" y="130157"/>
                  </a:lnTo>
                  <a:cubicBezTo>
                    <a:pt x="201963" y="121456"/>
                    <a:pt x="201639" y="107673"/>
                    <a:pt x="192939" y="99372"/>
                  </a:cubicBezTo>
                  <a:cubicBezTo>
                    <a:pt x="184526" y="91345"/>
                    <a:pt x="171291" y="91345"/>
                    <a:pt x="162878" y="99372"/>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2" name="Graphic 23" descr="Icon of a Question mark">
              <a:extLst>
                <a:ext uri="{FF2B5EF4-FFF2-40B4-BE49-F238E27FC236}">
                  <a16:creationId xmlns:a16="http://schemas.microsoft.com/office/drawing/2014/main" id="{0A960CAB-EDAF-8851-FF24-72E110554FC2}"/>
                </a:ext>
              </a:extLst>
            </p:cNvPr>
            <p:cNvSpPr>
              <a:spLocks/>
            </p:cNvSpPr>
            <p:nvPr/>
          </p:nvSpPr>
          <p:spPr>
            <a:xfrm>
              <a:off x="7412203" y="3008462"/>
              <a:ext cx="171276" cy="291165"/>
            </a:xfrm>
            <a:custGeom>
              <a:avLst/>
              <a:gdLst>
                <a:gd name="connsiteX0" fmla="*/ 47625 w 95250"/>
                <a:gd name="connsiteY0" fmla="*/ 0 h 164306"/>
                <a:gd name="connsiteX1" fmla="*/ 0 w 95250"/>
                <a:gd name="connsiteY1" fmla="*/ 47625 h 164306"/>
                <a:gd name="connsiteX2" fmla="*/ 9525 w 95250"/>
                <a:gd name="connsiteY2" fmla="*/ 57150 h 164306"/>
                <a:gd name="connsiteX3" fmla="*/ 19050 w 95250"/>
                <a:gd name="connsiteY3" fmla="*/ 47625 h 164306"/>
                <a:gd name="connsiteX4" fmla="*/ 47625 w 95250"/>
                <a:gd name="connsiteY4" fmla="*/ 19050 h 164306"/>
                <a:gd name="connsiteX5" fmla="*/ 76200 w 95250"/>
                <a:gd name="connsiteY5" fmla="*/ 47625 h 164306"/>
                <a:gd name="connsiteX6" fmla="*/ 72028 w 95250"/>
                <a:gd name="connsiteY6" fmla="*/ 63141 h 164306"/>
                <a:gd name="connsiteX7" fmla="*/ 61284 w 95250"/>
                <a:gd name="connsiteY7" fmla="*/ 72523 h 164306"/>
                <a:gd name="connsiteX8" fmla="*/ 60179 w 95250"/>
                <a:gd name="connsiteY8" fmla="*/ 73266 h 164306"/>
                <a:gd name="connsiteX9" fmla="*/ 46187 w 95250"/>
                <a:gd name="connsiteY9" fmla="*/ 85144 h 164306"/>
                <a:gd name="connsiteX10" fmla="*/ 38100 w 95250"/>
                <a:gd name="connsiteY10" fmla="*/ 109538 h 164306"/>
                <a:gd name="connsiteX11" fmla="*/ 38100 w 95250"/>
                <a:gd name="connsiteY11" fmla="*/ 114300 h 164306"/>
                <a:gd name="connsiteX12" fmla="*/ 47625 w 95250"/>
                <a:gd name="connsiteY12" fmla="*/ 123825 h 164306"/>
                <a:gd name="connsiteX13" fmla="*/ 57150 w 95250"/>
                <a:gd name="connsiteY13" fmla="*/ 114300 h 164306"/>
                <a:gd name="connsiteX14" fmla="*/ 57150 w 95250"/>
                <a:gd name="connsiteY14" fmla="*/ 109538 h 164306"/>
                <a:gd name="connsiteX15" fmla="*/ 60960 w 95250"/>
                <a:gd name="connsiteY15" fmla="*/ 97165 h 164306"/>
                <a:gd name="connsiteX16" fmla="*/ 71571 w 95250"/>
                <a:gd name="connsiteY16" fmla="*/ 88563 h 164306"/>
                <a:gd name="connsiteX17" fmla="*/ 72076 w 95250"/>
                <a:gd name="connsiteY17" fmla="*/ 88211 h 164306"/>
                <a:gd name="connsiteX18" fmla="*/ 87506 w 95250"/>
                <a:gd name="connsiteY18" fmla="*/ 74228 h 164306"/>
                <a:gd name="connsiteX19" fmla="*/ 95250 w 95250"/>
                <a:gd name="connsiteY19" fmla="*/ 47625 h 164306"/>
                <a:gd name="connsiteX20" fmla="*/ 47625 w 95250"/>
                <a:gd name="connsiteY20" fmla="*/ 0 h 164306"/>
                <a:gd name="connsiteX21" fmla="*/ 47625 w 95250"/>
                <a:gd name="connsiteY21" fmla="*/ 164306 h 164306"/>
                <a:gd name="connsiteX22" fmla="*/ 59531 w 95250"/>
                <a:gd name="connsiteY22" fmla="*/ 152400 h 164306"/>
                <a:gd name="connsiteX23" fmla="*/ 47625 w 95250"/>
                <a:gd name="connsiteY23" fmla="*/ 140494 h 164306"/>
                <a:gd name="connsiteX24" fmla="*/ 35719 w 95250"/>
                <a:gd name="connsiteY24" fmla="*/ 152400 h 164306"/>
                <a:gd name="connsiteX25" fmla="*/ 47625 w 95250"/>
                <a:gd name="connsiteY25" fmla="*/ 164306 h 16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5250" h="164306">
                  <a:moveTo>
                    <a:pt x="47625" y="0"/>
                  </a:moveTo>
                  <a:cubicBezTo>
                    <a:pt x="21317" y="0"/>
                    <a:pt x="0" y="21317"/>
                    <a:pt x="0" y="47625"/>
                  </a:cubicBezTo>
                  <a:cubicBezTo>
                    <a:pt x="0" y="52886"/>
                    <a:pt x="4265" y="57150"/>
                    <a:pt x="9525" y="57150"/>
                  </a:cubicBezTo>
                  <a:cubicBezTo>
                    <a:pt x="14786" y="57150"/>
                    <a:pt x="19050" y="52886"/>
                    <a:pt x="19050" y="47625"/>
                  </a:cubicBezTo>
                  <a:cubicBezTo>
                    <a:pt x="19050" y="31833"/>
                    <a:pt x="31833" y="19050"/>
                    <a:pt x="47625" y="19050"/>
                  </a:cubicBezTo>
                  <a:cubicBezTo>
                    <a:pt x="63417" y="19050"/>
                    <a:pt x="76200" y="31833"/>
                    <a:pt x="76200" y="47625"/>
                  </a:cubicBezTo>
                  <a:cubicBezTo>
                    <a:pt x="76200" y="55397"/>
                    <a:pt x="74305" y="59950"/>
                    <a:pt x="72028" y="63141"/>
                  </a:cubicBezTo>
                  <a:cubicBezTo>
                    <a:pt x="69533" y="66618"/>
                    <a:pt x="66075" y="69218"/>
                    <a:pt x="61284" y="72523"/>
                  </a:cubicBezTo>
                  <a:lnTo>
                    <a:pt x="60179" y="73266"/>
                  </a:lnTo>
                  <a:cubicBezTo>
                    <a:pt x="55921" y="76181"/>
                    <a:pt x="50435" y="79924"/>
                    <a:pt x="46187" y="85144"/>
                  </a:cubicBezTo>
                  <a:cubicBezTo>
                    <a:pt x="41167" y="91316"/>
                    <a:pt x="38100" y="99117"/>
                    <a:pt x="38100" y="109538"/>
                  </a:cubicBezTo>
                  <a:lnTo>
                    <a:pt x="38100" y="114300"/>
                  </a:lnTo>
                  <a:cubicBezTo>
                    <a:pt x="38100" y="119561"/>
                    <a:pt x="42364" y="123825"/>
                    <a:pt x="47625" y="123825"/>
                  </a:cubicBezTo>
                  <a:cubicBezTo>
                    <a:pt x="52886" y="123825"/>
                    <a:pt x="57150" y="119561"/>
                    <a:pt x="57150" y="114300"/>
                  </a:cubicBezTo>
                  <a:lnTo>
                    <a:pt x="57150" y="109538"/>
                  </a:lnTo>
                  <a:cubicBezTo>
                    <a:pt x="57150" y="103289"/>
                    <a:pt x="58845" y="99784"/>
                    <a:pt x="60960" y="97165"/>
                  </a:cubicBezTo>
                  <a:cubicBezTo>
                    <a:pt x="63408" y="94174"/>
                    <a:pt x="66704" y="91907"/>
                    <a:pt x="71571" y="88563"/>
                  </a:cubicBezTo>
                  <a:lnTo>
                    <a:pt x="72076" y="88211"/>
                  </a:lnTo>
                  <a:cubicBezTo>
                    <a:pt x="76800" y="84973"/>
                    <a:pt x="82868" y="80724"/>
                    <a:pt x="87506" y="74228"/>
                  </a:cubicBezTo>
                  <a:cubicBezTo>
                    <a:pt x="92393" y="67447"/>
                    <a:pt x="95250" y="58893"/>
                    <a:pt x="95250" y="47625"/>
                  </a:cubicBezTo>
                  <a:cubicBezTo>
                    <a:pt x="95250" y="21317"/>
                    <a:pt x="73933" y="0"/>
                    <a:pt x="47625" y="0"/>
                  </a:cubicBezTo>
                  <a:close/>
                  <a:moveTo>
                    <a:pt x="47625" y="164306"/>
                  </a:moveTo>
                  <a:cubicBezTo>
                    <a:pt x="54201" y="164306"/>
                    <a:pt x="59531" y="158976"/>
                    <a:pt x="59531" y="152400"/>
                  </a:cubicBezTo>
                  <a:cubicBezTo>
                    <a:pt x="59531" y="145824"/>
                    <a:pt x="54201" y="140494"/>
                    <a:pt x="47625" y="140494"/>
                  </a:cubicBezTo>
                  <a:cubicBezTo>
                    <a:pt x="41049" y="140494"/>
                    <a:pt x="35719" y="145824"/>
                    <a:pt x="35719" y="152400"/>
                  </a:cubicBezTo>
                  <a:cubicBezTo>
                    <a:pt x="35719" y="158976"/>
                    <a:pt x="41049" y="164306"/>
                    <a:pt x="47625" y="164306"/>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3" name="Free-form: Shape 45" descr="Icon of a star badge">
              <a:extLst>
                <a:ext uri="{FF2B5EF4-FFF2-40B4-BE49-F238E27FC236}">
                  <a16:creationId xmlns:a16="http://schemas.microsoft.com/office/drawing/2014/main" id="{8CF03AA5-46EA-333F-76A5-2714CD8B2175}"/>
                </a:ext>
              </a:extLst>
            </p:cNvPr>
            <p:cNvSpPr>
              <a:spLocks/>
            </p:cNvSpPr>
            <p:nvPr/>
          </p:nvSpPr>
          <p:spPr>
            <a:xfrm>
              <a:off x="10184592" y="2986983"/>
              <a:ext cx="233871" cy="334124"/>
            </a:xfrm>
            <a:custGeom>
              <a:avLst/>
              <a:gdLst>
                <a:gd name="connsiteX0" fmla="*/ 114319 w 133350"/>
                <a:gd name="connsiteY0" fmla="*/ 126158 h 190451"/>
                <a:gd name="connsiteX1" fmla="*/ 114300 w 133350"/>
                <a:gd name="connsiteY1" fmla="*/ 183308 h 190451"/>
                <a:gd name="connsiteX2" fmla="*/ 114310 w 133350"/>
                <a:gd name="connsiteY2" fmla="*/ 183308 h 190451"/>
                <a:gd name="connsiteX3" fmla="*/ 113006 w 133350"/>
                <a:gd name="connsiteY3" fmla="*/ 187422 h 190451"/>
                <a:gd name="connsiteX4" fmla="*/ 103051 w 133350"/>
                <a:gd name="connsiteY4" fmla="*/ 189147 h 190451"/>
                <a:gd name="connsiteX5" fmla="*/ 66685 w 133350"/>
                <a:gd name="connsiteY5" fmla="*/ 163553 h 190451"/>
                <a:gd name="connsiteX6" fmla="*/ 30328 w 133350"/>
                <a:gd name="connsiteY6" fmla="*/ 189147 h 190451"/>
                <a:gd name="connsiteX7" fmla="*/ 26239 w 133350"/>
                <a:gd name="connsiteY7" fmla="*/ 190444 h 190451"/>
                <a:gd name="connsiteX8" fmla="*/ 19079 w 133350"/>
                <a:gd name="connsiteY8" fmla="*/ 183318 h 190451"/>
                <a:gd name="connsiteX9" fmla="*/ 19050 w 133350"/>
                <a:gd name="connsiteY9" fmla="*/ 126168 h 190451"/>
                <a:gd name="connsiteX10" fmla="*/ 66675 w 133350"/>
                <a:gd name="connsiteY10" fmla="*/ 142874 h 190451"/>
                <a:gd name="connsiteX11" fmla="*/ 114319 w 133350"/>
                <a:gd name="connsiteY11" fmla="*/ 126158 h 190451"/>
                <a:gd name="connsiteX12" fmla="*/ 67744 w 133350"/>
                <a:gd name="connsiteY12" fmla="*/ 33577 h 190451"/>
                <a:gd name="connsiteX13" fmla="*/ 64494 w 133350"/>
                <a:gd name="connsiteY13" fmla="*/ 34690 h 190451"/>
                <a:gd name="connsiteX14" fmla="*/ 55807 w 133350"/>
                <a:gd name="connsiteY14" fmla="*/ 52340 h 190451"/>
                <a:gd name="connsiteX15" fmla="*/ 36338 w 133350"/>
                <a:gd name="connsiteY15" fmla="*/ 55150 h 190451"/>
                <a:gd name="connsiteX16" fmla="*/ 34925 w 133350"/>
                <a:gd name="connsiteY16" fmla="*/ 55868 h 190451"/>
                <a:gd name="connsiteX17" fmla="*/ 34985 w 133350"/>
                <a:gd name="connsiteY17" fmla="*/ 59303 h 190451"/>
                <a:gd name="connsiteX18" fmla="*/ 49082 w 133350"/>
                <a:gd name="connsiteY18" fmla="*/ 73019 h 190451"/>
                <a:gd name="connsiteX19" fmla="*/ 45749 w 133350"/>
                <a:gd name="connsiteY19" fmla="*/ 92402 h 190451"/>
                <a:gd name="connsiteX20" fmla="*/ 45993 w 133350"/>
                <a:gd name="connsiteY20" fmla="*/ 93945 h 190451"/>
                <a:gd name="connsiteX21" fmla="*/ 49273 w 133350"/>
                <a:gd name="connsiteY21" fmla="*/ 94964 h 190451"/>
                <a:gd name="connsiteX22" fmla="*/ 66675 w 133350"/>
                <a:gd name="connsiteY22" fmla="*/ 85801 h 190451"/>
                <a:gd name="connsiteX23" fmla="*/ 84087 w 133350"/>
                <a:gd name="connsiteY23" fmla="*/ 94964 h 190451"/>
                <a:gd name="connsiteX24" fmla="*/ 85630 w 133350"/>
                <a:gd name="connsiteY24" fmla="*/ 95208 h 190451"/>
                <a:gd name="connsiteX25" fmla="*/ 87611 w 133350"/>
                <a:gd name="connsiteY25" fmla="*/ 92402 h 190451"/>
                <a:gd name="connsiteX26" fmla="*/ 84277 w 133350"/>
                <a:gd name="connsiteY26" fmla="*/ 73009 h 190451"/>
                <a:gd name="connsiteX27" fmla="*/ 98365 w 133350"/>
                <a:gd name="connsiteY27" fmla="*/ 59293 h 190451"/>
                <a:gd name="connsiteX28" fmla="*/ 97012 w 133350"/>
                <a:gd name="connsiteY28" fmla="*/ 55150 h 190451"/>
                <a:gd name="connsiteX29" fmla="*/ 77543 w 133350"/>
                <a:gd name="connsiteY29" fmla="*/ 52340 h 190451"/>
                <a:gd name="connsiteX30" fmla="*/ 68856 w 133350"/>
                <a:gd name="connsiteY30" fmla="*/ 34690 h 190451"/>
                <a:gd name="connsiteX31" fmla="*/ 67744 w 133350"/>
                <a:gd name="connsiteY31" fmla="*/ 33577 h 190451"/>
                <a:gd name="connsiteX32" fmla="*/ 66675 w 133350"/>
                <a:gd name="connsiteY32" fmla="*/ 0 h 190451"/>
                <a:gd name="connsiteX33" fmla="*/ 133350 w 133350"/>
                <a:gd name="connsiteY33" fmla="*/ 66675 h 190451"/>
                <a:gd name="connsiteX34" fmla="*/ 66675 w 133350"/>
                <a:gd name="connsiteY34" fmla="*/ 133350 h 190451"/>
                <a:gd name="connsiteX35" fmla="*/ 0 w 133350"/>
                <a:gd name="connsiteY35" fmla="*/ 66675 h 190451"/>
                <a:gd name="connsiteX36" fmla="*/ 66675 w 133350"/>
                <a:gd name="connsiteY36" fmla="*/ 0 h 1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3350" h="190451">
                  <a:moveTo>
                    <a:pt x="114319" y="126158"/>
                  </a:moveTo>
                  <a:lnTo>
                    <a:pt x="114300" y="183308"/>
                  </a:lnTo>
                  <a:lnTo>
                    <a:pt x="114310" y="183308"/>
                  </a:lnTo>
                  <a:cubicBezTo>
                    <a:pt x="114310" y="184781"/>
                    <a:pt x="113854" y="186218"/>
                    <a:pt x="113006" y="187422"/>
                  </a:cubicBezTo>
                  <a:cubicBezTo>
                    <a:pt x="110733" y="190647"/>
                    <a:pt x="106276" y="191419"/>
                    <a:pt x="103051" y="189147"/>
                  </a:cubicBezTo>
                  <a:lnTo>
                    <a:pt x="66685" y="163553"/>
                  </a:lnTo>
                  <a:lnTo>
                    <a:pt x="30328" y="189147"/>
                  </a:lnTo>
                  <a:cubicBezTo>
                    <a:pt x="29130" y="189988"/>
                    <a:pt x="27703" y="190440"/>
                    <a:pt x="26239" y="190444"/>
                  </a:cubicBezTo>
                  <a:cubicBezTo>
                    <a:pt x="22294" y="190454"/>
                    <a:pt x="19088" y="187263"/>
                    <a:pt x="19079" y="183318"/>
                  </a:cubicBezTo>
                  <a:lnTo>
                    <a:pt x="19050" y="126168"/>
                  </a:lnTo>
                  <a:cubicBezTo>
                    <a:pt x="32554" y="137008"/>
                    <a:pt x="49359" y="142903"/>
                    <a:pt x="66675" y="142874"/>
                  </a:cubicBezTo>
                  <a:cubicBezTo>
                    <a:pt x="83999" y="142905"/>
                    <a:pt x="100812" y="137006"/>
                    <a:pt x="114319" y="126158"/>
                  </a:cubicBezTo>
                  <a:close/>
                  <a:moveTo>
                    <a:pt x="67744" y="33577"/>
                  </a:moveTo>
                  <a:cubicBezTo>
                    <a:pt x="66539" y="32987"/>
                    <a:pt x="65084" y="33485"/>
                    <a:pt x="64494" y="34690"/>
                  </a:cubicBezTo>
                  <a:lnTo>
                    <a:pt x="55807" y="52340"/>
                  </a:lnTo>
                  <a:lnTo>
                    <a:pt x="36338" y="55150"/>
                  </a:lnTo>
                  <a:cubicBezTo>
                    <a:pt x="35800" y="55225"/>
                    <a:pt x="35303" y="55478"/>
                    <a:pt x="34925" y="55868"/>
                  </a:cubicBezTo>
                  <a:cubicBezTo>
                    <a:pt x="33994" y="56833"/>
                    <a:pt x="34020" y="58371"/>
                    <a:pt x="34985" y="59303"/>
                  </a:cubicBezTo>
                  <a:lnTo>
                    <a:pt x="49082" y="73019"/>
                  </a:lnTo>
                  <a:lnTo>
                    <a:pt x="45749" y="92402"/>
                  </a:lnTo>
                  <a:cubicBezTo>
                    <a:pt x="45658" y="92930"/>
                    <a:pt x="45743" y="93472"/>
                    <a:pt x="45993" y="93945"/>
                  </a:cubicBezTo>
                  <a:cubicBezTo>
                    <a:pt x="46617" y="95133"/>
                    <a:pt x="48086" y="95589"/>
                    <a:pt x="49273" y="94964"/>
                  </a:cubicBezTo>
                  <a:lnTo>
                    <a:pt x="66675" y="85801"/>
                  </a:lnTo>
                  <a:lnTo>
                    <a:pt x="84087" y="94964"/>
                  </a:lnTo>
                  <a:cubicBezTo>
                    <a:pt x="84560" y="95213"/>
                    <a:pt x="85103" y="95299"/>
                    <a:pt x="85630" y="95208"/>
                  </a:cubicBezTo>
                  <a:cubicBezTo>
                    <a:pt x="86952" y="94980"/>
                    <a:pt x="87839" y="93724"/>
                    <a:pt x="87611" y="92402"/>
                  </a:cubicBezTo>
                  <a:lnTo>
                    <a:pt x="84277" y="73009"/>
                  </a:lnTo>
                  <a:lnTo>
                    <a:pt x="98365" y="59293"/>
                  </a:lnTo>
                  <a:cubicBezTo>
                    <a:pt x="99803" y="57893"/>
                    <a:pt x="99012" y="55436"/>
                    <a:pt x="97012" y="55150"/>
                  </a:cubicBezTo>
                  <a:lnTo>
                    <a:pt x="77543" y="52340"/>
                  </a:lnTo>
                  <a:lnTo>
                    <a:pt x="68856" y="34690"/>
                  </a:lnTo>
                  <a:cubicBezTo>
                    <a:pt x="68619" y="34206"/>
                    <a:pt x="68228" y="33815"/>
                    <a:pt x="67744" y="33577"/>
                  </a:cubicBezTo>
                  <a:close/>
                  <a:moveTo>
                    <a:pt x="66675" y="0"/>
                  </a:moveTo>
                  <a:cubicBezTo>
                    <a:pt x="103499" y="0"/>
                    <a:pt x="133350" y="29851"/>
                    <a:pt x="133350" y="66675"/>
                  </a:cubicBezTo>
                  <a:cubicBezTo>
                    <a:pt x="133350" y="103499"/>
                    <a:pt x="103499" y="133350"/>
                    <a:pt x="66675" y="133350"/>
                  </a:cubicBezTo>
                  <a:cubicBezTo>
                    <a:pt x="29851" y="133350"/>
                    <a:pt x="0" y="103499"/>
                    <a:pt x="0" y="66675"/>
                  </a:cubicBezTo>
                  <a:cubicBezTo>
                    <a:pt x="0" y="29851"/>
                    <a:pt x="29851" y="0"/>
                    <a:pt x="66675" y="0"/>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Tree>
    <p:extLst>
      <p:ext uri="{BB962C8B-B14F-4D97-AF65-F5344CB8AC3E}">
        <p14:creationId xmlns:p14="http://schemas.microsoft.com/office/powerpoint/2010/main" val="30472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200"/>
                                        <p:tgtEl>
                                          <p:spTgt spid="44"/>
                                        </p:tgtEl>
                                      </p:cBhvr>
                                    </p:animEffect>
                                  </p:childTnLst>
                                </p:cTn>
                              </p:par>
                              <p:par>
                                <p:cTn id="8" presetID="42" presetClass="path" presetSubtype="0" decel="100000" fill="hold" nodeType="withEffect">
                                  <p:stCondLst>
                                    <p:cond delay="100"/>
                                  </p:stCondLst>
                                  <p:childTnLst>
                                    <p:animMotion origin="layout" path="M -1.66667E-6 0.03888 L -1.66667E-6 4.44444E-6 " pathEditMode="relative" rAng="0" ptsTypes="AA">
                                      <p:cBhvr>
                                        <p:cTn id="9" dur="500" fill="hold"/>
                                        <p:tgtEl>
                                          <p:spTgt spid="4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88FAB-4E0D-E037-9025-04F3B9CE1C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7FACA9-5BC2-2291-4255-AD5569B949C1}"/>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0">
                <a:srgbClr val="3EBAB6">
                  <a:alpha val="25000"/>
                </a:srgbClr>
              </a:gs>
              <a:gs pos="100000">
                <a:srgbClr val="B6E495">
                  <a:alpha val="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6592582F-888D-EFCE-BCCE-E5046F1729B7}"/>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0">
                <a:srgbClr val="B0E297"/>
              </a:gs>
              <a:gs pos="81000">
                <a:srgbClr val="42BBB6"/>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DC347985-00F4-E221-94B0-E55D38D12BB5}"/>
              </a:ext>
            </a:extLst>
          </p:cNvPr>
          <p:cNvSpPr/>
          <p:nvPr/>
        </p:nvSpPr>
        <p:spPr>
          <a:xfrm>
            <a:off x="9301425" y="303767"/>
            <a:ext cx="2136249" cy="346968"/>
          </a:xfrm>
          <a:prstGeom prst="roundRect">
            <a:avLst>
              <a:gd name="adj" fmla="val 50000"/>
            </a:avLst>
          </a:prstGeom>
          <a:gradFill flip="none" rotWithShape="1">
            <a:gsLst>
              <a:gs pos="0">
                <a:schemeClr val="accent3"/>
              </a:gs>
              <a:gs pos="100000">
                <a:schemeClr val="accent4"/>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Segoe Sans Text Semibold"/>
                <a:ea typeface="+mn-ea"/>
                <a:cs typeface="Segoe Sans Text Semibold" pitchFamily="2" charset="0"/>
              </a:rPr>
              <a:t>Open</a:t>
            </a:r>
          </a:p>
        </p:txBody>
      </p:sp>
      <p:sp>
        <p:nvSpPr>
          <p:cNvPr id="11" name="Rectangle: Rounded Corners 10">
            <a:extLst>
              <a:ext uri="{FF2B5EF4-FFF2-40B4-BE49-F238E27FC236}">
                <a16:creationId xmlns:a16="http://schemas.microsoft.com/office/drawing/2014/main" id="{66B8CF70-628C-21A6-CA9A-72B207D41415}"/>
              </a:ext>
            </a:extLst>
          </p:cNvPr>
          <p:cNvSpPr/>
          <p:nvPr/>
        </p:nvSpPr>
        <p:spPr bwMode="auto">
          <a:xfrm>
            <a:off x="4993248" y="1395113"/>
            <a:ext cx="6837085" cy="3711635"/>
          </a:xfrm>
          <a:prstGeom prst="roundRect">
            <a:avLst>
              <a:gd name="adj" fmla="val 3904"/>
            </a:avLst>
          </a:prstGeom>
          <a:noFill/>
          <a:ln w="19050">
            <a:gradFill flip="none" rotWithShape="1">
              <a:gsLst>
                <a:gs pos="0">
                  <a:schemeClr val="accent1"/>
                </a:gs>
                <a:gs pos="100000">
                  <a:schemeClr val="accent3"/>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a:ln>
                <a:noFill/>
              </a:ln>
              <a:solidFill>
                <a:srgbClr val="FFFFFF"/>
              </a:solidFill>
              <a:effectLst/>
              <a:uLnTx/>
              <a:uFillTx/>
              <a:latin typeface="Segoe UI Semilight"/>
              <a:ea typeface="Segoe UI" pitchFamily="34" charset="0"/>
              <a:cs typeface="Segoe Sans Text" pitchFamily="2" charset="0"/>
            </a:endParaRPr>
          </a:p>
        </p:txBody>
      </p:sp>
      <p:sp>
        <p:nvSpPr>
          <p:cNvPr id="12" name="Title 1">
            <a:extLst>
              <a:ext uri="{FF2B5EF4-FFF2-40B4-BE49-F238E27FC236}">
                <a16:creationId xmlns:a16="http://schemas.microsoft.com/office/drawing/2014/main" id="{52DEE65B-CF46-5AAA-E343-124A18115188}"/>
              </a:ext>
            </a:extLst>
          </p:cNvPr>
          <p:cNvSpPr txBox="1">
            <a:spLocks/>
          </p:cNvSpPr>
          <p:nvPr/>
        </p:nvSpPr>
        <p:spPr>
          <a:xfrm>
            <a:off x="121381" y="477251"/>
            <a:ext cx="4408707" cy="1107996"/>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black"/>
                </a:solidFill>
                <a:effectLst/>
                <a:uLnTx/>
                <a:uFillTx/>
                <a:latin typeface="Segoe UI Semibold"/>
                <a:ea typeface="+mn-ea"/>
                <a:cs typeface="Segoe Sans Text"/>
              </a:rPr>
              <a:t>Host custom code agents in the runtime</a:t>
            </a:r>
            <a:endParaRPr kumimoji="0" lang="en-US" sz="3600" b="0" i="0" u="none" strike="noStrike" kern="1200" cap="none" spc="-50" normalizeH="0" baseline="0" noProof="0">
              <a:ln w="3175">
                <a:noFill/>
              </a:ln>
              <a:solidFill>
                <a:prstClr val="black"/>
              </a:solidFill>
              <a:effectLst/>
              <a:uLnTx/>
              <a:uFillTx/>
              <a:latin typeface="Segoe UI Semibold"/>
              <a:ea typeface="+mn-ea"/>
              <a:cs typeface="Segoe Sans Text" pitchFamily="2" charset="0"/>
            </a:endParaRPr>
          </a:p>
        </p:txBody>
      </p:sp>
      <p:sp>
        <p:nvSpPr>
          <p:cNvPr id="13" name="Rectangle: Rounded Corners 10">
            <a:extLst>
              <a:ext uri="{FF2B5EF4-FFF2-40B4-BE49-F238E27FC236}">
                <a16:creationId xmlns:a16="http://schemas.microsoft.com/office/drawing/2014/main" id="{1718773E-0847-4848-53DE-CCE872436364}"/>
              </a:ext>
            </a:extLst>
          </p:cNvPr>
          <p:cNvSpPr/>
          <p:nvPr/>
        </p:nvSpPr>
        <p:spPr>
          <a:xfrm>
            <a:off x="1" y="2415756"/>
            <a:ext cx="4308764" cy="2920223"/>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marL="7429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Deploy custom-code agents built with </a:t>
            </a: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Microsoft Agent Framework,</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 </a:t>
            </a:r>
            <a:r>
              <a:rPr kumimoji="0" lang="en-US" sz="1600" b="1" i="0" u="none" strike="noStrike" kern="100" cap="none" spc="0" normalizeH="0" baseline="0" noProof="0" err="1">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LangGraph</a:t>
            </a: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 </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or other open-source frameworks directly into a </a:t>
            </a:r>
            <a:r>
              <a:rPr kumimoji="0" lang="en-US" sz="1600" b="1"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fully managed runtime</a:t>
            </a:r>
            <a:r>
              <a:rPr kumimoji="0" lang="en-US" sz="1600" b="0"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—no container images, Kubernetes clusters, or deployment pipelines required.</a:t>
            </a:r>
          </a:p>
          <a:p>
            <a:pPr marL="742950" marR="0" lvl="0" indent="-28575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Hosted agents are designed to </a:t>
            </a:r>
            <a:r>
              <a:rPr kumimoji="0" lang="en-US" sz="1600" b="1" i="0" u="none" strike="noStrike" kern="12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simplify runtime management</a:t>
            </a:r>
            <a:r>
              <a:rPr kumimoji="0" lang="en-US" sz="1600" b="0" i="0" u="none" strike="noStrike" kern="12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rPr>
              <a:t> while preserving developer choice. </a:t>
            </a:r>
            <a:endParaRPr kumimoji="0" lang="en-US" sz="1600" b="0" i="0" u="none" strike="noStrike" kern="100" cap="none" spc="0" normalizeH="0" baseline="0" noProof="0">
              <a:ln>
                <a:noFill/>
              </a:ln>
              <a:solidFill>
                <a:prstClr val="black"/>
              </a:solidFill>
              <a:effectLst/>
              <a:uLnTx/>
              <a:uFillTx/>
              <a:latin typeface="Aptos" panose="020B0004020202020204" pitchFamily="34" charset="0"/>
              <a:ea typeface="Yu Gothic" panose="020B0400000000000000" pitchFamily="34" charset="-128"/>
              <a:cs typeface="Times New Roman" panose="02020603050405020304" pitchFamily="18" charset="0"/>
            </a:endParaRPr>
          </a:p>
        </p:txBody>
      </p:sp>
      <p:pic>
        <p:nvPicPr>
          <p:cNvPr id="17" name="drawing" title="image">
            <a:extLst>
              <a:ext uri="{FF2B5EF4-FFF2-40B4-BE49-F238E27FC236}">
                <a16:creationId xmlns:a16="http://schemas.microsoft.com/office/drawing/2014/main" id="{0216B4E9-B365-1FF3-5531-EB07F877B6ED}"/>
              </a:ext>
            </a:extLst>
          </p:cNvPr>
          <p:cNvPicPr>
            <a:picLocks noChangeAspect="1"/>
          </p:cNvPicPr>
          <p:nvPr/>
        </p:nvPicPr>
        <p:blipFill>
          <a:blip r:embed="rId3">
            <a:extLst>
              <a:ext uri="{28A0092B-C50C-407E-A947-70E740481C1C}">
                <a14:useLocalDpi xmlns:a14="http://schemas.microsoft.com/office/drawing/2010/main"/>
              </a:ext>
            </a:extLst>
          </a:blip>
          <a:srcRect t="3842" r="25131" b="24115"/>
          <a:stretch>
            <a:fillRect/>
          </a:stretch>
        </p:blipFill>
        <p:spPr>
          <a:xfrm>
            <a:off x="5326929" y="1467050"/>
            <a:ext cx="6169721" cy="3567760"/>
          </a:xfrm>
          <a:prstGeom prst="rect">
            <a:avLst/>
          </a:prstGeom>
          <a:ln>
            <a:noFill/>
          </a:ln>
          <a:effectLst>
            <a:softEdge rad="112500"/>
          </a:effectLst>
        </p:spPr>
      </p:pic>
    </p:spTree>
    <p:extLst>
      <p:ext uri="{BB962C8B-B14F-4D97-AF65-F5344CB8AC3E}">
        <p14:creationId xmlns:p14="http://schemas.microsoft.com/office/powerpoint/2010/main" val="730098915"/>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3EF07A-1678-A44B-5E8E-BE976661D17F}"/>
            </a:ext>
          </a:extLst>
        </p:cNvPr>
        <p:cNvGrpSpPr/>
        <p:nvPr/>
      </p:nvGrpSpPr>
      <p:grpSpPr>
        <a:xfrm>
          <a:off x="0" y="0"/>
          <a:ext cx="0" cy="0"/>
          <a:chOff x="0" y="0"/>
          <a:chExt cx="0" cy="0"/>
        </a:xfrm>
      </p:grpSpPr>
      <p:sp>
        <p:nvSpPr>
          <p:cNvPr id="3" name="Rounded Rectangle 61">
            <a:extLst>
              <a:ext uri="{FF2B5EF4-FFF2-40B4-BE49-F238E27FC236}">
                <a16:creationId xmlns:a16="http://schemas.microsoft.com/office/drawing/2014/main" id="{A9AE6154-3A6D-6770-ADDC-27D35673397E}"/>
              </a:ext>
            </a:extLst>
          </p:cNvPr>
          <p:cNvSpPr/>
          <p:nvPr/>
        </p:nvSpPr>
        <p:spPr>
          <a:xfrm>
            <a:off x="7136093" y="585789"/>
            <a:ext cx="4473296" cy="5683250"/>
          </a:xfrm>
          <a:prstGeom prst="roundRect">
            <a:avLst>
              <a:gd name="adj" fmla="val 7425"/>
            </a:avLst>
          </a:prstGeom>
          <a:noFill/>
          <a:ln w="12700" cap="rnd">
            <a:solidFill>
              <a:schemeClr val="tx1">
                <a:alpha val="50000"/>
              </a:schemeClr>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square" lIns="228600" tIns="0" rIns="0" bIns="274320" rtlCol="0" anchor="ctr" anchorCtr="0">
            <a:noAutofit/>
          </a:bodyPr>
          <a:lstStyle/>
          <a:p>
            <a:pPr marL="0" marR="0" lvl="0" indent="0" algn="l" defTabSz="1427220" rtl="0" eaLnBrk="1" fontAlgn="auto" latinLnBrk="0" hangingPunct="1">
              <a:lnSpc>
                <a:spcPct val="100000"/>
              </a:lnSpc>
              <a:spcBef>
                <a:spcPts val="1800"/>
              </a:spcBef>
              <a:spcAft>
                <a:spcPts val="0"/>
              </a:spcAft>
              <a:buClrTx/>
              <a:buSzTx/>
              <a:buFontTx/>
              <a:buNone/>
              <a:tabLst/>
              <a:defRPr/>
            </a:pPr>
            <a:endParaRPr kumimoji="0" lang="en-US" sz="4800" b="1" i="0" u="none" strike="noStrike" kern="1200" cap="none" spc="-50" normalizeH="0" baseline="0" noProof="0">
              <a:ln>
                <a:noFill/>
              </a:ln>
              <a:solidFill>
                <a:srgbClr val="000000"/>
              </a:solidFill>
              <a:effectLst/>
              <a:uLnTx/>
              <a:uFillTx/>
              <a:latin typeface="Segoe UI Semibold" panose="020B0502040204020203" pitchFamily="34" charset="0"/>
              <a:ea typeface="+mn-ea"/>
              <a:cs typeface="Segoe UI" pitchFamily="34" charset="0"/>
            </a:endParaRPr>
          </a:p>
        </p:txBody>
      </p:sp>
      <p:sp>
        <p:nvSpPr>
          <p:cNvPr id="6" name="Text Placeholder 20">
            <a:extLst>
              <a:ext uri="{FF2B5EF4-FFF2-40B4-BE49-F238E27FC236}">
                <a16:creationId xmlns:a16="http://schemas.microsoft.com/office/drawing/2014/main" id="{7109DC12-B359-7D6A-51B6-0928441D83CC}"/>
              </a:ext>
            </a:extLst>
          </p:cNvPr>
          <p:cNvSpPr txBox="1">
            <a:spLocks/>
          </p:cNvSpPr>
          <p:nvPr/>
        </p:nvSpPr>
        <p:spPr>
          <a:xfrm>
            <a:off x="7455743" y="776488"/>
            <a:ext cx="3909805" cy="646331"/>
          </a:xfrm>
          <a:prstGeom prst="rect">
            <a:avLst/>
          </a:prstGeom>
        </p:spPr>
        <p:txBody>
          <a:bodyPr wrap="square" lIns="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3600" b="0" i="0" u="none" strike="noStrike" kern="0" cap="none" spc="0" normalizeH="0" baseline="0" noProof="0">
                <a:ln>
                  <a:noFill/>
                </a:ln>
                <a:solidFill>
                  <a:srgbClr val="000000"/>
                </a:solidFill>
                <a:effectLst/>
                <a:uLnTx/>
                <a:uFillTx/>
                <a:latin typeface="Segoe UI Semibold"/>
                <a:ea typeface="+mn-ea"/>
                <a:cs typeface="Segoe UI Semibold" panose="020B0702040204020203" pitchFamily="34" charset="0"/>
              </a:rPr>
              <a:t>Hosting</a:t>
            </a:r>
          </a:p>
        </p:txBody>
      </p:sp>
      <p:sp>
        <p:nvSpPr>
          <p:cNvPr id="7" name="Text Placeholder 6">
            <a:extLst>
              <a:ext uri="{FF2B5EF4-FFF2-40B4-BE49-F238E27FC236}">
                <a16:creationId xmlns:a16="http://schemas.microsoft.com/office/drawing/2014/main" id="{4C9C7873-5DD8-821F-05D4-B3ADD6938C43}"/>
              </a:ext>
            </a:extLst>
          </p:cNvPr>
          <p:cNvSpPr txBox="1">
            <a:spLocks/>
          </p:cNvSpPr>
          <p:nvPr/>
        </p:nvSpPr>
        <p:spPr>
          <a:xfrm>
            <a:off x="7455743" y="1412757"/>
            <a:ext cx="3671137" cy="939427"/>
          </a:xfrm>
          <a:prstGeom prst="rect">
            <a:avLst/>
          </a:prstGeom>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Tx/>
              <a:buSzPct val="90000"/>
              <a:buFont typeface="Wingdings" panose="05000000000000000000" pitchFamily="2" charset="2"/>
              <a:buNone/>
              <a:tabLst>
                <a:tab pos="1371600" algn="l"/>
              </a:tabLst>
              <a:defRPr/>
            </a:pPr>
            <a:r>
              <a:rPr kumimoji="0" lang="en-US" sz="1800" b="1" i="0" u="none" strike="noStrike" kern="1200" cap="none" spc="0" normalizeH="0" baseline="0" noProof="0">
                <a:ln w="3175">
                  <a:noFill/>
                </a:ln>
                <a:gradFill flip="none" rotWithShape="1">
                  <a:gsLst>
                    <a:gs pos="0">
                      <a:srgbClr val="F97483"/>
                    </a:gs>
                    <a:gs pos="100000">
                      <a:srgbClr val="41AFA1"/>
                    </a:gs>
                    <a:gs pos="68000">
                      <a:srgbClr val="46A0DE"/>
                    </a:gs>
                    <a:gs pos="31000">
                      <a:srgbClr val="CA6CCD"/>
                    </a:gs>
                  </a:gsLst>
                  <a:path path="circle">
                    <a:fillToRect l="100000" t="100000"/>
                  </a:path>
                  <a:tileRect r="-100000" b="-100000"/>
                </a:gradFill>
                <a:effectLst/>
                <a:uLnTx/>
                <a:uFillTx/>
                <a:latin typeface="Segoe UI Semibold" panose="020B0502040204020203" pitchFamily="34" charset="0"/>
                <a:ea typeface="+mn-ea"/>
                <a:cs typeface="Segoe UI" pitchFamily="34" charset="0"/>
              </a:rPr>
              <a:t>Deploy custom-code agents built </a:t>
            </a:r>
            <a:br>
              <a:rPr kumimoji="0" lang="en-US" sz="1800" b="1" i="0" u="none" strike="noStrike" kern="1200" cap="none" spc="0" normalizeH="0" baseline="0" noProof="0">
                <a:ln w="3175">
                  <a:noFill/>
                </a:ln>
                <a:gradFill flip="none" rotWithShape="1">
                  <a:gsLst>
                    <a:gs pos="0">
                      <a:srgbClr val="F97483"/>
                    </a:gs>
                    <a:gs pos="100000">
                      <a:srgbClr val="41AFA1"/>
                    </a:gs>
                    <a:gs pos="68000">
                      <a:srgbClr val="46A0DE"/>
                    </a:gs>
                    <a:gs pos="31000">
                      <a:srgbClr val="CA6CCD"/>
                    </a:gs>
                  </a:gsLst>
                  <a:path path="circle">
                    <a:fillToRect l="100000" t="100000"/>
                  </a:path>
                  <a:tileRect r="-100000" b="-100000"/>
                </a:gradFill>
                <a:effectLst/>
                <a:uLnTx/>
                <a:uFillTx/>
                <a:latin typeface="Segoe UI Semibold" panose="020B0502040204020203" pitchFamily="34" charset="0"/>
                <a:ea typeface="+mn-ea"/>
                <a:cs typeface="Segoe UI" pitchFamily="34" charset="0"/>
              </a:rPr>
            </a:br>
            <a:r>
              <a:rPr kumimoji="0" lang="en-US" sz="1800" b="1" i="0" u="none" strike="noStrike" kern="1200" cap="none" spc="0" normalizeH="0" baseline="0" noProof="0">
                <a:ln w="3175">
                  <a:noFill/>
                </a:ln>
                <a:gradFill flip="none" rotWithShape="1">
                  <a:gsLst>
                    <a:gs pos="0">
                      <a:srgbClr val="F97483"/>
                    </a:gs>
                    <a:gs pos="100000">
                      <a:srgbClr val="41AFA1"/>
                    </a:gs>
                    <a:gs pos="68000">
                      <a:srgbClr val="46A0DE"/>
                    </a:gs>
                    <a:gs pos="31000">
                      <a:srgbClr val="CA6CCD"/>
                    </a:gs>
                  </a:gsLst>
                  <a:path path="circle">
                    <a:fillToRect l="100000" t="100000"/>
                  </a:path>
                  <a:tileRect r="-100000" b="-100000"/>
                </a:gradFill>
                <a:effectLst/>
                <a:uLnTx/>
                <a:uFillTx/>
                <a:latin typeface="Segoe UI Semibold" panose="020B0502040204020203" pitchFamily="34" charset="0"/>
                <a:ea typeface="+mn-ea"/>
                <a:cs typeface="Segoe UI" pitchFamily="34" charset="0"/>
              </a:rPr>
              <a:t>with agent frameworks into Foundry Agent Service</a:t>
            </a:r>
          </a:p>
        </p:txBody>
      </p:sp>
      <p:sp>
        <p:nvSpPr>
          <p:cNvPr id="8" name="Rectangle: Rounded Corners 6">
            <a:extLst>
              <a:ext uri="{FF2B5EF4-FFF2-40B4-BE49-F238E27FC236}">
                <a16:creationId xmlns:a16="http://schemas.microsoft.com/office/drawing/2014/main" id="{E66D3200-9536-2FFE-F1F6-E70DC32FF8FC}"/>
              </a:ext>
              <a:ext uri="{C183D7F6-B498-43B3-948B-1728B52AA6E4}">
                <adec:decorative xmlns:adec="http://schemas.microsoft.com/office/drawing/2017/decorative" val="1"/>
              </a:ext>
            </a:extLst>
          </p:cNvPr>
          <p:cNvSpPr>
            <a:spLocks/>
          </p:cNvSpPr>
          <p:nvPr/>
        </p:nvSpPr>
        <p:spPr bwMode="auto">
          <a:xfrm>
            <a:off x="592139" y="585788"/>
            <a:ext cx="6155228" cy="5683250"/>
          </a:xfrm>
          <a:prstGeom prst="roundRect">
            <a:avLst>
              <a:gd name="adj" fmla="val 5827"/>
            </a:avLst>
          </a:prstGeom>
          <a:solidFill>
            <a:srgbClr val="ECECEA">
              <a:alpha val="15000"/>
            </a:srgb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Semibold" panose="020B0502040204020203" pitchFamily="34" charset="0"/>
              <a:ea typeface="+mn-ea"/>
              <a:cs typeface="Segoe UI" pitchFamily="34" charset="0"/>
            </a:endParaRPr>
          </a:p>
        </p:txBody>
      </p:sp>
      <p:sp>
        <p:nvSpPr>
          <p:cNvPr id="9" name="Graphic 21" descr="Open quotation">
            <a:extLst>
              <a:ext uri="{FF2B5EF4-FFF2-40B4-BE49-F238E27FC236}">
                <a16:creationId xmlns:a16="http://schemas.microsoft.com/office/drawing/2014/main" id="{C228C60A-36A8-A811-A0C8-C5FD82CB0750}"/>
              </a:ext>
            </a:extLst>
          </p:cNvPr>
          <p:cNvSpPr/>
          <p:nvPr/>
        </p:nvSpPr>
        <p:spPr>
          <a:xfrm>
            <a:off x="1052929" y="1023298"/>
            <a:ext cx="520282" cy="422866"/>
          </a:xfrm>
          <a:custGeom>
            <a:avLst/>
            <a:gdLst>
              <a:gd name="f0" fmla="val 10800000"/>
              <a:gd name="f1" fmla="val 5400000"/>
              <a:gd name="f2" fmla="val 180"/>
              <a:gd name="f3" fmla="val w"/>
              <a:gd name="f4" fmla="val h"/>
              <a:gd name="f5" fmla="val 0"/>
              <a:gd name="f6" fmla="val 428008"/>
              <a:gd name="f7" fmla="val 347874"/>
              <a:gd name="f8" fmla="val 23465"/>
              <a:gd name="f9" fmla="val 303701"/>
              <a:gd name="f10" fmla="val 7802"/>
              <a:gd name="f11" fmla="val 278828"/>
              <a:gd name="f12" fmla="val 248499"/>
              <a:gd name="f13" fmla="val 212597"/>
              <a:gd name="f14" fmla="val 166604"/>
              <a:gd name="f15" fmla="val 11733"/>
              <a:gd name="f16" fmla="val 125188"/>
              <a:gd name="f17" fmla="val 35198"/>
              <a:gd name="f18" fmla="val 88347"/>
              <a:gd name="f19" fmla="val 58664"/>
              <a:gd name="f20" fmla="val 51565"/>
              <a:gd name="f21" fmla="val 94331"/>
              <a:gd name="f22" fmla="val 22057"/>
              <a:gd name="f23" fmla="val 142200"/>
              <a:gd name="f24" fmla="val 154637"/>
              <a:gd name="f25" fmla="val 24873"/>
              <a:gd name="f26" fmla="val 126127"/>
              <a:gd name="f27" fmla="val 36841"/>
              <a:gd name="f28" fmla="val 101488"/>
              <a:gd name="f29" fmla="val 55730"/>
              <a:gd name="f30" fmla="val 80780"/>
              <a:gd name="f31" fmla="val 81484"/>
              <a:gd name="f32" fmla="val 60071"/>
              <a:gd name="f33" fmla="val 107237"/>
              <a:gd name="f34" fmla="val 49747"/>
              <a:gd name="f35" fmla="val 133518"/>
              <a:gd name="f36" fmla="val 160151"/>
              <a:gd name="f37" fmla="val 171180"/>
              <a:gd name="f38" fmla="val 51155"/>
              <a:gd name="f39" fmla="val 180860"/>
              <a:gd name="f40" fmla="val 53912"/>
              <a:gd name="f41" fmla="val 189131"/>
              <a:gd name="f42" fmla="val 68636"/>
              <a:gd name="f43" fmla="val 177164"/>
              <a:gd name="f44" fmla="val 85649"/>
              <a:gd name="f45" fmla="val 105008"/>
              <a:gd name="f46" fmla="val 129881"/>
              <a:gd name="f47" fmla="val 150765"/>
              <a:gd name="f48" fmla="val 179276"/>
              <a:gd name="f49" fmla="val 167836"/>
              <a:gd name="f50" fmla="val 195350"/>
              <a:gd name="f51" fmla="val 184849"/>
              <a:gd name="f52" fmla="val 211482"/>
              <a:gd name="f53" fmla="val 193355"/>
              <a:gd name="f54" fmla="val 232894"/>
              <a:gd name="f55" fmla="val 259527"/>
              <a:gd name="f56" fmla="val 284401"/>
              <a:gd name="f57" fmla="val 305344"/>
              <a:gd name="f58" fmla="val 322356"/>
              <a:gd name="f59" fmla="val 339369"/>
              <a:gd name="f60" fmla="val 347875"/>
              <a:gd name="f61" fmla="val 69047"/>
              <a:gd name="f62" fmla="val 41886"/>
              <a:gd name="f63" fmla="val 333209"/>
              <a:gd name="f64" fmla="val 258178"/>
              <a:gd name="f65" fmla="val 242515"/>
              <a:gd name="f66" fmla="val 234713"/>
              <a:gd name="f67" fmla="val 246445"/>
              <a:gd name="f68" fmla="val 269911"/>
              <a:gd name="f69" fmla="val 293376"/>
              <a:gd name="f70" fmla="val 329044"/>
              <a:gd name="f71" fmla="val 376913"/>
              <a:gd name="f72" fmla="val 389350"/>
              <a:gd name="f73" fmla="val 360839"/>
              <a:gd name="f74" fmla="val 336201"/>
              <a:gd name="f75" fmla="val 315492"/>
              <a:gd name="f76" fmla="val 294784"/>
              <a:gd name="f77" fmla="val 107178"/>
              <a:gd name="f78" fmla="val 133460"/>
              <a:gd name="f79" fmla="val 285809"/>
              <a:gd name="f80" fmla="val 288566"/>
              <a:gd name="f81" fmla="val 303290"/>
              <a:gd name="f82" fmla="val 320303"/>
              <a:gd name="f83" fmla="val 339662"/>
              <a:gd name="f84" fmla="val 364535"/>
              <a:gd name="f85" fmla="val 385419"/>
              <a:gd name="f86" fmla="val 402490"/>
              <a:gd name="f87" fmla="val 419503"/>
              <a:gd name="f88" fmla="val 428009"/>
              <a:gd name="f89" fmla="val 303760"/>
              <a:gd name="f90" fmla="val 276598"/>
              <a:gd name="f91" fmla="+- 0 0 -90"/>
              <a:gd name="f92" fmla="*/ f3 1 428008"/>
              <a:gd name="f93" fmla="*/ f4 1 347874"/>
              <a:gd name="f94" fmla="val f5"/>
              <a:gd name="f95" fmla="val f6"/>
              <a:gd name="f96" fmla="val f7"/>
              <a:gd name="f97" fmla="*/ f91 f0 1"/>
              <a:gd name="f98" fmla="+- f96 0 f94"/>
              <a:gd name="f99" fmla="+- f95 0 f94"/>
              <a:gd name="f100" fmla="*/ f97 1 f2"/>
              <a:gd name="f101" fmla="*/ f99 1 428008"/>
              <a:gd name="f102" fmla="*/ f98 1 347874"/>
              <a:gd name="f103" fmla="*/ 23465 f99 1"/>
              <a:gd name="f104" fmla="*/ 303701 f98 1"/>
              <a:gd name="f105" fmla="*/ 0 f99 1"/>
              <a:gd name="f106" fmla="*/ 212597 f98 1"/>
              <a:gd name="f107" fmla="*/ 35198 f99 1"/>
              <a:gd name="f108" fmla="*/ 88347 f98 1"/>
              <a:gd name="f109" fmla="*/ 142200 f99 1"/>
              <a:gd name="f110" fmla="*/ 0 f98 1"/>
              <a:gd name="f111" fmla="*/ 154637 f99 1"/>
              <a:gd name="f112" fmla="*/ 24873 f98 1"/>
              <a:gd name="f113" fmla="*/ 80780 f99 1"/>
              <a:gd name="f114" fmla="*/ 81484 f98 1"/>
              <a:gd name="f115" fmla="*/ 49747 f99 1"/>
              <a:gd name="f116" fmla="*/ 160151 f98 1"/>
              <a:gd name="f117" fmla="*/ 53912 f99 1"/>
              <a:gd name="f118" fmla="*/ 189131 f98 1"/>
              <a:gd name="f119" fmla="*/ 105008 f99 1"/>
              <a:gd name="f120" fmla="*/ 171180 f98 1"/>
              <a:gd name="f121" fmla="*/ 167836 f99 1"/>
              <a:gd name="f122" fmla="*/ 195350 f98 1"/>
              <a:gd name="f123" fmla="*/ 193355 f99 1"/>
              <a:gd name="f124" fmla="*/ 259527 f98 1"/>
              <a:gd name="f125" fmla="*/ 322356 f98 1"/>
              <a:gd name="f126" fmla="*/ 347875 f98 1"/>
              <a:gd name="f127" fmla="*/ 258178 f99 1"/>
              <a:gd name="f128" fmla="*/ 234713 f99 1"/>
              <a:gd name="f129" fmla="*/ 269911 f99 1"/>
              <a:gd name="f130" fmla="*/ 376913 f99 1"/>
              <a:gd name="f131" fmla="*/ 389350 f99 1"/>
              <a:gd name="f132" fmla="*/ 315492 f99 1"/>
              <a:gd name="f133" fmla="*/ 284401 f99 1"/>
              <a:gd name="f134" fmla="*/ 288566 f99 1"/>
              <a:gd name="f135" fmla="*/ 339662 f99 1"/>
              <a:gd name="f136" fmla="*/ 402490 f99 1"/>
              <a:gd name="f137" fmla="*/ 428009 f99 1"/>
              <a:gd name="f138" fmla="+- f100 0 f1"/>
              <a:gd name="f139" fmla="*/ f103 1 428008"/>
              <a:gd name="f140" fmla="*/ f104 1 347874"/>
              <a:gd name="f141" fmla="*/ f105 1 428008"/>
              <a:gd name="f142" fmla="*/ f106 1 347874"/>
              <a:gd name="f143" fmla="*/ f107 1 428008"/>
              <a:gd name="f144" fmla="*/ f108 1 347874"/>
              <a:gd name="f145" fmla="*/ f109 1 428008"/>
              <a:gd name="f146" fmla="*/ f110 1 347874"/>
              <a:gd name="f147" fmla="*/ f111 1 428008"/>
              <a:gd name="f148" fmla="*/ f112 1 347874"/>
              <a:gd name="f149" fmla="*/ f113 1 428008"/>
              <a:gd name="f150" fmla="*/ f114 1 347874"/>
              <a:gd name="f151" fmla="*/ f115 1 428008"/>
              <a:gd name="f152" fmla="*/ f116 1 347874"/>
              <a:gd name="f153" fmla="*/ f117 1 428008"/>
              <a:gd name="f154" fmla="*/ f118 1 347874"/>
              <a:gd name="f155" fmla="*/ f119 1 428008"/>
              <a:gd name="f156" fmla="*/ f120 1 347874"/>
              <a:gd name="f157" fmla="*/ f121 1 428008"/>
              <a:gd name="f158" fmla="*/ f122 1 347874"/>
              <a:gd name="f159" fmla="*/ f123 1 428008"/>
              <a:gd name="f160" fmla="*/ f124 1 347874"/>
              <a:gd name="f161" fmla="*/ f125 1 347874"/>
              <a:gd name="f162" fmla="*/ f126 1 347874"/>
              <a:gd name="f163" fmla="*/ f127 1 428008"/>
              <a:gd name="f164" fmla="*/ f128 1 428008"/>
              <a:gd name="f165" fmla="*/ f129 1 428008"/>
              <a:gd name="f166" fmla="*/ f130 1 428008"/>
              <a:gd name="f167" fmla="*/ f131 1 428008"/>
              <a:gd name="f168" fmla="*/ f132 1 428008"/>
              <a:gd name="f169" fmla="*/ f133 1 428008"/>
              <a:gd name="f170" fmla="*/ f134 1 428008"/>
              <a:gd name="f171" fmla="*/ f135 1 428008"/>
              <a:gd name="f172" fmla="*/ f136 1 428008"/>
              <a:gd name="f173" fmla="*/ f137 1 428008"/>
              <a:gd name="f174" fmla="*/ f94 1 f101"/>
              <a:gd name="f175" fmla="*/ f95 1 f101"/>
              <a:gd name="f176" fmla="*/ f94 1 f102"/>
              <a:gd name="f177" fmla="*/ f96 1 f102"/>
              <a:gd name="f178" fmla="*/ f139 1 f101"/>
              <a:gd name="f179" fmla="*/ f140 1 f102"/>
              <a:gd name="f180" fmla="*/ f141 1 f101"/>
              <a:gd name="f181" fmla="*/ f142 1 f102"/>
              <a:gd name="f182" fmla="*/ f143 1 f101"/>
              <a:gd name="f183" fmla="*/ f144 1 f102"/>
              <a:gd name="f184" fmla="*/ f145 1 f101"/>
              <a:gd name="f185" fmla="*/ f146 1 f102"/>
              <a:gd name="f186" fmla="*/ f147 1 f101"/>
              <a:gd name="f187" fmla="*/ f148 1 f102"/>
              <a:gd name="f188" fmla="*/ f149 1 f101"/>
              <a:gd name="f189" fmla="*/ f150 1 f102"/>
              <a:gd name="f190" fmla="*/ f151 1 f101"/>
              <a:gd name="f191" fmla="*/ f152 1 f102"/>
              <a:gd name="f192" fmla="*/ f153 1 f101"/>
              <a:gd name="f193" fmla="*/ f154 1 f102"/>
              <a:gd name="f194" fmla="*/ f155 1 f101"/>
              <a:gd name="f195" fmla="*/ f156 1 f102"/>
              <a:gd name="f196" fmla="*/ f157 1 f101"/>
              <a:gd name="f197" fmla="*/ f158 1 f102"/>
              <a:gd name="f198" fmla="*/ f159 1 f101"/>
              <a:gd name="f199" fmla="*/ f160 1 f102"/>
              <a:gd name="f200" fmla="*/ f161 1 f102"/>
              <a:gd name="f201" fmla="*/ f162 1 f102"/>
              <a:gd name="f202" fmla="*/ f163 1 f101"/>
              <a:gd name="f203" fmla="*/ f164 1 f101"/>
              <a:gd name="f204" fmla="*/ f165 1 f101"/>
              <a:gd name="f205" fmla="*/ f166 1 f101"/>
              <a:gd name="f206" fmla="*/ f167 1 f101"/>
              <a:gd name="f207" fmla="*/ f168 1 f101"/>
              <a:gd name="f208" fmla="*/ f169 1 f101"/>
              <a:gd name="f209" fmla="*/ f170 1 f101"/>
              <a:gd name="f210" fmla="*/ f171 1 f101"/>
              <a:gd name="f211" fmla="*/ f172 1 f101"/>
              <a:gd name="f212" fmla="*/ f173 1 f101"/>
              <a:gd name="f213" fmla="*/ f174 f92 1"/>
              <a:gd name="f214" fmla="*/ f175 f92 1"/>
              <a:gd name="f215" fmla="*/ f177 f93 1"/>
              <a:gd name="f216" fmla="*/ f176 f93 1"/>
              <a:gd name="f217" fmla="*/ f178 f92 1"/>
              <a:gd name="f218" fmla="*/ f179 f93 1"/>
              <a:gd name="f219" fmla="*/ f180 f92 1"/>
              <a:gd name="f220" fmla="*/ f181 f93 1"/>
              <a:gd name="f221" fmla="*/ f182 f92 1"/>
              <a:gd name="f222" fmla="*/ f183 f93 1"/>
              <a:gd name="f223" fmla="*/ f184 f92 1"/>
              <a:gd name="f224" fmla="*/ f185 f93 1"/>
              <a:gd name="f225" fmla="*/ f186 f92 1"/>
              <a:gd name="f226" fmla="*/ f187 f93 1"/>
              <a:gd name="f227" fmla="*/ f188 f92 1"/>
              <a:gd name="f228" fmla="*/ f189 f93 1"/>
              <a:gd name="f229" fmla="*/ f190 f92 1"/>
              <a:gd name="f230" fmla="*/ f191 f93 1"/>
              <a:gd name="f231" fmla="*/ f192 f92 1"/>
              <a:gd name="f232" fmla="*/ f193 f93 1"/>
              <a:gd name="f233" fmla="*/ f194 f92 1"/>
              <a:gd name="f234" fmla="*/ f195 f93 1"/>
              <a:gd name="f235" fmla="*/ f196 f92 1"/>
              <a:gd name="f236" fmla="*/ f197 f93 1"/>
              <a:gd name="f237" fmla="*/ f198 f92 1"/>
              <a:gd name="f238" fmla="*/ f199 f93 1"/>
              <a:gd name="f239" fmla="*/ f200 f93 1"/>
              <a:gd name="f240" fmla="*/ f201 f93 1"/>
              <a:gd name="f241" fmla="*/ f202 f92 1"/>
              <a:gd name="f242" fmla="*/ f203 f92 1"/>
              <a:gd name="f243" fmla="*/ f204 f92 1"/>
              <a:gd name="f244" fmla="*/ f205 f92 1"/>
              <a:gd name="f245" fmla="*/ f206 f92 1"/>
              <a:gd name="f246" fmla="*/ f207 f92 1"/>
              <a:gd name="f247" fmla="*/ f208 f92 1"/>
              <a:gd name="f248" fmla="*/ f209 f92 1"/>
              <a:gd name="f249" fmla="*/ f210 f92 1"/>
              <a:gd name="f250" fmla="*/ f211 f92 1"/>
              <a:gd name="f251" fmla="*/ f212 f92 1"/>
            </a:gdLst>
            <a:ahLst/>
            <a:cxnLst>
              <a:cxn ang="3cd4">
                <a:pos x="hc" y="t"/>
              </a:cxn>
              <a:cxn ang="0">
                <a:pos x="r" y="vc"/>
              </a:cxn>
              <a:cxn ang="cd4">
                <a:pos x="hc" y="b"/>
              </a:cxn>
              <a:cxn ang="cd2">
                <a:pos x="l" y="vc"/>
              </a:cxn>
              <a:cxn ang="f138">
                <a:pos x="f217" y="f218"/>
              </a:cxn>
              <a:cxn ang="f138">
                <a:pos x="f219" y="f220"/>
              </a:cxn>
              <a:cxn ang="f138">
                <a:pos x="f221" y="f222"/>
              </a:cxn>
              <a:cxn ang="f138">
                <a:pos x="f223" y="f224"/>
              </a:cxn>
              <a:cxn ang="f138">
                <a:pos x="f225" y="f226"/>
              </a:cxn>
              <a:cxn ang="f138">
                <a:pos x="f227" y="f228"/>
              </a:cxn>
              <a:cxn ang="f138">
                <a:pos x="f229" y="f230"/>
              </a:cxn>
              <a:cxn ang="f138">
                <a:pos x="f231" y="f232"/>
              </a:cxn>
              <a:cxn ang="f138">
                <a:pos x="f233" y="f234"/>
              </a:cxn>
              <a:cxn ang="f138">
                <a:pos x="f235" y="f236"/>
              </a:cxn>
              <a:cxn ang="f138">
                <a:pos x="f237" y="f238"/>
              </a:cxn>
              <a:cxn ang="f138">
                <a:pos x="f235" y="f239"/>
              </a:cxn>
              <a:cxn ang="f138">
                <a:pos x="f233" y="f240"/>
              </a:cxn>
              <a:cxn ang="f138">
                <a:pos x="f217" y="f218"/>
              </a:cxn>
              <a:cxn ang="f138">
                <a:pos x="f241" y="f218"/>
              </a:cxn>
              <a:cxn ang="f138">
                <a:pos x="f242" y="f220"/>
              </a:cxn>
              <a:cxn ang="f138">
                <a:pos x="f243" y="f222"/>
              </a:cxn>
              <a:cxn ang="f138">
                <a:pos x="f244" y="f224"/>
              </a:cxn>
              <a:cxn ang="f138">
                <a:pos x="f245" y="f226"/>
              </a:cxn>
              <a:cxn ang="f138">
                <a:pos x="f246" y="f228"/>
              </a:cxn>
              <a:cxn ang="f138">
                <a:pos x="f247" y="f230"/>
              </a:cxn>
              <a:cxn ang="f138">
                <a:pos x="f248" y="f232"/>
              </a:cxn>
              <a:cxn ang="f138">
                <a:pos x="f249" y="f234"/>
              </a:cxn>
              <a:cxn ang="f138">
                <a:pos x="f250" y="f236"/>
              </a:cxn>
              <a:cxn ang="f138">
                <a:pos x="f251" y="f238"/>
              </a:cxn>
              <a:cxn ang="f138">
                <a:pos x="f250" y="f239"/>
              </a:cxn>
              <a:cxn ang="f138">
                <a:pos x="f249" y="f240"/>
              </a:cxn>
              <a:cxn ang="f138">
                <a:pos x="f241" y="f218"/>
              </a:cxn>
            </a:cxnLst>
            <a:rect l="f213" t="f216" r="f214" b="f215"/>
            <a:pathLst>
              <a:path w="428008" h="347874">
                <a:moveTo>
                  <a:pt x="f8" y="f9"/>
                </a:moveTo>
                <a:cubicBezTo>
                  <a:pt x="f10" y="f11"/>
                  <a:pt x="f5" y="f12"/>
                  <a:pt x="f5" y="f13"/>
                </a:cubicBezTo>
                <a:cubicBezTo>
                  <a:pt x="f5" y="f14"/>
                  <a:pt x="f15" y="f16"/>
                  <a:pt x="f17" y="f18"/>
                </a:cubicBezTo>
                <a:cubicBezTo>
                  <a:pt x="f19" y="f20"/>
                  <a:pt x="f21" y="f22"/>
                  <a:pt x="f23" y="f5"/>
                </a:cubicBezTo>
                <a:lnTo>
                  <a:pt x="f24" y="f25"/>
                </a:lnTo>
                <a:cubicBezTo>
                  <a:pt x="f26" y="f27"/>
                  <a:pt x="f28" y="f29"/>
                  <a:pt x="f30" y="f31"/>
                </a:cubicBezTo>
                <a:cubicBezTo>
                  <a:pt x="f32" y="f33"/>
                  <a:pt x="f34" y="f35"/>
                  <a:pt x="f34" y="f36"/>
                </a:cubicBezTo>
                <a:cubicBezTo>
                  <a:pt x="f34" y="f37"/>
                  <a:pt x="f38" y="f39"/>
                  <a:pt x="f40" y="f41"/>
                </a:cubicBezTo>
                <a:cubicBezTo>
                  <a:pt x="f42" y="f43"/>
                  <a:pt x="f44" y="f37"/>
                  <a:pt x="f45" y="f37"/>
                </a:cubicBezTo>
                <a:cubicBezTo>
                  <a:pt x="f46" y="f37"/>
                  <a:pt x="f47" y="f48"/>
                  <a:pt x="f49" y="f50"/>
                </a:cubicBezTo>
                <a:cubicBezTo>
                  <a:pt x="f51" y="f52"/>
                  <a:pt x="f53" y="f54"/>
                  <a:pt x="f53" y="f55"/>
                </a:cubicBezTo>
                <a:cubicBezTo>
                  <a:pt x="f53" y="f56"/>
                  <a:pt x="f51" y="f57"/>
                  <a:pt x="f49" y="f58"/>
                </a:cubicBezTo>
                <a:cubicBezTo>
                  <a:pt x="f47" y="f59"/>
                  <a:pt x="f46" y="f60"/>
                  <a:pt x="f45" y="f60"/>
                </a:cubicBezTo>
                <a:cubicBezTo>
                  <a:pt x="f61" y="f60"/>
                  <a:pt x="f62" y="f63"/>
                  <a:pt x="f8" y="f9"/>
                </a:cubicBezTo>
                <a:close/>
                <a:moveTo>
                  <a:pt x="f64" y="f9"/>
                </a:moveTo>
                <a:cubicBezTo>
                  <a:pt x="f65" y="f11"/>
                  <a:pt x="f66" y="f12"/>
                  <a:pt x="f66" y="f13"/>
                </a:cubicBezTo>
                <a:cubicBezTo>
                  <a:pt x="f66" y="f14"/>
                  <a:pt x="f67" y="f16"/>
                  <a:pt x="f68" y="f18"/>
                </a:cubicBezTo>
                <a:cubicBezTo>
                  <a:pt x="f69" y="f20"/>
                  <a:pt x="f70" y="f22"/>
                  <a:pt x="f71" y="f5"/>
                </a:cubicBezTo>
                <a:lnTo>
                  <a:pt x="f72" y="f25"/>
                </a:lnTo>
                <a:cubicBezTo>
                  <a:pt x="f73" y="f27"/>
                  <a:pt x="f74" y="f29"/>
                  <a:pt x="f75" y="f31"/>
                </a:cubicBezTo>
                <a:cubicBezTo>
                  <a:pt x="f76" y="f77"/>
                  <a:pt x="f56" y="f78"/>
                  <a:pt x="f56" y="f36"/>
                </a:cubicBezTo>
                <a:cubicBezTo>
                  <a:pt x="f56" y="f37"/>
                  <a:pt x="f79" y="f39"/>
                  <a:pt x="f80" y="f41"/>
                </a:cubicBezTo>
                <a:cubicBezTo>
                  <a:pt x="f81" y="f43"/>
                  <a:pt x="f82" y="f37"/>
                  <a:pt x="f83" y="f37"/>
                </a:cubicBezTo>
                <a:cubicBezTo>
                  <a:pt x="f84" y="f37"/>
                  <a:pt x="f85" y="f48"/>
                  <a:pt x="f86" y="f50"/>
                </a:cubicBezTo>
                <a:cubicBezTo>
                  <a:pt x="f87" y="f52"/>
                  <a:pt x="f88" y="f54"/>
                  <a:pt x="f88" y="f55"/>
                </a:cubicBezTo>
                <a:cubicBezTo>
                  <a:pt x="f88" y="f56"/>
                  <a:pt x="f87" y="f57"/>
                  <a:pt x="f86" y="f58"/>
                </a:cubicBezTo>
                <a:cubicBezTo>
                  <a:pt x="f85" y="f59"/>
                  <a:pt x="f84" y="f60"/>
                  <a:pt x="f83" y="f60"/>
                </a:cubicBezTo>
                <a:cubicBezTo>
                  <a:pt x="f89" y="f60"/>
                  <a:pt x="f90" y="f63"/>
                  <a:pt x="f64" y="f9"/>
                </a:cubicBezTo>
                <a:close/>
              </a:path>
            </a:pathLst>
          </a:custGeom>
          <a:gradFill>
            <a:gsLst>
              <a:gs pos="0">
                <a:srgbClr val="F65567"/>
              </a:gs>
              <a:gs pos="32000">
                <a:srgbClr val="7656AD"/>
              </a:gs>
              <a:gs pos="68000">
                <a:srgbClr val="0A6BBA"/>
              </a:gs>
              <a:gs pos="100000">
                <a:srgbClr val="318581"/>
              </a:gs>
            </a:gsLst>
            <a:path path="circle">
              <a:fillToRect l="100000" t="100000"/>
            </a:path>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0" name="Title 1">
            <a:extLst>
              <a:ext uri="{FF2B5EF4-FFF2-40B4-BE49-F238E27FC236}">
                <a16:creationId xmlns:a16="http://schemas.microsoft.com/office/drawing/2014/main" id="{A7DCD548-4029-0B71-C848-2E867F86EB7A}"/>
              </a:ext>
              <a:ext uri="{C183D7F6-B498-43B3-948B-1728B52AA6E4}">
                <adec:decorative xmlns:adec="http://schemas.microsoft.com/office/drawing/2017/decorative" val="1"/>
              </a:ext>
            </a:extLst>
          </p:cNvPr>
          <p:cNvSpPr txBox="1">
            <a:spLocks/>
          </p:cNvSpPr>
          <p:nvPr/>
        </p:nvSpPr>
        <p:spPr>
          <a:xfrm>
            <a:off x="1065120" y="1778092"/>
            <a:ext cx="5363756" cy="304698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lang="en-US" sz="3200" b="1" i="0" kern="1200" cap="none" spc="-50" baseline="0">
                <a:ln w="3175">
                  <a:noFill/>
                </a:ln>
                <a:solidFill>
                  <a:schemeClr val="tx2"/>
                </a:solidFill>
                <a:effectLst/>
                <a:latin typeface="Segoe UI Semibold" panose="020F0502020204030204" pitchFamily="34" charset="0"/>
                <a:ea typeface="+mj-ea"/>
                <a:cs typeface="Segoe UI Semibold"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1" u="none" strike="noStrike" kern="1200" cap="none" spc="0" normalizeH="0" baseline="0" noProof="0">
                <a:ln>
                  <a:noFill/>
                </a:ln>
                <a:solidFill>
                  <a:srgbClr val="000000"/>
                </a:solidFill>
                <a:effectLst/>
                <a:uLnTx/>
                <a:uFillTx/>
                <a:latin typeface="Segoe UI Semibold"/>
                <a:ea typeface="+mj-ea"/>
                <a:cs typeface="Segoe UI" panose="020B0502040204020203" pitchFamily="34" charset="0"/>
              </a:rPr>
              <a:t>Hosted Agents in Foundry give Citrix</a:t>
            </a:r>
            <a:br>
              <a:rPr kumimoji="0" lang="en-US" sz="2200" b="1" i="1" u="none" strike="noStrike" kern="1200" cap="none" spc="0" normalizeH="0" baseline="0" noProof="0">
                <a:ln>
                  <a:noFill/>
                </a:ln>
                <a:solidFill>
                  <a:srgbClr val="000000"/>
                </a:solidFill>
                <a:effectLst/>
                <a:uLnTx/>
                <a:uFillTx/>
                <a:latin typeface="Segoe UI Semibold"/>
                <a:ea typeface="+mj-ea"/>
                <a:cs typeface="Segoe UI" panose="020B0502040204020203" pitchFamily="34" charset="0"/>
              </a:rPr>
            </a:br>
            <a:r>
              <a:rPr kumimoji="0" lang="en-US" sz="2200" b="1" i="1" u="none" strike="noStrike" kern="1200" cap="none" spc="0" normalizeH="0" baseline="0" noProof="0">
                <a:ln>
                  <a:noFill/>
                </a:ln>
                <a:solidFill>
                  <a:srgbClr val="000000"/>
                </a:solidFill>
                <a:effectLst/>
                <a:uLnTx/>
                <a:uFillTx/>
                <a:latin typeface="Segoe UI Semibold"/>
                <a:ea typeface="+mj-ea"/>
                <a:cs typeface="Segoe UI" panose="020B0502040204020203" pitchFamily="34" charset="0"/>
              </a:rPr>
              <a:t>the freedom to build AI solutions using preferred agent frameworks and run them at scale on Azure. With unified security, evaluation, monitoring, and observability via a common management console, we can accelerate delivering enterprise-grade, production-ready AI agents for our customers.</a:t>
            </a:r>
          </a:p>
        </p:txBody>
      </p:sp>
      <p:sp>
        <p:nvSpPr>
          <p:cNvPr id="11" name="Google Shape;3000;p241">
            <a:extLst>
              <a:ext uri="{FF2B5EF4-FFF2-40B4-BE49-F238E27FC236}">
                <a16:creationId xmlns:a16="http://schemas.microsoft.com/office/drawing/2014/main" id="{9E00A5F1-0F99-5036-B203-D06DE49564FF}"/>
              </a:ext>
            </a:extLst>
          </p:cNvPr>
          <p:cNvSpPr txBox="1"/>
          <p:nvPr/>
        </p:nvSpPr>
        <p:spPr>
          <a:xfrm>
            <a:off x="2265553" y="5205432"/>
            <a:ext cx="3974909" cy="640945"/>
          </a:xfrm>
          <a:prstGeom prst="rect">
            <a:avLst/>
          </a:prstGeom>
          <a:noFill/>
          <a:ln>
            <a:noFill/>
          </a:ln>
        </p:spPr>
        <p:txBody>
          <a:bodyPr spcFirstLastPara="1" wrap="square" lIns="0" tIns="0" rIns="0" bIns="0" anchor="t" anchorCtr="0">
            <a:spAutoFit/>
          </a:bodyPr>
          <a:lstStyle/>
          <a:p>
            <a:pPr marL="0" marR="0" lvl="0" indent="0" algn="r" defTabSz="1371600" rtl="0" eaLnBrk="1" fontAlgn="auto" latinLnBrk="0" hangingPunct="1">
              <a:lnSpc>
                <a:spcPct val="100000"/>
              </a:lnSpc>
              <a:spcBef>
                <a:spcPts val="0"/>
              </a:spcBef>
              <a:spcAft>
                <a:spcPts val="0"/>
              </a:spcAft>
              <a:buClrTx/>
              <a:buSzTx/>
              <a:buFontTx/>
              <a:buNone/>
              <a:tabLst>
                <a:tab pos="1371600" algn="l"/>
              </a:tabLst>
              <a:defRPr/>
            </a:pPr>
            <a:r>
              <a:rPr kumimoji="0" lang="en-US" sz="2400" b="1" i="0" u="none" strike="noStrike" kern="1200" cap="none" spc="0" normalizeH="0" baseline="0" noProof="0">
                <a:ln w="3175">
                  <a:noFill/>
                </a:ln>
                <a:gradFill flip="none" rotWithShape="1">
                  <a:gsLst>
                    <a:gs pos="0">
                      <a:srgbClr val="F97483"/>
                    </a:gs>
                    <a:gs pos="100000">
                      <a:srgbClr val="41AFA1"/>
                    </a:gs>
                    <a:gs pos="68000">
                      <a:srgbClr val="46A0DE"/>
                    </a:gs>
                    <a:gs pos="31000">
                      <a:srgbClr val="CA6CCD"/>
                    </a:gs>
                  </a:gsLst>
                  <a:path path="circle">
                    <a:fillToRect l="100000" t="100000"/>
                  </a:path>
                  <a:tileRect r="-100000" b="-100000"/>
                </a:gradFill>
                <a:effectLst/>
                <a:uLnTx/>
                <a:uFillTx/>
                <a:latin typeface="Segoe UI Semibold" panose="020B0502040204020203" pitchFamily="34" charset="0"/>
                <a:ea typeface="+mn-ea"/>
                <a:cs typeface="Segoe UI" pitchFamily="34" charset="0"/>
              </a:rPr>
              <a:t>George Tsolis</a:t>
            </a:r>
          </a:p>
          <a:p>
            <a:pPr marL="0" marR="0" lvl="0" indent="0" algn="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Distinguished Engineer, Citrix</a:t>
            </a:r>
          </a:p>
        </p:txBody>
      </p:sp>
      <p:sp>
        <p:nvSpPr>
          <p:cNvPr id="12" name="Graphic 21" descr="Open quotation">
            <a:extLst>
              <a:ext uri="{FF2B5EF4-FFF2-40B4-BE49-F238E27FC236}">
                <a16:creationId xmlns:a16="http://schemas.microsoft.com/office/drawing/2014/main" id="{0379F6A7-6C2B-94E7-ED0B-C6A35A53DC5A}"/>
              </a:ext>
            </a:extLst>
          </p:cNvPr>
          <p:cNvSpPr/>
          <p:nvPr/>
        </p:nvSpPr>
        <p:spPr>
          <a:xfrm rot="10800000">
            <a:off x="5895148" y="4782771"/>
            <a:ext cx="345314" cy="280658"/>
          </a:xfrm>
          <a:custGeom>
            <a:avLst/>
            <a:gdLst>
              <a:gd name="f0" fmla="val 10800000"/>
              <a:gd name="f1" fmla="val 5400000"/>
              <a:gd name="f2" fmla="val 180"/>
              <a:gd name="f3" fmla="val w"/>
              <a:gd name="f4" fmla="val h"/>
              <a:gd name="f5" fmla="val 0"/>
              <a:gd name="f6" fmla="val 428008"/>
              <a:gd name="f7" fmla="val 347874"/>
              <a:gd name="f8" fmla="val 23465"/>
              <a:gd name="f9" fmla="val 303701"/>
              <a:gd name="f10" fmla="val 7802"/>
              <a:gd name="f11" fmla="val 278828"/>
              <a:gd name="f12" fmla="val 248499"/>
              <a:gd name="f13" fmla="val 212597"/>
              <a:gd name="f14" fmla="val 166604"/>
              <a:gd name="f15" fmla="val 11733"/>
              <a:gd name="f16" fmla="val 125188"/>
              <a:gd name="f17" fmla="val 35198"/>
              <a:gd name="f18" fmla="val 88347"/>
              <a:gd name="f19" fmla="val 58664"/>
              <a:gd name="f20" fmla="val 51565"/>
              <a:gd name="f21" fmla="val 94331"/>
              <a:gd name="f22" fmla="val 22057"/>
              <a:gd name="f23" fmla="val 142200"/>
              <a:gd name="f24" fmla="val 154637"/>
              <a:gd name="f25" fmla="val 24873"/>
              <a:gd name="f26" fmla="val 126127"/>
              <a:gd name="f27" fmla="val 36841"/>
              <a:gd name="f28" fmla="val 101488"/>
              <a:gd name="f29" fmla="val 55730"/>
              <a:gd name="f30" fmla="val 80780"/>
              <a:gd name="f31" fmla="val 81484"/>
              <a:gd name="f32" fmla="val 60071"/>
              <a:gd name="f33" fmla="val 107237"/>
              <a:gd name="f34" fmla="val 49747"/>
              <a:gd name="f35" fmla="val 133518"/>
              <a:gd name="f36" fmla="val 160151"/>
              <a:gd name="f37" fmla="val 171180"/>
              <a:gd name="f38" fmla="val 51155"/>
              <a:gd name="f39" fmla="val 180860"/>
              <a:gd name="f40" fmla="val 53912"/>
              <a:gd name="f41" fmla="val 189131"/>
              <a:gd name="f42" fmla="val 68636"/>
              <a:gd name="f43" fmla="val 177164"/>
              <a:gd name="f44" fmla="val 85649"/>
              <a:gd name="f45" fmla="val 105008"/>
              <a:gd name="f46" fmla="val 129881"/>
              <a:gd name="f47" fmla="val 150765"/>
              <a:gd name="f48" fmla="val 179276"/>
              <a:gd name="f49" fmla="val 167836"/>
              <a:gd name="f50" fmla="val 195350"/>
              <a:gd name="f51" fmla="val 184849"/>
              <a:gd name="f52" fmla="val 211482"/>
              <a:gd name="f53" fmla="val 193355"/>
              <a:gd name="f54" fmla="val 232894"/>
              <a:gd name="f55" fmla="val 259527"/>
              <a:gd name="f56" fmla="val 284401"/>
              <a:gd name="f57" fmla="val 305344"/>
              <a:gd name="f58" fmla="val 322356"/>
              <a:gd name="f59" fmla="val 339369"/>
              <a:gd name="f60" fmla="val 347875"/>
              <a:gd name="f61" fmla="val 69047"/>
              <a:gd name="f62" fmla="val 41886"/>
              <a:gd name="f63" fmla="val 333209"/>
              <a:gd name="f64" fmla="val 258178"/>
              <a:gd name="f65" fmla="val 242515"/>
              <a:gd name="f66" fmla="val 234713"/>
              <a:gd name="f67" fmla="val 246445"/>
              <a:gd name="f68" fmla="val 269911"/>
              <a:gd name="f69" fmla="val 293376"/>
              <a:gd name="f70" fmla="val 329044"/>
              <a:gd name="f71" fmla="val 376913"/>
              <a:gd name="f72" fmla="val 389350"/>
              <a:gd name="f73" fmla="val 360839"/>
              <a:gd name="f74" fmla="val 336201"/>
              <a:gd name="f75" fmla="val 315492"/>
              <a:gd name="f76" fmla="val 294784"/>
              <a:gd name="f77" fmla="val 107178"/>
              <a:gd name="f78" fmla="val 133460"/>
              <a:gd name="f79" fmla="val 285809"/>
              <a:gd name="f80" fmla="val 288566"/>
              <a:gd name="f81" fmla="val 303290"/>
              <a:gd name="f82" fmla="val 320303"/>
              <a:gd name="f83" fmla="val 339662"/>
              <a:gd name="f84" fmla="val 364535"/>
              <a:gd name="f85" fmla="val 385419"/>
              <a:gd name="f86" fmla="val 402490"/>
              <a:gd name="f87" fmla="val 419503"/>
              <a:gd name="f88" fmla="val 428009"/>
              <a:gd name="f89" fmla="val 303760"/>
              <a:gd name="f90" fmla="val 276598"/>
              <a:gd name="f91" fmla="+- 0 0 -90"/>
              <a:gd name="f92" fmla="*/ f3 1 428008"/>
              <a:gd name="f93" fmla="*/ f4 1 347874"/>
              <a:gd name="f94" fmla="val f5"/>
              <a:gd name="f95" fmla="val f6"/>
              <a:gd name="f96" fmla="val f7"/>
              <a:gd name="f97" fmla="*/ f91 f0 1"/>
              <a:gd name="f98" fmla="+- f96 0 f94"/>
              <a:gd name="f99" fmla="+- f95 0 f94"/>
              <a:gd name="f100" fmla="*/ f97 1 f2"/>
              <a:gd name="f101" fmla="*/ f99 1 428008"/>
              <a:gd name="f102" fmla="*/ f98 1 347874"/>
              <a:gd name="f103" fmla="*/ 23465 f99 1"/>
              <a:gd name="f104" fmla="*/ 303701 f98 1"/>
              <a:gd name="f105" fmla="*/ 0 f99 1"/>
              <a:gd name="f106" fmla="*/ 212597 f98 1"/>
              <a:gd name="f107" fmla="*/ 35198 f99 1"/>
              <a:gd name="f108" fmla="*/ 88347 f98 1"/>
              <a:gd name="f109" fmla="*/ 142200 f99 1"/>
              <a:gd name="f110" fmla="*/ 0 f98 1"/>
              <a:gd name="f111" fmla="*/ 154637 f99 1"/>
              <a:gd name="f112" fmla="*/ 24873 f98 1"/>
              <a:gd name="f113" fmla="*/ 80780 f99 1"/>
              <a:gd name="f114" fmla="*/ 81484 f98 1"/>
              <a:gd name="f115" fmla="*/ 49747 f99 1"/>
              <a:gd name="f116" fmla="*/ 160151 f98 1"/>
              <a:gd name="f117" fmla="*/ 53912 f99 1"/>
              <a:gd name="f118" fmla="*/ 189131 f98 1"/>
              <a:gd name="f119" fmla="*/ 105008 f99 1"/>
              <a:gd name="f120" fmla="*/ 171180 f98 1"/>
              <a:gd name="f121" fmla="*/ 167836 f99 1"/>
              <a:gd name="f122" fmla="*/ 195350 f98 1"/>
              <a:gd name="f123" fmla="*/ 193355 f99 1"/>
              <a:gd name="f124" fmla="*/ 259527 f98 1"/>
              <a:gd name="f125" fmla="*/ 322356 f98 1"/>
              <a:gd name="f126" fmla="*/ 347875 f98 1"/>
              <a:gd name="f127" fmla="*/ 258178 f99 1"/>
              <a:gd name="f128" fmla="*/ 234713 f99 1"/>
              <a:gd name="f129" fmla="*/ 269911 f99 1"/>
              <a:gd name="f130" fmla="*/ 376913 f99 1"/>
              <a:gd name="f131" fmla="*/ 389350 f99 1"/>
              <a:gd name="f132" fmla="*/ 315492 f99 1"/>
              <a:gd name="f133" fmla="*/ 284401 f99 1"/>
              <a:gd name="f134" fmla="*/ 288566 f99 1"/>
              <a:gd name="f135" fmla="*/ 339662 f99 1"/>
              <a:gd name="f136" fmla="*/ 402490 f99 1"/>
              <a:gd name="f137" fmla="*/ 428009 f99 1"/>
              <a:gd name="f138" fmla="+- f100 0 f1"/>
              <a:gd name="f139" fmla="*/ f103 1 428008"/>
              <a:gd name="f140" fmla="*/ f104 1 347874"/>
              <a:gd name="f141" fmla="*/ f105 1 428008"/>
              <a:gd name="f142" fmla="*/ f106 1 347874"/>
              <a:gd name="f143" fmla="*/ f107 1 428008"/>
              <a:gd name="f144" fmla="*/ f108 1 347874"/>
              <a:gd name="f145" fmla="*/ f109 1 428008"/>
              <a:gd name="f146" fmla="*/ f110 1 347874"/>
              <a:gd name="f147" fmla="*/ f111 1 428008"/>
              <a:gd name="f148" fmla="*/ f112 1 347874"/>
              <a:gd name="f149" fmla="*/ f113 1 428008"/>
              <a:gd name="f150" fmla="*/ f114 1 347874"/>
              <a:gd name="f151" fmla="*/ f115 1 428008"/>
              <a:gd name="f152" fmla="*/ f116 1 347874"/>
              <a:gd name="f153" fmla="*/ f117 1 428008"/>
              <a:gd name="f154" fmla="*/ f118 1 347874"/>
              <a:gd name="f155" fmla="*/ f119 1 428008"/>
              <a:gd name="f156" fmla="*/ f120 1 347874"/>
              <a:gd name="f157" fmla="*/ f121 1 428008"/>
              <a:gd name="f158" fmla="*/ f122 1 347874"/>
              <a:gd name="f159" fmla="*/ f123 1 428008"/>
              <a:gd name="f160" fmla="*/ f124 1 347874"/>
              <a:gd name="f161" fmla="*/ f125 1 347874"/>
              <a:gd name="f162" fmla="*/ f126 1 347874"/>
              <a:gd name="f163" fmla="*/ f127 1 428008"/>
              <a:gd name="f164" fmla="*/ f128 1 428008"/>
              <a:gd name="f165" fmla="*/ f129 1 428008"/>
              <a:gd name="f166" fmla="*/ f130 1 428008"/>
              <a:gd name="f167" fmla="*/ f131 1 428008"/>
              <a:gd name="f168" fmla="*/ f132 1 428008"/>
              <a:gd name="f169" fmla="*/ f133 1 428008"/>
              <a:gd name="f170" fmla="*/ f134 1 428008"/>
              <a:gd name="f171" fmla="*/ f135 1 428008"/>
              <a:gd name="f172" fmla="*/ f136 1 428008"/>
              <a:gd name="f173" fmla="*/ f137 1 428008"/>
              <a:gd name="f174" fmla="*/ f94 1 f101"/>
              <a:gd name="f175" fmla="*/ f95 1 f101"/>
              <a:gd name="f176" fmla="*/ f94 1 f102"/>
              <a:gd name="f177" fmla="*/ f96 1 f102"/>
              <a:gd name="f178" fmla="*/ f139 1 f101"/>
              <a:gd name="f179" fmla="*/ f140 1 f102"/>
              <a:gd name="f180" fmla="*/ f141 1 f101"/>
              <a:gd name="f181" fmla="*/ f142 1 f102"/>
              <a:gd name="f182" fmla="*/ f143 1 f101"/>
              <a:gd name="f183" fmla="*/ f144 1 f102"/>
              <a:gd name="f184" fmla="*/ f145 1 f101"/>
              <a:gd name="f185" fmla="*/ f146 1 f102"/>
              <a:gd name="f186" fmla="*/ f147 1 f101"/>
              <a:gd name="f187" fmla="*/ f148 1 f102"/>
              <a:gd name="f188" fmla="*/ f149 1 f101"/>
              <a:gd name="f189" fmla="*/ f150 1 f102"/>
              <a:gd name="f190" fmla="*/ f151 1 f101"/>
              <a:gd name="f191" fmla="*/ f152 1 f102"/>
              <a:gd name="f192" fmla="*/ f153 1 f101"/>
              <a:gd name="f193" fmla="*/ f154 1 f102"/>
              <a:gd name="f194" fmla="*/ f155 1 f101"/>
              <a:gd name="f195" fmla="*/ f156 1 f102"/>
              <a:gd name="f196" fmla="*/ f157 1 f101"/>
              <a:gd name="f197" fmla="*/ f158 1 f102"/>
              <a:gd name="f198" fmla="*/ f159 1 f101"/>
              <a:gd name="f199" fmla="*/ f160 1 f102"/>
              <a:gd name="f200" fmla="*/ f161 1 f102"/>
              <a:gd name="f201" fmla="*/ f162 1 f102"/>
              <a:gd name="f202" fmla="*/ f163 1 f101"/>
              <a:gd name="f203" fmla="*/ f164 1 f101"/>
              <a:gd name="f204" fmla="*/ f165 1 f101"/>
              <a:gd name="f205" fmla="*/ f166 1 f101"/>
              <a:gd name="f206" fmla="*/ f167 1 f101"/>
              <a:gd name="f207" fmla="*/ f168 1 f101"/>
              <a:gd name="f208" fmla="*/ f169 1 f101"/>
              <a:gd name="f209" fmla="*/ f170 1 f101"/>
              <a:gd name="f210" fmla="*/ f171 1 f101"/>
              <a:gd name="f211" fmla="*/ f172 1 f101"/>
              <a:gd name="f212" fmla="*/ f173 1 f101"/>
              <a:gd name="f213" fmla="*/ f174 f92 1"/>
              <a:gd name="f214" fmla="*/ f175 f92 1"/>
              <a:gd name="f215" fmla="*/ f177 f93 1"/>
              <a:gd name="f216" fmla="*/ f176 f93 1"/>
              <a:gd name="f217" fmla="*/ f178 f92 1"/>
              <a:gd name="f218" fmla="*/ f179 f93 1"/>
              <a:gd name="f219" fmla="*/ f180 f92 1"/>
              <a:gd name="f220" fmla="*/ f181 f93 1"/>
              <a:gd name="f221" fmla="*/ f182 f92 1"/>
              <a:gd name="f222" fmla="*/ f183 f93 1"/>
              <a:gd name="f223" fmla="*/ f184 f92 1"/>
              <a:gd name="f224" fmla="*/ f185 f93 1"/>
              <a:gd name="f225" fmla="*/ f186 f92 1"/>
              <a:gd name="f226" fmla="*/ f187 f93 1"/>
              <a:gd name="f227" fmla="*/ f188 f92 1"/>
              <a:gd name="f228" fmla="*/ f189 f93 1"/>
              <a:gd name="f229" fmla="*/ f190 f92 1"/>
              <a:gd name="f230" fmla="*/ f191 f93 1"/>
              <a:gd name="f231" fmla="*/ f192 f92 1"/>
              <a:gd name="f232" fmla="*/ f193 f93 1"/>
              <a:gd name="f233" fmla="*/ f194 f92 1"/>
              <a:gd name="f234" fmla="*/ f195 f93 1"/>
              <a:gd name="f235" fmla="*/ f196 f92 1"/>
              <a:gd name="f236" fmla="*/ f197 f93 1"/>
              <a:gd name="f237" fmla="*/ f198 f92 1"/>
              <a:gd name="f238" fmla="*/ f199 f93 1"/>
              <a:gd name="f239" fmla="*/ f200 f93 1"/>
              <a:gd name="f240" fmla="*/ f201 f93 1"/>
              <a:gd name="f241" fmla="*/ f202 f92 1"/>
              <a:gd name="f242" fmla="*/ f203 f92 1"/>
              <a:gd name="f243" fmla="*/ f204 f92 1"/>
              <a:gd name="f244" fmla="*/ f205 f92 1"/>
              <a:gd name="f245" fmla="*/ f206 f92 1"/>
              <a:gd name="f246" fmla="*/ f207 f92 1"/>
              <a:gd name="f247" fmla="*/ f208 f92 1"/>
              <a:gd name="f248" fmla="*/ f209 f92 1"/>
              <a:gd name="f249" fmla="*/ f210 f92 1"/>
              <a:gd name="f250" fmla="*/ f211 f92 1"/>
              <a:gd name="f251" fmla="*/ f212 f92 1"/>
            </a:gdLst>
            <a:ahLst/>
            <a:cxnLst>
              <a:cxn ang="3cd4">
                <a:pos x="hc" y="t"/>
              </a:cxn>
              <a:cxn ang="0">
                <a:pos x="r" y="vc"/>
              </a:cxn>
              <a:cxn ang="cd4">
                <a:pos x="hc" y="b"/>
              </a:cxn>
              <a:cxn ang="cd2">
                <a:pos x="l" y="vc"/>
              </a:cxn>
              <a:cxn ang="f138">
                <a:pos x="f217" y="f218"/>
              </a:cxn>
              <a:cxn ang="f138">
                <a:pos x="f219" y="f220"/>
              </a:cxn>
              <a:cxn ang="f138">
                <a:pos x="f221" y="f222"/>
              </a:cxn>
              <a:cxn ang="f138">
                <a:pos x="f223" y="f224"/>
              </a:cxn>
              <a:cxn ang="f138">
                <a:pos x="f225" y="f226"/>
              </a:cxn>
              <a:cxn ang="f138">
                <a:pos x="f227" y="f228"/>
              </a:cxn>
              <a:cxn ang="f138">
                <a:pos x="f229" y="f230"/>
              </a:cxn>
              <a:cxn ang="f138">
                <a:pos x="f231" y="f232"/>
              </a:cxn>
              <a:cxn ang="f138">
                <a:pos x="f233" y="f234"/>
              </a:cxn>
              <a:cxn ang="f138">
                <a:pos x="f235" y="f236"/>
              </a:cxn>
              <a:cxn ang="f138">
                <a:pos x="f237" y="f238"/>
              </a:cxn>
              <a:cxn ang="f138">
                <a:pos x="f235" y="f239"/>
              </a:cxn>
              <a:cxn ang="f138">
                <a:pos x="f233" y="f240"/>
              </a:cxn>
              <a:cxn ang="f138">
                <a:pos x="f217" y="f218"/>
              </a:cxn>
              <a:cxn ang="f138">
                <a:pos x="f241" y="f218"/>
              </a:cxn>
              <a:cxn ang="f138">
                <a:pos x="f242" y="f220"/>
              </a:cxn>
              <a:cxn ang="f138">
                <a:pos x="f243" y="f222"/>
              </a:cxn>
              <a:cxn ang="f138">
                <a:pos x="f244" y="f224"/>
              </a:cxn>
              <a:cxn ang="f138">
                <a:pos x="f245" y="f226"/>
              </a:cxn>
              <a:cxn ang="f138">
                <a:pos x="f246" y="f228"/>
              </a:cxn>
              <a:cxn ang="f138">
                <a:pos x="f247" y="f230"/>
              </a:cxn>
              <a:cxn ang="f138">
                <a:pos x="f248" y="f232"/>
              </a:cxn>
              <a:cxn ang="f138">
                <a:pos x="f249" y="f234"/>
              </a:cxn>
              <a:cxn ang="f138">
                <a:pos x="f250" y="f236"/>
              </a:cxn>
              <a:cxn ang="f138">
                <a:pos x="f251" y="f238"/>
              </a:cxn>
              <a:cxn ang="f138">
                <a:pos x="f250" y="f239"/>
              </a:cxn>
              <a:cxn ang="f138">
                <a:pos x="f249" y="f240"/>
              </a:cxn>
              <a:cxn ang="f138">
                <a:pos x="f241" y="f218"/>
              </a:cxn>
            </a:cxnLst>
            <a:rect l="f213" t="f216" r="f214" b="f215"/>
            <a:pathLst>
              <a:path w="428008" h="347874">
                <a:moveTo>
                  <a:pt x="f8" y="f9"/>
                </a:moveTo>
                <a:cubicBezTo>
                  <a:pt x="f10" y="f11"/>
                  <a:pt x="f5" y="f12"/>
                  <a:pt x="f5" y="f13"/>
                </a:cubicBezTo>
                <a:cubicBezTo>
                  <a:pt x="f5" y="f14"/>
                  <a:pt x="f15" y="f16"/>
                  <a:pt x="f17" y="f18"/>
                </a:cubicBezTo>
                <a:cubicBezTo>
                  <a:pt x="f19" y="f20"/>
                  <a:pt x="f21" y="f22"/>
                  <a:pt x="f23" y="f5"/>
                </a:cubicBezTo>
                <a:lnTo>
                  <a:pt x="f24" y="f25"/>
                </a:lnTo>
                <a:cubicBezTo>
                  <a:pt x="f26" y="f27"/>
                  <a:pt x="f28" y="f29"/>
                  <a:pt x="f30" y="f31"/>
                </a:cubicBezTo>
                <a:cubicBezTo>
                  <a:pt x="f32" y="f33"/>
                  <a:pt x="f34" y="f35"/>
                  <a:pt x="f34" y="f36"/>
                </a:cubicBezTo>
                <a:cubicBezTo>
                  <a:pt x="f34" y="f37"/>
                  <a:pt x="f38" y="f39"/>
                  <a:pt x="f40" y="f41"/>
                </a:cubicBezTo>
                <a:cubicBezTo>
                  <a:pt x="f42" y="f43"/>
                  <a:pt x="f44" y="f37"/>
                  <a:pt x="f45" y="f37"/>
                </a:cubicBezTo>
                <a:cubicBezTo>
                  <a:pt x="f46" y="f37"/>
                  <a:pt x="f47" y="f48"/>
                  <a:pt x="f49" y="f50"/>
                </a:cubicBezTo>
                <a:cubicBezTo>
                  <a:pt x="f51" y="f52"/>
                  <a:pt x="f53" y="f54"/>
                  <a:pt x="f53" y="f55"/>
                </a:cubicBezTo>
                <a:cubicBezTo>
                  <a:pt x="f53" y="f56"/>
                  <a:pt x="f51" y="f57"/>
                  <a:pt x="f49" y="f58"/>
                </a:cubicBezTo>
                <a:cubicBezTo>
                  <a:pt x="f47" y="f59"/>
                  <a:pt x="f46" y="f60"/>
                  <a:pt x="f45" y="f60"/>
                </a:cubicBezTo>
                <a:cubicBezTo>
                  <a:pt x="f61" y="f60"/>
                  <a:pt x="f62" y="f63"/>
                  <a:pt x="f8" y="f9"/>
                </a:cubicBezTo>
                <a:close/>
                <a:moveTo>
                  <a:pt x="f64" y="f9"/>
                </a:moveTo>
                <a:cubicBezTo>
                  <a:pt x="f65" y="f11"/>
                  <a:pt x="f66" y="f12"/>
                  <a:pt x="f66" y="f13"/>
                </a:cubicBezTo>
                <a:cubicBezTo>
                  <a:pt x="f66" y="f14"/>
                  <a:pt x="f67" y="f16"/>
                  <a:pt x="f68" y="f18"/>
                </a:cubicBezTo>
                <a:cubicBezTo>
                  <a:pt x="f69" y="f20"/>
                  <a:pt x="f70" y="f22"/>
                  <a:pt x="f71" y="f5"/>
                </a:cubicBezTo>
                <a:lnTo>
                  <a:pt x="f72" y="f25"/>
                </a:lnTo>
                <a:cubicBezTo>
                  <a:pt x="f73" y="f27"/>
                  <a:pt x="f74" y="f29"/>
                  <a:pt x="f75" y="f31"/>
                </a:cubicBezTo>
                <a:cubicBezTo>
                  <a:pt x="f76" y="f77"/>
                  <a:pt x="f56" y="f78"/>
                  <a:pt x="f56" y="f36"/>
                </a:cubicBezTo>
                <a:cubicBezTo>
                  <a:pt x="f56" y="f37"/>
                  <a:pt x="f79" y="f39"/>
                  <a:pt x="f80" y="f41"/>
                </a:cubicBezTo>
                <a:cubicBezTo>
                  <a:pt x="f81" y="f43"/>
                  <a:pt x="f82" y="f37"/>
                  <a:pt x="f83" y="f37"/>
                </a:cubicBezTo>
                <a:cubicBezTo>
                  <a:pt x="f84" y="f37"/>
                  <a:pt x="f85" y="f48"/>
                  <a:pt x="f86" y="f50"/>
                </a:cubicBezTo>
                <a:cubicBezTo>
                  <a:pt x="f87" y="f52"/>
                  <a:pt x="f88" y="f54"/>
                  <a:pt x="f88" y="f55"/>
                </a:cubicBezTo>
                <a:cubicBezTo>
                  <a:pt x="f88" y="f56"/>
                  <a:pt x="f87" y="f57"/>
                  <a:pt x="f86" y="f58"/>
                </a:cubicBezTo>
                <a:cubicBezTo>
                  <a:pt x="f85" y="f59"/>
                  <a:pt x="f84" y="f60"/>
                  <a:pt x="f83" y="f60"/>
                </a:cubicBezTo>
                <a:cubicBezTo>
                  <a:pt x="f89" y="f60"/>
                  <a:pt x="f90" y="f63"/>
                  <a:pt x="f64" y="f9"/>
                </a:cubicBezTo>
                <a:close/>
              </a:path>
            </a:pathLst>
          </a:custGeom>
          <a:gradFill>
            <a:gsLst>
              <a:gs pos="0">
                <a:srgbClr val="F65567"/>
              </a:gs>
              <a:gs pos="32000">
                <a:srgbClr val="7656AD"/>
              </a:gs>
              <a:gs pos="68000">
                <a:srgbClr val="0A6BBA"/>
              </a:gs>
              <a:gs pos="100000">
                <a:srgbClr val="318581"/>
              </a:gs>
            </a:gsLst>
            <a:path path="circle">
              <a:fillToRect l="100000" t="100000"/>
            </a:path>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nvGrpSpPr>
          <p:cNvPr id="2" name="Group 1">
            <a:extLst>
              <a:ext uri="{FF2B5EF4-FFF2-40B4-BE49-F238E27FC236}">
                <a16:creationId xmlns:a16="http://schemas.microsoft.com/office/drawing/2014/main" id="{F8333474-734C-A18B-E5A1-B83B452F0B93}"/>
              </a:ext>
            </a:extLst>
          </p:cNvPr>
          <p:cNvGrpSpPr/>
          <p:nvPr/>
        </p:nvGrpSpPr>
        <p:grpSpPr>
          <a:xfrm>
            <a:off x="7455744" y="2542804"/>
            <a:ext cx="3844716" cy="3496036"/>
            <a:chOff x="7455744" y="2542804"/>
            <a:chExt cx="3844716" cy="3496036"/>
          </a:xfrm>
        </p:grpSpPr>
        <p:sp>
          <p:nvSpPr>
            <p:cNvPr id="14" name="Rectangle: Rounded Corners 63">
              <a:extLst>
                <a:ext uri="{FF2B5EF4-FFF2-40B4-BE49-F238E27FC236}">
                  <a16:creationId xmlns:a16="http://schemas.microsoft.com/office/drawing/2014/main" id="{AAB7714B-D08C-500D-403E-206207296CB3}"/>
                </a:ext>
              </a:extLst>
            </p:cNvPr>
            <p:cNvSpPr/>
            <p:nvPr/>
          </p:nvSpPr>
          <p:spPr bwMode="auto">
            <a:xfrm>
              <a:off x="7455744" y="2542804"/>
              <a:ext cx="3844716" cy="1173209"/>
            </a:xfrm>
            <a:prstGeom prst="roundRect">
              <a:avLst>
                <a:gd name="adj" fmla="val 13462"/>
              </a:avLst>
            </a:prstGeom>
            <a:solidFill>
              <a:schemeClr val="bg2">
                <a:lumMod val="25000"/>
                <a:alpha val="15000"/>
              </a:schemeClr>
            </a:solidFill>
          </p:spPr>
          <p:txBody>
            <a:bodyPr wrap="square" lIns="432000" tIns="0" rIns="0" bIns="0" rtlCol="0" anchor="ctr" anchorCtr="0">
              <a:noAutofit/>
            </a:bodyPr>
            <a:lstStyle/>
            <a:p>
              <a:pPr marL="0" marR="0" lvl="0" indent="0" algn="l" defTabSz="2275850" rtl="0" eaLnBrk="1" fontAlgn="base" latinLnBrk="0" hangingPunct="1">
                <a:lnSpc>
                  <a:spcPct val="100000"/>
                </a:lnSpc>
                <a:spcBef>
                  <a:spcPts val="0"/>
                </a:spcBef>
                <a:spcAft>
                  <a:spcPct val="0"/>
                </a:spcAft>
                <a:buClrTx/>
                <a:buSzTx/>
                <a:buFontTx/>
                <a:buNone/>
                <a:tabLst>
                  <a:tab pos="3701239" algn="l"/>
                </a:tabLst>
                <a:defRPr/>
              </a:pPr>
              <a:endParaRPr kumimoji="0" lang="en-US" sz="1600" b="0"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a:ea typeface="+mn-ea"/>
                <a:cs typeface="Segoe UI" pitchFamily="34" charset="0"/>
              </a:endParaRPr>
            </a:p>
          </p:txBody>
        </p:sp>
        <p:sp>
          <p:nvSpPr>
            <p:cNvPr id="15" name="TextBox 14">
              <a:extLst>
                <a:ext uri="{FF2B5EF4-FFF2-40B4-BE49-F238E27FC236}">
                  <a16:creationId xmlns:a16="http://schemas.microsoft.com/office/drawing/2014/main" id="{33075D85-7DB5-6714-5916-9299CBEB8614}"/>
                </a:ext>
              </a:extLst>
            </p:cNvPr>
            <p:cNvSpPr txBox="1"/>
            <p:nvPr/>
          </p:nvSpPr>
          <p:spPr>
            <a:xfrm>
              <a:off x="7609609" y="2608166"/>
              <a:ext cx="1005162"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A446F"/>
                  </a:solidFill>
                  <a:effectLst/>
                  <a:uLnTx/>
                  <a:uFillTx/>
                  <a:latin typeface="Segoe UI Semibold"/>
                  <a:ea typeface="+mn-ea"/>
                  <a:cs typeface="+mn-cs"/>
                </a:rPr>
                <a:t>Client</a:t>
              </a:r>
            </a:p>
          </p:txBody>
        </p:sp>
        <p:sp>
          <p:nvSpPr>
            <p:cNvPr id="16" name="Rectangle: Rounded Corners 60">
              <a:extLst>
                <a:ext uri="{FF2B5EF4-FFF2-40B4-BE49-F238E27FC236}">
                  <a16:creationId xmlns:a16="http://schemas.microsoft.com/office/drawing/2014/main" id="{451A62DA-A9CD-DF11-1183-CDCAFF44C0BD}"/>
                </a:ext>
              </a:extLst>
            </p:cNvPr>
            <p:cNvSpPr/>
            <p:nvPr/>
          </p:nvSpPr>
          <p:spPr bwMode="auto">
            <a:xfrm>
              <a:off x="7455744" y="4756766"/>
              <a:ext cx="3844716" cy="1282074"/>
            </a:xfrm>
            <a:prstGeom prst="roundRect">
              <a:avLst>
                <a:gd name="adj" fmla="val 14933"/>
              </a:avLst>
            </a:prstGeom>
            <a:solidFill>
              <a:schemeClr val="bg2">
                <a:lumMod val="25000"/>
                <a:alpha val="15000"/>
              </a:schemeClr>
            </a:solidFill>
          </p:spPr>
          <p:txBody>
            <a:bodyPr wrap="square" lIns="432000" tIns="0" rIns="0" bIns="0" rtlCol="0" anchor="ctr" anchorCtr="0">
              <a:noAutofit/>
            </a:bodyPr>
            <a:lstStyle/>
            <a:p>
              <a:pPr marL="0" marR="0" lvl="0" indent="0" algn="l" defTabSz="2275850" rtl="0" eaLnBrk="1" fontAlgn="base" latinLnBrk="0" hangingPunct="1">
                <a:lnSpc>
                  <a:spcPct val="100000"/>
                </a:lnSpc>
                <a:spcBef>
                  <a:spcPts val="0"/>
                </a:spcBef>
                <a:spcAft>
                  <a:spcPct val="0"/>
                </a:spcAft>
                <a:buClrTx/>
                <a:buSzTx/>
                <a:buFontTx/>
                <a:buNone/>
                <a:tabLst>
                  <a:tab pos="3701239" algn="l"/>
                </a:tabLst>
                <a:defRPr/>
              </a:pPr>
              <a:endParaRPr kumimoji="0" lang="en-US" sz="1600" b="0"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a:ea typeface="+mn-ea"/>
                <a:cs typeface="Segoe UI" pitchFamily="34" charset="0"/>
              </a:endParaRPr>
            </a:p>
          </p:txBody>
        </p:sp>
        <p:sp>
          <p:nvSpPr>
            <p:cNvPr id="18" name="Oval 17">
              <a:extLst>
                <a:ext uri="{FF2B5EF4-FFF2-40B4-BE49-F238E27FC236}">
                  <a16:creationId xmlns:a16="http://schemas.microsoft.com/office/drawing/2014/main" id="{7A1EB427-BB37-6FFF-7FEE-FB2E74572FE3}"/>
                </a:ext>
              </a:extLst>
            </p:cNvPr>
            <p:cNvSpPr/>
            <p:nvPr/>
          </p:nvSpPr>
          <p:spPr bwMode="auto">
            <a:xfrm>
              <a:off x="7605766" y="2892851"/>
              <a:ext cx="477310" cy="477310"/>
            </a:xfrm>
            <a:prstGeom prst="ellipse">
              <a:avLst/>
            </a:prstGeom>
            <a:solidFill>
              <a:schemeClr val="bg1"/>
            </a:solidFill>
            <a:ln w="12700">
              <a:solidFill>
                <a:srgbClr val="808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uk-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9" name="Picture 18" descr="A purple molecule structure on a black background&#10;&#10;AI-generated content may be incorrect.">
              <a:extLst>
                <a:ext uri="{FF2B5EF4-FFF2-40B4-BE49-F238E27FC236}">
                  <a16:creationId xmlns:a16="http://schemas.microsoft.com/office/drawing/2014/main" id="{A3CE4B48-697B-3DD2-DAC0-85F57DF089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0612" y="2963940"/>
              <a:ext cx="345821" cy="336508"/>
            </a:xfrm>
            <a:prstGeom prst="rect">
              <a:avLst/>
            </a:prstGeom>
          </p:spPr>
        </p:pic>
        <p:sp>
          <p:nvSpPr>
            <p:cNvPr id="73" name="Oval 72">
              <a:extLst>
                <a:ext uri="{FF2B5EF4-FFF2-40B4-BE49-F238E27FC236}">
                  <a16:creationId xmlns:a16="http://schemas.microsoft.com/office/drawing/2014/main" id="{6C02CEF9-AB29-4937-BBE6-AC57196379EF}"/>
                </a:ext>
              </a:extLst>
            </p:cNvPr>
            <p:cNvSpPr/>
            <p:nvPr/>
          </p:nvSpPr>
          <p:spPr bwMode="auto">
            <a:xfrm>
              <a:off x="8180562" y="2892851"/>
              <a:ext cx="477310" cy="477310"/>
            </a:xfrm>
            <a:prstGeom prst="ellipse">
              <a:avLst/>
            </a:prstGeom>
            <a:solidFill>
              <a:schemeClr val="bg1"/>
            </a:solidFill>
            <a:ln w="12700">
              <a:solidFill>
                <a:srgbClr val="808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uk-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74" name="Picture 73" descr="LangGraph (LangChain) Logo Free Down... · LobeHub">
              <a:extLst>
                <a:ext uri="{FF2B5EF4-FFF2-40B4-BE49-F238E27FC236}">
                  <a16:creationId xmlns:a16="http://schemas.microsoft.com/office/drawing/2014/main" id="{AAD6552A-70EA-9154-52CA-9558D5AB4919}"/>
                </a:ext>
              </a:extLst>
            </p:cNvPr>
            <p:cNvPicPr>
              <a:picLocks noChangeAspect="1"/>
            </p:cNvPicPr>
            <p:nvPr/>
          </p:nvPicPr>
          <p:blipFill>
            <a:blip r:embed="rId4"/>
            <a:stretch>
              <a:fillRect/>
            </a:stretch>
          </p:blipFill>
          <p:spPr>
            <a:xfrm>
              <a:off x="8276102" y="2989137"/>
              <a:ext cx="300994" cy="289140"/>
            </a:xfrm>
            <a:prstGeom prst="rect">
              <a:avLst/>
            </a:prstGeom>
          </p:spPr>
        </p:pic>
        <p:sp>
          <p:nvSpPr>
            <p:cNvPr id="75" name="TextBox 74">
              <a:extLst>
                <a:ext uri="{FF2B5EF4-FFF2-40B4-BE49-F238E27FC236}">
                  <a16:creationId xmlns:a16="http://schemas.microsoft.com/office/drawing/2014/main" id="{4E00616E-F36A-8356-AAEC-19C741ABB7F6}"/>
                </a:ext>
              </a:extLst>
            </p:cNvPr>
            <p:cNvSpPr txBox="1"/>
            <p:nvPr/>
          </p:nvSpPr>
          <p:spPr>
            <a:xfrm>
              <a:off x="7603344" y="3405385"/>
              <a:ext cx="1728616"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A446F"/>
                  </a:solidFill>
                  <a:effectLst/>
                  <a:uLnTx/>
                  <a:uFillTx/>
                  <a:latin typeface="Segoe UI Semibold"/>
                  <a:ea typeface="+mn-ea"/>
                  <a:cs typeface="+mn-cs"/>
                </a:rPr>
                <a:t>Agent frameworks</a:t>
              </a:r>
            </a:p>
          </p:txBody>
        </p:sp>
        <p:sp>
          <p:nvSpPr>
            <p:cNvPr id="100" name="TextBox 99">
              <a:extLst>
                <a:ext uri="{FF2B5EF4-FFF2-40B4-BE49-F238E27FC236}">
                  <a16:creationId xmlns:a16="http://schemas.microsoft.com/office/drawing/2014/main" id="{9C29330D-C766-0BE7-228C-401464209054}"/>
                </a:ext>
              </a:extLst>
            </p:cNvPr>
            <p:cNvSpPr txBox="1"/>
            <p:nvPr/>
          </p:nvSpPr>
          <p:spPr>
            <a:xfrm>
              <a:off x="7609608" y="4880242"/>
              <a:ext cx="1651607"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A446F"/>
                  </a:solidFill>
                  <a:effectLst/>
                  <a:uLnTx/>
                  <a:uFillTx/>
                  <a:latin typeface="Segoe UI Semibold"/>
                  <a:ea typeface="+mn-ea"/>
                  <a:cs typeface="+mn-cs"/>
                </a:rPr>
                <a:t>Microsoft Foundry</a:t>
              </a:r>
            </a:p>
          </p:txBody>
        </p:sp>
        <p:sp>
          <p:nvSpPr>
            <p:cNvPr id="101" name="Oval 100">
              <a:extLst>
                <a:ext uri="{FF2B5EF4-FFF2-40B4-BE49-F238E27FC236}">
                  <a16:creationId xmlns:a16="http://schemas.microsoft.com/office/drawing/2014/main" id="{839DAF23-6870-A29A-7E0C-4526ADA76D46}"/>
                </a:ext>
              </a:extLst>
            </p:cNvPr>
            <p:cNvSpPr/>
            <p:nvPr/>
          </p:nvSpPr>
          <p:spPr bwMode="auto">
            <a:xfrm>
              <a:off x="7605766" y="5164927"/>
              <a:ext cx="477310" cy="477310"/>
            </a:xfrm>
            <a:prstGeom prst="ellipse">
              <a:avLst/>
            </a:prstGeom>
            <a:solidFill>
              <a:schemeClr val="bg1"/>
            </a:solidFill>
            <a:ln w="12700">
              <a:solidFill>
                <a:srgbClr val="808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uk-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2" name="TextBox 101">
              <a:extLst>
                <a:ext uri="{FF2B5EF4-FFF2-40B4-BE49-F238E27FC236}">
                  <a16:creationId xmlns:a16="http://schemas.microsoft.com/office/drawing/2014/main" id="{8307024C-AF8B-4C08-E071-4B07BC4E49C1}"/>
                </a:ext>
              </a:extLst>
            </p:cNvPr>
            <p:cNvSpPr txBox="1"/>
            <p:nvPr/>
          </p:nvSpPr>
          <p:spPr>
            <a:xfrm>
              <a:off x="7603344" y="5707441"/>
              <a:ext cx="22356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A446F"/>
                  </a:solidFill>
                  <a:effectLst/>
                  <a:uLnTx/>
                  <a:uFillTx/>
                  <a:latin typeface="Segoe UI Semibold"/>
                  <a:ea typeface="+mn-ea"/>
                  <a:cs typeface="+mn-cs"/>
                </a:rPr>
                <a:t>Foundry Agent Service</a:t>
              </a:r>
            </a:p>
          </p:txBody>
        </p:sp>
        <p:pic>
          <p:nvPicPr>
            <p:cNvPr id="103" name="Picture 102">
              <a:extLst>
                <a:ext uri="{FF2B5EF4-FFF2-40B4-BE49-F238E27FC236}">
                  <a16:creationId xmlns:a16="http://schemas.microsoft.com/office/drawing/2014/main" id="{359A8A82-8D1D-9860-90EC-C3B5FF1F3F1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694580" y="5260523"/>
              <a:ext cx="285816" cy="274560"/>
            </a:xfrm>
            <a:prstGeom prst="rect">
              <a:avLst/>
            </a:prstGeom>
            <a:ln>
              <a:noFill/>
            </a:ln>
          </p:spPr>
        </p:pic>
        <p:sp>
          <p:nvSpPr>
            <p:cNvPr id="104" name="TextBox 103">
              <a:extLst>
                <a:ext uri="{FF2B5EF4-FFF2-40B4-BE49-F238E27FC236}">
                  <a16:creationId xmlns:a16="http://schemas.microsoft.com/office/drawing/2014/main" id="{915130B4-CE21-A683-44BB-B9A2CF2E7797}"/>
                </a:ext>
              </a:extLst>
            </p:cNvPr>
            <p:cNvSpPr txBox="1"/>
            <p:nvPr/>
          </p:nvSpPr>
          <p:spPr>
            <a:xfrm>
              <a:off x="7837488" y="3793361"/>
              <a:ext cx="3462970" cy="251024"/>
            </a:xfrm>
            <a:prstGeom prst="roundRect">
              <a:avLst>
                <a:gd name="adj" fmla="val 34548"/>
              </a:avLst>
            </a:prstGeom>
            <a:solidFill>
              <a:schemeClr val="bg2">
                <a:lumMod val="25000"/>
                <a:alpha val="15000"/>
              </a:schemeClr>
            </a:solidFill>
          </p:spPr>
          <p:txBody>
            <a:bodyPr wrap="square" lIns="108000" tIns="0" rIns="0" bIns="0" rtlCol="0" anchor="ctr" anchorCtr="0">
              <a:noAutofit/>
            </a:bodyPr>
            <a:lstStyle>
              <a:defPPr>
                <a:defRPr lang="en-US"/>
              </a:defPPr>
              <a:lvl1pPr algn="ctr" defTabSz="2275850" fontAlgn="base">
                <a:spcBef>
                  <a:spcPts val="0"/>
                </a:spcBef>
                <a:spcAft>
                  <a:spcPct val="0"/>
                </a:spcAft>
                <a:tabLst>
                  <a:tab pos="3701239" algn="l"/>
                </a:tabLst>
                <a:defRPr sz="1200" b="0">
                  <a:ln w="3175">
                    <a:noFill/>
                  </a:ln>
                  <a:gradFill>
                    <a:gsLst>
                      <a:gs pos="22936">
                        <a:schemeClr val="tx1"/>
                      </a:gs>
                      <a:gs pos="38000">
                        <a:schemeClr val="tx1"/>
                      </a:gs>
                    </a:gsLst>
                    <a:path path="circle">
                      <a:fillToRect l="100000" t="100000"/>
                    </a:path>
                  </a:gradFill>
                  <a:cs typeface="Segoe UI" pitchFamily="34" charset="0"/>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marL="0" marR="0" lvl="0" indent="0" algn="l" defTabSz="2275850" rtl="0" eaLnBrk="1" fontAlgn="base" latinLnBrk="0" hangingPunct="1">
                <a:lnSpc>
                  <a:spcPct val="100000"/>
                </a:lnSpc>
                <a:spcBef>
                  <a:spcPts val="0"/>
                </a:spcBef>
                <a:spcAft>
                  <a:spcPct val="0"/>
                </a:spcAft>
                <a:buClrTx/>
                <a:buSzTx/>
                <a:buFontTx/>
                <a:buNone/>
                <a:tabLst>
                  <a:tab pos="3701239" algn="l"/>
                </a:tabLst>
                <a:defRPr/>
              </a:pPr>
              <a:r>
                <a:rPr kumimoji="0" lang="en-US" sz="1200" b="0"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a:ea typeface="+mn-ea"/>
                  <a:cs typeface="Segoe UI" pitchFamily="34" charset="0"/>
                </a:rPr>
                <a:t>Build/Package</a:t>
              </a:r>
            </a:p>
          </p:txBody>
        </p:sp>
        <p:sp>
          <p:nvSpPr>
            <p:cNvPr id="105" name="TextBox 104">
              <a:extLst>
                <a:ext uri="{FF2B5EF4-FFF2-40B4-BE49-F238E27FC236}">
                  <a16:creationId xmlns:a16="http://schemas.microsoft.com/office/drawing/2014/main" id="{D1AC60C6-D53E-63F3-922E-39809D0FA140}"/>
                </a:ext>
              </a:extLst>
            </p:cNvPr>
            <p:cNvSpPr txBox="1"/>
            <p:nvPr/>
          </p:nvSpPr>
          <p:spPr>
            <a:xfrm>
              <a:off x="7832128" y="4121733"/>
              <a:ext cx="3462970" cy="229314"/>
            </a:xfrm>
            <a:prstGeom prst="roundRect">
              <a:avLst>
                <a:gd name="adj" fmla="val 34548"/>
              </a:avLst>
            </a:pr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square" lIns="91440" tIns="0" rIns="91440" bIns="0" rtlCol="0" anchor="ctr" anchorCtr="0">
              <a:spAutoFit/>
            </a:bodyPr>
            <a:lstStyle>
              <a:defPPr>
                <a:defRPr lang="en-US"/>
              </a:defPPr>
              <a:lvl1pPr algn="ctr" defTabSz="914437" fontAlgn="base">
                <a:spcBef>
                  <a:spcPct val="0"/>
                </a:spcBef>
                <a:spcAft>
                  <a:spcPct val="0"/>
                </a:spcAft>
                <a:tabLst>
                  <a:tab pos="1487158" algn="l"/>
                </a:tabLst>
                <a:defRPr sz="1400" b="1">
                  <a:ln w="3175">
                    <a:noFill/>
                  </a:ln>
                  <a:gradFill>
                    <a:gsLst>
                      <a:gs pos="92661">
                        <a:srgbClr val="FFFFFF"/>
                      </a:gs>
                      <a:gs pos="78000">
                        <a:srgbClr val="FFFFFF"/>
                      </a:gs>
                    </a:gsLst>
                    <a:path path="circle">
                      <a:fillToRect l="100000" b="100000"/>
                    </a:path>
                  </a:gradFill>
                  <a:latin typeface="Segoe UI Semibold" panose="020B0502040204020203" pitchFamily="34" charset="0"/>
                  <a:cs typeface="Segoe UI" pitchFamily="34" charset="0"/>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marL="0" marR="0" lvl="0" indent="0" algn="l" defTabSz="914437" rtl="0" eaLnBrk="1" fontAlgn="base" latinLnBrk="0" hangingPunct="1">
                <a:lnSpc>
                  <a:spcPct val="100000"/>
                </a:lnSpc>
                <a:spcBef>
                  <a:spcPct val="0"/>
                </a:spcBef>
                <a:spcAft>
                  <a:spcPct val="0"/>
                </a:spcAft>
                <a:buClrTx/>
                <a:buSzTx/>
                <a:buFontTx/>
                <a:buNone/>
                <a:tabLst>
                  <a:tab pos="1487158" algn="l"/>
                </a:tabLst>
                <a:defRPr/>
              </a:pPr>
              <a:r>
                <a:rPr kumimoji="0" lang="en-US" sz="1200" b="1" i="0" u="none" strike="noStrike" kern="1200" cap="none" spc="0" normalizeH="0" baseline="0" noProof="0">
                  <a:ln w="3175">
                    <a:noFill/>
                  </a:ln>
                  <a:gradFill>
                    <a:gsLst>
                      <a:gs pos="92661">
                        <a:srgbClr val="FFFFFF"/>
                      </a:gs>
                      <a:gs pos="78000">
                        <a:srgbClr val="FFFFFF"/>
                      </a:gs>
                    </a:gsLst>
                    <a:path path="circle">
                      <a:fillToRect l="100000" b="100000"/>
                    </a:path>
                  </a:gradFill>
                  <a:effectLst/>
                  <a:uLnTx/>
                  <a:uFillTx/>
                  <a:latin typeface="Segoe UI Semibold" panose="020B0502040204020203" pitchFamily="34" charset="0"/>
                  <a:ea typeface="+mn-ea"/>
                  <a:cs typeface="Segoe UI" pitchFamily="34" charset="0"/>
                </a:rPr>
                <a:t>Containers</a:t>
              </a:r>
            </a:p>
          </p:txBody>
        </p:sp>
        <p:sp>
          <p:nvSpPr>
            <p:cNvPr id="106" name="TextBox 105">
              <a:extLst>
                <a:ext uri="{FF2B5EF4-FFF2-40B4-BE49-F238E27FC236}">
                  <a16:creationId xmlns:a16="http://schemas.microsoft.com/office/drawing/2014/main" id="{042C0834-226F-5BA5-4749-10CA4B4D1428}"/>
                </a:ext>
              </a:extLst>
            </p:cNvPr>
            <p:cNvSpPr txBox="1"/>
            <p:nvPr/>
          </p:nvSpPr>
          <p:spPr>
            <a:xfrm>
              <a:off x="7832127" y="4428395"/>
              <a:ext cx="3462970" cy="251024"/>
            </a:xfrm>
            <a:prstGeom prst="roundRect">
              <a:avLst>
                <a:gd name="adj" fmla="val 34548"/>
              </a:avLst>
            </a:prstGeom>
            <a:solidFill>
              <a:schemeClr val="bg2">
                <a:lumMod val="25000"/>
                <a:alpha val="15000"/>
              </a:schemeClr>
            </a:solidFill>
          </p:spPr>
          <p:txBody>
            <a:bodyPr wrap="square" lIns="108000" tIns="0" rIns="0" bIns="0" rtlCol="0" anchor="ctr" anchorCtr="0">
              <a:noAutofit/>
            </a:bodyPr>
            <a:lstStyle>
              <a:defPPr>
                <a:defRPr lang="en-US"/>
              </a:defPPr>
              <a:lvl1pPr algn="ctr" defTabSz="2275850" fontAlgn="base">
                <a:spcBef>
                  <a:spcPts val="0"/>
                </a:spcBef>
                <a:spcAft>
                  <a:spcPct val="0"/>
                </a:spcAft>
                <a:tabLst>
                  <a:tab pos="3701239" algn="l"/>
                </a:tabLst>
                <a:defRPr sz="1200" b="0">
                  <a:ln w="3175">
                    <a:noFill/>
                  </a:ln>
                  <a:gradFill>
                    <a:gsLst>
                      <a:gs pos="22936">
                        <a:schemeClr val="tx1"/>
                      </a:gs>
                      <a:gs pos="38000">
                        <a:schemeClr val="tx1"/>
                      </a:gs>
                    </a:gsLst>
                    <a:path path="circle">
                      <a:fillToRect l="100000" t="100000"/>
                    </a:path>
                  </a:gradFill>
                  <a:cs typeface="Segoe UI" pitchFamily="34" charset="0"/>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marL="0" marR="0" lvl="0" indent="0" algn="l" defTabSz="2275850" rtl="0" eaLnBrk="1" fontAlgn="base" latinLnBrk="0" hangingPunct="1">
                <a:lnSpc>
                  <a:spcPct val="100000"/>
                </a:lnSpc>
                <a:spcBef>
                  <a:spcPts val="0"/>
                </a:spcBef>
                <a:spcAft>
                  <a:spcPct val="0"/>
                </a:spcAft>
                <a:buClrTx/>
                <a:buSzTx/>
                <a:buFontTx/>
                <a:buNone/>
                <a:tabLst>
                  <a:tab pos="3701239" algn="l"/>
                </a:tabLst>
                <a:defRPr/>
              </a:pPr>
              <a:r>
                <a:rPr kumimoji="0" lang="en-US" sz="1200" b="0" i="0" u="none" strike="noStrike" kern="1200" cap="none" spc="0" normalizeH="0" baseline="0" noProof="0">
                  <a:ln w="3175">
                    <a:noFill/>
                  </a:ln>
                  <a:gradFill>
                    <a:gsLst>
                      <a:gs pos="22936">
                        <a:srgbClr val="000000"/>
                      </a:gs>
                      <a:gs pos="38000">
                        <a:srgbClr val="000000"/>
                      </a:gs>
                    </a:gsLst>
                    <a:path path="circle">
                      <a:fillToRect l="100000" t="100000"/>
                    </a:path>
                  </a:gradFill>
                  <a:effectLst/>
                  <a:uLnTx/>
                  <a:uFillTx/>
                  <a:latin typeface="Segoe UI"/>
                  <a:ea typeface="+mn-ea"/>
                  <a:cs typeface="Segoe UI" pitchFamily="34" charset="0"/>
                </a:rPr>
                <a:t>Deploy</a:t>
              </a:r>
            </a:p>
          </p:txBody>
        </p:sp>
        <p:cxnSp>
          <p:nvCxnSpPr>
            <p:cNvPr id="107" name="Straight Arrow Connector 106">
              <a:extLst>
                <a:ext uri="{FF2B5EF4-FFF2-40B4-BE49-F238E27FC236}">
                  <a16:creationId xmlns:a16="http://schemas.microsoft.com/office/drawing/2014/main" id="{4FF65484-1087-57C5-48F7-9BB38879218C}"/>
                </a:ext>
                <a:ext uri="{C183D7F6-B498-43B3-948B-1728B52AA6E4}">
                  <adec:decorative xmlns:adec="http://schemas.microsoft.com/office/drawing/2017/decorative" val="1"/>
                </a:ext>
              </a:extLst>
            </p:cNvPr>
            <p:cNvCxnSpPr>
              <a:cxnSpLocks/>
            </p:cNvCxnSpPr>
            <p:nvPr/>
          </p:nvCxnSpPr>
          <p:spPr>
            <a:xfrm flipH="1">
              <a:off x="7666645" y="3798170"/>
              <a:ext cx="3967" cy="872650"/>
            </a:xfrm>
            <a:prstGeom prst="straightConnector1">
              <a:avLst/>
            </a:prstGeom>
            <a:ln w="1905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9912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8"/>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9"/>
                                        </p:tgtEl>
                                        <p:attrNameLst>
                                          <p:attrName>ppt_x</p:attrName>
                                          <p:attrName>ppt_y</p:attrName>
                                        </p:attrNameLst>
                                      </p:cBhvr>
                                      <p:rCtr x="859" y="0"/>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50"/>
                                        <p:tgtEl>
                                          <p:spTgt spid="10"/>
                                        </p:tgtEl>
                                      </p:cBhvr>
                                    </p:animEffect>
                                  </p:childTnLst>
                                </p:cTn>
                              </p:par>
                              <p:par>
                                <p:cTn id="18" presetID="42" presetClass="path" presetSubtype="0" decel="100000" fill="hold" grpId="1" nodeType="withEffect">
                                  <p:stCondLst>
                                    <p:cond delay="0"/>
                                  </p:stCondLst>
                                  <p:childTnLst>
                                    <p:animMotion origin="layout" path="M -0.01719 -0.00023 L -1.66667E-6 0 " pathEditMode="relative" rAng="0" ptsTypes="AA">
                                      <p:cBhvr>
                                        <p:cTn id="19" dur="500" fill="hold"/>
                                        <p:tgtEl>
                                          <p:spTgt spid="10"/>
                                        </p:tgtEl>
                                        <p:attrNameLst>
                                          <p:attrName>ppt_x</p:attrName>
                                          <p:attrName>ppt_y</p:attrName>
                                        </p:attrNameLst>
                                      </p:cBhvr>
                                      <p:rCtr x="859" y="0"/>
                                    </p:animMotion>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50"/>
                                        <p:tgtEl>
                                          <p:spTgt spid="11"/>
                                        </p:tgtEl>
                                      </p:cBhvr>
                                    </p:animEffect>
                                  </p:childTnLst>
                                </p:cTn>
                              </p:par>
                              <p:par>
                                <p:cTn id="23" presetID="42" presetClass="path" presetSubtype="0" decel="100000" fill="hold" grpId="1" nodeType="withEffect">
                                  <p:stCondLst>
                                    <p:cond delay="0"/>
                                  </p:stCondLst>
                                  <p:childTnLst>
                                    <p:animMotion origin="layout" path="M -0.01719 -0.00023 L 1.875E-6 2.96296E-6 " pathEditMode="relative" rAng="0" ptsTypes="AA">
                                      <p:cBhvr>
                                        <p:cTn id="24" dur="500" fill="hold"/>
                                        <p:tgtEl>
                                          <p:spTgt spid="11"/>
                                        </p:tgtEl>
                                        <p:attrNameLst>
                                          <p:attrName>ppt_x</p:attrName>
                                          <p:attrName>ppt_y</p:attrName>
                                        </p:attrNameLst>
                                      </p:cBhvr>
                                      <p:rCtr x="859" y="0"/>
                                    </p:animMotion>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par>
                                <p:cTn id="28" presetID="42" presetClass="path" presetSubtype="0" decel="100000" fill="hold" grpId="1" nodeType="withEffect">
                                  <p:stCondLst>
                                    <p:cond delay="0"/>
                                  </p:stCondLst>
                                  <p:childTnLst>
                                    <p:animMotion origin="layout" path="M -0.01718 -0.00023 L -2.70833E-6 -7.40741E-7 " pathEditMode="relative" rAng="0" ptsTypes="AA">
                                      <p:cBhvr>
                                        <p:cTn id="29" dur="500" fill="hold"/>
                                        <p:tgtEl>
                                          <p:spTgt spid="12"/>
                                        </p:tgtEl>
                                        <p:attrNameLst>
                                          <p:attrName>ppt_x</p:attrName>
                                          <p:attrName>ppt_y</p:attrName>
                                        </p:attrNameLst>
                                      </p:cBhvr>
                                      <p:rCtr x="859" y="0"/>
                                    </p:animMotion>
                                  </p:childTnLst>
                                </p:cTn>
                              </p:par>
                              <p:par>
                                <p:cTn id="30" presetID="10" presetClass="entr" presetSubtype="0" fill="hold" grpId="0" nodeType="withEffect">
                                  <p:stCondLst>
                                    <p:cond delay="20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250"/>
                                        <p:tgtEl>
                                          <p:spTgt spid="3"/>
                                        </p:tgtEl>
                                      </p:cBhvr>
                                    </p:animEffect>
                                  </p:childTnLst>
                                </p:cTn>
                              </p:par>
                              <p:par>
                                <p:cTn id="33" presetID="42" presetClass="path" presetSubtype="0" decel="100000" fill="hold" grpId="1" nodeType="withEffect">
                                  <p:stCondLst>
                                    <p:cond delay="200"/>
                                  </p:stCondLst>
                                  <p:childTnLst>
                                    <p:animMotion origin="layout" path="M -0.01719 -0.00023 L -1.25E-6 1.85185E-6 " pathEditMode="relative" rAng="0" ptsTypes="AA">
                                      <p:cBhvr>
                                        <p:cTn id="34" dur="500" fill="hold"/>
                                        <p:tgtEl>
                                          <p:spTgt spid="3"/>
                                        </p:tgtEl>
                                        <p:attrNameLst>
                                          <p:attrName>ppt_x</p:attrName>
                                          <p:attrName>ppt_y</p:attrName>
                                        </p:attrNameLst>
                                      </p:cBhvr>
                                      <p:rCtr x="859" y="0"/>
                                    </p:animMotion>
                                  </p:childTnLst>
                                </p:cTn>
                              </p:par>
                              <p:par>
                                <p:cTn id="35" presetID="10" presetClass="entr" presetSubtype="0" fill="hold" grpId="0" nodeType="withEffect">
                                  <p:stCondLst>
                                    <p:cond delay="2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250"/>
                                        <p:tgtEl>
                                          <p:spTgt spid="6"/>
                                        </p:tgtEl>
                                      </p:cBhvr>
                                    </p:animEffect>
                                  </p:childTnLst>
                                </p:cTn>
                              </p:par>
                              <p:par>
                                <p:cTn id="38" presetID="42" presetClass="path" presetSubtype="0" decel="100000" fill="hold" grpId="1" nodeType="withEffect">
                                  <p:stCondLst>
                                    <p:cond delay="200"/>
                                  </p:stCondLst>
                                  <p:childTnLst>
                                    <p:animMotion origin="layout" path="M -0.01719 -0.00023 L -1.25E-6 1.85185E-6 " pathEditMode="relative" rAng="0" ptsTypes="AA">
                                      <p:cBhvr>
                                        <p:cTn id="39" dur="500" fill="hold"/>
                                        <p:tgtEl>
                                          <p:spTgt spid="6"/>
                                        </p:tgtEl>
                                        <p:attrNameLst>
                                          <p:attrName>ppt_x</p:attrName>
                                          <p:attrName>ppt_y</p:attrName>
                                        </p:attrNameLst>
                                      </p:cBhvr>
                                      <p:rCtr x="859" y="0"/>
                                    </p:animMotion>
                                  </p:childTnLst>
                                </p:cTn>
                              </p:par>
                              <p:par>
                                <p:cTn id="40" presetID="10" presetClass="entr" presetSubtype="0" fill="hold" grpId="0" nodeType="withEffect">
                                  <p:stCondLst>
                                    <p:cond delay="20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250"/>
                                        <p:tgtEl>
                                          <p:spTgt spid="7"/>
                                        </p:tgtEl>
                                      </p:cBhvr>
                                    </p:animEffect>
                                  </p:childTnLst>
                                </p:cTn>
                              </p:par>
                              <p:par>
                                <p:cTn id="43" presetID="42" presetClass="path" presetSubtype="0" decel="100000" fill="hold" grpId="1" nodeType="withEffect">
                                  <p:stCondLst>
                                    <p:cond delay="200"/>
                                  </p:stCondLst>
                                  <p:childTnLst>
                                    <p:animMotion origin="layout" path="M -0.01719 -0.00023 L 6.25E-7 2.96296E-6 " pathEditMode="relative" rAng="0" ptsTypes="AA">
                                      <p:cBhvr>
                                        <p:cTn id="44" dur="500" fill="hold"/>
                                        <p:tgtEl>
                                          <p:spTgt spid="7"/>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p:bldP spid="6" grpId="1"/>
      <p:bldP spid="7" grpId="0"/>
      <p:bldP spid="7" grpId="1"/>
      <p:bldP spid="8" grpId="0" animBg="1"/>
      <p:bldP spid="8" grpId="1" animBg="1"/>
      <p:bldP spid="9" grpId="0" animBg="1"/>
      <p:bldP spid="9" grpId="1" animBg="1"/>
      <p:bldP spid="10" grpId="0"/>
      <p:bldP spid="10" grpId="1"/>
      <p:bldP spid="11" grpId="0"/>
      <p:bldP spid="11" grpId="1"/>
      <p:bldP spid="12" grpId="0" animBg="1"/>
      <p:bldP spid="12" grpId="1"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8666E-A637-81B7-46F6-E03827D88B97}"/>
            </a:ext>
          </a:extLst>
        </p:cNvPr>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CED675BF-9099-CAC4-7AAE-89C5AAE0B7A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1" name="think-cell data - do not delete" hidden="1">
                        <a:extLst>
                          <a:ext uri="{FF2B5EF4-FFF2-40B4-BE49-F238E27FC236}">
                            <a16:creationId xmlns:a16="http://schemas.microsoft.com/office/drawing/2014/main" id="{CED675BF-9099-CAC4-7AAE-89C5AAE0B7A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2127638B-7066-6DD6-E04C-4BB228733474}"/>
              </a:ext>
            </a:extLst>
          </p:cNvPr>
          <p:cNvSpPr>
            <a:spLocks noGrp="1"/>
          </p:cNvSpPr>
          <p:nvPr>
            <p:ph type="title"/>
          </p:nvPr>
        </p:nvSpPr>
        <p:spPr>
          <a:xfrm>
            <a:off x="419100" y="915960"/>
            <a:ext cx="3850680" cy="560387"/>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Hosted agents</a:t>
            </a:r>
          </a:p>
        </p:txBody>
      </p:sp>
      <p:sp>
        <p:nvSpPr>
          <p:cNvPr id="3" name="Rectangle: Rounded Corners 2">
            <a:extLst>
              <a:ext uri="{FF2B5EF4-FFF2-40B4-BE49-F238E27FC236}">
                <a16:creationId xmlns:a16="http://schemas.microsoft.com/office/drawing/2014/main" id="{4ED931AB-C397-ECF6-872A-AC3425B9F80B}"/>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7" name="Text Placeholder 1">
            <a:extLst>
              <a:ext uri="{FF2B5EF4-FFF2-40B4-BE49-F238E27FC236}">
                <a16:creationId xmlns:a16="http://schemas.microsoft.com/office/drawing/2014/main" id="{A46A3320-9D2C-4BAA-61A7-E47A51CC916F}"/>
              </a:ext>
            </a:extLst>
          </p:cNvPr>
          <p:cNvSpPr txBox="1">
            <a:spLocks/>
          </p:cNvSpPr>
          <p:nvPr/>
        </p:nvSpPr>
        <p:spPr>
          <a:xfrm>
            <a:off x="419100" y="1605621"/>
            <a:ext cx="4113184" cy="830997"/>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Deploy custom-code agents built with open agent frameworks into Foundry Agent Service</a:t>
            </a:r>
          </a:p>
        </p:txBody>
      </p:sp>
      <p:sp>
        <p:nvSpPr>
          <p:cNvPr id="9" name="Rectangle: Rounded Corners 8">
            <a:extLst>
              <a:ext uri="{FF2B5EF4-FFF2-40B4-BE49-F238E27FC236}">
                <a16:creationId xmlns:a16="http://schemas.microsoft.com/office/drawing/2014/main" id="{0935089B-A162-F1E1-FC26-8EE1F4B27588}"/>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nvGrpSpPr>
          <p:cNvPr id="28" name="Group 27">
            <a:extLst>
              <a:ext uri="{FF2B5EF4-FFF2-40B4-BE49-F238E27FC236}">
                <a16:creationId xmlns:a16="http://schemas.microsoft.com/office/drawing/2014/main" id="{017EBAB1-73F1-0FC4-D647-07B4F21A18C6}"/>
              </a:ext>
            </a:extLst>
          </p:cNvPr>
          <p:cNvGrpSpPr/>
          <p:nvPr/>
        </p:nvGrpSpPr>
        <p:grpSpPr>
          <a:xfrm>
            <a:off x="419099" y="3005138"/>
            <a:ext cx="4509519" cy="3433762"/>
            <a:chOff x="419099" y="3005138"/>
            <a:chExt cx="4509519" cy="3433762"/>
          </a:xfrm>
        </p:grpSpPr>
        <p:sp>
          <p:nvSpPr>
            <p:cNvPr id="8" name="Rectangle: Rounded Corners 7">
              <a:extLst>
                <a:ext uri="{FF2B5EF4-FFF2-40B4-BE49-F238E27FC236}">
                  <a16:creationId xmlns:a16="http://schemas.microsoft.com/office/drawing/2014/main" id="{8B9CF120-0262-FA62-B975-8238A0E9BA1C}"/>
                </a:ext>
              </a:extLst>
            </p:cNvPr>
            <p:cNvSpPr/>
            <p:nvPr/>
          </p:nvSpPr>
          <p:spPr>
            <a:xfrm>
              <a:off x="419099" y="3005138"/>
              <a:ext cx="4509519" cy="3433762"/>
            </a:xfrm>
            <a:prstGeom prst="roundRect">
              <a:avLst>
                <a:gd name="adj" fmla="val 330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13" name="Rounded Rectangle 3">
              <a:extLst>
                <a:ext uri="{FF2B5EF4-FFF2-40B4-BE49-F238E27FC236}">
                  <a16:creationId xmlns:a16="http://schemas.microsoft.com/office/drawing/2014/main" id="{866F0CAA-64EC-831E-3ECD-7098E809533B}"/>
                </a:ext>
              </a:extLst>
            </p:cNvPr>
            <p:cNvSpPr/>
            <p:nvPr/>
          </p:nvSpPr>
          <p:spPr>
            <a:xfrm>
              <a:off x="511979" y="3092280"/>
              <a:ext cx="4323759" cy="833176"/>
            </a:xfrm>
            <a:prstGeom prst="roundRect">
              <a:avLst>
                <a:gd name="adj" fmla="val 11183"/>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endParaRPr>
            </a:p>
          </p:txBody>
        </p:sp>
        <p:sp>
          <p:nvSpPr>
            <p:cNvPr id="15" name="Oval 14">
              <a:extLst>
                <a:ext uri="{FF2B5EF4-FFF2-40B4-BE49-F238E27FC236}">
                  <a16:creationId xmlns:a16="http://schemas.microsoft.com/office/drawing/2014/main" id="{91FCA43B-2740-0072-1CE3-6BDEE34938B6}"/>
                </a:ext>
              </a:extLst>
            </p:cNvPr>
            <p:cNvSpPr>
              <a:spLocks noChangeAspect="1"/>
            </p:cNvSpPr>
            <p:nvPr/>
          </p:nvSpPr>
          <p:spPr bwMode="auto">
            <a:xfrm>
              <a:off x="3539379" y="3298575"/>
              <a:ext cx="388810" cy="374650"/>
            </a:xfrm>
            <a:prstGeom prst="ellipse">
              <a:avLst/>
            </a:prstGeom>
            <a:solidFill>
              <a:srgbClr val="FFFFFF"/>
            </a:solidFill>
            <a:ln w="12700" cap="flat">
              <a:solidFill>
                <a:schemeClr val="bg2"/>
              </a:solidFill>
              <a:prstDash val="solid"/>
              <a:miter/>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Sans Display"/>
                <a:ea typeface="Segoe UI" pitchFamily="34" charset="0"/>
                <a:cs typeface="Segoe Sans Display" pitchFamily="2" charset="0"/>
              </a:endParaRPr>
            </a:p>
          </p:txBody>
        </p:sp>
        <p:pic>
          <p:nvPicPr>
            <p:cNvPr id="16" name="Picture 15" descr="LangGraph (LangChain) Logo Free Down... · LobeHub">
              <a:extLst>
                <a:ext uri="{FF2B5EF4-FFF2-40B4-BE49-F238E27FC236}">
                  <a16:creationId xmlns:a16="http://schemas.microsoft.com/office/drawing/2014/main" id="{5612113E-A205-1B66-2F03-9E2B530AE22A}"/>
                </a:ext>
              </a:extLst>
            </p:cNvPr>
            <p:cNvPicPr>
              <a:picLocks noChangeAspect="1"/>
            </p:cNvPicPr>
            <p:nvPr/>
          </p:nvPicPr>
          <p:blipFill rotWithShape="1">
            <a:blip r:embed="rId6"/>
            <a:srcRect l="-4017" r="-4017"/>
            <a:stretch>
              <a:fillRect/>
            </a:stretch>
          </p:blipFill>
          <p:spPr>
            <a:xfrm>
              <a:off x="3587804" y="3350777"/>
              <a:ext cx="291958" cy="270246"/>
            </a:xfrm>
            <a:prstGeom prst="rect">
              <a:avLst/>
            </a:prstGeom>
          </p:spPr>
        </p:pic>
        <p:sp>
          <p:nvSpPr>
            <p:cNvPr id="19" name="Oval 18">
              <a:extLst>
                <a:ext uri="{FF2B5EF4-FFF2-40B4-BE49-F238E27FC236}">
                  <a16:creationId xmlns:a16="http://schemas.microsoft.com/office/drawing/2014/main" id="{60CFA22F-74EC-851F-FB4E-A0119C6450E0}"/>
                </a:ext>
              </a:extLst>
            </p:cNvPr>
            <p:cNvSpPr>
              <a:spLocks noChangeAspect="1"/>
            </p:cNvSpPr>
            <p:nvPr/>
          </p:nvSpPr>
          <p:spPr bwMode="auto">
            <a:xfrm>
              <a:off x="2933909" y="3293363"/>
              <a:ext cx="388810" cy="374650"/>
            </a:xfrm>
            <a:prstGeom prst="ellipse">
              <a:avLst/>
            </a:prstGeom>
            <a:solidFill>
              <a:srgbClr val="FFFFFF"/>
            </a:solidFill>
            <a:ln w="12700" cap="flat">
              <a:solidFill>
                <a:schemeClr val="bg2"/>
              </a:solidFill>
              <a:prstDash val="solid"/>
              <a:miter/>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Sans Display"/>
                <a:ea typeface="Segoe UI" pitchFamily="34" charset="0"/>
                <a:cs typeface="Segoe Sans Display" pitchFamily="2" charset="0"/>
              </a:endParaRPr>
            </a:p>
          </p:txBody>
        </p:sp>
        <p:pic>
          <p:nvPicPr>
            <p:cNvPr id="20" name="Picture 19">
              <a:extLst>
                <a:ext uri="{FF2B5EF4-FFF2-40B4-BE49-F238E27FC236}">
                  <a16:creationId xmlns:a16="http://schemas.microsoft.com/office/drawing/2014/main" id="{4D4C9E5B-012E-18B9-DB81-9B12082F386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890" r="-1890"/>
            <a:stretch>
              <a:fillRect/>
            </a:stretch>
          </p:blipFill>
          <p:spPr>
            <a:xfrm>
              <a:off x="2986068" y="3343621"/>
              <a:ext cx="284494" cy="274133"/>
            </a:xfrm>
            <a:prstGeom prst="rect">
              <a:avLst/>
            </a:prstGeom>
          </p:spPr>
        </p:pic>
        <p:sp>
          <p:nvSpPr>
            <p:cNvPr id="25" name="Rectangle 24">
              <a:extLst>
                <a:ext uri="{FF2B5EF4-FFF2-40B4-BE49-F238E27FC236}">
                  <a16:creationId xmlns:a16="http://schemas.microsoft.com/office/drawing/2014/main" id="{D86B3FE2-281F-9C68-C8C9-08615390BEE0}"/>
                </a:ext>
              </a:extLst>
            </p:cNvPr>
            <p:cNvSpPr/>
            <p:nvPr/>
          </p:nvSpPr>
          <p:spPr bwMode="auto">
            <a:xfrm>
              <a:off x="652837" y="3258774"/>
              <a:ext cx="484107" cy="21544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Client</a:t>
              </a:r>
            </a:p>
          </p:txBody>
        </p:sp>
        <p:sp>
          <p:nvSpPr>
            <p:cNvPr id="26" name="Rectangle 25">
              <a:extLst>
                <a:ext uri="{FF2B5EF4-FFF2-40B4-BE49-F238E27FC236}">
                  <a16:creationId xmlns:a16="http://schemas.microsoft.com/office/drawing/2014/main" id="{9C31046E-3E55-61BB-ED6D-6825AD021942}"/>
                </a:ext>
              </a:extLst>
            </p:cNvPr>
            <p:cNvSpPr/>
            <p:nvPr/>
          </p:nvSpPr>
          <p:spPr bwMode="auto">
            <a:xfrm>
              <a:off x="652837" y="3588278"/>
              <a:ext cx="1134926" cy="1692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a:ea typeface="+mn-ea"/>
                  <a:cs typeface="Segoe Sans Display" pitchFamily="2" charset="0"/>
                </a:rPr>
                <a:t>Agent frameworks</a:t>
              </a:r>
            </a:p>
          </p:txBody>
        </p:sp>
        <p:sp>
          <p:nvSpPr>
            <p:cNvPr id="44" name="Oval 43">
              <a:extLst>
                <a:ext uri="{FF2B5EF4-FFF2-40B4-BE49-F238E27FC236}">
                  <a16:creationId xmlns:a16="http://schemas.microsoft.com/office/drawing/2014/main" id="{9CDF6A09-ECAF-39FD-B58E-3F26C2268E22}"/>
                </a:ext>
              </a:extLst>
            </p:cNvPr>
            <p:cNvSpPr>
              <a:spLocks noChangeAspect="1"/>
            </p:cNvSpPr>
            <p:nvPr/>
          </p:nvSpPr>
          <p:spPr bwMode="auto">
            <a:xfrm>
              <a:off x="4149269" y="3298575"/>
              <a:ext cx="388810" cy="374650"/>
            </a:xfrm>
            <a:prstGeom prst="ellipse">
              <a:avLst/>
            </a:prstGeom>
            <a:solidFill>
              <a:srgbClr val="FFFFFF"/>
            </a:solidFill>
            <a:ln w="12700" cap="flat">
              <a:solidFill>
                <a:schemeClr val="bg2"/>
              </a:solidFill>
              <a:prstDash val="solid"/>
              <a:miter/>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Sans Display"/>
                <a:ea typeface="Segoe UI" pitchFamily="34" charset="0"/>
                <a:cs typeface="Segoe Sans Display" pitchFamily="2" charset="0"/>
              </a:endParaRPr>
            </a:p>
          </p:txBody>
        </p:sp>
        <p:pic>
          <p:nvPicPr>
            <p:cNvPr id="45" name="Google Shape;1717;p89" title="Character=Copilot, Rotate=1 (Straightahead), Mode=Dark.png">
              <a:extLst>
                <a:ext uri="{FF2B5EF4-FFF2-40B4-BE49-F238E27FC236}">
                  <a16:creationId xmlns:a16="http://schemas.microsoft.com/office/drawing/2014/main" id="{74296AEE-2435-58A4-5762-BE2D9980C945}"/>
                </a:ext>
              </a:extLst>
            </p:cNvPr>
            <p:cNvPicPr preferRelativeResize="0"/>
            <p:nvPr/>
          </p:nvPicPr>
          <p:blipFill rotWithShape="1">
            <a:blip r:embed="rId8">
              <a:alphaModFix/>
            </a:blip>
            <a:srcRect l="1913" t="11385" r="1913" b="11385"/>
            <a:stretch>
              <a:fillRect/>
            </a:stretch>
          </p:blipFill>
          <p:spPr>
            <a:xfrm>
              <a:off x="4196372" y="3367614"/>
              <a:ext cx="294606" cy="236574"/>
            </a:xfrm>
            <a:prstGeom prst="rect">
              <a:avLst/>
            </a:prstGeom>
            <a:noFill/>
            <a:ln>
              <a:noFill/>
            </a:ln>
            <a:effectLst/>
          </p:spPr>
        </p:pic>
        <p:sp>
          <p:nvSpPr>
            <p:cNvPr id="46" name="Rounded Rectangle 3">
              <a:extLst>
                <a:ext uri="{FF2B5EF4-FFF2-40B4-BE49-F238E27FC236}">
                  <a16:creationId xmlns:a16="http://schemas.microsoft.com/office/drawing/2014/main" id="{2ED7EB81-DA6B-48E3-B86A-190CDC1361DC}"/>
                </a:ext>
              </a:extLst>
            </p:cNvPr>
            <p:cNvSpPr/>
            <p:nvPr/>
          </p:nvSpPr>
          <p:spPr>
            <a:xfrm>
              <a:off x="511979" y="5518582"/>
              <a:ext cx="4323759" cy="833176"/>
            </a:xfrm>
            <a:prstGeom prst="roundRect">
              <a:avLst>
                <a:gd name="adj" fmla="val 10526"/>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Segoe Sans Display"/>
                <a:ea typeface="+mn-ea"/>
                <a:cs typeface="Segoe Sans Text" pitchFamily="2" charset="0"/>
              </a:endParaRPr>
            </a:p>
          </p:txBody>
        </p:sp>
        <p:sp>
          <p:nvSpPr>
            <p:cNvPr id="59" name="Rectangle 58">
              <a:extLst>
                <a:ext uri="{FF2B5EF4-FFF2-40B4-BE49-F238E27FC236}">
                  <a16:creationId xmlns:a16="http://schemas.microsoft.com/office/drawing/2014/main" id="{DA7253E3-8238-A1CB-8AB9-1F9D8B4D21DB}"/>
                </a:ext>
              </a:extLst>
            </p:cNvPr>
            <p:cNvSpPr/>
            <p:nvPr/>
          </p:nvSpPr>
          <p:spPr bwMode="auto">
            <a:xfrm>
              <a:off x="652837" y="5685076"/>
              <a:ext cx="1507977" cy="21544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Microsoft Foundry</a:t>
              </a:r>
            </a:p>
          </p:txBody>
        </p:sp>
        <p:sp>
          <p:nvSpPr>
            <p:cNvPr id="60" name="Rectangle 59">
              <a:extLst>
                <a:ext uri="{FF2B5EF4-FFF2-40B4-BE49-F238E27FC236}">
                  <a16:creationId xmlns:a16="http://schemas.microsoft.com/office/drawing/2014/main" id="{95CC71B4-9322-5D70-C5E4-E15A9D037CB8}"/>
                </a:ext>
              </a:extLst>
            </p:cNvPr>
            <p:cNvSpPr/>
            <p:nvPr/>
          </p:nvSpPr>
          <p:spPr bwMode="auto">
            <a:xfrm>
              <a:off x="652837" y="6014580"/>
              <a:ext cx="1402628" cy="1692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a:ea typeface="+mn-ea"/>
                  <a:cs typeface="Segoe Sans Display" pitchFamily="2" charset="0"/>
                </a:rPr>
                <a:t>Foundry Agent Service</a:t>
              </a:r>
            </a:p>
          </p:txBody>
        </p:sp>
        <p:sp>
          <p:nvSpPr>
            <p:cNvPr id="66" name="Oval 65">
              <a:extLst>
                <a:ext uri="{FF2B5EF4-FFF2-40B4-BE49-F238E27FC236}">
                  <a16:creationId xmlns:a16="http://schemas.microsoft.com/office/drawing/2014/main" id="{ECE252ED-4A2E-98B7-D540-E26B7B0971D8}"/>
                </a:ext>
              </a:extLst>
            </p:cNvPr>
            <p:cNvSpPr>
              <a:spLocks noChangeAspect="1"/>
            </p:cNvSpPr>
            <p:nvPr/>
          </p:nvSpPr>
          <p:spPr bwMode="auto">
            <a:xfrm>
              <a:off x="4149268" y="5724877"/>
              <a:ext cx="388810" cy="374650"/>
            </a:xfrm>
            <a:prstGeom prst="ellipse">
              <a:avLst/>
            </a:prstGeom>
            <a:solidFill>
              <a:srgbClr val="FFFFFF"/>
            </a:solidFill>
            <a:ln w="12700" cap="flat">
              <a:solidFill>
                <a:schemeClr val="bg2"/>
              </a:solidFill>
              <a:prstDash val="solid"/>
              <a:miter/>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Sans Display"/>
                <a:ea typeface="Segoe UI" pitchFamily="34" charset="0"/>
                <a:cs typeface="Segoe Sans Display" pitchFamily="2" charset="0"/>
              </a:endParaRPr>
            </a:p>
          </p:txBody>
        </p:sp>
        <p:pic>
          <p:nvPicPr>
            <p:cNvPr id="17" name="Picture 16">
              <a:extLst>
                <a:ext uri="{FF2B5EF4-FFF2-40B4-BE49-F238E27FC236}">
                  <a16:creationId xmlns:a16="http://schemas.microsoft.com/office/drawing/2014/main" id="{1B99A52E-F652-7EA0-5A8A-815EFB96196A}"/>
                </a:ext>
                <a:ext uri="{C183D7F6-B498-43B3-948B-1728B52AA6E4}">
                  <adec:decorative xmlns:adec="http://schemas.microsoft.com/office/drawing/2017/decorative" val="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930" r="-1930"/>
            <a:stretch>
              <a:fillRect/>
            </a:stretch>
          </p:blipFill>
          <p:spPr>
            <a:xfrm>
              <a:off x="4214676" y="5792798"/>
              <a:ext cx="257994" cy="238808"/>
            </a:xfrm>
            <a:prstGeom prst="rect">
              <a:avLst/>
            </a:prstGeom>
            <a:ln>
              <a:noFill/>
            </a:ln>
          </p:spPr>
        </p:pic>
        <p:sp>
          <p:nvSpPr>
            <p:cNvPr id="88" name="Rectangle: Rounded Corners 87">
              <a:extLst>
                <a:ext uri="{FF2B5EF4-FFF2-40B4-BE49-F238E27FC236}">
                  <a16:creationId xmlns:a16="http://schemas.microsoft.com/office/drawing/2014/main" id="{310F5563-9B32-339E-8F53-3F43F74CEC7D}"/>
                </a:ext>
              </a:extLst>
            </p:cNvPr>
            <p:cNvSpPr>
              <a:spLocks/>
            </p:cNvSpPr>
            <p:nvPr/>
          </p:nvSpPr>
          <p:spPr bwMode="auto">
            <a:xfrm>
              <a:off x="982571" y="4135107"/>
              <a:ext cx="3853167" cy="330315"/>
            </a:xfrm>
            <a:prstGeom prst="roundRect">
              <a:avLst>
                <a:gd name="adj" fmla="val 50000"/>
              </a:avLst>
            </a:prstGeom>
            <a:solidFill>
              <a:schemeClr val="bg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0" marR="0" lvl="0" indent="0" algn="l" defTabSz="541895" rtl="0" eaLnBrk="1" fontAlgn="base" latinLnBrk="0" hangingPunct="1">
                <a:lnSpc>
                  <a:spcPct val="100000"/>
                </a:lnSpc>
                <a:spcBef>
                  <a:spcPct val="0"/>
                </a:spcBef>
                <a:spcAft>
                  <a:spcPct val="0"/>
                </a:spcAft>
                <a:buClrTx/>
                <a:buSzTx/>
                <a:buFontTx/>
                <a:buNone/>
                <a:tabLst>
                  <a:tab pos="881290" algn="l"/>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Build/Package</a:t>
              </a:r>
            </a:p>
          </p:txBody>
        </p:sp>
        <p:sp>
          <p:nvSpPr>
            <p:cNvPr id="90" name="Rectangle: Rounded Corners 89">
              <a:extLst>
                <a:ext uri="{FF2B5EF4-FFF2-40B4-BE49-F238E27FC236}">
                  <a16:creationId xmlns:a16="http://schemas.microsoft.com/office/drawing/2014/main" id="{68596F57-A62E-C6D1-1359-C0A69F963265}"/>
                </a:ext>
              </a:extLst>
            </p:cNvPr>
            <p:cNvSpPr>
              <a:spLocks/>
            </p:cNvSpPr>
            <p:nvPr/>
          </p:nvSpPr>
          <p:spPr bwMode="auto">
            <a:xfrm>
              <a:off x="982571" y="4556862"/>
              <a:ext cx="3853167" cy="330315"/>
            </a:xfrm>
            <a:prstGeom prst="roundRect">
              <a:avLst>
                <a:gd name="adj" fmla="val 50000"/>
              </a:avLst>
            </a:prstGeom>
            <a:solidFill>
              <a:schemeClr val="bg2"/>
            </a:solidFill>
          </p:spPr>
          <p:txBody>
            <a:bodyPr wrap="none" lIns="91440" tIns="137160" rIns="0" bIns="137160" rtlCol="0" anchor="ctr" anchorCtr="0">
              <a:noAutofit/>
            </a:bodyPr>
            <a:lstStyle/>
            <a:p>
              <a:pPr marL="0" marR="0" lvl="0" indent="0" algn="l" defTabSz="541895" rtl="0" eaLnBrk="1" fontAlgn="base" latinLnBrk="0" hangingPunct="1">
                <a:lnSpc>
                  <a:spcPct val="100000"/>
                </a:lnSpc>
                <a:spcBef>
                  <a:spcPct val="0"/>
                </a:spcBef>
                <a:spcAft>
                  <a:spcPct val="0"/>
                </a:spcAft>
                <a:buClrTx/>
                <a:buSzTx/>
                <a:buFontTx/>
                <a:buNone/>
                <a:tabLst>
                  <a:tab pos="881290" algn="l"/>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Containers</a:t>
              </a:r>
            </a:p>
          </p:txBody>
        </p:sp>
        <p:sp>
          <p:nvSpPr>
            <p:cNvPr id="91" name="Rectangle: Rounded Corners 90">
              <a:extLst>
                <a:ext uri="{FF2B5EF4-FFF2-40B4-BE49-F238E27FC236}">
                  <a16:creationId xmlns:a16="http://schemas.microsoft.com/office/drawing/2014/main" id="{81B8B19A-C734-9210-5E92-71183E5ABF55}"/>
                </a:ext>
              </a:extLst>
            </p:cNvPr>
            <p:cNvSpPr>
              <a:spLocks/>
            </p:cNvSpPr>
            <p:nvPr/>
          </p:nvSpPr>
          <p:spPr bwMode="auto">
            <a:xfrm>
              <a:off x="982571" y="4978617"/>
              <a:ext cx="3853167" cy="330315"/>
            </a:xfrm>
            <a:prstGeom prst="roundRect">
              <a:avLst>
                <a:gd name="adj" fmla="val 50000"/>
              </a:avLst>
            </a:prstGeom>
            <a:solidFill>
              <a:schemeClr val="bg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0" marR="0" lvl="0" indent="0" algn="l" defTabSz="541895" rtl="0" eaLnBrk="1" fontAlgn="base" latinLnBrk="0" hangingPunct="1">
                <a:lnSpc>
                  <a:spcPct val="100000"/>
                </a:lnSpc>
                <a:spcBef>
                  <a:spcPct val="0"/>
                </a:spcBef>
                <a:spcAft>
                  <a:spcPct val="0"/>
                </a:spcAft>
                <a:buClrTx/>
                <a:buSzTx/>
                <a:buFontTx/>
                <a:buNone/>
                <a:tabLst>
                  <a:tab pos="881290" algn="l"/>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Deploy</a:t>
              </a:r>
            </a:p>
          </p:txBody>
        </p:sp>
        <p:cxnSp>
          <p:nvCxnSpPr>
            <p:cNvPr id="98" name="Straight Arrow Connector 97">
              <a:extLst>
                <a:ext uri="{FF2B5EF4-FFF2-40B4-BE49-F238E27FC236}">
                  <a16:creationId xmlns:a16="http://schemas.microsoft.com/office/drawing/2014/main" id="{21C60747-9AE5-3265-E13D-EF3EF4641AAA}"/>
                </a:ext>
              </a:extLst>
            </p:cNvPr>
            <p:cNvCxnSpPr>
              <a:cxnSpLocks/>
            </p:cNvCxnSpPr>
            <p:nvPr/>
          </p:nvCxnSpPr>
          <p:spPr>
            <a:xfrm>
              <a:off x="755532" y="3975568"/>
              <a:ext cx="0" cy="1491782"/>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grpSp>
      <p:pic>
        <p:nvPicPr>
          <p:cNvPr id="27" name="Picture 26">
            <a:extLst>
              <a:ext uri="{FF2B5EF4-FFF2-40B4-BE49-F238E27FC236}">
                <a16:creationId xmlns:a16="http://schemas.microsoft.com/office/drawing/2014/main" id="{38B43B27-D9F6-F532-E579-62A1E794F374}"/>
              </a:ext>
            </a:extLst>
          </p:cNvPr>
          <p:cNvPicPr>
            <a:picLocks noChangeAspect="1"/>
          </p:cNvPicPr>
          <p:nvPr/>
        </p:nvPicPr>
        <p:blipFill rotWithShape="1">
          <a:blip r:embed="rId10"/>
          <a:srcRect t="-4372" b="-4372"/>
          <a:stretch>
            <a:fillRect/>
          </a:stretch>
        </p:blipFill>
        <p:spPr>
          <a:xfrm>
            <a:off x="5314950" y="1605621"/>
            <a:ext cx="6765039" cy="3647182"/>
          </a:xfrm>
          <a:prstGeom prst="rect">
            <a:avLst/>
          </a:prstGeom>
        </p:spPr>
      </p:pic>
    </p:spTree>
    <p:extLst>
      <p:ext uri="{BB962C8B-B14F-4D97-AF65-F5344CB8AC3E}">
        <p14:creationId xmlns:p14="http://schemas.microsoft.com/office/powerpoint/2010/main" val="15389120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
                                        <p:tgtEl>
                                          <p:spTgt spid="27"/>
                                        </p:tgtEl>
                                      </p:cBhvr>
                                    </p:animEffect>
                                  </p:childTnLst>
                                </p:cTn>
                              </p:par>
                              <p:par>
                                <p:cTn id="8" presetID="42" presetClass="path" presetSubtype="0" decel="100000" fill="hold" nodeType="withEffect">
                                  <p:stCondLst>
                                    <p:cond delay="300"/>
                                  </p:stCondLst>
                                  <p:childTnLst>
                                    <p:animMotion origin="layout" path="M -1.25E-6 0.03889 L -1.25E-6 0 " pathEditMode="relative" rAng="0" ptsTypes="AA">
                                      <p:cBhvr>
                                        <p:cTn id="9" dur="500" fill="hold"/>
                                        <p:tgtEl>
                                          <p:spTgt spid="27"/>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par>
                                <p:cTn id="13" presetID="42" presetClass="path" presetSubtype="0" decel="100000" fill="hold" grpId="1" nodeType="withEffect">
                                  <p:stCondLst>
                                    <p:cond delay="0"/>
                                  </p:stCondLst>
                                  <p:childTnLst>
                                    <p:animMotion origin="layout" path="M 2.29167E-6 0.03888 L 2.29167E-6 4.44444E-6 " pathEditMode="relative" rAng="0" ptsTypes="AA">
                                      <p:cBhvr>
                                        <p:cTn id="14" dur="500" fill="hold"/>
                                        <p:tgtEl>
                                          <p:spTgt spid="11"/>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p:tgtEl>
                                          <p:spTgt spid="7"/>
                                        </p:tgtEl>
                                      </p:cBhvr>
                                    </p:animEffect>
                                  </p:childTnLst>
                                </p:cTn>
                              </p:par>
                              <p:par>
                                <p:cTn id="18" presetID="42" presetClass="path" presetSubtype="0" decel="100000" fill="hold" grpId="1" nodeType="withEffect">
                                  <p:stCondLst>
                                    <p:cond delay="100"/>
                                  </p:stCondLst>
                                  <p:childTnLst>
                                    <p:animMotion origin="layout" path="M -4.79167E-6 0.03888 L -4.79167E-6 4.07407E-6 " pathEditMode="relative" rAng="0" ptsTypes="AA">
                                      <p:cBhvr>
                                        <p:cTn id="19" dur="500" fill="hold"/>
                                        <p:tgtEl>
                                          <p:spTgt spid="7"/>
                                        </p:tgtEl>
                                        <p:attrNameLst>
                                          <p:attrName>ppt_x</p:attrName>
                                          <p:attrName>ppt_y</p:attrName>
                                        </p:attrNameLst>
                                      </p:cBhvr>
                                      <p:rCtr x="0" y="-1944"/>
                                    </p:animMotion>
                                  </p:childTnLst>
                                </p:cTn>
                              </p:par>
                              <p:par>
                                <p:cTn id="20" presetID="10" presetClass="entr" presetSubtype="0" fill="hold" nodeType="withEffect">
                                  <p:stCondLst>
                                    <p:cond delay="10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00"/>
                                        <p:tgtEl>
                                          <p:spTgt spid="28"/>
                                        </p:tgtEl>
                                      </p:cBhvr>
                                    </p:animEffect>
                                  </p:childTnLst>
                                </p:cTn>
                              </p:par>
                              <p:par>
                                <p:cTn id="23" presetID="42" presetClass="path" presetSubtype="0" decel="100000" fill="hold" nodeType="withEffect">
                                  <p:stCondLst>
                                    <p:cond delay="100"/>
                                  </p:stCondLst>
                                  <p:childTnLst>
                                    <p:animMotion origin="layout" path="M 5E-6 0.03888 L 5E-6 4.81481E-6 " pathEditMode="relative" rAng="0" ptsTypes="AA">
                                      <p:cBhvr>
                                        <p:cTn id="24" dur="500" fill="hold"/>
                                        <p:tgtEl>
                                          <p:spTgt spid="28"/>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7" grpId="0"/>
      <p:bldP spid="7" grpId="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hink-cell data - do not delete" hidden="1">
            <a:extLst>
              <a:ext uri="{FF2B5EF4-FFF2-40B4-BE49-F238E27FC236}">
                <a16:creationId xmlns:a16="http://schemas.microsoft.com/office/drawing/2014/main" id="{CC21FCA2-F632-BAD2-5B32-9629868F63D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8" name="think-cell data - do not delete" hidden="1">
                        <a:extLst>
                          <a:ext uri="{FF2B5EF4-FFF2-40B4-BE49-F238E27FC236}">
                            <a16:creationId xmlns:a16="http://schemas.microsoft.com/office/drawing/2014/main" id="{CC21FCA2-F632-BAD2-5B32-9629868F63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F2972F09-B9D2-E479-FF18-48F68021B2A5}"/>
              </a:ext>
            </a:extLst>
          </p:cNvPr>
          <p:cNvSpPr>
            <a:spLocks noGrp="1"/>
          </p:cNvSpPr>
          <p:nvPr>
            <p:ph type="title"/>
          </p:nvPr>
        </p:nvSpPr>
        <p:spPr>
          <a:xfrm>
            <a:off x="419100" y="915960"/>
            <a:ext cx="4338069" cy="560426"/>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Agent distribution</a:t>
            </a:r>
          </a:p>
        </p:txBody>
      </p:sp>
      <p:sp>
        <p:nvSpPr>
          <p:cNvPr id="5" name="Rectangle: Rounded Corners 4">
            <a:extLst>
              <a:ext uri="{FF2B5EF4-FFF2-40B4-BE49-F238E27FC236}">
                <a16:creationId xmlns:a16="http://schemas.microsoft.com/office/drawing/2014/main" id="{41A499A8-D6C4-768A-5A0E-09D8AC88A934}"/>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6" name="Text Placeholder 1">
            <a:extLst>
              <a:ext uri="{FF2B5EF4-FFF2-40B4-BE49-F238E27FC236}">
                <a16:creationId xmlns:a16="http://schemas.microsoft.com/office/drawing/2014/main" id="{A1A1A64E-0768-696F-05C0-FA665CB7DDC9}"/>
              </a:ext>
            </a:extLst>
          </p:cNvPr>
          <p:cNvSpPr txBox="1">
            <a:spLocks/>
          </p:cNvSpPr>
          <p:nvPr/>
        </p:nvSpPr>
        <p:spPr>
          <a:xfrm>
            <a:off x="419100" y="1605621"/>
            <a:ext cx="4113184" cy="830997"/>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Take agents built with Foundry and make them available instantly in M365 Copilot and Teams Chat</a:t>
            </a:r>
          </a:p>
        </p:txBody>
      </p:sp>
      <p:sp>
        <p:nvSpPr>
          <p:cNvPr id="8" name="Rectangle: Rounded Corners 7">
            <a:extLst>
              <a:ext uri="{FF2B5EF4-FFF2-40B4-BE49-F238E27FC236}">
                <a16:creationId xmlns:a16="http://schemas.microsoft.com/office/drawing/2014/main" id="{18D9C81F-EB54-0F4C-13E8-5C090C4D7FC7}"/>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3" name="Picture 2">
            <a:extLst>
              <a:ext uri="{FF2B5EF4-FFF2-40B4-BE49-F238E27FC236}">
                <a16:creationId xmlns:a16="http://schemas.microsoft.com/office/drawing/2014/main" id="{1E47CD5D-238F-32DD-E2F6-FA3C64B4B905}"/>
              </a:ext>
            </a:extLst>
          </p:cNvPr>
          <p:cNvPicPr>
            <a:picLocks noChangeAspect="1"/>
          </p:cNvPicPr>
          <p:nvPr/>
        </p:nvPicPr>
        <p:blipFill rotWithShape="1">
          <a:blip r:embed="rId6"/>
          <a:srcRect l="9364" r="9364"/>
          <a:stretch>
            <a:fillRect/>
          </a:stretch>
        </p:blipFill>
        <p:spPr>
          <a:xfrm>
            <a:off x="5314950" y="1365813"/>
            <a:ext cx="6765039" cy="4126798"/>
          </a:xfrm>
          <a:prstGeom prst="rect">
            <a:avLst/>
          </a:prstGeom>
          <a:solidFill>
            <a:srgbClr val="0F0F0F"/>
          </a:solidFill>
        </p:spPr>
      </p:pic>
      <p:pic>
        <p:nvPicPr>
          <p:cNvPr id="29" name="Picture 28">
            <a:extLst>
              <a:ext uri="{FF2B5EF4-FFF2-40B4-BE49-F238E27FC236}">
                <a16:creationId xmlns:a16="http://schemas.microsoft.com/office/drawing/2014/main" id="{20D18FA4-7A9F-61D7-608E-2B87A054F390}"/>
              </a:ext>
            </a:extLst>
          </p:cNvPr>
          <p:cNvPicPr>
            <a:picLocks noChangeAspect="1"/>
          </p:cNvPicPr>
          <p:nvPr/>
        </p:nvPicPr>
        <p:blipFill rotWithShape="1">
          <a:blip r:embed="rId7"/>
          <a:srcRect t="-3890" b="-3890"/>
          <a:stretch>
            <a:fillRect/>
          </a:stretch>
        </p:blipFill>
        <p:spPr>
          <a:xfrm>
            <a:off x="5314950" y="1247775"/>
            <a:ext cx="6765039" cy="4362874"/>
          </a:xfrm>
          <a:prstGeom prst="rect">
            <a:avLst/>
          </a:prstGeom>
          <a:solidFill>
            <a:srgbClr val="000000"/>
          </a:solidFill>
          <a:ln w="12700">
            <a:solidFill>
              <a:schemeClr val="tx1">
                <a:alpha val="40000"/>
              </a:schemeClr>
            </a:solidFill>
            <a:headEnd type="none" w="med" len="med"/>
            <a:tailEnd type="none" w="med" len="med"/>
          </a:ln>
          <a:effectLst/>
        </p:spPr>
      </p:pic>
      <p:grpSp>
        <p:nvGrpSpPr>
          <p:cNvPr id="78" name="Group 77">
            <a:extLst>
              <a:ext uri="{FF2B5EF4-FFF2-40B4-BE49-F238E27FC236}">
                <a16:creationId xmlns:a16="http://schemas.microsoft.com/office/drawing/2014/main" id="{D39F281D-6874-8FBA-29EA-94AA4BB40A44}"/>
              </a:ext>
            </a:extLst>
          </p:cNvPr>
          <p:cNvGrpSpPr/>
          <p:nvPr/>
        </p:nvGrpSpPr>
        <p:grpSpPr>
          <a:xfrm>
            <a:off x="419099" y="3005138"/>
            <a:ext cx="4509519" cy="3433762"/>
            <a:chOff x="419099" y="3005138"/>
            <a:chExt cx="4509519" cy="3433762"/>
          </a:xfrm>
        </p:grpSpPr>
        <p:sp>
          <p:nvSpPr>
            <p:cNvPr id="14" name="Rectangle: Rounded Corners 13">
              <a:extLst>
                <a:ext uri="{FF2B5EF4-FFF2-40B4-BE49-F238E27FC236}">
                  <a16:creationId xmlns:a16="http://schemas.microsoft.com/office/drawing/2014/main" id="{9BF6D2C8-0650-BF24-0B3B-85EE4C1EF1C7}"/>
                </a:ext>
              </a:extLst>
            </p:cNvPr>
            <p:cNvSpPr/>
            <p:nvPr/>
          </p:nvSpPr>
          <p:spPr>
            <a:xfrm>
              <a:off x="419099" y="3005138"/>
              <a:ext cx="4509519" cy="3433762"/>
            </a:xfrm>
            <a:prstGeom prst="roundRect">
              <a:avLst>
                <a:gd name="adj" fmla="val 330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74" name="Rectangle: Rounded Corners 73">
              <a:extLst>
                <a:ext uri="{FF2B5EF4-FFF2-40B4-BE49-F238E27FC236}">
                  <a16:creationId xmlns:a16="http://schemas.microsoft.com/office/drawing/2014/main" id="{52958DC0-E6E0-901F-9064-7A2F6BD86809}"/>
                </a:ext>
              </a:extLst>
            </p:cNvPr>
            <p:cNvSpPr>
              <a:spLocks/>
            </p:cNvSpPr>
            <p:nvPr/>
          </p:nvSpPr>
          <p:spPr>
            <a:xfrm>
              <a:off x="577341" y="4355293"/>
              <a:ext cx="1911860" cy="1919505"/>
            </a:xfrm>
            <a:prstGeom prst="roundRect">
              <a:avLst>
                <a:gd name="adj" fmla="val 6406"/>
              </a:avLst>
            </a:prstGeom>
            <a:solidFill>
              <a:schemeClr val="bg1">
                <a:lumMod val="85000"/>
                <a:alpha val="49000"/>
              </a:schemeClr>
            </a:solidFill>
            <a:ln w="25400">
              <a:noFill/>
            </a:ln>
          </p:spPr>
          <p:txBody>
            <a:bodyPr vert="horz" lIns="91440" tIns="45720" rIns="91440" bIns="45720" rtlCol="0" anchor="ctr">
              <a:noAutofit/>
            </a:bodyPr>
            <a:lstStyle/>
            <a:p>
              <a:pPr marL="0" marR="0" lvl="0" indent="0" algn="ctr" defTabSz="932742" rtl="0" eaLnBrk="1" fontAlgn="auto" latinLnBrk="0" hangingPunct="1">
                <a:lnSpc>
                  <a:spcPct val="100000"/>
                </a:lnSpc>
                <a:spcBef>
                  <a:spcPts val="600"/>
                </a:spcBef>
                <a:spcAft>
                  <a:spcPts val="0"/>
                </a:spcAft>
                <a:buClrTx/>
                <a:buSzPct val="90000"/>
                <a:buFontTx/>
                <a:buNone/>
                <a:tabLst/>
                <a:defRPr/>
              </a:pPr>
              <a:r>
                <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Foundry</a:t>
              </a:r>
              <a:br>
                <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Agent Service</a:t>
              </a:r>
            </a:p>
          </p:txBody>
        </p:sp>
        <p:sp>
          <p:nvSpPr>
            <p:cNvPr id="75" name="Rectangle: Rounded Corners 74">
              <a:extLst>
                <a:ext uri="{FF2B5EF4-FFF2-40B4-BE49-F238E27FC236}">
                  <a16:creationId xmlns:a16="http://schemas.microsoft.com/office/drawing/2014/main" id="{E84832CA-88A2-10D8-1BAA-9202B87511F9}"/>
                </a:ext>
              </a:extLst>
            </p:cNvPr>
            <p:cNvSpPr>
              <a:spLocks/>
            </p:cNvSpPr>
            <p:nvPr/>
          </p:nvSpPr>
          <p:spPr>
            <a:xfrm>
              <a:off x="2853755" y="4355293"/>
              <a:ext cx="1911860" cy="1919505"/>
            </a:xfrm>
            <a:prstGeom prst="roundRect">
              <a:avLst>
                <a:gd name="adj" fmla="val 6406"/>
              </a:avLst>
            </a:prstGeom>
            <a:solidFill>
              <a:schemeClr val="bg1">
                <a:lumMod val="85000"/>
                <a:alpha val="49000"/>
              </a:schemeClr>
            </a:solidFill>
            <a:ln w="25400">
              <a:noFill/>
            </a:ln>
          </p:spPr>
          <p:txBody>
            <a:bodyPr vert="horz" lIns="91440" tIns="45720" rIns="91440" bIns="45720" rtlCol="0" anchor="ctr">
              <a:noAutofit/>
            </a:bodyPr>
            <a:lstStyle/>
            <a:p>
              <a:pPr marL="0" marR="0" lvl="0" indent="0" algn="ctr" defTabSz="932742" rtl="0" eaLnBrk="1" fontAlgn="auto" latinLnBrk="0" hangingPunct="1">
                <a:lnSpc>
                  <a:spcPct val="100000"/>
                </a:lnSpc>
                <a:spcBef>
                  <a:spcPts val="600"/>
                </a:spcBef>
                <a:spcAft>
                  <a:spcPts val="0"/>
                </a:spcAft>
                <a:buClrTx/>
                <a:buSzPct val="90000"/>
                <a:buFontTx/>
                <a:buNone/>
                <a:tabLst/>
                <a:defRPr/>
              </a:pPr>
              <a:r>
                <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Teams </a:t>
              </a:r>
              <a:br>
                <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and Copilot</a:t>
              </a:r>
            </a:p>
          </p:txBody>
        </p:sp>
        <p:grpSp>
          <p:nvGrpSpPr>
            <p:cNvPr id="76" name="Group 75">
              <a:extLst>
                <a:ext uri="{FF2B5EF4-FFF2-40B4-BE49-F238E27FC236}">
                  <a16:creationId xmlns:a16="http://schemas.microsoft.com/office/drawing/2014/main" id="{164668FC-87BF-A01E-FB1A-792637A3B76F}"/>
                </a:ext>
              </a:extLst>
            </p:cNvPr>
            <p:cNvGrpSpPr/>
            <p:nvPr/>
          </p:nvGrpSpPr>
          <p:grpSpPr>
            <a:xfrm>
              <a:off x="3101507" y="3531670"/>
              <a:ext cx="1332664" cy="541943"/>
              <a:chOff x="-1869535" y="4804842"/>
              <a:chExt cx="1332664" cy="541943"/>
            </a:xfrm>
          </p:grpSpPr>
          <p:pic>
            <p:nvPicPr>
              <p:cNvPr id="12" name="Picture 2" descr="Boost Productivity with Microsoft Copilot - CallTower">
                <a:extLst>
                  <a:ext uri="{FF2B5EF4-FFF2-40B4-BE49-F238E27FC236}">
                    <a16:creationId xmlns:a16="http://schemas.microsoft.com/office/drawing/2014/main" id="{F703A95C-F2E9-0E04-DE0F-3F6D7BF5DA6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69535" y="4804842"/>
                <a:ext cx="536360" cy="54194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Microsoft Teams Logo, symbol, meaning, history, PNG, brand">
                <a:extLst>
                  <a:ext uri="{FF2B5EF4-FFF2-40B4-BE49-F238E27FC236}">
                    <a16:creationId xmlns:a16="http://schemas.microsoft.com/office/drawing/2014/main" id="{5AC7F93A-CE61-B900-796B-F86C2093E54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84649" y="4833210"/>
                <a:ext cx="847778" cy="481837"/>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27" descr="A blue logo with a black background&#10;&#10;AI-generated content may be incorrect.">
              <a:extLst>
                <a:ext uri="{FF2B5EF4-FFF2-40B4-BE49-F238E27FC236}">
                  <a16:creationId xmlns:a16="http://schemas.microsoft.com/office/drawing/2014/main" id="{DA93DDD8-38A3-210F-5CFE-3B0917EEA16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263012" y="3518802"/>
              <a:ext cx="633736" cy="633736"/>
            </a:xfrm>
            <a:prstGeom prst="rect">
              <a:avLst/>
            </a:prstGeom>
          </p:spPr>
        </p:pic>
        <p:sp>
          <p:nvSpPr>
            <p:cNvPr id="77" name="Freeform: Shape 76">
              <a:extLst>
                <a:ext uri="{FF2B5EF4-FFF2-40B4-BE49-F238E27FC236}">
                  <a16:creationId xmlns:a16="http://schemas.microsoft.com/office/drawing/2014/main" id="{3B7D0B0E-A157-ECCA-2B6E-A0AEDEF29DC2}"/>
                </a:ext>
              </a:extLst>
            </p:cNvPr>
            <p:cNvSpPr/>
            <p:nvPr/>
          </p:nvSpPr>
          <p:spPr>
            <a:xfrm>
              <a:off x="2570896" y="5172836"/>
              <a:ext cx="201164" cy="284418"/>
            </a:xfrm>
            <a:custGeom>
              <a:avLst/>
              <a:gdLst>
                <a:gd name="csX0" fmla="*/ 334654 w 339779"/>
                <a:gd name="csY0" fmla="*/ 206486 h 439672"/>
                <a:gd name="csX1" fmla="*/ 154787 w 339779"/>
                <a:gd name="csY1" fmla="*/ 6635 h 439672"/>
                <a:gd name="csX2" fmla="*/ 139918 w 339779"/>
                <a:gd name="csY2" fmla="*/ 0 h 439672"/>
                <a:gd name="csX3" fmla="*/ 20008 w 339779"/>
                <a:gd name="csY3" fmla="*/ 0 h 439672"/>
                <a:gd name="csX4" fmla="*/ 1741 w 339779"/>
                <a:gd name="csY4" fmla="*/ 11831 h 439672"/>
                <a:gd name="csX5" fmla="*/ 5139 w 339779"/>
                <a:gd name="csY5" fmla="*/ 33335 h 439672"/>
                <a:gd name="csX6" fmla="*/ 172974 w 339779"/>
                <a:gd name="csY6" fmla="*/ 219836 h 439672"/>
                <a:gd name="csX7" fmla="*/ 5139 w 339779"/>
                <a:gd name="csY7" fmla="*/ 406298 h 439672"/>
                <a:gd name="csX8" fmla="*/ 1741 w 339779"/>
                <a:gd name="csY8" fmla="*/ 427802 h 439672"/>
                <a:gd name="csX9" fmla="*/ 20008 w 339779"/>
                <a:gd name="csY9" fmla="*/ 439673 h 439672"/>
                <a:gd name="csX10" fmla="*/ 139918 w 339779"/>
                <a:gd name="csY10" fmla="*/ 439673 h 439672"/>
                <a:gd name="csX11" fmla="*/ 154787 w 339779"/>
                <a:gd name="csY11" fmla="*/ 433078 h 439672"/>
                <a:gd name="csX12" fmla="*/ 334654 w 339779"/>
                <a:gd name="csY12" fmla="*/ 233227 h 439672"/>
                <a:gd name="csX13" fmla="*/ 334654 w 339779"/>
                <a:gd name="csY13" fmla="*/ 206486 h 439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39779" h="439672">
                  <a:moveTo>
                    <a:pt x="334654" y="206486"/>
                  </a:moveTo>
                  <a:lnTo>
                    <a:pt x="154787" y="6635"/>
                  </a:lnTo>
                  <a:cubicBezTo>
                    <a:pt x="150950" y="2398"/>
                    <a:pt x="145594" y="0"/>
                    <a:pt x="139918" y="0"/>
                  </a:cubicBezTo>
                  <a:lnTo>
                    <a:pt x="20008" y="0"/>
                  </a:lnTo>
                  <a:cubicBezTo>
                    <a:pt x="12133" y="0"/>
                    <a:pt x="4979" y="4637"/>
                    <a:pt x="1741" y="11831"/>
                  </a:cubicBezTo>
                  <a:cubicBezTo>
                    <a:pt x="-1456" y="19066"/>
                    <a:pt x="-137" y="27500"/>
                    <a:pt x="5139" y="33335"/>
                  </a:cubicBezTo>
                  <a:lnTo>
                    <a:pt x="172974" y="219836"/>
                  </a:lnTo>
                  <a:lnTo>
                    <a:pt x="5139" y="406298"/>
                  </a:lnTo>
                  <a:cubicBezTo>
                    <a:pt x="-137" y="412173"/>
                    <a:pt x="-1496" y="420607"/>
                    <a:pt x="1741" y="427802"/>
                  </a:cubicBezTo>
                  <a:cubicBezTo>
                    <a:pt x="4979" y="435036"/>
                    <a:pt x="12133" y="439673"/>
                    <a:pt x="20008" y="439673"/>
                  </a:cubicBezTo>
                  <a:lnTo>
                    <a:pt x="139918" y="439673"/>
                  </a:lnTo>
                  <a:cubicBezTo>
                    <a:pt x="145594" y="439673"/>
                    <a:pt x="150950" y="437235"/>
                    <a:pt x="154787" y="433078"/>
                  </a:cubicBezTo>
                  <a:lnTo>
                    <a:pt x="334654" y="233227"/>
                  </a:lnTo>
                  <a:cubicBezTo>
                    <a:pt x="341488" y="225632"/>
                    <a:pt x="341488" y="214041"/>
                    <a:pt x="334654" y="206486"/>
                  </a:cubicBezTo>
                  <a:close/>
                </a:path>
              </a:pathLst>
            </a:custGeom>
            <a:solidFill>
              <a:schemeClr val="bg2"/>
            </a:solidFill>
            <a:ln w="123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Display"/>
                <a:ea typeface="+mn-ea"/>
                <a:cs typeface="+mn-cs"/>
              </a:endParaRPr>
            </a:p>
          </p:txBody>
        </p:sp>
      </p:grpSp>
    </p:spTree>
    <p:extLst>
      <p:ext uri="{BB962C8B-B14F-4D97-AF65-F5344CB8AC3E}">
        <p14:creationId xmlns:p14="http://schemas.microsoft.com/office/powerpoint/2010/main" val="31254997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42" presetClass="path" presetSubtype="0" decel="100000" fill="hold" grpId="1" nodeType="withEffect">
                                  <p:stCondLst>
                                    <p:cond delay="0"/>
                                  </p:stCondLst>
                                  <p:childTnLst>
                                    <p:animMotion origin="layout" path="M 4.16667E-7 0.03888 L 4.16667E-7 4.44444E-6 " pathEditMode="relative" rAng="0" ptsTypes="AA">
                                      <p:cBhvr>
                                        <p:cTn id="9" dur="500" fill="hold"/>
                                        <p:tgtEl>
                                          <p:spTgt spid="11"/>
                                        </p:tgtEl>
                                        <p:attrNameLst>
                                          <p:attrName>ppt_x</p:attrName>
                                          <p:attrName>ppt_y</p:attrName>
                                        </p:attrNameLst>
                                      </p:cBhvr>
                                      <p:rCtr x="0" y="-1944"/>
                                    </p:animMotion>
                                  </p:childTnLst>
                                </p:cTn>
                              </p:par>
                              <p:par>
                                <p:cTn id="10" presetID="10" presetClass="entr" presetSubtype="0" fill="hold" nodeType="withEffect">
                                  <p:stCondLst>
                                    <p:cond delay="3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
                                        <p:tgtEl>
                                          <p:spTgt spid="3"/>
                                        </p:tgtEl>
                                      </p:cBhvr>
                                    </p:animEffect>
                                  </p:childTnLst>
                                </p:cTn>
                              </p:par>
                              <p:par>
                                <p:cTn id="13" presetID="42" presetClass="path" presetSubtype="0" decel="100000" fill="hold" nodeType="withEffect">
                                  <p:stCondLst>
                                    <p:cond delay="300"/>
                                  </p:stCondLst>
                                  <p:childTnLst>
                                    <p:animMotion origin="layout" path="M -1.25E-6 0.03889 L -1.25E-6 0 " pathEditMode="relative" rAng="0" ptsTypes="AA">
                                      <p:cBhvr>
                                        <p:cTn id="14" dur="500" fill="hold"/>
                                        <p:tgtEl>
                                          <p:spTgt spid="3"/>
                                        </p:tgtEl>
                                        <p:attrNameLst>
                                          <p:attrName>ppt_x</p:attrName>
                                          <p:attrName>ppt_y</p:attrName>
                                        </p:attrNameLst>
                                      </p:cBhvr>
                                      <p:rCtr x="0" y="-1944"/>
                                    </p:animMotion>
                                  </p:childTnLst>
                                </p:cTn>
                              </p:par>
                              <p:par>
                                <p:cTn id="15" presetID="10" presetClass="entr" presetSubtype="0" fill="hold" nodeType="withEffect">
                                  <p:stCondLst>
                                    <p:cond delay="5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200"/>
                                        <p:tgtEl>
                                          <p:spTgt spid="29"/>
                                        </p:tgtEl>
                                      </p:cBhvr>
                                    </p:animEffect>
                                  </p:childTnLst>
                                </p:cTn>
                              </p:par>
                              <p:par>
                                <p:cTn id="18" presetID="10" presetClass="entr" presetSubtype="0" fill="hold" grpId="0" nodeType="withEffect">
                                  <p:stCondLst>
                                    <p:cond delay="1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200"/>
                                        <p:tgtEl>
                                          <p:spTgt spid="6"/>
                                        </p:tgtEl>
                                      </p:cBhvr>
                                    </p:animEffect>
                                  </p:childTnLst>
                                </p:cTn>
                              </p:par>
                              <p:par>
                                <p:cTn id="21" presetID="42" presetClass="path" presetSubtype="0" decel="100000" fill="hold" grpId="1" nodeType="withEffect">
                                  <p:stCondLst>
                                    <p:cond delay="100"/>
                                  </p:stCondLst>
                                  <p:childTnLst>
                                    <p:animMotion origin="layout" path="M -4.79167E-6 0.03888 L -4.79167E-6 4.07407E-6 " pathEditMode="relative" rAng="0" ptsTypes="AA">
                                      <p:cBhvr>
                                        <p:cTn id="22" dur="500" fill="hold"/>
                                        <p:tgtEl>
                                          <p:spTgt spid="6"/>
                                        </p:tgtEl>
                                        <p:attrNameLst>
                                          <p:attrName>ppt_x</p:attrName>
                                          <p:attrName>ppt_y</p:attrName>
                                        </p:attrNameLst>
                                      </p:cBhvr>
                                      <p:rCtr x="0" y="-1944"/>
                                    </p:animMotion>
                                  </p:childTnLst>
                                </p:cTn>
                              </p:par>
                              <p:par>
                                <p:cTn id="23" presetID="10" presetClass="entr" presetSubtype="0" fill="hold" nodeType="withEffect">
                                  <p:stCondLst>
                                    <p:cond delay="100"/>
                                  </p:stCondLst>
                                  <p:childTnLst>
                                    <p:set>
                                      <p:cBhvr>
                                        <p:cTn id="24" dur="1" fill="hold">
                                          <p:stCondLst>
                                            <p:cond delay="0"/>
                                          </p:stCondLst>
                                        </p:cTn>
                                        <p:tgtEl>
                                          <p:spTgt spid="78"/>
                                        </p:tgtEl>
                                        <p:attrNameLst>
                                          <p:attrName>style.visibility</p:attrName>
                                        </p:attrNameLst>
                                      </p:cBhvr>
                                      <p:to>
                                        <p:strVal val="visible"/>
                                      </p:to>
                                    </p:set>
                                    <p:animEffect transition="in" filter="fade">
                                      <p:cBhvr>
                                        <p:cTn id="25" dur="200"/>
                                        <p:tgtEl>
                                          <p:spTgt spid="78"/>
                                        </p:tgtEl>
                                      </p:cBhvr>
                                    </p:animEffect>
                                  </p:childTnLst>
                                </p:cTn>
                              </p:par>
                              <p:par>
                                <p:cTn id="26" presetID="42" presetClass="path" presetSubtype="0" decel="100000" fill="hold" nodeType="withEffect">
                                  <p:stCondLst>
                                    <p:cond delay="100"/>
                                  </p:stCondLst>
                                  <p:childTnLst>
                                    <p:animMotion origin="layout" path="M 5E-6 0.03888 L 5E-6 4.81481E-6 " pathEditMode="relative" rAng="0" ptsTypes="AA">
                                      <p:cBhvr>
                                        <p:cTn id="27" dur="500" fill="hold"/>
                                        <p:tgtEl>
                                          <p:spTgt spid="78"/>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p:bldP spid="6" grpId="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1916F-ECD4-AD68-8396-9F70C5DCF74B}"/>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6180ACED-EFD9-BE83-FB11-984368DF177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1" name="think-cell data - do not delete" hidden="1">
                        <a:extLst>
                          <a:ext uri="{FF2B5EF4-FFF2-40B4-BE49-F238E27FC236}">
                            <a16:creationId xmlns:a16="http://schemas.microsoft.com/office/drawing/2014/main" id="{6180ACED-EFD9-BE83-FB11-984368DF17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C022746C-D621-AC2D-DA3F-923C59152C9C}"/>
              </a:ext>
            </a:extLst>
          </p:cNvPr>
          <p:cNvSpPr>
            <a:spLocks noGrp="1"/>
          </p:cNvSpPr>
          <p:nvPr>
            <p:ph type="title"/>
          </p:nvPr>
        </p:nvSpPr>
        <p:spPr>
          <a:xfrm>
            <a:off x="419100" y="436330"/>
            <a:ext cx="11353799" cy="560426"/>
          </a:xfrm>
        </p:spPr>
        <p:txBody>
          <a:bodyPr vert="horz" lIns="0" tIns="0" rIns="0" bIns="0" rtlCol="0" anchor="t">
            <a:noAutofit/>
          </a:bodyPr>
          <a:lstStyle/>
          <a:p>
            <a:pPr defTabSz="914400">
              <a:lnSpc>
                <a:spcPct val="90000"/>
              </a:lnSpc>
            </a:pPr>
            <a:r>
              <a:rPr lang="en-US" kern="1200" spc="0">
                <a:solidFill>
                  <a:prstClr val="black"/>
                </a:solidFill>
                <a:latin typeface="Segoe UI Semibold"/>
                <a:cs typeface="+mj-cs"/>
              </a:rPr>
              <a:t>Operate</a:t>
            </a:r>
          </a:p>
        </p:txBody>
      </p:sp>
      <p:pic>
        <p:nvPicPr>
          <p:cNvPr id="12" name="Picture 11">
            <a:extLst>
              <a:ext uri="{FF2B5EF4-FFF2-40B4-BE49-F238E27FC236}">
                <a16:creationId xmlns:a16="http://schemas.microsoft.com/office/drawing/2014/main" id="{88E69688-875D-7FBA-1A60-0E64CB06EBEB}"/>
              </a:ext>
            </a:extLst>
          </p:cNvPr>
          <p:cNvPicPr>
            <a:picLocks noChangeAspect="1"/>
          </p:cNvPicPr>
          <p:nvPr/>
        </p:nvPicPr>
        <p:blipFill>
          <a:blip r:embed="rId6"/>
          <a:stretch>
            <a:fillRect/>
          </a:stretch>
        </p:blipFill>
        <p:spPr>
          <a:xfrm flipV="1">
            <a:off x="8753987" y="0"/>
            <a:ext cx="3438014" cy="2733121"/>
          </a:xfrm>
          <a:prstGeom prst="rect">
            <a:avLst/>
          </a:prstGeom>
        </p:spPr>
      </p:pic>
      <p:grpSp>
        <p:nvGrpSpPr>
          <p:cNvPr id="31" name="Group 30">
            <a:extLst>
              <a:ext uri="{FF2B5EF4-FFF2-40B4-BE49-F238E27FC236}">
                <a16:creationId xmlns:a16="http://schemas.microsoft.com/office/drawing/2014/main" id="{3C2357D0-38F1-BBEB-F8B7-3D9D2CA87EAF}"/>
              </a:ext>
            </a:extLst>
          </p:cNvPr>
          <p:cNvGrpSpPr/>
          <p:nvPr/>
        </p:nvGrpSpPr>
        <p:grpSpPr>
          <a:xfrm>
            <a:off x="419100" y="1644264"/>
            <a:ext cx="11353800" cy="4339819"/>
            <a:chOff x="419100" y="1644264"/>
            <a:chExt cx="11353800" cy="4339819"/>
          </a:xfrm>
        </p:grpSpPr>
        <p:sp>
          <p:nvSpPr>
            <p:cNvPr id="14" name="Shape 15">
              <a:extLst>
                <a:ext uri="{FF2B5EF4-FFF2-40B4-BE49-F238E27FC236}">
                  <a16:creationId xmlns:a16="http://schemas.microsoft.com/office/drawing/2014/main" id="{53C7E085-75F9-FE70-881B-4A95409C04CB}"/>
                </a:ext>
                <a:ext uri="{C183D7F6-B498-43B3-948B-1728B52AA6E4}">
                  <adec:decorative xmlns:adec="http://schemas.microsoft.com/office/drawing/2017/decorative" val="1"/>
                </a:ext>
              </a:extLst>
            </p:cNvPr>
            <p:cNvSpPr>
              <a:spLocks/>
            </p:cNvSpPr>
            <p:nvPr/>
          </p:nvSpPr>
          <p:spPr>
            <a:xfrm>
              <a:off x="419100" y="1644264"/>
              <a:ext cx="11353800" cy="4339819"/>
            </a:xfrm>
            <a:prstGeom prst="roundRect">
              <a:avLst>
                <a:gd name="adj" fmla="val 4828"/>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16" name="Rectangle: Rounded Corners 15">
              <a:extLst>
                <a:ext uri="{FF2B5EF4-FFF2-40B4-BE49-F238E27FC236}">
                  <a16:creationId xmlns:a16="http://schemas.microsoft.com/office/drawing/2014/main" id="{DDD20D6B-5C14-7757-8011-E0B60F7FD75A}"/>
                </a:ext>
              </a:extLst>
            </p:cNvPr>
            <p:cNvSpPr/>
            <p:nvPr/>
          </p:nvSpPr>
          <p:spPr>
            <a:xfrm>
              <a:off x="603623" y="1817658"/>
              <a:ext cx="10984754" cy="515968"/>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742" rtl="0" eaLnBrk="1" fontAlgn="auto" latinLnBrk="0" hangingPunct="1">
                <a:lnSpc>
                  <a:spcPct val="100000"/>
                </a:lnSpc>
                <a:spcBef>
                  <a:spcPts val="600"/>
                </a:spcBef>
                <a:spcAft>
                  <a:spcPts val="0"/>
                </a:spcAft>
                <a:buClrTx/>
                <a:buSzPct val="90000"/>
                <a:buFontTx/>
                <a:buNone/>
                <a:tabLst/>
                <a:defRPr/>
              </a:pPr>
              <a:r>
                <a:rPr kumimoji="0" lang="en-US" sz="2000" b="0"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Developer Challenges</a:t>
              </a:r>
            </a:p>
          </p:txBody>
        </p:sp>
        <p:sp>
          <p:nvSpPr>
            <p:cNvPr id="17" name="Rectangle: Rounded Corners 16">
              <a:extLst>
                <a:ext uri="{FF2B5EF4-FFF2-40B4-BE49-F238E27FC236}">
                  <a16:creationId xmlns:a16="http://schemas.microsoft.com/office/drawing/2014/main" id="{E395F953-5965-2DF0-A601-B27788CF1D41}"/>
                </a:ext>
              </a:extLst>
            </p:cNvPr>
            <p:cNvSpPr>
              <a:spLocks/>
            </p:cNvSpPr>
            <p:nvPr/>
          </p:nvSpPr>
          <p:spPr>
            <a:xfrm>
              <a:off x="557212" y="3744209"/>
              <a:ext cx="2666524" cy="2103424"/>
            </a:xfrm>
            <a:prstGeom prst="roundRect">
              <a:avLst>
                <a:gd name="adj" fmla="val 6408"/>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monitor cost, performance, and usage across agents so I can spot issues early?</a:t>
              </a:r>
            </a:p>
          </p:txBody>
        </p:sp>
        <p:sp>
          <p:nvSpPr>
            <p:cNvPr id="18" name="Rectangle: Rounded Corners 17">
              <a:extLst>
                <a:ext uri="{FF2B5EF4-FFF2-40B4-BE49-F238E27FC236}">
                  <a16:creationId xmlns:a16="http://schemas.microsoft.com/office/drawing/2014/main" id="{9FFDE07C-3418-82B9-D4D7-504D9D47E8B1}"/>
                </a:ext>
              </a:extLst>
            </p:cNvPr>
            <p:cNvSpPr>
              <a:spLocks/>
            </p:cNvSpPr>
            <p:nvPr/>
          </p:nvSpPr>
          <p:spPr>
            <a:xfrm>
              <a:off x="3360896" y="3744209"/>
              <a:ext cx="2666524" cy="2103424"/>
            </a:xfrm>
            <a:prstGeom prst="roundRect">
              <a:avLst>
                <a:gd name="adj" fmla="val 6408"/>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enforce compliance and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data-access policies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so I can scale safely without constant </a:t>
              </a:r>
              <a:b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altLang="ja-JP"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manual oversight?</a:t>
              </a:r>
            </a:p>
          </p:txBody>
        </p:sp>
        <p:sp>
          <p:nvSpPr>
            <p:cNvPr id="19" name="Rectangle: Rounded Corners 18">
              <a:extLst>
                <a:ext uri="{FF2B5EF4-FFF2-40B4-BE49-F238E27FC236}">
                  <a16:creationId xmlns:a16="http://schemas.microsoft.com/office/drawing/2014/main" id="{3474E5F4-89CB-61CF-35F2-9A4A1FE9EEBF}"/>
                </a:ext>
              </a:extLst>
            </p:cNvPr>
            <p:cNvSpPr>
              <a:spLocks/>
            </p:cNvSpPr>
            <p:nvPr/>
          </p:nvSpPr>
          <p:spPr>
            <a:xfrm>
              <a:off x="6164580" y="3744209"/>
              <a:ext cx="2666524" cy="2103424"/>
            </a:xfrm>
            <a:prstGeom prst="roundRect">
              <a:avLst>
                <a:gd name="adj" fmla="val 6408"/>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detect and mitigate unsafe or </a:t>
              </a:r>
              <a:br>
                <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rPr>
              </a:br>
              <a:r>
                <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failed behaviors to protect users? </a:t>
              </a:r>
            </a:p>
          </p:txBody>
        </p:sp>
        <p:sp>
          <p:nvSpPr>
            <p:cNvPr id="20" name="Rectangle: Rounded Corners 19">
              <a:extLst>
                <a:ext uri="{FF2B5EF4-FFF2-40B4-BE49-F238E27FC236}">
                  <a16:creationId xmlns:a16="http://schemas.microsoft.com/office/drawing/2014/main" id="{B097F8C7-B244-9B5C-2ABB-F7574C597F2E}"/>
                </a:ext>
              </a:extLst>
            </p:cNvPr>
            <p:cNvSpPr>
              <a:spLocks/>
            </p:cNvSpPr>
            <p:nvPr/>
          </p:nvSpPr>
          <p:spPr>
            <a:xfrm>
              <a:off x="8968264" y="3744209"/>
              <a:ext cx="2666524" cy="2103424"/>
            </a:xfrm>
            <a:prstGeom prst="roundRect">
              <a:avLst>
                <a:gd name="adj" fmla="val 6408"/>
              </a:avLst>
            </a:prstGeom>
            <a:solidFill>
              <a:schemeClr val="bg1">
                <a:alpha val="49000"/>
              </a:schemeClr>
            </a:solidFill>
          </p:spPr>
          <p:txBody>
            <a:bodyPr vert="horz" lIns="91440" tIns="182880" rIns="9144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 typeface="Wingdings" panose="05000000000000000000" pitchFamily="2" charset="2"/>
                <a:buNone/>
                <a:tabLst>
                  <a:tab pos="1371600" algn="l"/>
                </a:tabLst>
                <a:defRPr/>
              </a:pPr>
              <a:r>
                <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rPr>
                <a:t>How do I keep improving my agent's quality and cost — tuning prompts, tools, and model choice — without becoming a prompt-engineering specialist?</a:t>
              </a:r>
            </a:p>
          </p:txBody>
        </p:sp>
        <p:sp>
          <p:nvSpPr>
            <p:cNvPr id="21" name="Text Placeholder 22">
              <a:extLst>
                <a:ext uri="{FF2B5EF4-FFF2-40B4-BE49-F238E27FC236}">
                  <a16:creationId xmlns:a16="http://schemas.microsoft.com/office/drawing/2014/main" id="{AEE47BAA-30DB-7C10-E301-6CCC21BC552D}"/>
                </a:ext>
              </a:extLst>
            </p:cNvPr>
            <p:cNvSpPr txBox="1">
              <a:spLocks/>
            </p:cNvSpPr>
            <p:nvPr/>
          </p:nvSpPr>
          <p:spPr>
            <a:xfrm>
              <a:off x="1546860"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22" name="Text Placeholder 22">
              <a:extLst>
                <a:ext uri="{FF2B5EF4-FFF2-40B4-BE49-F238E27FC236}">
                  <a16:creationId xmlns:a16="http://schemas.microsoft.com/office/drawing/2014/main" id="{0796F39B-61ED-57A0-B357-7BBD44604A1F}"/>
                </a:ext>
              </a:extLst>
            </p:cNvPr>
            <p:cNvSpPr txBox="1">
              <a:spLocks/>
            </p:cNvSpPr>
            <p:nvPr/>
          </p:nvSpPr>
          <p:spPr>
            <a:xfrm>
              <a:off x="4350544"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23" name="Text Placeholder 22">
              <a:extLst>
                <a:ext uri="{FF2B5EF4-FFF2-40B4-BE49-F238E27FC236}">
                  <a16:creationId xmlns:a16="http://schemas.microsoft.com/office/drawing/2014/main" id="{72E03EF9-ECF4-691C-B90E-D178ED368AD3}"/>
                </a:ext>
              </a:extLst>
            </p:cNvPr>
            <p:cNvSpPr txBox="1">
              <a:spLocks/>
            </p:cNvSpPr>
            <p:nvPr/>
          </p:nvSpPr>
          <p:spPr>
            <a:xfrm>
              <a:off x="7154227"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24" name="Text Placeholder 22">
              <a:extLst>
                <a:ext uri="{FF2B5EF4-FFF2-40B4-BE49-F238E27FC236}">
                  <a16:creationId xmlns:a16="http://schemas.microsoft.com/office/drawing/2014/main" id="{1B81D1AF-B81E-3F7A-F54A-B2EC6A08C432}"/>
                </a:ext>
              </a:extLst>
            </p:cNvPr>
            <p:cNvSpPr txBox="1">
              <a:spLocks/>
            </p:cNvSpPr>
            <p:nvPr/>
          </p:nvSpPr>
          <p:spPr>
            <a:xfrm>
              <a:off x="9957912" y="2810432"/>
              <a:ext cx="687230" cy="687226"/>
            </a:xfrm>
            <a:prstGeom prst="ellipse">
              <a:avLst/>
            </a:prstGeom>
            <a:gradFill>
              <a:gsLst>
                <a:gs pos="0">
                  <a:schemeClr val="bg2"/>
                </a:gs>
                <a:gs pos="85000">
                  <a:srgbClr val="432EC8"/>
                </a:gs>
              </a:gsLst>
              <a:path path="circle">
                <a:fillToRect l="100000" t="100000"/>
              </a:path>
            </a:gradFill>
          </p:spPr>
          <p:txBody>
            <a:bodyPr vert="horz" lIns="0" tIns="0" rIns="0" bIns="0" rtlCol="0" anchor="ctr">
              <a:noAutofit/>
            </a:bodyPr>
            <a:lstStyle>
              <a:lvl1pPr marL="0" indent="0" algn="ctr" defTabSz="457109" rtl="0" eaLnBrk="1" latinLnBrk="0" hangingPunct="1">
                <a:lnSpc>
                  <a:spcPct val="100000"/>
                </a:lnSpc>
                <a:spcBef>
                  <a:spcPts val="336"/>
                </a:spcBef>
                <a:buFont typeface="Arial" panose="020B0604020202020204" pitchFamily="34" charset="0"/>
                <a:buNone/>
                <a:defRPr lang="en-US" sz="2400" b="0" i="0" kern="0" spc="0" baseline="0">
                  <a:solidFill>
                    <a:schemeClr val="bg1"/>
                  </a:solidFill>
                  <a:latin typeface="+mj-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IN" sz="2400" b="0" i="0" u="none" strike="noStrike" kern="0" cap="none" spc="0" normalizeH="0" baseline="0" noProof="0">
                  <a:ln>
                    <a:noFill/>
                  </a:ln>
                  <a:solidFill>
                    <a:srgbClr val="FFFFFF"/>
                  </a:solidFill>
                  <a:effectLst/>
                  <a:uLnTx/>
                  <a:uFillTx/>
                  <a:latin typeface="Segoe Sans Display Semilight"/>
                  <a:ea typeface="+mn-ea"/>
                  <a:cs typeface="Segoe Sans Display Semibold" pitchFamily="2" charset="0"/>
                </a:rPr>
                <a:t> </a:t>
              </a:r>
            </a:p>
          </p:txBody>
        </p:sp>
        <p:sp>
          <p:nvSpPr>
            <p:cNvPr id="27" name="Graphic 30">
              <a:extLst>
                <a:ext uri="{FF2B5EF4-FFF2-40B4-BE49-F238E27FC236}">
                  <a16:creationId xmlns:a16="http://schemas.microsoft.com/office/drawing/2014/main" id="{D9D144BB-3F07-18CA-3AFE-5A27E6D28BDD}"/>
                </a:ext>
              </a:extLst>
            </p:cNvPr>
            <p:cNvSpPr/>
            <p:nvPr/>
          </p:nvSpPr>
          <p:spPr>
            <a:xfrm>
              <a:off x="1729322" y="2974824"/>
              <a:ext cx="322307" cy="358441"/>
            </a:xfrm>
            <a:custGeom>
              <a:avLst/>
              <a:gdLst>
                <a:gd name="connsiteX0" fmla="*/ 111926 w 171456"/>
                <a:gd name="connsiteY0" fmla="*/ 0 h 190678"/>
                <a:gd name="connsiteX1" fmla="*/ 78588 w 171456"/>
                <a:gd name="connsiteY1" fmla="*/ 0 h 190678"/>
                <a:gd name="connsiteX2" fmla="*/ 57290 w 171456"/>
                <a:gd name="connsiteY2" fmla="*/ 19050 h 190678"/>
                <a:gd name="connsiteX3" fmla="*/ 40488 w 171456"/>
                <a:gd name="connsiteY3" fmla="*/ 19050 h 190678"/>
                <a:gd name="connsiteX4" fmla="*/ 19057 w 171456"/>
                <a:gd name="connsiteY4" fmla="*/ 40481 h 190678"/>
                <a:gd name="connsiteX5" fmla="*/ 19057 w 171456"/>
                <a:gd name="connsiteY5" fmla="*/ 77153 h 190678"/>
                <a:gd name="connsiteX6" fmla="*/ 89546 w 171456"/>
                <a:gd name="connsiteY6" fmla="*/ 99962 h 190678"/>
                <a:gd name="connsiteX7" fmla="*/ 88113 w 171456"/>
                <a:gd name="connsiteY7" fmla="*/ 150257 h 190678"/>
                <a:gd name="connsiteX8" fmla="*/ 109421 w 171456"/>
                <a:gd name="connsiteY8" fmla="*/ 171574 h 190678"/>
                <a:gd name="connsiteX9" fmla="*/ 112707 w 171456"/>
                <a:gd name="connsiteY9" fmla="*/ 190500 h 190678"/>
                <a:gd name="connsiteX10" fmla="*/ 150026 w 171456"/>
                <a:gd name="connsiteY10" fmla="*/ 190500 h 190678"/>
                <a:gd name="connsiteX11" fmla="*/ 171457 w 171456"/>
                <a:gd name="connsiteY11" fmla="*/ 169069 h 190678"/>
                <a:gd name="connsiteX12" fmla="*/ 171457 w 171456"/>
                <a:gd name="connsiteY12" fmla="*/ 40481 h 190678"/>
                <a:gd name="connsiteX13" fmla="*/ 150026 w 171456"/>
                <a:gd name="connsiteY13" fmla="*/ 19050 h 190678"/>
                <a:gd name="connsiteX14" fmla="*/ 133224 w 171456"/>
                <a:gd name="connsiteY14" fmla="*/ 19050 h 190678"/>
                <a:gd name="connsiteX15" fmla="*/ 111926 w 171456"/>
                <a:gd name="connsiteY15" fmla="*/ 0 h 190678"/>
                <a:gd name="connsiteX16" fmla="*/ 78588 w 171456"/>
                <a:gd name="connsiteY16" fmla="*/ 14288 h 190678"/>
                <a:gd name="connsiteX17" fmla="*/ 111926 w 171456"/>
                <a:gd name="connsiteY17" fmla="*/ 14288 h 190678"/>
                <a:gd name="connsiteX18" fmla="*/ 119069 w 171456"/>
                <a:gd name="connsiteY18" fmla="*/ 21431 h 190678"/>
                <a:gd name="connsiteX19" fmla="*/ 111926 w 171456"/>
                <a:gd name="connsiteY19" fmla="*/ 28575 h 190678"/>
                <a:gd name="connsiteX20" fmla="*/ 78588 w 171456"/>
                <a:gd name="connsiteY20" fmla="*/ 28575 h 190678"/>
                <a:gd name="connsiteX21" fmla="*/ 71444 w 171456"/>
                <a:gd name="connsiteY21" fmla="*/ 21431 h 190678"/>
                <a:gd name="connsiteX22" fmla="*/ 78588 w 171456"/>
                <a:gd name="connsiteY22" fmla="*/ 14288 h 190678"/>
                <a:gd name="connsiteX23" fmla="*/ 75731 w 171456"/>
                <a:gd name="connsiteY23" fmla="*/ 151352 h 190678"/>
                <a:gd name="connsiteX24" fmla="*/ 70376 w 171456"/>
                <a:gd name="connsiteY24" fmla="*/ 90972 h 190678"/>
                <a:gd name="connsiteX25" fmla="*/ 9996 w 171456"/>
                <a:gd name="connsiteY25" fmla="*/ 96327 h 190678"/>
                <a:gd name="connsiteX26" fmla="*/ 15351 w 171456"/>
                <a:gd name="connsiteY26" fmla="*/ 156706 h 190678"/>
                <a:gd name="connsiteX27" fmla="*/ 64824 w 171456"/>
                <a:gd name="connsiteY27" fmla="*/ 160649 h 190678"/>
                <a:gd name="connsiteX28" fmla="*/ 92590 w 171456"/>
                <a:gd name="connsiteY28" fmla="*/ 188405 h 190678"/>
                <a:gd name="connsiteX29" fmla="*/ 102686 w 171456"/>
                <a:gd name="connsiteY29" fmla="*/ 188761 h 190678"/>
                <a:gd name="connsiteX30" fmla="*/ 103043 w 171456"/>
                <a:gd name="connsiteY30" fmla="*/ 178664 h 190678"/>
                <a:gd name="connsiteX31" fmla="*/ 102686 w 171456"/>
                <a:gd name="connsiteY31" fmla="*/ 178308 h 190678"/>
                <a:gd name="connsiteX32" fmla="*/ 75731 w 171456"/>
                <a:gd name="connsiteY32" fmla="*/ 151352 h 190678"/>
                <a:gd name="connsiteX33" fmla="*/ 42869 w 171456"/>
                <a:gd name="connsiteY33" fmla="*/ 152400 h 190678"/>
                <a:gd name="connsiteX34" fmla="*/ 14294 w 171456"/>
                <a:gd name="connsiteY34" fmla="*/ 123825 h 190678"/>
                <a:gd name="connsiteX35" fmla="*/ 42869 w 171456"/>
                <a:gd name="connsiteY35" fmla="*/ 95250 h 190678"/>
                <a:gd name="connsiteX36" fmla="*/ 71444 w 171456"/>
                <a:gd name="connsiteY36" fmla="*/ 123825 h 190678"/>
                <a:gd name="connsiteX37" fmla="*/ 42869 w 171456"/>
                <a:gd name="connsiteY37" fmla="*/ 152400 h 19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1456" h="190678">
                  <a:moveTo>
                    <a:pt x="111926" y="0"/>
                  </a:moveTo>
                  <a:lnTo>
                    <a:pt x="78588" y="0"/>
                  </a:lnTo>
                  <a:cubicBezTo>
                    <a:pt x="67674" y="0"/>
                    <a:pt x="58503" y="8203"/>
                    <a:pt x="57290" y="19050"/>
                  </a:cubicBezTo>
                  <a:lnTo>
                    <a:pt x="40488" y="19050"/>
                  </a:lnTo>
                  <a:cubicBezTo>
                    <a:pt x="28652" y="19050"/>
                    <a:pt x="19057" y="28645"/>
                    <a:pt x="19057" y="40481"/>
                  </a:cubicBezTo>
                  <a:lnTo>
                    <a:pt x="19057" y="77153"/>
                  </a:lnTo>
                  <a:cubicBezTo>
                    <a:pt x="44820" y="63986"/>
                    <a:pt x="76379" y="74199"/>
                    <a:pt x="89546" y="99962"/>
                  </a:cubicBezTo>
                  <a:cubicBezTo>
                    <a:pt x="97677" y="115874"/>
                    <a:pt x="97137" y="134833"/>
                    <a:pt x="88113" y="150257"/>
                  </a:cubicBezTo>
                  <a:lnTo>
                    <a:pt x="109421" y="171574"/>
                  </a:lnTo>
                  <a:cubicBezTo>
                    <a:pt x="114406" y="176554"/>
                    <a:pt x="115722" y="184131"/>
                    <a:pt x="112707" y="190500"/>
                  </a:cubicBezTo>
                  <a:lnTo>
                    <a:pt x="150026" y="190500"/>
                  </a:lnTo>
                  <a:cubicBezTo>
                    <a:pt x="161861" y="190500"/>
                    <a:pt x="171457" y="180905"/>
                    <a:pt x="171457" y="169069"/>
                  </a:cubicBezTo>
                  <a:lnTo>
                    <a:pt x="171457" y="40481"/>
                  </a:lnTo>
                  <a:cubicBezTo>
                    <a:pt x="171457" y="28645"/>
                    <a:pt x="161861" y="19050"/>
                    <a:pt x="150026" y="19050"/>
                  </a:cubicBezTo>
                  <a:lnTo>
                    <a:pt x="133224" y="19050"/>
                  </a:lnTo>
                  <a:cubicBezTo>
                    <a:pt x="132011" y="8203"/>
                    <a:pt x="122840" y="0"/>
                    <a:pt x="111926" y="0"/>
                  </a:cubicBezTo>
                  <a:close/>
                  <a:moveTo>
                    <a:pt x="78588" y="14288"/>
                  </a:moveTo>
                  <a:lnTo>
                    <a:pt x="111926" y="14288"/>
                  </a:lnTo>
                  <a:cubicBezTo>
                    <a:pt x="115871" y="14288"/>
                    <a:pt x="119069" y="17486"/>
                    <a:pt x="119069" y="21431"/>
                  </a:cubicBezTo>
                  <a:cubicBezTo>
                    <a:pt x="119069" y="25377"/>
                    <a:pt x="115871" y="28575"/>
                    <a:pt x="111926" y="28575"/>
                  </a:cubicBezTo>
                  <a:lnTo>
                    <a:pt x="78588" y="28575"/>
                  </a:lnTo>
                  <a:cubicBezTo>
                    <a:pt x="74643" y="28575"/>
                    <a:pt x="71444" y="25377"/>
                    <a:pt x="71444" y="21431"/>
                  </a:cubicBezTo>
                  <a:cubicBezTo>
                    <a:pt x="71444" y="17486"/>
                    <a:pt x="74643" y="14288"/>
                    <a:pt x="78588" y="14288"/>
                  </a:cubicBezTo>
                  <a:close/>
                  <a:moveTo>
                    <a:pt x="75731" y="151352"/>
                  </a:moveTo>
                  <a:cubicBezTo>
                    <a:pt x="90926" y="133200"/>
                    <a:pt x="88528" y="106168"/>
                    <a:pt x="70376" y="90972"/>
                  </a:cubicBezTo>
                  <a:cubicBezTo>
                    <a:pt x="52224" y="75778"/>
                    <a:pt x="25191" y="78175"/>
                    <a:pt x="9996" y="96327"/>
                  </a:cubicBezTo>
                  <a:cubicBezTo>
                    <a:pt x="-5198" y="114479"/>
                    <a:pt x="-2801" y="141512"/>
                    <a:pt x="15351" y="156706"/>
                  </a:cubicBezTo>
                  <a:cubicBezTo>
                    <a:pt x="29327" y="168406"/>
                    <a:pt x="49172" y="169987"/>
                    <a:pt x="64824" y="160649"/>
                  </a:cubicBezTo>
                  <a:lnTo>
                    <a:pt x="92590" y="188405"/>
                  </a:lnTo>
                  <a:cubicBezTo>
                    <a:pt x="95280" y="191291"/>
                    <a:pt x="99800" y="191451"/>
                    <a:pt x="102686" y="188761"/>
                  </a:cubicBezTo>
                  <a:cubicBezTo>
                    <a:pt x="105572" y="186071"/>
                    <a:pt x="105732" y="181551"/>
                    <a:pt x="103043" y="178664"/>
                  </a:cubicBezTo>
                  <a:cubicBezTo>
                    <a:pt x="102928" y="178541"/>
                    <a:pt x="102809" y="178422"/>
                    <a:pt x="102686" y="178308"/>
                  </a:cubicBezTo>
                  <a:lnTo>
                    <a:pt x="75731" y="151352"/>
                  </a:lnTo>
                  <a:close/>
                  <a:moveTo>
                    <a:pt x="42869" y="152400"/>
                  </a:moveTo>
                  <a:cubicBezTo>
                    <a:pt x="27088" y="152400"/>
                    <a:pt x="14294" y="139607"/>
                    <a:pt x="14294" y="123825"/>
                  </a:cubicBezTo>
                  <a:cubicBezTo>
                    <a:pt x="14294" y="108043"/>
                    <a:pt x="27088" y="95250"/>
                    <a:pt x="42869" y="95250"/>
                  </a:cubicBezTo>
                  <a:cubicBezTo>
                    <a:pt x="58651" y="95250"/>
                    <a:pt x="71444" y="108043"/>
                    <a:pt x="71444" y="123825"/>
                  </a:cubicBezTo>
                  <a:cubicBezTo>
                    <a:pt x="71444" y="139607"/>
                    <a:pt x="58651" y="152400"/>
                    <a:pt x="42869" y="15240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28" name="Graphic 46" descr="Icon of a closed padlock">
              <a:extLst>
                <a:ext uri="{FF2B5EF4-FFF2-40B4-BE49-F238E27FC236}">
                  <a16:creationId xmlns:a16="http://schemas.microsoft.com/office/drawing/2014/main" id="{C011B79D-82C7-9AC3-BB3A-E7F6C702D84F}"/>
                </a:ext>
              </a:extLst>
            </p:cNvPr>
            <p:cNvSpPr>
              <a:spLocks/>
            </p:cNvSpPr>
            <p:nvPr/>
          </p:nvSpPr>
          <p:spPr>
            <a:xfrm>
              <a:off x="4543268" y="2965431"/>
              <a:ext cx="301782" cy="377228"/>
            </a:xfrm>
            <a:custGeom>
              <a:avLst/>
              <a:gdLst>
                <a:gd name="connsiteX0" fmla="*/ 76200 w 152400"/>
                <a:gd name="connsiteY0" fmla="*/ 0 h 190500"/>
                <a:gd name="connsiteX1" fmla="*/ 114300 w 152400"/>
                <a:gd name="connsiteY1" fmla="*/ 38100 h 190500"/>
                <a:gd name="connsiteX2" fmla="*/ 114300 w 152400"/>
                <a:gd name="connsiteY2" fmla="*/ 57150 h 190500"/>
                <a:gd name="connsiteX3" fmla="*/ 138113 w 152400"/>
                <a:gd name="connsiteY3" fmla="*/ 57150 h 190500"/>
                <a:gd name="connsiteX4" fmla="*/ 152400 w 152400"/>
                <a:gd name="connsiteY4" fmla="*/ 71438 h 190500"/>
                <a:gd name="connsiteX5" fmla="*/ 152400 w 152400"/>
                <a:gd name="connsiteY5" fmla="*/ 176213 h 190500"/>
                <a:gd name="connsiteX6" fmla="*/ 138113 w 152400"/>
                <a:gd name="connsiteY6" fmla="*/ 190500 h 190500"/>
                <a:gd name="connsiteX7" fmla="*/ 14288 w 152400"/>
                <a:gd name="connsiteY7" fmla="*/ 190500 h 190500"/>
                <a:gd name="connsiteX8" fmla="*/ 0 w 152400"/>
                <a:gd name="connsiteY8" fmla="*/ 176213 h 190500"/>
                <a:gd name="connsiteX9" fmla="*/ 0 w 152400"/>
                <a:gd name="connsiteY9" fmla="*/ 71438 h 190500"/>
                <a:gd name="connsiteX10" fmla="*/ 14288 w 152400"/>
                <a:gd name="connsiteY10" fmla="*/ 57150 h 190500"/>
                <a:gd name="connsiteX11" fmla="*/ 38100 w 152400"/>
                <a:gd name="connsiteY11" fmla="*/ 57150 h 190500"/>
                <a:gd name="connsiteX12" fmla="*/ 38100 w 152400"/>
                <a:gd name="connsiteY12" fmla="*/ 38100 h 190500"/>
                <a:gd name="connsiteX13" fmla="*/ 76200 w 152400"/>
                <a:gd name="connsiteY13" fmla="*/ 0 h 190500"/>
                <a:gd name="connsiteX14" fmla="*/ 76200 w 152400"/>
                <a:gd name="connsiteY14" fmla="*/ 109538 h 190500"/>
                <a:gd name="connsiteX15" fmla="*/ 61913 w 152400"/>
                <a:gd name="connsiteY15" fmla="*/ 123825 h 190500"/>
                <a:gd name="connsiteX16" fmla="*/ 76200 w 152400"/>
                <a:gd name="connsiteY16" fmla="*/ 138113 h 190500"/>
                <a:gd name="connsiteX17" fmla="*/ 90488 w 152400"/>
                <a:gd name="connsiteY17" fmla="*/ 123825 h 190500"/>
                <a:gd name="connsiteX18" fmla="*/ 76200 w 152400"/>
                <a:gd name="connsiteY18" fmla="*/ 109538 h 190500"/>
                <a:gd name="connsiteX19" fmla="*/ 76200 w 152400"/>
                <a:gd name="connsiteY19" fmla="*/ 19050 h 190500"/>
                <a:gd name="connsiteX20" fmla="*/ 57150 w 152400"/>
                <a:gd name="connsiteY20" fmla="*/ 38100 h 190500"/>
                <a:gd name="connsiteX21" fmla="*/ 57150 w 152400"/>
                <a:gd name="connsiteY21" fmla="*/ 57150 h 190500"/>
                <a:gd name="connsiteX22" fmla="*/ 95250 w 152400"/>
                <a:gd name="connsiteY22" fmla="*/ 57150 h 190500"/>
                <a:gd name="connsiteX23" fmla="*/ 95250 w 152400"/>
                <a:gd name="connsiteY23" fmla="*/ 38100 h 190500"/>
                <a:gd name="connsiteX24" fmla="*/ 76200 w 152400"/>
                <a:gd name="connsiteY24" fmla="*/ 190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0" h="190500">
                  <a:moveTo>
                    <a:pt x="76200" y="0"/>
                  </a:moveTo>
                  <a:cubicBezTo>
                    <a:pt x="97242" y="0"/>
                    <a:pt x="114300" y="17058"/>
                    <a:pt x="114300" y="38100"/>
                  </a:cubicBezTo>
                  <a:lnTo>
                    <a:pt x="114300" y="57150"/>
                  </a:lnTo>
                  <a:lnTo>
                    <a:pt x="138113" y="57150"/>
                  </a:lnTo>
                  <a:cubicBezTo>
                    <a:pt x="146003" y="57150"/>
                    <a:pt x="152400" y="63547"/>
                    <a:pt x="152400" y="71438"/>
                  </a:cubicBezTo>
                  <a:lnTo>
                    <a:pt x="152400" y="176213"/>
                  </a:lnTo>
                  <a:cubicBezTo>
                    <a:pt x="152400" y="184103"/>
                    <a:pt x="146003" y="190500"/>
                    <a:pt x="138113" y="190500"/>
                  </a:cubicBezTo>
                  <a:lnTo>
                    <a:pt x="14288" y="190500"/>
                  </a:lnTo>
                  <a:cubicBezTo>
                    <a:pt x="6397" y="190500"/>
                    <a:pt x="0" y="184103"/>
                    <a:pt x="0" y="176213"/>
                  </a:cubicBezTo>
                  <a:lnTo>
                    <a:pt x="0" y="71438"/>
                  </a:lnTo>
                  <a:cubicBezTo>
                    <a:pt x="0" y="63547"/>
                    <a:pt x="6397" y="57150"/>
                    <a:pt x="14288" y="57150"/>
                  </a:cubicBezTo>
                  <a:lnTo>
                    <a:pt x="38100" y="57150"/>
                  </a:lnTo>
                  <a:lnTo>
                    <a:pt x="38100" y="38100"/>
                  </a:lnTo>
                  <a:cubicBezTo>
                    <a:pt x="38100" y="17058"/>
                    <a:pt x="55158" y="0"/>
                    <a:pt x="76200" y="0"/>
                  </a:cubicBezTo>
                  <a:close/>
                  <a:moveTo>
                    <a:pt x="76200" y="109538"/>
                  </a:moveTo>
                  <a:cubicBezTo>
                    <a:pt x="68309" y="109538"/>
                    <a:pt x="61913" y="115934"/>
                    <a:pt x="61913" y="123825"/>
                  </a:cubicBezTo>
                  <a:cubicBezTo>
                    <a:pt x="61913" y="131716"/>
                    <a:pt x="68309" y="138113"/>
                    <a:pt x="76200" y="138113"/>
                  </a:cubicBezTo>
                  <a:cubicBezTo>
                    <a:pt x="84091" y="138113"/>
                    <a:pt x="90488" y="131716"/>
                    <a:pt x="90488" y="123825"/>
                  </a:cubicBezTo>
                  <a:cubicBezTo>
                    <a:pt x="90488" y="115934"/>
                    <a:pt x="84091" y="109538"/>
                    <a:pt x="76200" y="109538"/>
                  </a:cubicBezTo>
                  <a:close/>
                  <a:moveTo>
                    <a:pt x="76200" y="19050"/>
                  </a:moveTo>
                  <a:cubicBezTo>
                    <a:pt x="65679" y="19050"/>
                    <a:pt x="57150" y="27579"/>
                    <a:pt x="57150" y="38100"/>
                  </a:cubicBezTo>
                  <a:lnTo>
                    <a:pt x="57150" y="57150"/>
                  </a:lnTo>
                  <a:lnTo>
                    <a:pt x="95250" y="57150"/>
                  </a:lnTo>
                  <a:lnTo>
                    <a:pt x="95250" y="38100"/>
                  </a:lnTo>
                  <a:cubicBezTo>
                    <a:pt x="95250" y="27579"/>
                    <a:pt x="86721" y="19050"/>
                    <a:pt x="76200" y="19050"/>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29" name="Graphic 8" descr="Icon of a magnifying glass">
              <a:extLst>
                <a:ext uri="{FF2B5EF4-FFF2-40B4-BE49-F238E27FC236}">
                  <a16:creationId xmlns:a16="http://schemas.microsoft.com/office/drawing/2014/main" id="{72BCC06E-95AF-1882-9F3C-97EC8F70D2E8}"/>
                </a:ext>
              </a:extLst>
            </p:cNvPr>
            <p:cNvSpPr>
              <a:spLocks/>
            </p:cNvSpPr>
            <p:nvPr/>
          </p:nvSpPr>
          <p:spPr>
            <a:xfrm>
              <a:off x="7316151" y="2972355"/>
              <a:ext cx="363380" cy="363380"/>
            </a:xfrm>
            <a:custGeom>
              <a:avLst/>
              <a:gdLst>
                <a:gd name="connsiteX0" fmla="*/ 71438 w 176200"/>
                <a:gd name="connsiteY0" fmla="*/ 0 h 176202"/>
                <a:gd name="connsiteX1" fmla="*/ 142878 w 176200"/>
                <a:gd name="connsiteY1" fmla="*/ 71435 h 176202"/>
                <a:gd name="connsiteX2" fmla="*/ 128245 w 176200"/>
                <a:gd name="connsiteY2" fmla="*/ 114757 h 176202"/>
                <a:gd name="connsiteX3" fmla="*/ 173422 w 176200"/>
                <a:gd name="connsiteY3" fmla="*/ 159953 h 176202"/>
                <a:gd name="connsiteX4" fmla="*/ 173399 w 176200"/>
                <a:gd name="connsiteY4" fmla="*/ 173424 h 176202"/>
                <a:gd name="connsiteX5" fmla="*/ 160849 w 176200"/>
                <a:gd name="connsiteY5" fmla="*/ 174212 h 176202"/>
                <a:gd name="connsiteX6" fmla="*/ 159953 w 176200"/>
                <a:gd name="connsiteY6" fmla="*/ 173422 h 176202"/>
                <a:gd name="connsiteX7" fmla="*/ 114757 w 176200"/>
                <a:gd name="connsiteY7" fmla="*/ 128245 h 176202"/>
                <a:gd name="connsiteX8" fmla="*/ 14634 w 176200"/>
                <a:gd name="connsiteY8" fmla="*/ 114753 h 176202"/>
                <a:gd name="connsiteX9" fmla="*/ 28125 w 176200"/>
                <a:gd name="connsiteY9" fmla="*/ 14630 h 176202"/>
                <a:gd name="connsiteX10" fmla="*/ 71438 w 176200"/>
                <a:gd name="connsiteY10" fmla="*/ 0 h 176202"/>
                <a:gd name="connsiteX11" fmla="*/ 71438 w 176200"/>
                <a:gd name="connsiteY11" fmla="*/ 19050 h 176202"/>
                <a:gd name="connsiteX12" fmla="*/ 19050 w 176200"/>
                <a:gd name="connsiteY12" fmla="*/ 71438 h 176202"/>
                <a:gd name="connsiteX13" fmla="*/ 71438 w 176200"/>
                <a:gd name="connsiteY13" fmla="*/ 123825 h 176202"/>
                <a:gd name="connsiteX14" fmla="*/ 123825 w 176200"/>
                <a:gd name="connsiteY14" fmla="*/ 71438 h 176202"/>
                <a:gd name="connsiteX15" fmla="*/ 71438 w 176200"/>
                <a:gd name="connsiteY15" fmla="*/ 19050 h 17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200" h="176202">
                  <a:moveTo>
                    <a:pt x="71438" y="0"/>
                  </a:moveTo>
                  <a:cubicBezTo>
                    <a:pt x="110891" y="-2"/>
                    <a:pt x="142876" y="31981"/>
                    <a:pt x="142878" y="71435"/>
                  </a:cubicBezTo>
                  <a:cubicBezTo>
                    <a:pt x="142879" y="87089"/>
                    <a:pt x="137737" y="102310"/>
                    <a:pt x="128245" y="114757"/>
                  </a:cubicBezTo>
                  <a:lnTo>
                    <a:pt x="173422" y="159953"/>
                  </a:lnTo>
                  <a:cubicBezTo>
                    <a:pt x="177135" y="163680"/>
                    <a:pt x="177125" y="169711"/>
                    <a:pt x="173399" y="173424"/>
                  </a:cubicBezTo>
                  <a:cubicBezTo>
                    <a:pt x="170008" y="176803"/>
                    <a:pt x="164636" y="177140"/>
                    <a:pt x="160849" y="174212"/>
                  </a:cubicBezTo>
                  <a:lnTo>
                    <a:pt x="159953" y="173422"/>
                  </a:lnTo>
                  <a:lnTo>
                    <a:pt x="114757" y="128245"/>
                  </a:lnTo>
                  <a:cubicBezTo>
                    <a:pt x="83384" y="152168"/>
                    <a:pt x="38557" y="146127"/>
                    <a:pt x="14634" y="114753"/>
                  </a:cubicBezTo>
                  <a:cubicBezTo>
                    <a:pt x="-9289" y="83380"/>
                    <a:pt x="-3248" y="38553"/>
                    <a:pt x="28125" y="14630"/>
                  </a:cubicBezTo>
                  <a:cubicBezTo>
                    <a:pt x="40570" y="5141"/>
                    <a:pt x="55787" y="1"/>
                    <a:pt x="71438" y="0"/>
                  </a:cubicBezTo>
                  <a:close/>
                  <a:moveTo>
                    <a:pt x="71438" y="19050"/>
                  </a:moveTo>
                  <a:cubicBezTo>
                    <a:pt x="42505" y="19050"/>
                    <a:pt x="19050" y="42505"/>
                    <a:pt x="19050" y="71438"/>
                  </a:cubicBezTo>
                  <a:cubicBezTo>
                    <a:pt x="19050" y="100371"/>
                    <a:pt x="42505" y="123825"/>
                    <a:pt x="71438" y="123825"/>
                  </a:cubicBezTo>
                  <a:cubicBezTo>
                    <a:pt x="100371" y="123825"/>
                    <a:pt x="123825" y="100371"/>
                    <a:pt x="123825" y="71438"/>
                  </a:cubicBezTo>
                  <a:cubicBezTo>
                    <a:pt x="123825" y="42505"/>
                    <a:pt x="100371" y="19050"/>
                    <a:pt x="71438" y="19050"/>
                  </a:cubicBezTo>
                  <a:close/>
                </a:path>
              </a:pathLst>
            </a:custGeom>
            <a:solidFill>
              <a:schemeClr val="bg1"/>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0" name="Graphic 45" descr="Icon of a chart line of varying heights pointing top right with a gear">
              <a:extLst>
                <a:ext uri="{FF2B5EF4-FFF2-40B4-BE49-F238E27FC236}">
                  <a16:creationId xmlns:a16="http://schemas.microsoft.com/office/drawing/2014/main" id="{771F8A5B-A72F-A17A-9615-14B62EDC7561}"/>
                </a:ext>
              </a:extLst>
            </p:cNvPr>
            <p:cNvSpPr/>
            <p:nvPr/>
          </p:nvSpPr>
          <p:spPr>
            <a:xfrm>
              <a:off x="10118412" y="2972599"/>
              <a:ext cx="366232" cy="362892"/>
            </a:xfrm>
            <a:custGeom>
              <a:avLst/>
              <a:gdLst>
                <a:gd name="connsiteX0" fmla="*/ 213133 w 248461"/>
                <a:gd name="connsiteY0" fmla="*/ 0 h 246196"/>
                <a:gd name="connsiteX1" fmla="*/ 225680 w 248461"/>
                <a:gd name="connsiteY1" fmla="*/ 12546 h 246196"/>
                <a:gd name="connsiteX2" fmla="*/ 225680 w 248461"/>
                <a:gd name="connsiteY2" fmla="*/ 75278 h 246196"/>
                <a:gd name="connsiteX3" fmla="*/ 213133 w 248461"/>
                <a:gd name="connsiteY3" fmla="*/ 87824 h 246196"/>
                <a:gd name="connsiteX4" fmla="*/ 200587 w 248461"/>
                <a:gd name="connsiteY4" fmla="*/ 75278 h 246196"/>
                <a:gd name="connsiteX5" fmla="*/ 200587 w 248461"/>
                <a:gd name="connsiteY5" fmla="*/ 42833 h 246196"/>
                <a:gd name="connsiteX6" fmla="*/ 127906 w 248461"/>
                <a:gd name="connsiteY6" fmla="*/ 115514 h 246196"/>
                <a:gd name="connsiteX7" fmla="*/ 110166 w 248461"/>
                <a:gd name="connsiteY7" fmla="*/ 115514 h 246196"/>
                <a:gd name="connsiteX8" fmla="*/ 87670 w 248461"/>
                <a:gd name="connsiteY8" fmla="*/ 93019 h 246196"/>
                <a:gd name="connsiteX9" fmla="*/ 21262 w 248461"/>
                <a:gd name="connsiteY9" fmla="*/ 159426 h 246196"/>
                <a:gd name="connsiteX10" fmla="*/ 3522 w 248461"/>
                <a:gd name="connsiteY10" fmla="*/ 159118 h 246196"/>
                <a:gd name="connsiteX11" fmla="*/ 3522 w 248461"/>
                <a:gd name="connsiteY11" fmla="*/ 141686 h 246196"/>
                <a:gd name="connsiteX12" fmla="*/ 78800 w 248461"/>
                <a:gd name="connsiteY12" fmla="*/ 66408 h 246196"/>
                <a:gd name="connsiteX13" fmla="*/ 96540 w 248461"/>
                <a:gd name="connsiteY13" fmla="*/ 66408 h 246196"/>
                <a:gd name="connsiteX14" fmla="*/ 119036 w 248461"/>
                <a:gd name="connsiteY14" fmla="*/ 88903 h 246196"/>
                <a:gd name="connsiteX15" fmla="*/ 182847 w 248461"/>
                <a:gd name="connsiteY15" fmla="*/ 25093 h 246196"/>
                <a:gd name="connsiteX16" fmla="*/ 150402 w 248461"/>
                <a:gd name="connsiteY16" fmla="*/ 25093 h 246196"/>
                <a:gd name="connsiteX17" fmla="*/ 137855 w 248461"/>
                <a:gd name="connsiteY17" fmla="*/ 12546 h 246196"/>
                <a:gd name="connsiteX18" fmla="*/ 150402 w 248461"/>
                <a:gd name="connsiteY18" fmla="*/ 0 h 246196"/>
                <a:gd name="connsiteX19" fmla="*/ 213133 w 248461"/>
                <a:gd name="connsiteY19" fmla="*/ 0 h 246196"/>
                <a:gd name="connsiteX20" fmla="*/ 141343 w 248461"/>
                <a:gd name="connsiteY20" fmla="*/ 137709 h 246196"/>
                <a:gd name="connsiteX21" fmla="*/ 124196 w 248461"/>
                <a:gd name="connsiteY21" fmla="*/ 168777 h 246196"/>
                <a:gd name="connsiteX22" fmla="*/ 123277 w 248461"/>
                <a:gd name="connsiteY22" fmla="*/ 169024 h 246196"/>
                <a:gd name="connsiteX23" fmla="*/ 115937 w 248461"/>
                <a:gd name="connsiteY23" fmla="*/ 170831 h 246196"/>
                <a:gd name="connsiteX24" fmla="*/ 116012 w 248461"/>
                <a:gd name="connsiteY24" fmla="*/ 193502 h 246196"/>
                <a:gd name="connsiteX25" fmla="*/ 122787 w 248461"/>
                <a:gd name="connsiteY25" fmla="*/ 195133 h 246196"/>
                <a:gd name="connsiteX26" fmla="*/ 141306 w 248461"/>
                <a:gd name="connsiteY26" fmla="*/ 225404 h 246196"/>
                <a:gd name="connsiteX27" fmla="*/ 140980 w 248461"/>
                <a:gd name="connsiteY27" fmla="*/ 226624 h 246196"/>
                <a:gd name="connsiteX28" fmla="*/ 138633 w 248461"/>
                <a:gd name="connsiteY28" fmla="*/ 234554 h 246196"/>
                <a:gd name="connsiteX29" fmla="*/ 157265 w 248461"/>
                <a:gd name="connsiteY29" fmla="*/ 246121 h 246196"/>
                <a:gd name="connsiteX30" fmla="*/ 163450 w 248461"/>
                <a:gd name="connsiteY30" fmla="*/ 239597 h 246196"/>
                <a:gd name="connsiteX31" fmla="*/ 198925 w 248461"/>
                <a:gd name="connsiteY31" fmla="*/ 238713 h 246196"/>
                <a:gd name="connsiteX32" fmla="*/ 199822 w 248461"/>
                <a:gd name="connsiteY32" fmla="*/ 239610 h 246196"/>
                <a:gd name="connsiteX33" fmla="*/ 206082 w 248461"/>
                <a:gd name="connsiteY33" fmla="*/ 246197 h 246196"/>
                <a:gd name="connsiteX34" fmla="*/ 224689 w 248461"/>
                <a:gd name="connsiteY34" fmla="*/ 234742 h 246196"/>
                <a:gd name="connsiteX35" fmla="*/ 222192 w 248461"/>
                <a:gd name="connsiteY35" fmla="*/ 226135 h 246196"/>
                <a:gd name="connsiteX36" fmla="*/ 239347 w 248461"/>
                <a:gd name="connsiteY36" fmla="*/ 195070 h 246196"/>
                <a:gd name="connsiteX37" fmla="*/ 240284 w 248461"/>
                <a:gd name="connsiteY37" fmla="*/ 194819 h 246196"/>
                <a:gd name="connsiteX38" fmla="*/ 247598 w 248461"/>
                <a:gd name="connsiteY38" fmla="*/ 193013 h 246196"/>
                <a:gd name="connsiteX39" fmla="*/ 247523 w 248461"/>
                <a:gd name="connsiteY39" fmla="*/ 170329 h 246196"/>
                <a:gd name="connsiteX40" fmla="*/ 240761 w 248461"/>
                <a:gd name="connsiteY40" fmla="*/ 168698 h 246196"/>
                <a:gd name="connsiteX41" fmla="*/ 222242 w 248461"/>
                <a:gd name="connsiteY41" fmla="*/ 138427 h 246196"/>
                <a:gd name="connsiteX42" fmla="*/ 222568 w 248461"/>
                <a:gd name="connsiteY42" fmla="*/ 137207 h 246196"/>
                <a:gd name="connsiteX43" fmla="*/ 224902 w 248461"/>
                <a:gd name="connsiteY43" fmla="*/ 129303 h 246196"/>
                <a:gd name="connsiteX44" fmla="*/ 206283 w 248461"/>
                <a:gd name="connsiteY44" fmla="*/ 117735 h 246196"/>
                <a:gd name="connsiteX45" fmla="*/ 200098 w 248461"/>
                <a:gd name="connsiteY45" fmla="*/ 124234 h 246196"/>
                <a:gd name="connsiteX46" fmla="*/ 164623 w 248461"/>
                <a:gd name="connsiteY46" fmla="*/ 125143 h 246196"/>
                <a:gd name="connsiteX47" fmla="*/ 163713 w 248461"/>
                <a:gd name="connsiteY47" fmla="*/ 124234 h 246196"/>
                <a:gd name="connsiteX48" fmla="*/ 157465 w 248461"/>
                <a:gd name="connsiteY48" fmla="*/ 117647 h 246196"/>
                <a:gd name="connsiteX49" fmla="*/ 138859 w 248461"/>
                <a:gd name="connsiteY49" fmla="*/ 129089 h 246196"/>
                <a:gd name="connsiteX50" fmla="*/ 141343 w 248461"/>
                <a:gd name="connsiteY50" fmla="*/ 137709 h 246196"/>
                <a:gd name="connsiteX51" fmla="*/ 181768 w 248461"/>
                <a:gd name="connsiteY51" fmla="*/ 200741 h 246196"/>
                <a:gd name="connsiteX52" fmla="*/ 163575 w 248461"/>
                <a:gd name="connsiteY52" fmla="*/ 181922 h 246196"/>
                <a:gd name="connsiteX53" fmla="*/ 181768 w 248461"/>
                <a:gd name="connsiteY53" fmla="*/ 163102 h 246196"/>
                <a:gd name="connsiteX54" fmla="*/ 199960 w 248461"/>
                <a:gd name="connsiteY54" fmla="*/ 181922 h 246196"/>
                <a:gd name="connsiteX55" fmla="*/ 181768 w 248461"/>
                <a:gd name="connsiteY55" fmla="*/ 200741 h 24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48461" h="246196">
                  <a:moveTo>
                    <a:pt x="213133" y="0"/>
                  </a:moveTo>
                  <a:cubicBezTo>
                    <a:pt x="220063" y="0"/>
                    <a:pt x="225680" y="5617"/>
                    <a:pt x="225680" y="12546"/>
                  </a:cubicBezTo>
                  <a:lnTo>
                    <a:pt x="225680" y="75278"/>
                  </a:lnTo>
                  <a:cubicBezTo>
                    <a:pt x="225680" y="82207"/>
                    <a:pt x="220063" y="87824"/>
                    <a:pt x="213133" y="87824"/>
                  </a:cubicBezTo>
                  <a:cubicBezTo>
                    <a:pt x="206204" y="87824"/>
                    <a:pt x="200587" y="82207"/>
                    <a:pt x="200587" y="75278"/>
                  </a:cubicBezTo>
                  <a:lnTo>
                    <a:pt x="200587" y="42833"/>
                  </a:lnTo>
                  <a:lnTo>
                    <a:pt x="127906" y="115514"/>
                  </a:lnTo>
                  <a:cubicBezTo>
                    <a:pt x="123007" y="120412"/>
                    <a:pt x="115065" y="120412"/>
                    <a:pt x="110166" y="115514"/>
                  </a:cubicBezTo>
                  <a:lnTo>
                    <a:pt x="87670" y="93019"/>
                  </a:lnTo>
                  <a:lnTo>
                    <a:pt x="21262" y="159426"/>
                  </a:lnTo>
                  <a:cubicBezTo>
                    <a:pt x="16278" y="164240"/>
                    <a:pt x="8336" y="164102"/>
                    <a:pt x="3522" y="159118"/>
                  </a:cubicBezTo>
                  <a:cubicBezTo>
                    <a:pt x="-1174" y="154256"/>
                    <a:pt x="-1174" y="146547"/>
                    <a:pt x="3522" y="141686"/>
                  </a:cubicBezTo>
                  <a:lnTo>
                    <a:pt x="78800" y="66408"/>
                  </a:lnTo>
                  <a:cubicBezTo>
                    <a:pt x="83699" y="61510"/>
                    <a:pt x="91641" y="61510"/>
                    <a:pt x="96540" y="66408"/>
                  </a:cubicBezTo>
                  <a:lnTo>
                    <a:pt x="119036" y="88903"/>
                  </a:lnTo>
                  <a:lnTo>
                    <a:pt x="182847" y="25093"/>
                  </a:lnTo>
                  <a:lnTo>
                    <a:pt x="150402" y="25093"/>
                  </a:lnTo>
                  <a:cubicBezTo>
                    <a:pt x="143472" y="25093"/>
                    <a:pt x="137855" y="19475"/>
                    <a:pt x="137855" y="12546"/>
                  </a:cubicBezTo>
                  <a:cubicBezTo>
                    <a:pt x="137855" y="5617"/>
                    <a:pt x="143472" y="0"/>
                    <a:pt x="150402" y="0"/>
                  </a:cubicBezTo>
                  <a:lnTo>
                    <a:pt x="213133" y="0"/>
                  </a:lnTo>
                  <a:close/>
                  <a:moveTo>
                    <a:pt x="141343" y="137709"/>
                  </a:moveTo>
                  <a:cubicBezTo>
                    <a:pt x="145188" y="151023"/>
                    <a:pt x="137510" y="164933"/>
                    <a:pt x="124196" y="168777"/>
                  </a:cubicBezTo>
                  <a:cubicBezTo>
                    <a:pt x="123891" y="168865"/>
                    <a:pt x="123585" y="168948"/>
                    <a:pt x="123277" y="169024"/>
                  </a:cubicBezTo>
                  <a:lnTo>
                    <a:pt x="115937" y="170831"/>
                  </a:lnTo>
                  <a:cubicBezTo>
                    <a:pt x="114763" y="178345"/>
                    <a:pt x="114788" y="185997"/>
                    <a:pt x="116012" y="193502"/>
                  </a:cubicBezTo>
                  <a:lnTo>
                    <a:pt x="122787" y="195133"/>
                  </a:lnTo>
                  <a:cubicBezTo>
                    <a:pt x="136261" y="198379"/>
                    <a:pt x="144551" y="211931"/>
                    <a:pt x="141306" y="225404"/>
                  </a:cubicBezTo>
                  <a:cubicBezTo>
                    <a:pt x="141208" y="225814"/>
                    <a:pt x="141099" y="226220"/>
                    <a:pt x="140980" y="226624"/>
                  </a:cubicBezTo>
                  <a:lnTo>
                    <a:pt x="138633" y="234554"/>
                  </a:lnTo>
                  <a:cubicBezTo>
                    <a:pt x="144154" y="239397"/>
                    <a:pt x="150427" y="243324"/>
                    <a:pt x="157265" y="246121"/>
                  </a:cubicBezTo>
                  <a:lnTo>
                    <a:pt x="163450" y="239597"/>
                  </a:lnTo>
                  <a:cubicBezTo>
                    <a:pt x="173002" y="229556"/>
                    <a:pt x="188885" y="229161"/>
                    <a:pt x="198925" y="238713"/>
                  </a:cubicBezTo>
                  <a:cubicBezTo>
                    <a:pt x="199232" y="239004"/>
                    <a:pt x="199531" y="239304"/>
                    <a:pt x="199822" y="239610"/>
                  </a:cubicBezTo>
                  <a:lnTo>
                    <a:pt x="206082" y="246197"/>
                  </a:lnTo>
                  <a:cubicBezTo>
                    <a:pt x="212875" y="243434"/>
                    <a:pt x="219163" y="239563"/>
                    <a:pt x="224689" y="234742"/>
                  </a:cubicBezTo>
                  <a:lnTo>
                    <a:pt x="222192" y="226135"/>
                  </a:lnTo>
                  <a:cubicBezTo>
                    <a:pt x="218350" y="212820"/>
                    <a:pt x="226031" y="198912"/>
                    <a:pt x="239347" y="195070"/>
                  </a:cubicBezTo>
                  <a:cubicBezTo>
                    <a:pt x="239656" y="194981"/>
                    <a:pt x="239970" y="194897"/>
                    <a:pt x="240284" y="194819"/>
                  </a:cubicBezTo>
                  <a:lnTo>
                    <a:pt x="247598" y="193013"/>
                  </a:lnTo>
                  <a:cubicBezTo>
                    <a:pt x="248774" y="185495"/>
                    <a:pt x="248749" y="177839"/>
                    <a:pt x="247523" y="170329"/>
                  </a:cubicBezTo>
                  <a:lnTo>
                    <a:pt x="240761" y="168698"/>
                  </a:lnTo>
                  <a:cubicBezTo>
                    <a:pt x="227287" y="165452"/>
                    <a:pt x="218996" y="151900"/>
                    <a:pt x="222242" y="138427"/>
                  </a:cubicBezTo>
                  <a:cubicBezTo>
                    <a:pt x="222340" y="138017"/>
                    <a:pt x="222449" y="137611"/>
                    <a:pt x="222568" y="137207"/>
                  </a:cubicBezTo>
                  <a:lnTo>
                    <a:pt x="224902" y="129303"/>
                  </a:lnTo>
                  <a:cubicBezTo>
                    <a:pt x="219382" y="124440"/>
                    <a:pt x="213088" y="120530"/>
                    <a:pt x="206283" y="117735"/>
                  </a:cubicBezTo>
                  <a:lnTo>
                    <a:pt x="200098" y="124234"/>
                  </a:lnTo>
                  <a:cubicBezTo>
                    <a:pt x="190553" y="134281"/>
                    <a:pt x="174670" y="134689"/>
                    <a:pt x="164623" y="125143"/>
                  </a:cubicBezTo>
                  <a:cubicBezTo>
                    <a:pt x="164312" y="124849"/>
                    <a:pt x="164008" y="124545"/>
                    <a:pt x="163713" y="124234"/>
                  </a:cubicBezTo>
                  <a:lnTo>
                    <a:pt x="157465" y="117647"/>
                  </a:lnTo>
                  <a:cubicBezTo>
                    <a:pt x="150653" y="120407"/>
                    <a:pt x="144380" y="124297"/>
                    <a:pt x="138859" y="129089"/>
                  </a:cubicBezTo>
                  <a:lnTo>
                    <a:pt x="141343" y="137709"/>
                  </a:lnTo>
                  <a:close/>
                  <a:moveTo>
                    <a:pt x="181768" y="200741"/>
                  </a:moveTo>
                  <a:cubicBezTo>
                    <a:pt x="171731" y="200741"/>
                    <a:pt x="163575" y="192310"/>
                    <a:pt x="163575" y="181922"/>
                  </a:cubicBezTo>
                  <a:cubicBezTo>
                    <a:pt x="163575" y="171533"/>
                    <a:pt x="171731" y="163102"/>
                    <a:pt x="181768" y="163102"/>
                  </a:cubicBezTo>
                  <a:cubicBezTo>
                    <a:pt x="191805" y="163102"/>
                    <a:pt x="199960" y="171533"/>
                    <a:pt x="199960" y="181922"/>
                  </a:cubicBezTo>
                  <a:cubicBezTo>
                    <a:pt x="199960" y="192310"/>
                    <a:pt x="191805" y="200741"/>
                    <a:pt x="181768" y="200741"/>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426350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00"/>
                                        <p:tgtEl>
                                          <p:spTgt spid="31"/>
                                        </p:tgtEl>
                                      </p:cBhvr>
                                    </p:animEffect>
                                  </p:childTnLst>
                                </p:cTn>
                              </p:par>
                              <p:par>
                                <p:cTn id="8" presetID="42" presetClass="path" presetSubtype="0" decel="100000" fill="hold" nodeType="withEffect">
                                  <p:stCondLst>
                                    <p:cond delay="100"/>
                                  </p:stCondLst>
                                  <p:childTnLst>
                                    <p:animMotion origin="layout" path="M -1.66667E-6 0.03888 L -1.66667E-6 4.44444E-6 " pathEditMode="relative" rAng="0" ptsTypes="AA">
                                      <p:cBhvr>
                                        <p:cTn id="9" dur="500" fill="hold"/>
                                        <p:tgtEl>
                                          <p:spTgt spid="31"/>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F6504-EC42-D67E-85CF-00A65494BB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69400A-7EAD-45E0-59E0-6331489AC2E9}"/>
              </a:ext>
            </a:extLst>
          </p:cNvPr>
          <p:cNvSpPr>
            <a:spLocks noGrp="1"/>
          </p:cNvSpPr>
          <p:nvPr>
            <p:ph type="title"/>
          </p:nvPr>
        </p:nvSpPr>
        <p:spPr>
          <a:xfrm>
            <a:off x="588263" y="457200"/>
            <a:ext cx="11018520" cy="1107996"/>
          </a:xfrm>
        </p:spPr>
        <p:txBody>
          <a:bodyPr/>
          <a:lstStyle/>
          <a:p>
            <a:pPr algn="ctr"/>
            <a:r>
              <a:rPr lang="en-US"/>
              <a:t>Govern the AI lifecycle with organization-wide observability and controls</a:t>
            </a:r>
          </a:p>
        </p:txBody>
      </p:sp>
      <p:sp>
        <p:nvSpPr>
          <p:cNvPr id="5" name="TextBox 4">
            <a:extLst>
              <a:ext uri="{FF2B5EF4-FFF2-40B4-BE49-F238E27FC236}">
                <a16:creationId xmlns:a16="http://schemas.microsoft.com/office/drawing/2014/main" id="{6E164C97-B3DC-EEB4-71B2-DEF8B30C724A}"/>
              </a:ext>
            </a:extLst>
          </p:cNvPr>
          <p:cNvSpPr txBox="1"/>
          <p:nvPr/>
        </p:nvSpPr>
        <p:spPr>
          <a:xfrm>
            <a:off x="2455333" y="2268408"/>
            <a:ext cx="728133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rPr>
              <a:t>Foundry Control Plane</a:t>
            </a:r>
          </a:p>
        </p:txBody>
      </p:sp>
      <p:sp>
        <p:nvSpPr>
          <p:cNvPr id="6" name="Rounded Rectangle 4">
            <a:extLst>
              <a:ext uri="{FF2B5EF4-FFF2-40B4-BE49-F238E27FC236}">
                <a16:creationId xmlns:a16="http://schemas.microsoft.com/office/drawing/2014/main" id="{51E216D8-C66C-725C-5AD0-E8D344E90FEA}"/>
              </a:ext>
              <a:ext uri="{C183D7F6-B498-43B3-948B-1728B52AA6E4}">
                <adec:decorative xmlns:adec="http://schemas.microsoft.com/office/drawing/2017/decorative" val="1"/>
              </a:ext>
            </a:extLst>
          </p:cNvPr>
          <p:cNvSpPr/>
          <p:nvPr/>
        </p:nvSpPr>
        <p:spPr bwMode="auto">
          <a:xfrm>
            <a:off x="593350" y="5523788"/>
            <a:ext cx="11005300" cy="626553"/>
          </a:xfrm>
          <a:prstGeom prst="roundRect">
            <a:avLst>
              <a:gd name="adj" fmla="val 50000"/>
            </a:avLst>
          </a:prstGeom>
          <a:gradFill flip="none" rotWithShape="1">
            <a:gsLst>
              <a:gs pos="0">
                <a:schemeClr val="accent6"/>
              </a:gs>
              <a:gs pos="100000">
                <a:schemeClr val="tx2"/>
              </a:gs>
            </a:gsLst>
            <a:lin ang="0" scaled="1"/>
            <a:tileRect/>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rPr>
              <a:t>Everything developers need to observe, secure, and manage fleets of agents in one place </a:t>
            </a:r>
          </a:p>
        </p:txBody>
      </p:sp>
      <p:pic>
        <p:nvPicPr>
          <p:cNvPr id="2" name="Picture 1">
            <a:extLst>
              <a:ext uri="{FF2B5EF4-FFF2-40B4-BE49-F238E27FC236}">
                <a16:creationId xmlns:a16="http://schemas.microsoft.com/office/drawing/2014/main" id="{1CB1E990-9B6F-5DEF-FA99-05F23CE0AEF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12160" y="2268408"/>
            <a:ext cx="551249" cy="523220"/>
          </a:xfrm>
          <a:prstGeom prst="rect">
            <a:avLst/>
          </a:prstGeom>
        </p:spPr>
      </p:pic>
      <p:sp>
        <p:nvSpPr>
          <p:cNvPr id="32" name="Rectangle: Rounded Corners 31">
            <a:extLst>
              <a:ext uri="{FF2B5EF4-FFF2-40B4-BE49-F238E27FC236}">
                <a16:creationId xmlns:a16="http://schemas.microsoft.com/office/drawing/2014/main" id="{0149EE61-A35F-950B-6917-0E1B184A7B0C}"/>
              </a:ext>
            </a:extLst>
          </p:cNvPr>
          <p:cNvSpPr/>
          <p:nvPr/>
        </p:nvSpPr>
        <p:spPr>
          <a:xfrm>
            <a:off x="3989343" y="3423211"/>
            <a:ext cx="1946312" cy="1719820"/>
          </a:xfrm>
          <a:prstGeom prst="roundRect">
            <a:avLst>
              <a:gd name="adj" fmla="val 9475"/>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5760" rIns="91440" bIns="91440" numCol="1" spcCol="0" rtlCol="0" fromWordArt="0" anchor="t"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Understand every agent’s health, cost, and behavior in real-time</a:t>
            </a:r>
          </a:p>
        </p:txBody>
      </p:sp>
      <p:sp>
        <p:nvSpPr>
          <p:cNvPr id="33" name="Rectangle: Rounded Corners 32">
            <a:extLst>
              <a:ext uri="{FF2B5EF4-FFF2-40B4-BE49-F238E27FC236}">
                <a16:creationId xmlns:a16="http://schemas.microsoft.com/office/drawing/2014/main" id="{87CF85E6-EB28-56B2-872A-AC09DC3471B2}"/>
              </a:ext>
            </a:extLst>
          </p:cNvPr>
          <p:cNvSpPr/>
          <p:nvPr/>
        </p:nvSpPr>
        <p:spPr>
          <a:xfrm>
            <a:off x="4147142" y="3042064"/>
            <a:ext cx="1630715" cy="592961"/>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36576"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End-to-end observability</a:t>
            </a:r>
          </a:p>
        </p:txBody>
      </p:sp>
      <p:sp>
        <p:nvSpPr>
          <p:cNvPr id="34" name="Rectangle: Rounded Corners 33">
            <a:extLst>
              <a:ext uri="{FF2B5EF4-FFF2-40B4-BE49-F238E27FC236}">
                <a16:creationId xmlns:a16="http://schemas.microsoft.com/office/drawing/2014/main" id="{435881F3-D2FC-158D-59CB-B0B7E41164FB}"/>
              </a:ext>
            </a:extLst>
          </p:cNvPr>
          <p:cNvSpPr/>
          <p:nvPr/>
        </p:nvSpPr>
        <p:spPr>
          <a:xfrm>
            <a:off x="1722340" y="3423211"/>
            <a:ext cx="1946312" cy="1719820"/>
          </a:xfrm>
          <a:prstGeom prst="roundRect">
            <a:avLst>
              <a:gd name="adj" fmla="val 9475"/>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5760" rIns="91440" bIns="91440" numCol="1" spcCol="0" rtlCol="0" fromWordArt="0" anchor="t"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Keep agents safe, grounded, and on task across inputs, outputs, and tools</a:t>
            </a:r>
          </a:p>
          <a:p>
            <a:pPr marL="0" marR="0" lvl="0" indent="0" algn="ctr" defTabSz="928024"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Segoe Sans Text Semibold"/>
              <a:ea typeface="+mn-ea"/>
              <a:cs typeface="Segoe Sans Text" pitchFamily="2" charset="0"/>
            </a:endParaRPr>
          </a:p>
        </p:txBody>
      </p:sp>
      <p:sp>
        <p:nvSpPr>
          <p:cNvPr id="35" name="Rectangle: Rounded Corners 34">
            <a:extLst>
              <a:ext uri="{FF2B5EF4-FFF2-40B4-BE49-F238E27FC236}">
                <a16:creationId xmlns:a16="http://schemas.microsoft.com/office/drawing/2014/main" id="{F68768A7-7923-EA85-BC4F-CD14D53C2303}"/>
              </a:ext>
            </a:extLst>
          </p:cNvPr>
          <p:cNvSpPr/>
          <p:nvPr/>
        </p:nvSpPr>
        <p:spPr>
          <a:xfrm>
            <a:off x="1880139" y="3042064"/>
            <a:ext cx="1630715" cy="592961"/>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36576"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Define </a:t>
            </a:r>
            <a:b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br>
            <a: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guardrails &amp; controls</a:t>
            </a:r>
          </a:p>
        </p:txBody>
      </p:sp>
      <p:sp>
        <p:nvSpPr>
          <p:cNvPr id="36" name="Rectangle: Rounded Corners 35">
            <a:extLst>
              <a:ext uri="{FF2B5EF4-FFF2-40B4-BE49-F238E27FC236}">
                <a16:creationId xmlns:a16="http://schemas.microsoft.com/office/drawing/2014/main" id="{C7E8E78D-8005-8608-4807-CCFB55283771}"/>
              </a:ext>
            </a:extLst>
          </p:cNvPr>
          <p:cNvSpPr/>
          <p:nvPr/>
        </p:nvSpPr>
        <p:spPr>
          <a:xfrm>
            <a:off x="6256346" y="3425939"/>
            <a:ext cx="1946312" cy="1719820"/>
          </a:xfrm>
          <a:prstGeom prst="roundRect">
            <a:avLst>
              <a:gd name="adj" fmla="val 9475"/>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5760" rIns="91440" bIns="91440" numCol="1" spcCol="0" rtlCol="0" fromWordArt="0" anchor="t"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Enforce enterprise identity, runtime defense, and sensitive data protection</a:t>
            </a:r>
          </a:p>
        </p:txBody>
      </p:sp>
      <p:sp>
        <p:nvSpPr>
          <p:cNvPr id="37" name="Rectangle: Rounded Corners 36">
            <a:extLst>
              <a:ext uri="{FF2B5EF4-FFF2-40B4-BE49-F238E27FC236}">
                <a16:creationId xmlns:a16="http://schemas.microsoft.com/office/drawing/2014/main" id="{6CC58E31-2F07-65C1-7B81-860A4AD0910B}"/>
              </a:ext>
            </a:extLst>
          </p:cNvPr>
          <p:cNvSpPr/>
          <p:nvPr/>
        </p:nvSpPr>
        <p:spPr>
          <a:xfrm>
            <a:off x="6414145" y="3044792"/>
            <a:ext cx="1630715" cy="592961"/>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36576"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Secure </a:t>
            </a:r>
            <a:b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br>
            <a: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every agent</a:t>
            </a:r>
          </a:p>
        </p:txBody>
      </p:sp>
      <p:sp>
        <p:nvSpPr>
          <p:cNvPr id="38" name="Rectangle: Rounded Corners 37">
            <a:extLst>
              <a:ext uri="{FF2B5EF4-FFF2-40B4-BE49-F238E27FC236}">
                <a16:creationId xmlns:a16="http://schemas.microsoft.com/office/drawing/2014/main" id="{6105D9A0-715D-F242-7131-04FF22D84B06}"/>
              </a:ext>
            </a:extLst>
          </p:cNvPr>
          <p:cNvSpPr/>
          <p:nvPr/>
        </p:nvSpPr>
        <p:spPr>
          <a:xfrm>
            <a:off x="8551595" y="3426918"/>
            <a:ext cx="1946312" cy="1719820"/>
          </a:xfrm>
          <a:prstGeom prst="roundRect">
            <a:avLst>
              <a:gd name="adj" fmla="val 9475"/>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5760" rIns="91440" bIns="91440" numCol="1" spcCol="0" rtlCol="0" fromWordArt="0" anchor="t"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See and govern your entire agent fleet across clouds, frameworks, and teams from one control plane.</a:t>
            </a:r>
          </a:p>
        </p:txBody>
      </p:sp>
      <p:sp>
        <p:nvSpPr>
          <p:cNvPr id="39" name="Rectangle: Rounded Corners 38">
            <a:extLst>
              <a:ext uri="{FF2B5EF4-FFF2-40B4-BE49-F238E27FC236}">
                <a16:creationId xmlns:a16="http://schemas.microsoft.com/office/drawing/2014/main" id="{2D4F7776-3E04-DE0B-5ABA-2450228A4B64}"/>
              </a:ext>
            </a:extLst>
          </p:cNvPr>
          <p:cNvSpPr/>
          <p:nvPr/>
        </p:nvSpPr>
        <p:spPr>
          <a:xfrm>
            <a:off x="8709394" y="3044792"/>
            <a:ext cx="1630715" cy="592961"/>
          </a:xfrm>
          <a:prstGeom prst="roundRect">
            <a:avLst>
              <a:gd name="adj" fmla="val 50000"/>
            </a:avLst>
          </a:prstGeom>
          <a:solidFill>
            <a:schemeClr val="bg1"/>
          </a:solidFill>
          <a:ln w="1270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36576" numCol="1" spcCol="0" rtlCol="0" fromWordArt="0" anchor="ctr" anchorCtr="0" forceAA="0" compatLnSpc="1">
            <a:prstTxWarp prst="textNoShape">
              <a:avLst/>
            </a:prstTxWarp>
            <a:noAutofit/>
          </a:bodyPr>
          <a:lstStyle/>
          <a:p>
            <a:pPr marL="0" marR="0" lvl="0" indent="0" algn="ctr" defTabSz="232006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C03BC4"/>
                </a:solidFill>
                <a:effectLst/>
                <a:uLnTx/>
                <a:uFillTx/>
                <a:latin typeface="Segoe Sans Text Semibold"/>
                <a:ea typeface="+mn-ea"/>
                <a:cs typeface="Segoe Sans Text" pitchFamily="2" charset="0"/>
              </a:rPr>
              <a:t>Manage agent fleets</a:t>
            </a:r>
          </a:p>
        </p:txBody>
      </p:sp>
    </p:spTree>
    <p:extLst>
      <p:ext uri="{BB962C8B-B14F-4D97-AF65-F5344CB8AC3E}">
        <p14:creationId xmlns:p14="http://schemas.microsoft.com/office/powerpoint/2010/main" val="2603543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500" fill="hold"/>
                                        <p:tgtEl>
                                          <p:spTgt spid="5"/>
                                        </p:tgtEl>
                                        <p:attrNameLst>
                                          <p:attrName>ppt_x</p:attrName>
                                          <p:attrName>ppt_y</p:attrName>
                                        </p:attrNameLst>
                                      </p:cBhvr>
                                      <p:rCtr x="0" y="-1944"/>
                                    </p:animMotion>
                                  </p:childTnLst>
                                </p:cTn>
                              </p:par>
                              <p:par>
                                <p:cTn id="10" presetID="10" presetClass="entr" presetSubtype="0" fill="hold" grpId="0" nodeType="withEffect">
                                  <p:stCondLst>
                                    <p:cond delay="6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600"/>
                                  </p:stCondLst>
                                  <p:childTnLst>
                                    <p:animMotion origin="layout" path="M 1.25E-6 0.03889 L 1.25E-6 1.85185E-6 " pathEditMode="relative" rAng="0" ptsTypes="AA">
                                      <p:cBhvr>
                                        <p:cTn id="14" dur="500" fill="hold"/>
                                        <p:tgtEl>
                                          <p:spTgt spid="6"/>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250"/>
                                        <p:tgtEl>
                                          <p:spTgt spid="34"/>
                                        </p:tgtEl>
                                      </p:cBhvr>
                                    </p:animEffect>
                                  </p:childTnLst>
                                </p:cTn>
                              </p:par>
                              <p:par>
                                <p:cTn id="18" presetID="42" presetClass="path" presetSubtype="0" decel="100000" fill="hold" grpId="1" nodeType="withEffect">
                                  <p:stCondLst>
                                    <p:cond delay="200"/>
                                  </p:stCondLst>
                                  <p:childTnLst>
                                    <p:animMotion origin="layout" path="M 1.25E-6 0.03889 L 1.25E-6 1.85185E-6 " pathEditMode="relative" rAng="0" ptsTypes="AA">
                                      <p:cBhvr>
                                        <p:cTn id="19" dur="500" fill="hold"/>
                                        <p:tgtEl>
                                          <p:spTgt spid="34"/>
                                        </p:tgtEl>
                                        <p:attrNameLst>
                                          <p:attrName>ppt_x</p:attrName>
                                          <p:attrName>ppt_y</p:attrName>
                                        </p:attrNameLst>
                                      </p:cBhvr>
                                      <p:rCtr x="0" y="-1944"/>
                                    </p:animMotion>
                                  </p:childTnLst>
                                </p:cTn>
                              </p:par>
                              <p:par>
                                <p:cTn id="20" presetID="10" presetClass="entr" presetSubtype="0" fill="hold" grpId="0" nodeType="withEffect">
                                  <p:stCondLst>
                                    <p:cond delay="30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250"/>
                                        <p:tgtEl>
                                          <p:spTgt spid="36"/>
                                        </p:tgtEl>
                                      </p:cBhvr>
                                    </p:animEffect>
                                  </p:childTnLst>
                                </p:cTn>
                              </p:par>
                              <p:par>
                                <p:cTn id="23" presetID="42" presetClass="path" presetSubtype="0" decel="100000" fill="hold" grpId="1" nodeType="withEffect">
                                  <p:stCondLst>
                                    <p:cond delay="300"/>
                                  </p:stCondLst>
                                  <p:childTnLst>
                                    <p:animMotion origin="layout" path="M 1.25E-6 0.03889 L 1.25E-6 1.85185E-6 " pathEditMode="relative" rAng="0" ptsTypes="AA">
                                      <p:cBhvr>
                                        <p:cTn id="24" dur="500" fill="hold"/>
                                        <p:tgtEl>
                                          <p:spTgt spid="36"/>
                                        </p:tgtEl>
                                        <p:attrNameLst>
                                          <p:attrName>ppt_x</p:attrName>
                                          <p:attrName>ppt_y</p:attrName>
                                        </p:attrNameLst>
                                      </p:cBhvr>
                                      <p:rCtr x="0" y="-1944"/>
                                    </p:animMotion>
                                  </p:childTnLst>
                                </p:cTn>
                              </p:par>
                              <p:par>
                                <p:cTn id="25" presetID="10" presetClass="entr" presetSubtype="0" fill="hold" grpId="0" nodeType="withEffect">
                                  <p:stCondLst>
                                    <p:cond delay="40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250"/>
                                        <p:tgtEl>
                                          <p:spTgt spid="38"/>
                                        </p:tgtEl>
                                      </p:cBhvr>
                                    </p:animEffect>
                                  </p:childTnLst>
                                </p:cTn>
                              </p:par>
                              <p:par>
                                <p:cTn id="28" presetID="42" presetClass="path" presetSubtype="0" decel="100000" fill="hold" grpId="1" nodeType="withEffect">
                                  <p:stCondLst>
                                    <p:cond delay="400"/>
                                  </p:stCondLst>
                                  <p:childTnLst>
                                    <p:animMotion origin="layout" path="M 1.25E-6 0.03889 L 1.25E-6 1.85185E-6 " pathEditMode="relative" rAng="0" ptsTypes="AA">
                                      <p:cBhvr>
                                        <p:cTn id="29" dur="500" fill="hold"/>
                                        <p:tgtEl>
                                          <p:spTgt spid="38"/>
                                        </p:tgtEl>
                                        <p:attrNameLst>
                                          <p:attrName>ppt_x</p:attrName>
                                          <p:attrName>ppt_y</p:attrName>
                                        </p:attrNameLst>
                                      </p:cBhvr>
                                      <p:rCtr x="0" y="-1944"/>
                                    </p:animMotion>
                                  </p:childTnLst>
                                </p:cTn>
                              </p:par>
                              <p:par>
                                <p:cTn id="30" presetID="10" presetClass="entr" presetSubtype="0" fill="hold" grpId="0" nodeType="withEffect">
                                  <p:stCondLst>
                                    <p:cond delay="20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250"/>
                                        <p:tgtEl>
                                          <p:spTgt spid="35"/>
                                        </p:tgtEl>
                                      </p:cBhvr>
                                    </p:animEffect>
                                  </p:childTnLst>
                                </p:cTn>
                              </p:par>
                              <p:par>
                                <p:cTn id="33" presetID="42" presetClass="path" presetSubtype="0" decel="100000" fill="hold" grpId="1" nodeType="withEffect">
                                  <p:stCondLst>
                                    <p:cond delay="200"/>
                                  </p:stCondLst>
                                  <p:childTnLst>
                                    <p:animMotion origin="layout" path="M 1.25E-6 0.03889 L 1.25E-6 1.85185E-6 " pathEditMode="relative" rAng="0" ptsTypes="AA">
                                      <p:cBhvr>
                                        <p:cTn id="34" dur="500" fill="hold"/>
                                        <p:tgtEl>
                                          <p:spTgt spid="35"/>
                                        </p:tgtEl>
                                        <p:attrNameLst>
                                          <p:attrName>ppt_x</p:attrName>
                                          <p:attrName>ppt_y</p:attrName>
                                        </p:attrNameLst>
                                      </p:cBhvr>
                                      <p:rCtr x="0" y="-1944"/>
                                    </p:animMotion>
                                  </p:childTnLst>
                                </p:cTn>
                              </p:par>
                              <p:par>
                                <p:cTn id="35" presetID="10" presetClass="entr" presetSubtype="0" fill="hold" grpId="0" nodeType="withEffect">
                                  <p:stCondLst>
                                    <p:cond delay="30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250"/>
                                        <p:tgtEl>
                                          <p:spTgt spid="37"/>
                                        </p:tgtEl>
                                      </p:cBhvr>
                                    </p:animEffect>
                                  </p:childTnLst>
                                </p:cTn>
                              </p:par>
                              <p:par>
                                <p:cTn id="38" presetID="42" presetClass="path" presetSubtype="0" decel="100000" fill="hold" grpId="1" nodeType="withEffect">
                                  <p:stCondLst>
                                    <p:cond delay="300"/>
                                  </p:stCondLst>
                                  <p:childTnLst>
                                    <p:animMotion origin="layout" path="M 1.25E-6 0.03889 L 1.25E-6 1.85185E-6 " pathEditMode="relative" rAng="0" ptsTypes="AA">
                                      <p:cBhvr>
                                        <p:cTn id="39" dur="500" fill="hold"/>
                                        <p:tgtEl>
                                          <p:spTgt spid="37"/>
                                        </p:tgtEl>
                                        <p:attrNameLst>
                                          <p:attrName>ppt_x</p:attrName>
                                          <p:attrName>ppt_y</p:attrName>
                                        </p:attrNameLst>
                                      </p:cBhvr>
                                      <p:rCtr x="0" y="-1944"/>
                                    </p:animMotion>
                                  </p:childTnLst>
                                </p:cTn>
                              </p:par>
                              <p:par>
                                <p:cTn id="40" presetID="10" presetClass="entr" presetSubtype="0" fill="hold" grpId="0" nodeType="withEffect">
                                  <p:stCondLst>
                                    <p:cond delay="40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250"/>
                                        <p:tgtEl>
                                          <p:spTgt spid="39"/>
                                        </p:tgtEl>
                                      </p:cBhvr>
                                    </p:animEffect>
                                  </p:childTnLst>
                                </p:cTn>
                              </p:par>
                              <p:par>
                                <p:cTn id="43" presetID="42" presetClass="path" presetSubtype="0" decel="100000" fill="hold" grpId="1" nodeType="withEffect">
                                  <p:stCondLst>
                                    <p:cond delay="400"/>
                                  </p:stCondLst>
                                  <p:childTnLst>
                                    <p:animMotion origin="layout" path="M 1.25E-6 0.03889 L 1.25E-6 1.85185E-6 " pathEditMode="relative" rAng="0" ptsTypes="AA">
                                      <p:cBhvr>
                                        <p:cTn id="44" dur="500" fill="hold"/>
                                        <p:tgtEl>
                                          <p:spTgt spid="39"/>
                                        </p:tgtEl>
                                        <p:attrNameLst>
                                          <p:attrName>ppt_x</p:attrName>
                                          <p:attrName>ppt_y</p:attrName>
                                        </p:attrNameLst>
                                      </p:cBhvr>
                                      <p:rCtr x="0" y="-1944"/>
                                    </p:animMotion>
                                  </p:childTnLst>
                                </p:cTn>
                              </p:par>
                              <p:par>
                                <p:cTn id="45" presetID="10" presetClass="entr" presetSubtype="0" fill="hold" grpId="0" nodeType="withEffect">
                                  <p:stCondLst>
                                    <p:cond delay="10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250"/>
                                        <p:tgtEl>
                                          <p:spTgt spid="32"/>
                                        </p:tgtEl>
                                      </p:cBhvr>
                                    </p:animEffect>
                                  </p:childTnLst>
                                </p:cTn>
                              </p:par>
                              <p:par>
                                <p:cTn id="48" presetID="42" presetClass="path" presetSubtype="0" decel="100000" fill="hold" grpId="1" nodeType="withEffect">
                                  <p:stCondLst>
                                    <p:cond delay="100"/>
                                  </p:stCondLst>
                                  <p:childTnLst>
                                    <p:animMotion origin="layout" path="M 1.25E-6 0.03889 L 1.25E-6 1.85185E-6 " pathEditMode="relative" rAng="0" ptsTypes="AA">
                                      <p:cBhvr>
                                        <p:cTn id="49" dur="500" fill="hold"/>
                                        <p:tgtEl>
                                          <p:spTgt spid="32"/>
                                        </p:tgtEl>
                                        <p:attrNameLst>
                                          <p:attrName>ppt_x</p:attrName>
                                          <p:attrName>ppt_y</p:attrName>
                                        </p:attrNameLst>
                                      </p:cBhvr>
                                      <p:rCtr x="0" y="-1944"/>
                                    </p:animMotion>
                                  </p:childTnLst>
                                </p:cTn>
                              </p:par>
                              <p:par>
                                <p:cTn id="50" presetID="10" presetClass="entr" presetSubtype="0" fill="hold" grpId="0" nodeType="withEffect">
                                  <p:stCondLst>
                                    <p:cond delay="10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250"/>
                                        <p:tgtEl>
                                          <p:spTgt spid="33"/>
                                        </p:tgtEl>
                                      </p:cBhvr>
                                    </p:animEffect>
                                  </p:childTnLst>
                                </p:cTn>
                              </p:par>
                              <p:par>
                                <p:cTn id="53" presetID="42" presetClass="path" presetSubtype="0" decel="100000" fill="hold" grpId="1" nodeType="withEffect">
                                  <p:stCondLst>
                                    <p:cond delay="100"/>
                                  </p:stCondLst>
                                  <p:childTnLst>
                                    <p:animMotion origin="layout" path="M 1.25E-6 0.03889 L 1.25E-6 1.85185E-6 " pathEditMode="relative" rAng="0" ptsTypes="AA">
                                      <p:cBhvr>
                                        <p:cTn id="54" dur="500" fill="hold"/>
                                        <p:tgtEl>
                                          <p:spTgt spid="3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animBg="1"/>
      <p:bldP spid="6"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EA416-F76B-0F2B-D402-FE51731088B8}"/>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F2ABBAB-68B3-A874-5A3B-561415A56B4C}"/>
              </a:ext>
            </a:extLst>
          </p:cNvPr>
          <p:cNvSpPr txBox="1">
            <a:spLocks noGrp="1"/>
          </p:cNvSpPr>
          <p:nvPr>
            <p:ph type="title" idx="4294967295"/>
          </p:nvPr>
        </p:nvSpPr>
        <p:spPr>
          <a:xfrm>
            <a:off x="588963" y="-795789"/>
            <a:ext cx="11017250" cy="554038"/>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600" b="1"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50" normalizeH="0" baseline="0" noProof="0">
                <a:ln w="3175">
                  <a:noFill/>
                </a:ln>
                <a:solidFill>
                  <a:schemeClr val="tx1"/>
                </a:solidFill>
                <a:effectLst/>
                <a:uLnTx/>
                <a:uFillTx/>
                <a:latin typeface="+mj-lt"/>
                <a:ea typeface="+mn-ea"/>
                <a:cs typeface="Segoe UI" pitchFamily="34" charset="0"/>
              </a:rPr>
              <a:t>Foundry Observability 2</a:t>
            </a:r>
          </a:p>
        </p:txBody>
      </p:sp>
      <p:sp>
        <p:nvSpPr>
          <p:cNvPr id="20" name="Rectangle 19">
            <a:extLst>
              <a:ext uri="{FF2B5EF4-FFF2-40B4-BE49-F238E27FC236}">
                <a16:creationId xmlns:a16="http://schemas.microsoft.com/office/drawing/2014/main" id="{2B2D9A40-5B7F-4FA8-F49A-98DD923019FE}"/>
              </a:ext>
              <a:ext uri="{C183D7F6-B498-43B3-948B-1728B52AA6E4}">
                <adec:decorative xmlns:adec="http://schemas.microsoft.com/office/drawing/2017/decorative" val="1"/>
              </a:ext>
            </a:extLst>
          </p:cNvPr>
          <p:cNvSpPr/>
          <p:nvPr/>
        </p:nvSpPr>
        <p:spPr bwMode="auto">
          <a:xfrm>
            <a:off x="583966" y="2178953"/>
            <a:ext cx="2755561" cy="750670"/>
          </a:xfrm>
          <a:prstGeom prst="rect">
            <a:avLst/>
          </a:prstGeom>
          <a:solidFill>
            <a:schemeClr val="tx1">
              <a:alpha val="2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 name="Rectangle 20">
            <a:extLst>
              <a:ext uri="{FF2B5EF4-FFF2-40B4-BE49-F238E27FC236}">
                <a16:creationId xmlns:a16="http://schemas.microsoft.com/office/drawing/2014/main" id="{AD71EBC6-6CC7-AEE3-5C3B-8D43F919BB65}"/>
              </a:ext>
              <a:ext uri="{C183D7F6-B498-43B3-948B-1728B52AA6E4}">
                <adec:decorative xmlns:adec="http://schemas.microsoft.com/office/drawing/2017/decorative" val="1"/>
              </a:ext>
            </a:extLst>
          </p:cNvPr>
          <p:cNvSpPr/>
          <p:nvPr/>
        </p:nvSpPr>
        <p:spPr bwMode="auto">
          <a:xfrm>
            <a:off x="583966" y="2178953"/>
            <a:ext cx="749808" cy="750670"/>
          </a:xfrm>
          <a:prstGeom prst="rect">
            <a:avLst/>
          </a:prstGeom>
          <a:solidFill>
            <a:srgbClr val="36AAEE"/>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1" name="Rectangle 30">
            <a:extLst>
              <a:ext uri="{FF2B5EF4-FFF2-40B4-BE49-F238E27FC236}">
                <a16:creationId xmlns:a16="http://schemas.microsoft.com/office/drawing/2014/main" id="{B24A824B-57C9-1AB1-E7E6-EADBAAAFDD47}"/>
              </a:ext>
            </a:extLst>
          </p:cNvPr>
          <p:cNvSpPr/>
          <p:nvPr/>
        </p:nvSpPr>
        <p:spPr bwMode="auto">
          <a:xfrm>
            <a:off x="583966" y="2178952"/>
            <a:ext cx="2755561" cy="441393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4128" tIns="228600" rIns="182880" bIns="18288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Trace</a:t>
            </a:r>
          </a:p>
        </p:txBody>
      </p:sp>
      <p:pic>
        <p:nvPicPr>
          <p:cNvPr id="35" name="Graphic 34" descr="data and magnifying glass icon">
            <a:extLst>
              <a:ext uri="{FF2B5EF4-FFF2-40B4-BE49-F238E27FC236}">
                <a16:creationId xmlns:a16="http://schemas.microsoft.com/office/drawing/2014/main" id="{9039F452-2566-9580-187C-ED3981F14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4206" y="2349624"/>
            <a:ext cx="409329" cy="409329"/>
          </a:xfrm>
          <a:prstGeom prst="rect">
            <a:avLst/>
          </a:prstGeom>
        </p:spPr>
      </p:pic>
      <p:sp>
        <p:nvSpPr>
          <p:cNvPr id="16" name="Rectangle 15">
            <a:extLst>
              <a:ext uri="{FF2B5EF4-FFF2-40B4-BE49-F238E27FC236}">
                <a16:creationId xmlns:a16="http://schemas.microsoft.com/office/drawing/2014/main" id="{548DA8D1-7093-03C6-A875-D5CBE928BD27}"/>
              </a:ext>
            </a:extLst>
          </p:cNvPr>
          <p:cNvSpPr/>
          <p:nvPr/>
        </p:nvSpPr>
        <p:spPr bwMode="auto">
          <a:xfrm>
            <a:off x="584200" y="2929622"/>
            <a:ext cx="2755561" cy="3663265"/>
          </a:xfrm>
          <a:prstGeom prst="rect">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82880" rIns="137160" bIns="146304" numCol="1" spcCol="0" rtlCol="0" fromWordArt="0" anchor="t" anchorCtr="0" forceAA="0" compatLnSpc="1">
            <a:prstTxWarp prst="textNoShape">
              <a:avLst/>
            </a:prstTxWarp>
            <a:noAutofit/>
          </a:bodyPr>
          <a:lstStyle/>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Tracing for any agent framework</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End-to-end agent traces (prompt → model → tool)</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err="1">
                <a:ln>
                  <a:noFill/>
                </a:ln>
                <a:solidFill>
                  <a:srgbClr val="FFFFFF"/>
                </a:solidFill>
                <a:effectLst/>
                <a:uLnTx/>
                <a:uFillTx/>
                <a:latin typeface="Segoe UI"/>
                <a:ea typeface="+mn-ea"/>
                <a:cs typeface="+mn-cs"/>
              </a:rPr>
              <a:t>OpenTelemetry</a:t>
            </a:r>
            <a:r>
              <a:rPr kumimoji="0" lang="en-US" sz="1400" b="0" i="0" u="none" strike="noStrike" kern="1200" cap="none" spc="0" normalizeH="0" baseline="0" noProof="0">
                <a:ln>
                  <a:noFill/>
                </a:ln>
                <a:solidFill>
                  <a:srgbClr val="FFFFFF"/>
                </a:solidFill>
                <a:effectLst/>
                <a:uLnTx/>
                <a:uFillTx/>
                <a:latin typeface="Segoe UI"/>
                <a:ea typeface="+mn-ea"/>
                <a:cs typeface="+mn-cs"/>
              </a:rPr>
              <a:t> standard</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Azure Monitor &amp;</a:t>
            </a:r>
            <a:br>
              <a:rPr kumimoji="0" lang="en-US" sz="1400" b="0" i="0" u="none" strike="noStrike" kern="1200" cap="none" spc="0" normalizeH="0" baseline="0" noProof="0">
                <a:ln>
                  <a:noFill/>
                </a:ln>
                <a:solidFill>
                  <a:srgbClr val="FFFFFF"/>
                </a:solidFill>
                <a:effectLst/>
                <a:uLnTx/>
                <a:uFillTx/>
                <a:latin typeface="Segoe UI"/>
                <a:ea typeface="+mn-ea"/>
                <a:cs typeface="+mn-cs"/>
              </a:rPr>
            </a:br>
            <a:r>
              <a:rPr kumimoji="0" lang="en-US" sz="1400" b="0" i="0" u="none" strike="noStrike" kern="1200" cap="none" spc="0" normalizeH="0" baseline="0" noProof="0">
                <a:ln>
                  <a:noFill/>
                </a:ln>
                <a:solidFill>
                  <a:srgbClr val="FFFFFF"/>
                </a:solidFill>
                <a:effectLst/>
                <a:uLnTx/>
                <a:uFillTx/>
                <a:latin typeface="Segoe UI"/>
                <a:ea typeface="+mn-ea"/>
                <a:cs typeface="+mn-cs"/>
              </a:rPr>
              <a:t>App Insights integration</a:t>
            </a:r>
          </a:p>
          <a:p>
            <a:pPr marL="0" marR="0" lvl="0" indent="0" algn="ctr" defTabSz="932449" rtl="0" eaLnBrk="1" fontAlgn="auto" latinLnBrk="0" hangingPunct="1">
              <a:lnSpc>
                <a:spcPct val="100000"/>
              </a:lnSpc>
              <a:spcBef>
                <a:spcPts val="0"/>
              </a:spcBef>
              <a:spcAft>
                <a:spcPts val="10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a:p>
            <a:pPr marL="0" marR="0" lvl="0" indent="0" algn="ctr" defTabSz="932449" rtl="0" eaLnBrk="1" fontAlgn="auto" latinLnBrk="0" hangingPunct="1">
              <a:lnSpc>
                <a:spcPct val="100000"/>
              </a:lnSpc>
              <a:spcBef>
                <a:spcPts val="0"/>
              </a:spcBef>
              <a:spcAft>
                <a:spcPts val="10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a:p>
            <a:pPr marL="0" marR="0" lvl="0" indent="0" algn="ctr" defTabSz="932449" rtl="0" eaLnBrk="1" fontAlgn="auto" latinLnBrk="0" hangingPunct="1">
              <a:lnSpc>
                <a:spcPct val="100000"/>
              </a:lnSpc>
              <a:spcBef>
                <a:spcPts val="0"/>
              </a:spcBef>
              <a:spcAft>
                <a:spcPts val="10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4EC47BEB-7D81-5227-F661-0C466613D3D1}"/>
              </a:ext>
              <a:ext uri="{C183D7F6-B498-43B3-948B-1728B52AA6E4}">
                <adec:decorative xmlns:adec="http://schemas.microsoft.com/office/drawing/2017/decorative" val="1"/>
              </a:ext>
            </a:extLst>
          </p:cNvPr>
          <p:cNvSpPr/>
          <p:nvPr/>
        </p:nvSpPr>
        <p:spPr bwMode="auto">
          <a:xfrm>
            <a:off x="3339528" y="2178953"/>
            <a:ext cx="2755561" cy="750670"/>
          </a:xfrm>
          <a:prstGeom prst="rect">
            <a:avLst/>
          </a:prstGeom>
          <a:solidFill>
            <a:schemeClr val="tx1">
              <a:alpha val="2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9" name="Rectangle 48">
            <a:extLst>
              <a:ext uri="{FF2B5EF4-FFF2-40B4-BE49-F238E27FC236}">
                <a16:creationId xmlns:a16="http://schemas.microsoft.com/office/drawing/2014/main" id="{460F4380-F7CE-5E2B-354E-E4A39BF2A198}"/>
              </a:ext>
              <a:ext uri="{C183D7F6-B498-43B3-948B-1728B52AA6E4}">
                <adec:decorative xmlns:adec="http://schemas.microsoft.com/office/drawing/2017/decorative" val="1"/>
              </a:ext>
            </a:extLst>
          </p:cNvPr>
          <p:cNvSpPr/>
          <p:nvPr/>
        </p:nvSpPr>
        <p:spPr bwMode="auto">
          <a:xfrm>
            <a:off x="3339528" y="2178953"/>
            <a:ext cx="749808" cy="750670"/>
          </a:xfrm>
          <a:prstGeom prst="rect">
            <a:avLst/>
          </a:prstGeom>
          <a:solidFill>
            <a:srgbClr val="36AAEE"/>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52" name="Graphic 51" descr="scales icon">
            <a:extLst>
              <a:ext uri="{FF2B5EF4-FFF2-40B4-BE49-F238E27FC236}">
                <a16:creationId xmlns:a16="http://schemas.microsoft.com/office/drawing/2014/main" id="{A6A1C8CF-48C1-D258-7AA5-12B07A6A83E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509768" y="2349624"/>
            <a:ext cx="409329" cy="409329"/>
          </a:xfrm>
          <a:prstGeom prst="rect">
            <a:avLst/>
          </a:prstGeom>
        </p:spPr>
      </p:pic>
      <p:sp>
        <p:nvSpPr>
          <p:cNvPr id="51" name="Rectangle 50">
            <a:extLst>
              <a:ext uri="{FF2B5EF4-FFF2-40B4-BE49-F238E27FC236}">
                <a16:creationId xmlns:a16="http://schemas.microsoft.com/office/drawing/2014/main" id="{499774C7-5856-DE97-C875-1259526C5EB2}"/>
              </a:ext>
            </a:extLst>
          </p:cNvPr>
          <p:cNvSpPr/>
          <p:nvPr/>
        </p:nvSpPr>
        <p:spPr bwMode="auto">
          <a:xfrm>
            <a:off x="3339528" y="2178953"/>
            <a:ext cx="2755561" cy="4413934"/>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4128" tIns="228600" rIns="182880" bIns="18288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rPr>
              <a:t>Evaluate</a:t>
            </a:r>
          </a:p>
        </p:txBody>
      </p:sp>
      <p:sp>
        <p:nvSpPr>
          <p:cNvPr id="17" name="Rectangle 16">
            <a:extLst>
              <a:ext uri="{FF2B5EF4-FFF2-40B4-BE49-F238E27FC236}">
                <a16:creationId xmlns:a16="http://schemas.microsoft.com/office/drawing/2014/main" id="{0CF09791-FB37-33AB-B81F-D5B2B19AD615}"/>
              </a:ext>
            </a:extLst>
          </p:cNvPr>
          <p:cNvSpPr/>
          <p:nvPr/>
        </p:nvSpPr>
        <p:spPr bwMode="auto">
          <a:xfrm>
            <a:off x="3339762" y="2929622"/>
            <a:ext cx="2755561" cy="3663265"/>
          </a:xfrm>
          <a:prstGeom prst="rect">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82880" rIns="137160" bIns="146304" numCol="1" spcCol="0" rtlCol="0" fromWordArt="0" anchor="t" anchorCtr="0" forceAA="0" compatLnSpc="1">
            <a:prstTxWarp prst="textNoShape">
              <a:avLst/>
            </a:prstTxWarp>
            <a:noAutofit/>
          </a:bodyPr>
          <a:lstStyle/>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Evaluation for any agent framework</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Built-in evaluators:</a:t>
            </a:r>
            <a:br>
              <a:rPr kumimoji="0" lang="en-US" sz="1400" b="0" i="0" u="none" strike="noStrike" kern="1200" cap="none" spc="0" normalizeH="0" baseline="0" noProof="0">
                <a:ln>
                  <a:noFill/>
                </a:ln>
                <a:solidFill>
                  <a:srgbClr val="FFFFFF"/>
                </a:solidFill>
                <a:effectLst/>
                <a:uLnTx/>
                <a:uFillTx/>
                <a:latin typeface="Segoe UI"/>
                <a:ea typeface="+mn-ea"/>
                <a:cs typeface="+mn-cs"/>
              </a:rPr>
            </a:br>
            <a:r>
              <a:rPr kumimoji="0" lang="en-US" sz="1400" b="0" i="0" u="none" strike="noStrike" kern="1200" cap="none" spc="0" normalizeH="0" baseline="0" noProof="0">
                <a:ln>
                  <a:noFill/>
                </a:ln>
                <a:solidFill>
                  <a:srgbClr val="FFFFFF"/>
                </a:solidFill>
                <a:effectLst/>
                <a:uLnTx/>
                <a:uFillTx/>
                <a:latin typeface="Segoe UI"/>
                <a:ea typeface="+mn-ea"/>
                <a:cs typeface="+mn-cs"/>
              </a:rPr>
              <a:t>quality, RAG, safety, agent, code-based metrics</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Rubric evaluators</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E5E5EE"/>
                </a:solidFill>
                <a:effectLst/>
                <a:uLnTx/>
                <a:uFillTx/>
                <a:latin typeface="Segoe UI"/>
                <a:ea typeface="+mn-ea"/>
                <a:cs typeface="Segoe UI"/>
              </a:rPr>
              <a:t>Multi-turn evaluation</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E5E5EE"/>
                </a:solidFill>
                <a:effectLst/>
                <a:uLnTx/>
                <a:uFillTx/>
                <a:latin typeface="Segoe UI"/>
                <a:ea typeface="+mn-ea"/>
                <a:cs typeface="Segoe UI"/>
              </a:rPr>
              <a:t>User Simulation</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AI Red Teaming Agent</a:t>
            </a:r>
            <a:br>
              <a:rPr kumimoji="0" lang="en-US" sz="1400" b="0" i="0" u="none" strike="noStrike" kern="1200" cap="none" spc="0" normalizeH="0" baseline="0" noProof="0">
                <a:ln>
                  <a:noFill/>
                </a:ln>
                <a:solidFill>
                  <a:srgbClr val="FFFFFF"/>
                </a:solidFill>
                <a:effectLst/>
                <a:uLnTx/>
                <a:uFillTx/>
                <a:latin typeface="Segoe UI"/>
                <a:ea typeface="+mn-ea"/>
                <a:cs typeface="+mn-cs"/>
              </a:rPr>
            </a:br>
            <a:r>
              <a:rPr kumimoji="0" lang="en-US" sz="1400" b="0" i="0" u="none" strike="noStrike" kern="1200" cap="none" spc="0" normalizeH="0" baseline="0" noProof="0">
                <a:ln>
                  <a:noFill/>
                </a:ln>
                <a:solidFill>
                  <a:srgbClr val="FFFFFF"/>
                </a:solidFill>
                <a:effectLst/>
                <a:uLnTx/>
                <a:uFillTx/>
                <a:latin typeface="Segoe UI"/>
                <a:ea typeface="+mn-ea"/>
                <a:cs typeface="+mn-cs"/>
              </a:rPr>
              <a:t>(</a:t>
            </a:r>
            <a:r>
              <a:rPr kumimoji="0" lang="en-US" sz="1400" b="0" i="0" u="none" strike="noStrike" kern="1200" cap="none" spc="0" normalizeH="0" baseline="0" noProof="0" err="1">
                <a:ln>
                  <a:noFill/>
                </a:ln>
                <a:solidFill>
                  <a:srgbClr val="FFFFFF"/>
                </a:solidFill>
                <a:effectLst/>
                <a:uLnTx/>
                <a:uFillTx/>
                <a:latin typeface="Segoe UI"/>
                <a:ea typeface="+mn-ea"/>
                <a:cs typeface="+mn-cs"/>
              </a:rPr>
              <a:t>PyRIT</a:t>
            </a:r>
            <a:r>
              <a:rPr kumimoji="0" lang="en-US" sz="1400" b="0" i="0" u="none" strike="noStrike" kern="1200" cap="none" spc="0" normalizeH="0" baseline="0" noProof="0">
                <a:ln>
                  <a:noFill/>
                </a:ln>
                <a:solidFill>
                  <a:srgbClr val="FFFFFF"/>
                </a:solidFill>
                <a:effectLst/>
                <a:uLnTx/>
                <a:uFillTx/>
                <a:latin typeface="Segoe UI"/>
                <a:ea typeface="+mn-ea"/>
                <a:cs typeface="+mn-cs"/>
              </a:rPr>
              <a:t>-based)</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E5E5EE"/>
                </a:solidFill>
                <a:effectLst/>
                <a:uLnTx/>
                <a:uFillTx/>
                <a:latin typeface="Segoe UI"/>
                <a:ea typeface="Segoe UI" pitchFamily="34" charset="-122"/>
                <a:cs typeface="Segoe UI" pitchFamily="34" charset="-120"/>
              </a:rPr>
              <a:t>CI/CD integration</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sp>
        <p:nvSpPr>
          <p:cNvPr id="57" name="Rectangle 56">
            <a:extLst>
              <a:ext uri="{FF2B5EF4-FFF2-40B4-BE49-F238E27FC236}">
                <a16:creationId xmlns:a16="http://schemas.microsoft.com/office/drawing/2014/main" id="{2C01DE2A-5363-C42A-16CB-BF8207891A8A}"/>
              </a:ext>
              <a:ext uri="{C183D7F6-B498-43B3-948B-1728B52AA6E4}">
                <adec:decorative xmlns:adec="http://schemas.microsoft.com/office/drawing/2017/decorative" val="1"/>
              </a:ext>
            </a:extLst>
          </p:cNvPr>
          <p:cNvSpPr/>
          <p:nvPr/>
        </p:nvSpPr>
        <p:spPr bwMode="auto">
          <a:xfrm>
            <a:off x="6095090" y="2178953"/>
            <a:ext cx="2755561" cy="750670"/>
          </a:xfrm>
          <a:prstGeom prst="rect">
            <a:avLst/>
          </a:prstGeom>
          <a:solidFill>
            <a:schemeClr val="tx1">
              <a:alpha val="2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8" name="Rectangle 57">
            <a:extLst>
              <a:ext uri="{FF2B5EF4-FFF2-40B4-BE49-F238E27FC236}">
                <a16:creationId xmlns:a16="http://schemas.microsoft.com/office/drawing/2014/main" id="{2DA6EE61-69B6-8939-C550-1757B1265BE0}"/>
              </a:ext>
              <a:ext uri="{C183D7F6-B498-43B3-948B-1728B52AA6E4}">
                <adec:decorative xmlns:adec="http://schemas.microsoft.com/office/drawing/2017/decorative" val="1"/>
              </a:ext>
            </a:extLst>
          </p:cNvPr>
          <p:cNvSpPr/>
          <p:nvPr/>
        </p:nvSpPr>
        <p:spPr bwMode="auto">
          <a:xfrm>
            <a:off x="6095090" y="2178953"/>
            <a:ext cx="749808" cy="750670"/>
          </a:xfrm>
          <a:prstGeom prst="rect">
            <a:avLst/>
          </a:prstGeom>
          <a:solidFill>
            <a:srgbClr val="36AAEE"/>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62" name="Graphic 61" descr="eye icon">
            <a:extLst>
              <a:ext uri="{FF2B5EF4-FFF2-40B4-BE49-F238E27FC236}">
                <a16:creationId xmlns:a16="http://schemas.microsoft.com/office/drawing/2014/main" id="{B0553B31-8790-9D4F-A7FA-DDA5952EA30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265330" y="2349624"/>
            <a:ext cx="409329" cy="409329"/>
          </a:xfrm>
          <a:prstGeom prst="rect">
            <a:avLst/>
          </a:prstGeom>
        </p:spPr>
      </p:pic>
      <p:sp>
        <p:nvSpPr>
          <p:cNvPr id="59" name="Rectangle 58">
            <a:extLst>
              <a:ext uri="{FF2B5EF4-FFF2-40B4-BE49-F238E27FC236}">
                <a16:creationId xmlns:a16="http://schemas.microsoft.com/office/drawing/2014/main" id="{F2AC8ED5-CB9D-DDD1-AC83-E924B499250D}"/>
              </a:ext>
            </a:extLst>
          </p:cNvPr>
          <p:cNvSpPr/>
          <p:nvPr/>
        </p:nvSpPr>
        <p:spPr bwMode="auto">
          <a:xfrm>
            <a:off x="6095090" y="2178953"/>
            <a:ext cx="2755561" cy="4413934"/>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4128" tIns="228600" rIns="182880" bIns="18288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rPr>
              <a:t>Monitor</a:t>
            </a:r>
          </a:p>
        </p:txBody>
      </p:sp>
      <p:sp>
        <p:nvSpPr>
          <p:cNvPr id="18" name="Rectangle 17">
            <a:extLst>
              <a:ext uri="{FF2B5EF4-FFF2-40B4-BE49-F238E27FC236}">
                <a16:creationId xmlns:a16="http://schemas.microsoft.com/office/drawing/2014/main" id="{77B378F7-2288-E3F7-7A26-002086050F91}"/>
              </a:ext>
            </a:extLst>
          </p:cNvPr>
          <p:cNvSpPr/>
          <p:nvPr/>
        </p:nvSpPr>
        <p:spPr bwMode="auto">
          <a:xfrm>
            <a:off x="6095324" y="2929622"/>
            <a:ext cx="2755561" cy="3663265"/>
          </a:xfrm>
          <a:prstGeom prst="rect">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82880" rIns="137160" bIns="146304" numCol="1" spcCol="0" rtlCol="0" fromWordArt="0" anchor="t" anchorCtr="0" forceAA="0" compatLnSpc="1">
            <a:prstTxWarp prst="textNoShape">
              <a:avLst/>
            </a:prstTxWarp>
            <a:noAutofit/>
          </a:bodyPr>
          <a:lstStyle/>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Real-time observability dashboard</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Token, latency,</a:t>
            </a:r>
            <a:br>
              <a:rPr kumimoji="0" lang="en-US" sz="1400" b="0" i="0" u="none" strike="noStrike" kern="1200" cap="none" spc="0" normalizeH="0" baseline="0" noProof="0">
                <a:ln>
                  <a:noFill/>
                </a:ln>
                <a:solidFill>
                  <a:srgbClr val="FFFFFF"/>
                </a:solidFill>
                <a:effectLst/>
                <a:uLnTx/>
                <a:uFillTx/>
                <a:latin typeface="Segoe UI"/>
                <a:ea typeface="+mn-ea"/>
                <a:cs typeface="+mn-cs"/>
              </a:rPr>
            </a:br>
            <a:r>
              <a:rPr kumimoji="0" lang="en-US" sz="1400" b="0" i="0" u="none" strike="noStrike" kern="1200" cap="none" spc="0" normalizeH="0" baseline="0" noProof="0">
                <a:ln>
                  <a:noFill/>
                </a:ln>
                <a:solidFill>
                  <a:srgbClr val="FFFFFF"/>
                </a:solidFill>
                <a:effectLst/>
                <a:uLnTx/>
                <a:uFillTx/>
                <a:latin typeface="Segoe UI"/>
                <a:ea typeface="+mn-ea"/>
                <a:cs typeface="+mn-cs"/>
              </a:rPr>
              <a:t>cost &amp; error metrics</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Quality &amp; safety scores</a:t>
            </a:r>
            <a:br>
              <a:rPr kumimoji="0" lang="en-US" sz="1400" b="0" i="0" u="none" strike="noStrike" kern="1200" cap="none" spc="0" normalizeH="0" baseline="0" noProof="0">
                <a:ln>
                  <a:noFill/>
                </a:ln>
                <a:solidFill>
                  <a:srgbClr val="FFFFFF"/>
                </a:solidFill>
                <a:effectLst/>
                <a:uLnTx/>
                <a:uFillTx/>
                <a:latin typeface="Segoe UI"/>
                <a:ea typeface="+mn-ea"/>
                <a:cs typeface="+mn-cs"/>
              </a:rPr>
            </a:br>
            <a:r>
              <a:rPr kumimoji="0" lang="en-US" sz="1400" b="0" i="0" u="none" strike="noStrike" kern="1200" cap="none" spc="0" normalizeH="0" baseline="0" noProof="0">
                <a:ln>
                  <a:noFill/>
                </a:ln>
                <a:solidFill>
                  <a:srgbClr val="FFFFFF"/>
                </a:solidFill>
                <a:effectLst/>
                <a:uLnTx/>
                <a:uFillTx/>
                <a:latin typeface="Segoe UI"/>
                <a:ea typeface="+mn-ea"/>
                <a:cs typeface="+mn-cs"/>
              </a:rPr>
              <a:t>in production</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Scheduled evals and red teaming for drift detection</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Azure Monitor alerts</a:t>
            </a:r>
          </a:p>
        </p:txBody>
      </p:sp>
      <p:sp>
        <p:nvSpPr>
          <p:cNvPr id="63" name="Rectangle 62">
            <a:extLst>
              <a:ext uri="{FF2B5EF4-FFF2-40B4-BE49-F238E27FC236}">
                <a16:creationId xmlns:a16="http://schemas.microsoft.com/office/drawing/2014/main" id="{6E0876E3-4099-930D-6A04-E26C4E73195E}"/>
              </a:ext>
              <a:ext uri="{C183D7F6-B498-43B3-948B-1728B52AA6E4}">
                <adec:decorative xmlns:adec="http://schemas.microsoft.com/office/drawing/2017/decorative" val="1"/>
              </a:ext>
            </a:extLst>
          </p:cNvPr>
          <p:cNvSpPr/>
          <p:nvPr/>
        </p:nvSpPr>
        <p:spPr bwMode="auto">
          <a:xfrm>
            <a:off x="8850652" y="2178953"/>
            <a:ext cx="2755561" cy="750670"/>
          </a:xfrm>
          <a:prstGeom prst="rect">
            <a:avLst/>
          </a:prstGeom>
          <a:solidFill>
            <a:schemeClr val="tx1">
              <a:alpha val="2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4" name="Rectangle 63">
            <a:extLst>
              <a:ext uri="{FF2B5EF4-FFF2-40B4-BE49-F238E27FC236}">
                <a16:creationId xmlns:a16="http://schemas.microsoft.com/office/drawing/2014/main" id="{770E2E4C-A879-AF38-3E07-12B5513A5921}"/>
              </a:ext>
              <a:ext uri="{C183D7F6-B498-43B3-948B-1728B52AA6E4}">
                <adec:decorative xmlns:adec="http://schemas.microsoft.com/office/drawing/2017/decorative" val="1"/>
              </a:ext>
            </a:extLst>
          </p:cNvPr>
          <p:cNvSpPr/>
          <p:nvPr/>
        </p:nvSpPr>
        <p:spPr bwMode="auto">
          <a:xfrm>
            <a:off x="8850652" y="2178953"/>
            <a:ext cx="749808" cy="750670"/>
          </a:xfrm>
          <a:prstGeom prst="rect">
            <a:avLst/>
          </a:prstGeom>
          <a:solidFill>
            <a:srgbClr val="36AAEE"/>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67" name="Graphic 66" descr="star and gear icon">
            <a:extLst>
              <a:ext uri="{FF2B5EF4-FFF2-40B4-BE49-F238E27FC236}">
                <a16:creationId xmlns:a16="http://schemas.microsoft.com/office/drawing/2014/main" id="{DE032E31-C29E-A7FE-B388-6E1E295E32E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020892" y="2349624"/>
            <a:ext cx="409329" cy="409329"/>
          </a:xfrm>
          <a:prstGeom prst="rect">
            <a:avLst/>
          </a:prstGeom>
        </p:spPr>
      </p:pic>
      <p:sp>
        <p:nvSpPr>
          <p:cNvPr id="66" name="Rectangle 65">
            <a:extLst>
              <a:ext uri="{FF2B5EF4-FFF2-40B4-BE49-F238E27FC236}">
                <a16:creationId xmlns:a16="http://schemas.microsoft.com/office/drawing/2014/main" id="{9E48E317-76BE-7F84-0A8F-C23B4AE62B4A}"/>
              </a:ext>
            </a:extLst>
          </p:cNvPr>
          <p:cNvSpPr/>
          <p:nvPr/>
        </p:nvSpPr>
        <p:spPr bwMode="auto">
          <a:xfrm>
            <a:off x="8850652" y="2178953"/>
            <a:ext cx="2755561" cy="4413934"/>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24128" tIns="228600" rIns="182880" bIns="18288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rPr>
              <a:t>Optimize</a:t>
            </a:r>
          </a:p>
        </p:txBody>
      </p:sp>
      <p:sp>
        <p:nvSpPr>
          <p:cNvPr id="19" name="Rectangle 18">
            <a:extLst>
              <a:ext uri="{FF2B5EF4-FFF2-40B4-BE49-F238E27FC236}">
                <a16:creationId xmlns:a16="http://schemas.microsoft.com/office/drawing/2014/main" id="{CB8DF50A-FD81-FA3A-AA62-4F11DA4F8804}"/>
              </a:ext>
            </a:extLst>
          </p:cNvPr>
          <p:cNvSpPr/>
          <p:nvPr/>
        </p:nvSpPr>
        <p:spPr bwMode="auto">
          <a:xfrm>
            <a:off x="8850652" y="2929622"/>
            <a:ext cx="2755561" cy="3663265"/>
          </a:xfrm>
          <a:prstGeom prst="rect">
            <a:avLst/>
          </a:prstGeom>
          <a:solidFill>
            <a:schemeClr val="bg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82880" rIns="137160" bIns="146304" numCol="1" spcCol="0" rtlCol="0" fromWordArt="0" anchor="t" anchorCtr="0" forceAA="0" compatLnSpc="1">
            <a:prstTxWarp prst="textNoShape">
              <a:avLst/>
            </a:prstTxWarp>
            <a:noAutofit/>
          </a:bodyPr>
          <a:lstStyle/>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Single shot optimization</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Agent optimizer</a:t>
            </a:r>
          </a:p>
          <a:p>
            <a:pPr marL="0" marR="0" lvl="0" indent="0" algn="ctr" defTabSz="932449" rtl="0" eaLnBrk="1" fontAlgn="auto" latinLnBrk="0" hangingPunct="1">
              <a:lnSpc>
                <a:spcPct val="100000"/>
              </a:lnSpc>
              <a:spcBef>
                <a:spcPts val="0"/>
              </a:spcBef>
              <a:spcAft>
                <a:spcPts val="1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ROI for Agents in Foundry</a:t>
            </a:r>
          </a:p>
          <a:p>
            <a:pPr marL="0" marR="0" lvl="0" indent="0" algn="ctr" defTabSz="932449" rtl="0" eaLnBrk="1" fontAlgn="auto" latinLnBrk="0" hangingPunct="1">
              <a:lnSpc>
                <a:spcPct val="100000"/>
              </a:lnSpc>
              <a:spcBef>
                <a:spcPts val="0"/>
              </a:spcBef>
              <a:spcAft>
                <a:spcPts val="10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cxnSp>
        <p:nvCxnSpPr>
          <p:cNvPr id="5" name="Straight Connector 4">
            <a:extLst>
              <a:ext uri="{FF2B5EF4-FFF2-40B4-BE49-F238E27FC236}">
                <a16:creationId xmlns:a16="http://schemas.microsoft.com/office/drawing/2014/main" id="{8EABDFBE-6622-2407-BCF5-65ABCAC54C8E}"/>
              </a:ext>
              <a:ext uri="{C183D7F6-B498-43B3-948B-1728B52AA6E4}">
                <adec:decorative xmlns:adec="http://schemas.microsoft.com/office/drawing/2017/decorative" val="1"/>
              </a:ext>
            </a:extLst>
          </p:cNvPr>
          <p:cNvCxnSpPr/>
          <p:nvPr/>
        </p:nvCxnSpPr>
        <p:spPr>
          <a:xfrm>
            <a:off x="583966" y="2178952"/>
            <a:ext cx="0" cy="4413935"/>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itle 3">
            <a:extLst>
              <a:ext uri="{FF2B5EF4-FFF2-40B4-BE49-F238E27FC236}">
                <a16:creationId xmlns:a16="http://schemas.microsoft.com/office/drawing/2014/main" id="{28BD6257-4662-D1E3-344E-0F497BA0763A}"/>
              </a:ext>
            </a:extLst>
          </p:cNvPr>
          <p:cNvSpPr>
            <a:spLocks noGrp="1"/>
          </p:cNvSpPr>
          <p:nvPr>
            <p:ph type="title"/>
          </p:nvPr>
        </p:nvSpPr>
        <p:spPr>
          <a:xfrm>
            <a:off x="584200" y="487681"/>
            <a:ext cx="11023600" cy="984885"/>
          </a:xfrm>
        </p:spPr>
        <p:txBody>
          <a:bodyPr/>
          <a:lstStyle/>
          <a:p>
            <a:pPr algn="ctr"/>
            <a:r>
              <a:rPr lang="en-US" sz="3200"/>
              <a:t>Govern the AI lifecycle with organization-wide observability and controls</a:t>
            </a:r>
          </a:p>
        </p:txBody>
      </p:sp>
      <p:sp>
        <p:nvSpPr>
          <p:cNvPr id="6" name="TextBox 5">
            <a:extLst>
              <a:ext uri="{FF2B5EF4-FFF2-40B4-BE49-F238E27FC236}">
                <a16:creationId xmlns:a16="http://schemas.microsoft.com/office/drawing/2014/main" id="{5B681AF9-C549-B708-E668-A4FDA08BE42B}"/>
              </a:ext>
            </a:extLst>
          </p:cNvPr>
          <p:cNvSpPr txBox="1"/>
          <p:nvPr/>
        </p:nvSpPr>
        <p:spPr>
          <a:xfrm>
            <a:off x="2624663" y="1472566"/>
            <a:ext cx="728133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998CE4"/>
                </a:solidFill>
                <a:effectLst/>
                <a:uLnTx/>
                <a:uFillTx/>
                <a:latin typeface="Segoe Sans Text Semibold" pitchFamily="2" charset="0"/>
                <a:ea typeface="+mn-ea"/>
                <a:cs typeface="Segoe Sans Text" pitchFamily="2" charset="0"/>
              </a:rPr>
              <a:t>Foundry Control Plane</a:t>
            </a:r>
          </a:p>
        </p:txBody>
      </p:sp>
      <p:pic>
        <p:nvPicPr>
          <p:cNvPr id="7" name="Picture 6" descr="A blue logo with a black background&#10;&#10;AI-generated content may be incorrect.">
            <a:extLst>
              <a:ext uri="{FF2B5EF4-FFF2-40B4-BE49-F238E27FC236}">
                <a16:creationId xmlns:a16="http://schemas.microsoft.com/office/drawing/2014/main" id="{129A84AF-6E40-8688-C6B2-8009C7C242B4}"/>
              </a:ext>
            </a:extLst>
          </p:cNvPr>
          <p:cNvPicPr>
            <a:picLocks noChangeAspect="1"/>
          </p:cNvPicPr>
          <p:nvPr/>
        </p:nvPicPr>
        <p:blipFill>
          <a:blip r:embed="rId7"/>
          <a:stretch>
            <a:fillRect/>
          </a:stretch>
        </p:blipFill>
        <p:spPr>
          <a:xfrm>
            <a:off x="3643472" y="1477337"/>
            <a:ext cx="551249" cy="523220"/>
          </a:xfrm>
          <a:prstGeom prst="rect">
            <a:avLst/>
          </a:prstGeom>
        </p:spPr>
      </p:pic>
    </p:spTree>
    <p:extLst>
      <p:ext uri="{BB962C8B-B14F-4D97-AF65-F5344CB8AC3E}">
        <p14:creationId xmlns:p14="http://schemas.microsoft.com/office/powerpoint/2010/main" val="3626955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500" fill="hold"/>
                                        <p:tgtEl>
                                          <p:spTgt spid="6"/>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94544A-9408-37F2-9880-BF903C9B00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4CA36C-A20C-B842-A9C9-D7F8732C55AF}"/>
              </a:ext>
              <a:ext uri="{C183D7F6-B498-43B3-948B-1728B52AA6E4}">
                <adec:decorative xmlns:adec="http://schemas.microsoft.com/office/drawing/2017/decorative" val="1"/>
              </a:ext>
            </a:extLst>
          </p:cNvPr>
          <p:cNvSpPr/>
          <p:nvPr/>
        </p:nvSpPr>
        <p:spPr>
          <a:xfrm>
            <a:off x="0" y="-36625"/>
            <a:ext cx="12192000" cy="6857999"/>
          </a:xfrm>
          <a:prstGeom prst="rect">
            <a:avLst/>
          </a:prstGeom>
          <a:gradFill flip="none" rotWithShape="1">
            <a:gsLst>
              <a:gs pos="100000">
                <a:srgbClr val="F3387A">
                  <a:alpha val="15000"/>
                </a:srgbClr>
              </a:gs>
              <a:gs pos="59000">
                <a:srgbClr val="BE41B3">
                  <a:alpha val="1500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CC701267-9534-FBF8-6F6C-936C090385A6}"/>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100000">
                <a:srgbClr val="F33776"/>
              </a:gs>
              <a:gs pos="0">
                <a:srgbClr val="B641B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6" name="Rectangle: Rounded Corners 12" descr="GenAI Model Store">
            <a:extLst>
              <a:ext uri="{FF2B5EF4-FFF2-40B4-BE49-F238E27FC236}">
                <a16:creationId xmlns:a16="http://schemas.microsoft.com/office/drawing/2014/main" id="{E0946C90-FA70-0DEF-577C-4B9172E061D4}"/>
              </a:ext>
            </a:extLst>
          </p:cNvPr>
          <p:cNvSpPr/>
          <p:nvPr/>
        </p:nvSpPr>
        <p:spPr>
          <a:xfrm>
            <a:off x="9301425" y="303767"/>
            <a:ext cx="2136249" cy="346968"/>
          </a:xfrm>
          <a:prstGeom prst="roundRect">
            <a:avLst>
              <a:gd name="adj" fmla="val 50000"/>
            </a:avLst>
          </a:prstGeom>
          <a:gradFill flip="none" rotWithShape="1">
            <a:gsLst>
              <a:gs pos="0">
                <a:schemeClr val="accent5"/>
              </a:gs>
              <a:gs pos="100000">
                <a:schemeClr val="accent6"/>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Semibold"/>
                <a:ea typeface="+mn-ea"/>
                <a:cs typeface="Segoe Sans Text Semibold" pitchFamily="2" charset="0"/>
              </a:rPr>
              <a:t>Enterprise Readiness</a:t>
            </a:r>
          </a:p>
        </p:txBody>
      </p:sp>
      <p:sp>
        <p:nvSpPr>
          <p:cNvPr id="13" name="Rectangle: Rounded Corners 10">
            <a:extLst>
              <a:ext uri="{FF2B5EF4-FFF2-40B4-BE49-F238E27FC236}">
                <a16:creationId xmlns:a16="http://schemas.microsoft.com/office/drawing/2014/main" id="{3C9DAEE1-22B2-C897-5E09-A49BB2635254}"/>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8">
            <a:extLst>
              <a:ext uri="{FF2B5EF4-FFF2-40B4-BE49-F238E27FC236}">
                <a16:creationId xmlns:a16="http://schemas.microsoft.com/office/drawing/2014/main" id="{7AA2E16F-47CD-FEDC-157C-F5DAF390C0EC}"/>
              </a:ext>
              <a:ext uri="{C183D7F6-B498-43B3-948B-1728B52AA6E4}">
                <adec:decorative xmlns:adec="http://schemas.microsoft.com/office/drawing/2017/decorative" val="1"/>
              </a:ext>
            </a:extLst>
          </p:cNvPr>
          <p:cNvSpPr/>
          <p:nvPr/>
        </p:nvSpPr>
        <p:spPr>
          <a:xfrm>
            <a:off x="5054381" y="1643881"/>
            <a:ext cx="6435318" cy="3841670"/>
          </a:xfrm>
          <a:prstGeom prst="roundRect">
            <a:avLst>
              <a:gd name="adj" fmla="val 5180"/>
            </a:avLst>
          </a:prstGeom>
          <a:noFill/>
          <a:ln w="19050">
            <a:gradFill flip="none" rotWithShape="1">
              <a:gsLst>
                <a:gs pos="0">
                  <a:schemeClr val="accent5"/>
                </a:gs>
                <a:gs pos="100000">
                  <a:schemeClr val="accent6"/>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Sans Text" pitchFamily="2" charset="0"/>
              <a:ea typeface="+mn-ea"/>
              <a:cs typeface="+mn-cs"/>
            </a:endParaRPr>
          </a:p>
        </p:txBody>
      </p:sp>
      <p:sp>
        <p:nvSpPr>
          <p:cNvPr id="2" name="Title 1">
            <a:extLst>
              <a:ext uri="{FF2B5EF4-FFF2-40B4-BE49-F238E27FC236}">
                <a16:creationId xmlns:a16="http://schemas.microsoft.com/office/drawing/2014/main" id="{99B99E37-2669-7E78-49C2-6AE662D96582}"/>
              </a:ext>
            </a:extLst>
          </p:cNvPr>
          <p:cNvSpPr txBox="1">
            <a:spLocks/>
          </p:cNvSpPr>
          <p:nvPr/>
        </p:nvSpPr>
        <p:spPr>
          <a:xfrm>
            <a:off x="275771" y="457200"/>
            <a:ext cx="4296228" cy="1107996"/>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white"/>
                </a:solidFill>
                <a:effectLst/>
                <a:uLnTx/>
                <a:uFillTx/>
                <a:latin typeface="Segoe UI Semibold"/>
                <a:ea typeface="+mn-ea"/>
                <a:cs typeface="Segoe Sans Text"/>
              </a:rPr>
              <a:t>Foundry Control Plane integration</a:t>
            </a:r>
            <a:endParaRPr kumimoji="0" lang="en-US" sz="3600" b="0" i="0" u="none" strike="noStrike" kern="1200" cap="none" spc="-50" normalizeH="0" baseline="0" noProof="0">
              <a:ln w="3175">
                <a:noFill/>
              </a:ln>
              <a:solidFill>
                <a:prstClr val="white"/>
              </a:solidFill>
              <a:effectLst/>
              <a:uLnTx/>
              <a:uFillTx/>
              <a:latin typeface="Segoe UI Semibold"/>
              <a:ea typeface="+mn-ea"/>
              <a:cs typeface="Segoe Sans Text" pitchFamily="2" charset="0"/>
            </a:endParaRPr>
          </a:p>
        </p:txBody>
      </p:sp>
      <p:sp>
        <p:nvSpPr>
          <p:cNvPr id="6" name="Rectangle: Rounded Corners 10">
            <a:extLst>
              <a:ext uri="{FF2B5EF4-FFF2-40B4-BE49-F238E27FC236}">
                <a16:creationId xmlns:a16="http://schemas.microsoft.com/office/drawing/2014/main" id="{211EC9E6-2021-EACA-2860-C57F289C2C88}"/>
              </a:ext>
            </a:extLst>
          </p:cNvPr>
          <p:cNvSpPr/>
          <p:nvPr/>
        </p:nvSpPr>
        <p:spPr>
          <a:xfrm>
            <a:off x="404090" y="2094581"/>
            <a:ext cx="3763817" cy="444224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Sans Text"/>
                <a:ea typeface="+mn-ea"/>
                <a:cs typeface="Segoe Sans Text"/>
              </a:rPr>
              <a:t>Gives organizations unified visibility and control across every agent—from development to deployment. </a:t>
            </a: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Sans Text"/>
                <a:ea typeface="+mn-ea"/>
                <a:cs typeface="Segoe Sans Text"/>
              </a:rPr>
              <a:t>Each agent is issued a </a:t>
            </a:r>
            <a:r>
              <a:rPr kumimoji="0" lang="en-US" sz="1600" b="1" i="0" u="none" strike="noStrike" kern="1200" cap="none" spc="0" normalizeH="0" baseline="0" noProof="0">
                <a:ln w="3175">
                  <a:noFill/>
                </a:ln>
                <a:solidFill>
                  <a:prstClr val="white"/>
                </a:solidFill>
                <a:effectLst/>
                <a:uLnTx/>
                <a:uFillTx/>
                <a:latin typeface="Segoe Sans Text"/>
                <a:ea typeface="+mn-ea"/>
                <a:cs typeface="Segoe Sans Text"/>
              </a:rPr>
              <a:t>Microsoft Entra Agent ID</a:t>
            </a:r>
            <a:r>
              <a:rPr kumimoji="0" lang="en-US" sz="1600" b="0" i="0" u="none" strike="noStrike" kern="1200" cap="none" spc="0" normalizeH="0" baseline="0" noProof="0">
                <a:ln w="3175">
                  <a:noFill/>
                </a:ln>
                <a:solidFill>
                  <a:prstClr val="white"/>
                </a:solidFill>
                <a:effectLst/>
                <a:uLnTx/>
                <a:uFillTx/>
                <a:latin typeface="Segoe Sans Text"/>
                <a:ea typeface="+mn-ea"/>
                <a:cs typeface="Segoe Sans Text"/>
              </a:rPr>
              <a:t>, providing durable identity, lineage tracking, and access governance so agents can be authenticated, audited, and secured just like human users.</a:t>
            </a: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1" i="0" u="none" strike="noStrike" kern="1200" cap="none" spc="0" normalizeH="0" baseline="0" noProof="0">
                <a:ln w="3175">
                  <a:noFill/>
                </a:ln>
                <a:solidFill>
                  <a:prstClr val="white"/>
                </a:solidFill>
                <a:effectLst/>
                <a:uLnTx/>
                <a:uFillTx/>
                <a:latin typeface="Segoe Sans Text"/>
                <a:ea typeface="+mn-ea"/>
                <a:cs typeface="Segoe Sans Text"/>
              </a:rPr>
              <a:t>Observability</a:t>
            </a:r>
            <a:r>
              <a:rPr kumimoji="0" lang="en-US" sz="1600" b="0" i="0" u="none" strike="noStrike" kern="1200" cap="none" spc="0" normalizeH="0" baseline="0" noProof="0">
                <a:ln w="3175">
                  <a:noFill/>
                </a:ln>
                <a:solidFill>
                  <a:prstClr val="white"/>
                </a:solidFill>
                <a:effectLst/>
                <a:uLnTx/>
                <a:uFillTx/>
                <a:latin typeface="Segoe Sans Text"/>
                <a:ea typeface="+mn-ea"/>
                <a:cs typeface="Segoe Sans Text"/>
              </a:rPr>
              <a:t> is now generally available, enabling developers to trace model responses, tool calls, and workflow steps with </a:t>
            </a:r>
            <a:r>
              <a:rPr kumimoji="0" lang="en-US" sz="1600" b="0" i="0" u="none" strike="noStrike" kern="1200" cap="none" spc="0" normalizeH="0" baseline="0" noProof="0" err="1">
                <a:ln w="3175">
                  <a:noFill/>
                </a:ln>
                <a:solidFill>
                  <a:prstClr val="white"/>
                </a:solidFill>
                <a:effectLst/>
                <a:uLnTx/>
                <a:uFillTx/>
                <a:latin typeface="Segoe Sans Text"/>
                <a:ea typeface="+mn-ea"/>
                <a:cs typeface="Segoe Sans Text"/>
              </a:rPr>
              <a:t>OpenTelemetry</a:t>
            </a:r>
            <a:r>
              <a:rPr kumimoji="0" lang="en-US" sz="1600" b="0" i="0" u="none" strike="noStrike" kern="1200" cap="none" spc="0" normalizeH="0" baseline="0" noProof="0">
                <a:ln w="3175">
                  <a:noFill/>
                </a:ln>
                <a:solidFill>
                  <a:prstClr val="white"/>
                </a:solidFill>
                <a:effectLst/>
                <a:uLnTx/>
                <a:uFillTx/>
                <a:latin typeface="Segoe Sans Text"/>
                <a:ea typeface="+mn-ea"/>
                <a:cs typeface="Segoe Sans Text"/>
              </a:rPr>
              <a:t>-based end-to-end tracing, while integrated evaluations and the AI Red Teaming Agent monitor quality, cost, and safety in real time.</a:t>
            </a:r>
          </a:p>
        </p:txBody>
      </p:sp>
      <p:pic>
        <p:nvPicPr>
          <p:cNvPr id="7" name="Picture 6">
            <a:extLst>
              <a:ext uri="{FF2B5EF4-FFF2-40B4-BE49-F238E27FC236}">
                <a16:creationId xmlns:a16="http://schemas.microsoft.com/office/drawing/2014/main" id="{4974C204-A0AA-E5AA-68C8-71E2F7CF1BFB}"/>
              </a:ext>
            </a:extLst>
          </p:cNvPr>
          <p:cNvPicPr>
            <a:picLocks noChangeAspect="1"/>
          </p:cNvPicPr>
          <p:nvPr/>
        </p:nvPicPr>
        <p:blipFill>
          <a:blip r:embed="rId3"/>
          <a:stretch>
            <a:fillRect/>
          </a:stretch>
        </p:blipFill>
        <p:spPr>
          <a:xfrm>
            <a:off x="5153889" y="1661362"/>
            <a:ext cx="6109437" cy="3824189"/>
          </a:xfrm>
          <a:prstGeom prst="rect">
            <a:avLst/>
          </a:prstGeom>
          <a:ln>
            <a:noFill/>
          </a:ln>
          <a:effectLst>
            <a:softEdge rad="112500"/>
          </a:effectLst>
        </p:spPr>
      </p:pic>
    </p:spTree>
    <p:extLst>
      <p:ext uri="{BB962C8B-B14F-4D97-AF65-F5344CB8AC3E}">
        <p14:creationId xmlns:p14="http://schemas.microsoft.com/office/powerpoint/2010/main" val="625999510"/>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A00E0-7683-09A5-3AB0-E2E334DDAFB3}"/>
            </a:ext>
          </a:extLst>
        </p:cNvPr>
        <p:cNvGrpSpPr/>
        <p:nvPr/>
      </p:nvGrpSpPr>
      <p:grpSpPr>
        <a:xfrm>
          <a:off x="0" y="0"/>
          <a:ext cx="0" cy="0"/>
          <a:chOff x="0" y="0"/>
          <a:chExt cx="0" cy="0"/>
        </a:xfrm>
      </p:grpSpPr>
      <p:sp>
        <p:nvSpPr>
          <p:cNvPr id="6" name="Rounded Rectangle 57">
            <a:extLst>
              <a:ext uri="{FF2B5EF4-FFF2-40B4-BE49-F238E27FC236}">
                <a16:creationId xmlns:a16="http://schemas.microsoft.com/office/drawing/2014/main" id="{F7223BAA-13FA-64C5-1034-AB985921FEEA}"/>
              </a:ext>
              <a:ext uri="{C183D7F6-B498-43B3-948B-1728B52AA6E4}">
                <adec:decorative xmlns:adec="http://schemas.microsoft.com/office/drawing/2017/decorative" val="1"/>
              </a:ext>
            </a:extLst>
          </p:cNvPr>
          <p:cNvSpPr/>
          <p:nvPr/>
        </p:nvSpPr>
        <p:spPr bwMode="auto">
          <a:xfrm>
            <a:off x="804334" y="3128381"/>
            <a:ext cx="10596882" cy="2370957"/>
          </a:xfrm>
          <a:prstGeom prst="roundRect">
            <a:avLst>
              <a:gd name="adj" fmla="val 8661"/>
            </a:avLst>
          </a:prstGeom>
          <a:ln w="25400" cap="rnd">
            <a:solidFill>
              <a:schemeClr val="bg2"/>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42634" rIns="0" bIns="0" numCol="1" spcCol="0" rtlCol="0" fromWordArt="0" anchor="t" anchorCtr="0" forceAA="0" compatLnSpc="1">
            <a:prstTxWarp prst="textNoShape">
              <a:avLst/>
            </a:prstTxWarp>
            <a:noAutofit/>
          </a:bodyPr>
          <a:lstStyle/>
          <a:p>
            <a:pPr marL="0" marR="0" lvl="0" indent="0" algn="ctr" defTabSz="811702" rtl="0"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Sans Text Semibold"/>
              <a:ea typeface="+mn-ea"/>
              <a:cs typeface="+mn-cs"/>
            </a:endParaRPr>
          </a:p>
        </p:txBody>
      </p:sp>
      <p:sp>
        <p:nvSpPr>
          <p:cNvPr id="7" name="Rounded Rectangle 4">
            <a:extLst>
              <a:ext uri="{FF2B5EF4-FFF2-40B4-BE49-F238E27FC236}">
                <a16:creationId xmlns:a16="http://schemas.microsoft.com/office/drawing/2014/main" id="{DCC2AF75-4E69-382E-4344-8A8A71F3C4FF}"/>
              </a:ext>
              <a:ext uri="{C183D7F6-B498-43B3-948B-1728B52AA6E4}">
                <adec:decorative xmlns:adec="http://schemas.microsoft.com/office/drawing/2017/decorative" val="1"/>
              </a:ext>
            </a:extLst>
          </p:cNvPr>
          <p:cNvSpPr/>
          <p:nvPr/>
        </p:nvSpPr>
        <p:spPr bwMode="auto">
          <a:xfrm>
            <a:off x="2718955" y="5264179"/>
            <a:ext cx="6754090" cy="626553"/>
          </a:xfrm>
          <a:prstGeom prst="roundRect">
            <a:avLst>
              <a:gd name="adj" fmla="val 50000"/>
            </a:avLst>
          </a:prstGeom>
          <a:gradFill flip="none" rotWithShape="1">
            <a:gsLst>
              <a:gs pos="0">
                <a:schemeClr val="accent6"/>
              </a:gs>
              <a:gs pos="100000">
                <a:schemeClr val="tx2"/>
              </a:gs>
            </a:gsLst>
            <a:lin ang="0" scaled="1"/>
            <a:tileRect/>
          </a:gra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rPr>
              <a:t>Evaluate, monitor, trace, govern and optimize </a:t>
            </a:r>
          </a:p>
        </p:txBody>
      </p:sp>
      <p:sp>
        <p:nvSpPr>
          <p:cNvPr id="18" name="Title 17">
            <a:extLst>
              <a:ext uri="{FF2B5EF4-FFF2-40B4-BE49-F238E27FC236}">
                <a16:creationId xmlns:a16="http://schemas.microsoft.com/office/drawing/2014/main" id="{313A816C-73CA-6156-2157-CA6C43C04870}"/>
              </a:ext>
            </a:extLst>
          </p:cNvPr>
          <p:cNvSpPr>
            <a:spLocks noGrp="1"/>
          </p:cNvSpPr>
          <p:nvPr>
            <p:ph type="title"/>
          </p:nvPr>
        </p:nvSpPr>
        <p:spPr>
          <a:xfrm>
            <a:off x="588263" y="457200"/>
            <a:ext cx="11018520" cy="1107996"/>
          </a:xfrm>
        </p:spPr>
        <p:txBody>
          <a:bodyPr/>
          <a:lstStyle/>
          <a:p>
            <a:pPr algn="ctr"/>
            <a:r>
              <a:rPr lang="en-US"/>
              <a:t>Evaluate, monitor, and optimize AI apps </a:t>
            </a:r>
            <a:br>
              <a:rPr lang="en-US"/>
            </a:br>
            <a:r>
              <a:rPr lang="en-US"/>
              <a:t>and agents in real-time</a:t>
            </a:r>
          </a:p>
        </p:txBody>
      </p:sp>
      <p:sp>
        <p:nvSpPr>
          <p:cNvPr id="2" name="Rectangle: Rounded Corners 16">
            <a:extLst>
              <a:ext uri="{FF2B5EF4-FFF2-40B4-BE49-F238E27FC236}">
                <a16:creationId xmlns:a16="http://schemas.microsoft.com/office/drawing/2014/main" id="{33B01557-D0FF-3EAE-205D-AB7E8D49175E}"/>
              </a:ext>
              <a:ext uri="{C183D7F6-B498-43B3-948B-1728B52AA6E4}">
                <adec:decorative xmlns:adec="http://schemas.microsoft.com/office/drawing/2017/decorative" val="1"/>
              </a:ext>
            </a:extLst>
          </p:cNvPr>
          <p:cNvSpPr/>
          <p:nvPr/>
        </p:nvSpPr>
        <p:spPr bwMode="auto">
          <a:xfrm>
            <a:off x="1221389" y="3681235"/>
            <a:ext cx="2995132" cy="1012537"/>
          </a:xfrm>
          <a:prstGeom prst="roundRect">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000" tIns="145600" rIns="182000" bIns="145600" numCol="1" spcCol="0" rtlCol="0" fromWordArt="0" anchor="t" anchorCtr="0" forceAA="0" compatLnSpc="1">
            <a:prstTxWarp prst="textNoShape">
              <a:avLst/>
            </a:prstTxWarp>
            <a:sp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Build reliable </a:t>
            </a:r>
            <a:b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br>
            <a: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agents early</a:t>
            </a:r>
          </a:p>
        </p:txBody>
      </p:sp>
      <p:sp>
        <p:nvSpPr>
          <p:cNvPr id="4" name="Rectangle: Rounded Corners 16">
            <a:extLst>
              <a:ext uri="{FF2B5EF4-FFF2-40B4-BE49-F238E27FC236}">
                <a16:creationId xmlns:a16="http://schemas.microsoft.com/office/drawing/2014/main" id="{2ABDCD50-7C71-A219-8F73-49D989699EE8}"/>
              </a:ext>
              <a:ext uri="{C183D7F6-B498-43B3-948B-1728B52AA6E4}">
                <adec:decorative xmlns:adec="http://schemas.microsoft.com/office/drawing/2017/decorative" val="1"/>
              </a:ext>
            </a:extLst>
          </p:cNvPr>
          <p:cNvSpPr/>
          <p:nvPr/>
        </p:nvSpPr>
        <p:spPr bwMode="auto">
          <a:xfrm>
            <a:off x="4699001" y="3681235"/>
            <a:ext cx="2794000" cy="1006363"/>
          </a:xfrm>
          <a:prstGeom prst="roundRect">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000" tIns="145600" rIns="182000" bIns="145600" numCol="1" spcCol="0" rtlCol="0" fromWordArt="0" anchor="t" anchorCtr="0" forceAA="0" compatLnSpc="1">
            <a:prstTxWarp prst="textNoShape">
              <a:avLst/>
            </a:prstTxWarp>
            <a:sp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Debug &amp; optimize </a:t>
            </a:r>
            <a:b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br>
            <a: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in production</a:t>
            </a:r>
          </a:p>
        </p:txBody>
      </p:sp>
      <p:sp>
        <p:nvSpPr>
          <p:cNvPr id="5" name="Rectangle: Rounded Corners 16">
            <a:extLst>
              <a:ext uri="{FF2B5EF4-FFF2-40B4-BE49-F238E27FC236}">
                <a16:creationId xmlns:a16="http://schemas.microsoft.com/office/drawing/2014/main" id="{E4958016-0AE8-B838-3BA2-1B2B92335F18}"/>
              </a:ext>
              <a:ext uri="{C183D7F6-B498-43B3-948B-1728B52AA6E4}">
                <adec:decorative xmlns:adec="http://schemas.microsoft.com/office/drawing/2017/decorative" val="1"/>
              </a:ext>
            </a:extLst>
          </p:cNvPr>
          <p:cNvSpPr/>
          <p:nvPr/>
        </p:nvSpPr>
        <p:spPr bwMode="auto">
          <a:xfrm>
            <a:off x="7975479" y="3681236"/>
            <a:ext cx="2995132" cy="1011224"/>
          </a:xfrm>
          <a:prstGeom prst="roundRect">
            <a:avLst/>
          </a:prstGeom>
          <a:gradFill>
            <a:gsLst>
              <a:gs pos="0">
                <a:srgbClr val="E4DCF2"/>
              </a:gs>
              <a:gs pos="99000">
                <a:srgbClr val="E5F2F9"/>
              </a:gs>
            </a:gsLst>
            <a:lin ang="2700000" scaled="1"/>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000" tIns="145600" rIns="182000" bIns="145600" numCol="1" spcCol="0" rtlCol="0" fromWordArt="0" anchor="t" anchorCtr="0" forceAA="0" compatLnSpc="1">
            <a:prstTxWarp prst="textNoShape">
              <a:avLst/>
            </a:prstTxWarp>
            <a:sp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Gain fleet-wide </a:t>
            </a:r>
            <a:b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br>
            <a:r>
              <a:rPr kumimoji="0" lang="en-US" sz="2000" b="1" i="0" u="none" strike="noStrike" kern="1200" cap="none" spc="0" normalizeH="0" baseline="0" noProof="0">
                <a:ln>
                  <a:noFill/>
                </a:ln>
                <a:solidFill>
                  <a:srgbClr val="000000"/>
                </a:solidFill>
                <a:effectLst/>
                <a:uLnTx/>
                <a:uFillTx/>
                <a:latin typeface="Segoe Sans Text Semibold"/>
                <a:ea typeface="+mn-ea"/>
                <a:cs typeface="Segoe Sans Text" pitchFamily="2" charset="0"/>
              </a:rPr>
              <a:t>visibility &amp; control</a:t>
            </a:r>
          </a:p>
        </p:txBody>
      </p:sp>
      <p:cxnSp>
        <p:nvCxnSpPr>
          <p:cNvPr id="19" name="Straight Arrow Connector 18">
            <a:extLst>
              <a:ext uri="{FF2B5EF4-FFF2-40B4-BE49-F238E27FC236}">
                <a16:creationId xmlns:a16="http://schemas.microsoft.com/office/drawing/2014/main" id="{61D4B509-4196-11D5-56C7-33694228342B}"/>
              </a:ext>
              <a:ext uri="{C183D7F6-B498-43B3-948B-1728B52AA6E4}">
                <adec:decorative xmlns:adec="http://schemas.microsoft.com/office/drawing/2017/decorative" val="1"/>
              </a:ext>
            </a:extLst>
          </p:cNvPr>
          <p:cNvCxnSpPr>
            <a:cxnSpLocks/>
            <a:stCxn id="2" idx="3"/>
            <a:endCxn id="4" idx="1"/>
          </p:cNvCxnSpPr>
          <p:nvPr/>
        </p:nvCxnSpPr>
        <p:spPr>
          <a:xfrm flipV="1">
            <a:off x="4216521" y="4184417"/>
            <a:ext cx="482480" cy="3087"/>
          </a:xfrm>
          <a:prstGeom prst="straightConnector1">
            <a:avLst/>
          </a:prstGeom>
          <a:ln w="19050">
            <a:solidFill>
              <a:schemeClr val="bg1">
                <a:lumMod val="75000"/>
              </a:schemeClr>
            </a:solidFill>
            <a:headEnd type="none" w="lg" len="lg"/>
            <a:tailEnd type="arrow" w="lg"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ADAFC26-E2DE-0485-D486-4F34FD6EA242}"/>
              </a:ext>
              <a:ext uri="{C183D7F6-B498-43B3-948B-1728B52AA6E4}">
                <adec:decorative xmlns:adec="http://schemas.microsoft.com/office/drawing/2017/decorative" val="1"/>
              </a:ext>
            </a:extLst>
          </p:cNvPr>
          <p:cNvCxnSpPr>
            <a:cxnSpLocks/>
            <a:stCxn id="4" idx="3"/>
            <a:endCxn id="5" idx="1"/>
          </p:cNvCxnSpPr>
          <p:nvPr/>
        </p:nvCxnSpPr>
        <p:spPr>
          <a:xfrm>
            <a:off x="7493001" y="4184417"/>
            <a:ext cx="482478" cy="2431"/>
          </a:xfrm>
          <a:prstGeom prst="straightConnector1">
            <a:avLst/>
          </a:prstGeom>
          <a:ln w="19050">
            <a:solidFill>
              <a:schemeClr val="bg1">
                <a:lumMod val="75000"/>
              </a:schemeClr>
            </a:solidFill>
            <a:headEnd type="none" w="lg" len="lg"/>
            <a:tailEnd type="arrow" w="lg" len="med"/>
          </a:ln>
        </p:spPr>
        <p:style>
          <a:lnRef idx="1">
            <a:schemeClr val="accent1"/>
          </a:lnRef>
          <a:fillRef idx="0">
            <a:schemeClr val="accent1"/>
          </a:fillRef>
          <a:effectRef idx="0">
            <a:schemeClr val="accent1"/>
          </a:effectRef>
          <a:fontRef idx="minor">
            <a:schemeClr val="tx1"/>
          </a:fontRef>
        </p:style>
      </p:cxnSp>
      <p:sp>
        <p:nvSpPr>
          <p:cNvPr id="32" name="Graphic 27">
            <a:extLst>
              <a:ext uri="{FF2B5EF4-FFF2-40B4-BE49-F238E27FC236}">
                <a16:creationId xmlns:a16="http://schemas.microsoft.com/office/drawing/2014/main" id="{BFEB1F42-1AF1-CAFA-ADC1-BF45CDB55075}"/>
              </a:ext>
              <a:ext uri="{C183D7F6-B498-43B3-948B-1728B52AA6E4}">
                <adec:decorative xmlns:adec="http://schemas.microsoft.com/office/drawing/2017/decorative" val="1"/>
              </a:ext>
            </a:extLst>
          </p:cNvPr>
          <p:cNvSpPr/>
          <p:nvPr/>
        </p:nvSpPr>
        <p:spPr>
          <a:xfrm>
            <a:off x="10653849" y="5340958"/>
            <a:ext cx="316762" cy="316760"/>
          </a:xfrm>
          <a:custGeom>
            <a:avLst/>
            <a:gdLst>
              <a:gd name="connsiteX0" fmla="*/ 95250 w 190500"/>
              <a:gd name="connsiteY0" fmla="*/ 0 h 190499"/>
              <a:gd name="connsiteX1" fmla="*/ 0 w 190500"/>
              <a:gd name="connsiteY1" fmla="*/ 95250 h 190499"/>
              <a:gd name="connsiteX2" fmla="*/ 95250 w 190500"/>
              <a:gd name="connsiteY2" fmla="*/ 190500 h 190499"/>
              <a:gd name="connsiteX3" fmla="*/ 190500 w 190500"/>
              <a:gd name="connsiteY3" fmla="*/ 95250 h 190499"/>
              <a:gd name="connsiteX4" fmla="*/ 95250 w 190500"/>
              <a:gd name="connsiteY4" fmla="*/ 0 h 190499"/>
              <a:gd name="connsiteX5" fmla="*/ 97917 w 190500"/>
              <a:gd name="connsiteY5" fmla="*/ 138398 h 190499"/>
              <a:gd name="connsiteX6" fmla="*/ 88621 w 190500"/>
              <a:gd name="connsiteY6" fmla="*/ 139094 h 190499"/>
              <a:gd name="connsiteX7" fmla="*/ 87811 w 190500"/>
              <a:gd name="connsiteY7" fmla="*/ 138408 h 190499"/>
              <a:gd name="connsiteX8" fmla="*/ 49711 w 190500"/>
              <a:gd name="connsiteY8" fmla="*/ 100298 h 190499"/>
              <a:gd name="connsiteX9" fmla="*/ 49016 w 190500"/>
              <a:gd name="connsiteY9" fmla="*/ 90992 h 190499"/>
              <a:gd name="connsiteX10" fmla="*/ 49711 w 190500"/>
              <a:gd name="connsiteY10" fmla="*/ 90192 h 190499"/>
              <a:gd name="connsiteX11" fmla="*/ 87821 w 190500"/>
              <a:gd name="connsiteY11" fmla="*/ 52092 h 190499"/>
              <a:gd name="connsiteX12" fmla="*/ 97924 w 190500"/>
              <a:gd name="connsiteY12" fmla="*/ 52078 h 190499"/>
              <a:gd name="connsiteX13" fmla="*/ 98612 w 190500"/>
              <a:gd name="connsiteY13" fmla="*/ 61398 h 190499"/>
              <a:gd name="connsiteX14" fmla="*/ 97927 w 190500"/>
              <a:gd name="connsiteY14" fmla="*/ 62198 h 190499"/>
              <a:gd name="connsiteX15" fmla="*/ 71999 w 190500"/>
              <a:gd name="connsiteY15" fmla="*/ 88106 h 190499"/>
              <a:gd name="connsiteX16" fmla="*/ 135731 w 190500"/>
              <a:gd name="connsiteY16" fmla="*/ 88106 h 190499"/>
              <a:gd name="connsiteX17" fmla="*/ 142818 w 190500"/>
              <a:gd name="connsiteY17" fmla="*/ 94288 h 190499"/>
              <a:gd name="connsiteX18" fmla="*/ 142875 w 190500"/>
              <a:gd name="connsiteY18" fmla="*/ 95240 h 190499"/>
              <a:gd name="connsiteX19" fmla="*/ 136703 w 190500"/>
              <a:gd name="connsiteY19" fmla="*/ 102327 h 190499"/>
              <a:gd name="connsiteX20" fmla="*/ 135731 w 190500"/>
              <a:gd name="connsiteY20" fmla="*/ 102384 h 190499"/>
              <a:gd name="connsiteX21" fmla="*/ 72009 w 190500"/>
              <a:gd name="connsiteY21" fmla="*/ 102384 h 190499"/>
              <a:gd name="connsiteX22" fmla="*/ 97917 w 190500"/>
              <a:gd name="connsiteY22" fmla="*/ 128292 h 190499"/>
              <a:gd name="connsiteX23" fmla="*/ 98612 w 190500"/>
              <a:gd name="connsiteY23" fmla="*/ 137598 h 190499"/>
              <a:gd name="connsiteX24" fmla="*/ 97917 w 190500"/>
              <a:gd name="connsiteY24" fmla="*/ 138398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0500" h="190499">
                <a:moveTo>
                  <a:pt x="95250" y="0"/>
                </a:moveTo>
                <a:cubicBezTo>
                  <a:pt x="42643" y="0"/>
                  <a:pt x="0" y="42643"/>
                  <a:pt x="0" y="95250"/>
                </a:cubicBezTo>
                <a:cubicBezTo>
                  <a:pt x="0" y="147857"/>
                  <a:pt x="42643" y="190500"/>
                  <a:pt x="95250" y="190500"/>
                </a:cubicBezTo>
                <a:cubicBezTo>
                  <a:pt x="147857" y="190500"/>
                  <a:pt x="190500" y="147857"/>
                  <a:pt x="190500" y="95250"/>
                </a:cubicBezTo>
                <a:cubicBezTo>
                  <a:pt x="190500" y="42643"/>
                  <a:pt x="147857" y="0"/>
                  <a:pt x="95250" y="0"/>
                </a:cubicBezTo>
                <a:close/>
                <a:moveTo>
                  <a:pt x="97917" y="138398"/>
                </a:moveTo>
                <a:cubicBezTo>
                  <a:pt x="95418" y="140899"/>
                  <a:pt x="91465" y="141194"/>
                  <a:pt x="88621" y="139094"/>
                </a:cubicBezTo>
                <a:lnTo>
                  <a:pt x="87811" y="138408"/>
                </a:lnTo>
                <a:lnTo>
                  <a:pt x="49711" y="100298"/>
                </a:lnTo>
                <a:cubicBezTo>
                  <a:pt x="47205" y="97797"/>
                  <a:pt x="46909" y="93838"/>
                  <a:pt x="49016" y="90992"/>
                </a:cubicBezTo>
                <a:lnTo>
                  <a:pt x="49711" y="90192"/>
                </a:lnTo>
                <a:lnTo>
                  <a:pt x="87821" y="52092"/>
                </a:lnTo>
                <a:cubicBezTo>
                  <a:pt x="90607" y="49299"/>
                  <a:pt x="95130" y="49292"/>
                  <a:pt x="97924" y="52078"/>
                </a:cubicBezTo>
                <a:cubicBezTo>
                  <a:pt x="100434" y="54583"/>
                  <a:pt x="100728" y="58551"/>
                  <a:pt x="98612" y="61398"/>
                </a:cubicBezTo>
                <a:lnTo>
                  <a:pt x="97927" y="62198"/>
                </a:lnTo>
                <a:lnTo>
                  <a:pt x="71999" y="88106"/>
                </a:lnTo>
                <a:lnTo>
                  <a:pt x="135731" y="88106"/>
                </a:lnTo>
                <a:cubicBezTo>
                  <a:pt x="139308" y="88102"/>
                  <a:pt x="142336" y="90744"/>
                  <a:pt x="142818" y="94288"/>
                </a:cubicBezTo>
                <a:lnTo>
                  <a:pt x="142875" y="95240"/>
                </a:lnTo>
                <a:cubicBezTo>
                  <a:pt x="142880" y="98814"/>
                  <a:pt x="140243" y="101841"/>
                  <a:pt x="136703" y="102327"/>
                </a:cubicBezTo>
                <a:lnTo>
                  <a:pt x="135731" y="102384"/>
                </a:lnTo>
                <a:lnTo>
                  <a:pt x="72009" y="102384"/>
                </a:lnTo>
                <a:lnTo>
                  <a:pt x="97917" y="128292"/>
                </a:lnTo>
                <a:cubicBezTo>
                  <a:pt x="100423" y="130793"/>
                  <a:pt x="100718" y="134752"/>
                  <a:pt x="98612" y="137598"/>
                </a:cubicBezTo>
                <a:lnTo>
                  <a:pt x="97917" y="138398"/>
                </a:lnTo>
                <a:close/>
              </a:path>
            </a:pathLst>
          </a:custGeom>
          <a:gradFill flip="none" rotWithShape="1">
            <a:gsLst>
              <a:gs pos="100000">
                <a:schemeClr val="accent1"/>
              </a:gs>
              <a:gs pos="0">
                <a:schemeClr val="accent6"/>
              </a:gs>
            </a:gsLst>
            <a:lin ang="2700000" scaled="1"/>
            <a:tileRect/>
          </a:gradFill>
          <a:effectLst>
            <a:outerShdw blurRad="88900" dist="38100" dir="2700000" sx="101000" sy="101000" algn="tl" rotWithShape="0">
              <a:srgbClr val="454142">
                <a:alpha val="15000"/>
              </a:srgbClr>
            </a:outerShdw>
          </a:effectLst>
        </p:spPr>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a:ln w="3175">
                <a:noFill/>
              </a:ln>
              <a:solidFill>
                <a:srgbClr val="000000"/>
              </a:solidFill>
              <a:effectLst/>
              <a:uLnTx/>
              <a:uFillTx/>
              <a:latin typeface="Segoe Sans Text Semibold" pitchFamily="2" charset="0"/>
              <a:ea typeface="+mn-ea"/>
              <a:cs typeface="Segoe Sans Text" pitchFamily="2" charset="0"/>
            </a:endParaRPr>
          </a:p>
        </p:txBody>
      </p:sp>
      <p:sp>
        <p:nvSpPr>
          <p:cNvPr id="31" name="Graphic 29">
            <a:extLst>
              <a:ext uri="{FF2B5EF4-FFF2-40B4-BE49-F238E27FC236}">
                <a16:creationId xmlns:a16="http://schemas.microsoft.com/office/drawing/2014/main" id="{31AA094F-E0BD-B899-7C56-5044782FE61E}"/>
              </a:ext>
              <a:ext uri="{C183D7F6-B498-43B3-948B-1728B52AA6E4}">
                <adec:decorative xmlns:adec="http://schemas.microsoft.com/office/drawing/2017/decorative" val="1"/>
              </a:ext>
            </a:extLst>
          </p:cNvPr>
          <p:cNvSpPr/>
          <p:nvPr/>
        </p:nvSpPr>
        <p:spPr>
          <a:xfrm>
            <a:off x="1221389" y="2968748"/>
            <a:ext cx="316762" cy="316760"/>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6000" y="49525"/>
                  <a:pt x="93478" y="51330"/>
                </a:cubicBezTo>
                <a:lnTo>
                  <a:pt x="92583" y="52092"/>
                </a:lnTo>
                <a:lnTo>
                  <a:pt x="91897" y="52892"/>
                </a:lnTo>
                <a:cubicBezTo>
                  <a:pt x="90052" y="55384"/>
                  <a:pt x="90026" y="58782"/>
                  <a:pt x="91831" y="61303"/>
                </a:cubicBezTo>
                <a:lnTo>
                  <a:pt x="92593" y="62198"/>
                </a:lnTo>
                <a:lnTo>
                  <a:pt x="118491" y="88106"/>
                </a:lnTo>
                <a:lnTo>
                  <a:pt x="54769" y="88106"/>
                </a:lnTo>
                <a:lnTo>
                  <a:pt x="53797" y="88163"/>
                </a:lnTo>
                <a:cubicBezTo>
                  <a:pt x="50620" y="88601"/>
                  <a:pt x="48124" y="91101"/>
                  <a:pt x="47692" y="94278"/>
                </a:cubicBezTo>
                <a:lnTo>
                  <a:pt x="47625" y="95240"/>
                </a:lnTo>
                <a:lnTo>
                  <a:pt x="47692" y="96212"/>
                </a:lnTo>
                <a:cubicBezTo>
                  <a:pt x="48128" y="99386"/>
                  <a:pt x="50623" y="101881"/>
                  <a:pt x="53797" y="102318"/>
                </a:cubicBezTo>
                <a:lnTo>
                  <a:pt x="54769" y="102384"/>
                </a:lnTo>
                <a:lnTo>
                  <a:pt x="118491" y="102384"/>
                </a:lnTo>
                <a:lnTo>
                  <a:pt x="92583" y="128292"/>
                </a:lnTo>
                <a:lnTo>
                  <a:pt x="91888" y="129102"/>
                </a:lnTo>
                <a:cubicBezTo>
                  <a:pt x="89521" y="132258"/>
                  <a:pt x="90160" y="136736"/>
                  <a:pt x="93316" y="139103"/>
                </a:cubicBezTo>
                <a:cubicBezTo>
                  <a:pt x="95857" y="141008"/>
                  <a:pt x="99349" y="141008"/>
                  <a:pt x="101889" y="139103"/>
                </a:cubicBezTo>
                <a:lnTo>
                  <a:pt x="102680" y="138408"/>
                </a:lnTo>
                <a:lnTo>
                  <a:pt x="140799" y="100308"/>
                </a:lnTo>
                <a:lnTo>
                  <a:pt x="141484" y="99498"/>
                </a:lnTo>
                <a:cubicBezTo>
                  <a:pt x="143327" y="97010"/>
                  <a:pt x="143359" y="93618"/>
                  <a:pt x="141561" y="91097"/>
                </a:cubicBezTo>
                <a:lnTo>
                  <a:pt x="140799" y="90202"/>
                </a:lnTo>
                <a:lnTo>
                  <a:pt x="102699" y="52092"/>
                </a:lnTo>
                <a:lnTo>
                  <a:pt x="101889" y="51397"/>
                </a:lnTo>
                <a:lnTo>
                  <a:pt x="102689" y="52092"/>
                </a:lnTo>
                <a:close/>
              </a:path>
            </a:pathLst>
          </a:custGeom>
          <a:gradFill flip="none" rotWithShape="1">
            <a:gsLst>
              <a:gs pos="100000">
                <a:schemeClr val="accent1"/>
              </a:gs>
              <a:gs pos="0">
                <a:schemeClr val="accent6"/>
              </a:gs>
            </a:gsLst>
            <a:lin ang="2700000" scaled="1"/>
            <a:tileRect/>
          </a:gradFill>
          <a:effectLst>
            <a:outerShdw blurRad="88900" dist="38100" dir="2700000" sx="101000" sy="101000" algn="tl" rotWithShape="0">
              <a:srgbClr val="454142">
                <a:alpha val="15000"/>
              </a:srgbClr>
            </a:outerShdw>
          </a:effectLst>
        </p:spPr>
        <p:txBody>
          <a:bodyPr wrap="square" lIns="0" tIns="18288" rIns="0" bIns="4572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a:ln w="3175">
                <a:noFill/>
              </a:ln>
              <a:solidFill>
                <a:srgbClr val="000000"/>
              </a:solidFill>
              <a:effectLst/>
              <a:uLnTx/>
              <a:uFillTx/>
              <a:latin typeface="Segoe Sans Text Semibold" pitchFamily="2" charset="0"/>
              <a:ea typeface="+mn-ea"/>
              <a:cs typeface="Segoe Sans Text" pitchFamily="2" charset="0"/>
            </a:endParaRPr>
          </a:p>
        </p:txBody>
      </p:sp>
      <p:sp>
        <p:nvSpPr>
          <p:cNvPr id="16" name="TextBox 15">
            <a:extLst>
              <a:ext uri="{FF2B5EF4-FFF2-40B4-BE49-F238E27FC236}">
                <a16:creationId xmlns:a16="http://schemas.microsoft.com/office/drawing/2014/main" id="{80079020-DB66-6014-D6FC-A4D4AFA0E6F8}"/>
              </a:ext>
            </a:extLst>
          </p:cNvPr>
          <p:cNvSpPr txBox="1"/>
          <p:nvPr/>
        </p:nvSpPr>
        <p:spPr>
          <a:xfrm>
            <a:off x="2455333" y="2268408"/>
            <a:ext cx="728133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gradFill>
                  <a:gsLst>
                    <a:gs pos="10000">
                      <a:srgbClr val="000000"/>
                    </a:gs>
                    <a:gs pos="34000">
                      <a:srgbClr val="000000"/>
                    </a:gs>
                  </a:gsLst>
                  <a:lin ang="10800000" scaled="1"/>
                </a:gradFill>
                <a:effectLst/>
                <a:uLnTx/>
                <a:uFillTx/>
                <a:latin typeface="Segoe Sans Text Semibold" pitchFamily="2" charset="0"/>
                <a:ea typeface="+mn-ea"/>
                <a:cs typeface="Segoe Sans Text" pitchFamily="2" charset="0"/>
              </a:rPr>
              <a:t>Observability in Foundry Control Plane</a:t>
            </a:r>
          </a:p>
        </p:txBody>
      </p:sp>
    </p:spTree>
    <p:extLst>
      <p:ext uri="{BB962C8B-B14F-4D97-AF65-F5344CB8AC3E}">
        <p14:creationId xmlns:p14="http://schemas.microsoft.com/office/powerpoint/2010/main" val="29334969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100"/>
                                  </p:stCondLst>
                                  <p:childTnLst>
                                    <p:animMotion origin="layout" path="M 1.25E-6 0.03889 L 1.25E-6 1.85185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par>
                                <p:cTn id="13" presetID="42" presetClass="path" presetSubtype="0" decel="100000" fill="hold" grpId="1" nodeType="withEffect">
                                  <p:stCondLst>
                                    <p:cond delay="100"/>
                                  </p:stCondLst>
                                  <p:childTnLst>
                                    <p:animMotion origin="layout" path="M 1.25E-6 0.03889 L 1.25E-6 1.85185E-6 " pathEditMode="relative" rAng="0" ptsTypes="AA">
                                      <p:cBhvr>
                                        <p:cTn id="14" dur="500" fill="hold"/>
                                        <p:tgtEl>
                                          <p:spTgt spid="7"/>
                                        </p:tgtEl>
                                        <p:attrNameLst>
                                          <p:attrName>ppt_x</p:attrName>
                                          <p:attrName>ppt_y</p:attrName>
                                        </p:attrNameLst>
                                      </p:cBhvr>
                                      <p:rCtr x="0" y="-1944"/>
                                    </p:animMotion>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50"/>
                                        <p:tgtEl>
                                          <p:spTgt spid="16"/>
                                        </p:tgtEl>
                                      </p:cBhvr>
                                    </p:animEffect>
                                  </p:childTnLst>
                                </p:cTn>
                              </p:par>
                              <p:par>
                                <p:cTn id="18" presetID="42" presetClass="path" presetSubtype="0" decel="100000" fill="hold" grpId="1" nodeType="withEffect">
                                  <p:stCondLst>
                                    <p:cond delay="0"/>
                                  </p:stCondLst>
                                  <p:childTnLst>
                                    <p:animMotion origin="layout" path="M 1.25E-6 0.03889 L 1.25E-6 1.85185E-6 " pathEditMode="relative" rAng="0" ptsTypes="AA">
                                      <p:cBhvr>
                                        <p:cTn id="19" dur="500" fill="hold"/>
                                        <p:tgtEl>
                                          <p:spTgt spid="16"/>
                                        </p:tgtEl>
                                        <p:attrNameLst>
                                          <p:attrName>ppt_x</p:attrName>
                                          <p:attrName>ppt_y</p:attrName>
                                        </p:attrNameLst>
                                      </p:cBhvr>
                                      <p:rCtr x="0" y="-1944"/>
                                    </p:animMotion>
                                  </p:childTnLst>
                                </p:cTn>
                              </p:par>
                              <p:par>
                                <p:cTn id="20" presetID="10" presetClass="entr" presetSubtype="0" fill="hold" grpId="0" nodeType="withEffect">
                                  <p:stCondLst>
                                    <p:cond delay="1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50"/>
                                        <p:tgtEl>
                                          <p:spTgt spid="2"/>
                                        </p:tgtEl>
                                      </p:cBhvr>
                                    </p:animEffect>
                                  </p:childTnLst>
                                </p:cTn>
                              </p:par>
                              <p:par>
                                <p:cTn id="23" presetID="42" presetClass="path" presetSubtype="0" decel="100000" fill="hold" grpId="1" nodeType="withEffect">
                                  <p:stCondLst>
                                    <p:cond delay="100"/>
                                  </p:stCondLst>
                                  <p:childTnLst>
                                    <p:animMotion origin="layout" path="M 1.25E-6 0.03889 L 1.25E-6 1.85185E-6 " pathEditMode="relative" rAng="0" ptsTypes="AA">
                                      <p:cBhvr>
                                        <p:cTn id="24" dur="500" fill="hold"/>
                                        <p:tgtEl>
                                          <p:spTgt spid="2"/>
                                        </p:tgtEl>
                                        <p:attrNameLst>
                                          <p:attrName>ppt_x</p:attrName>
                                          <p:attrName>ppt_y</p:attrName>
                                        </p:attrNameLst>
                                      </p:cBhvr>
                                      <p:rCtr x="0" y="-1944"/>
                                    </p:animMotion>
                                  </p:childTnLst>
                                </p:cTn>
                              </p:par>
                              <p:par>
                                <p:cTn id="25" presetID="10" presetClass="entr" presetSubtype="0" fill="hold" grpId="0" nodeType="withEffect">
                                  <p:stCondLst>
                                    <p:cond delay="10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50"/>
                                        <p:tgtEl>
                                          <p:spTgt spid="4"/>
                                        </p:tgtEl>
                                      </p:cBhvr>
                                    </p:animEffect>
                                  </p:childTnLst>
                                </p:cTn>
                              </p:par>
                              <p:par>
                                <p:cTn id="28" presetID="42" presetClass="path" presetSubtype="0" decel="100000" fill="hold" grpId="1" nodeType="withEffect">
                                  <p:stCondLst>
                                    <p:cond delay="100"/>
                                  </p:stCondLst>
                                  <p:childTnLst>
                                    <p:animMotion origin="layout" path="M 1.25E-6 0.03889 L 1.25E-6 1.85185E-6 " pathEditMode="relative" rAng="0" ptsTypes="AA">
                                      <p:cBhvr>
                                        <p:cTn id="29" dur="500" fill="hold"/>
                                        <p:tgtEl>
                                          <p:spTgt spid="4"/>
                                        </p:tgtEl>
                                        <p:attrNameLst>
                                          <p:attrName>ppt_x</p:attrName>
                                          <p:attrName>ppt_y</p:attrName>
                                        </p:attrNameLst>
                                      </p:cBhvr>
                                      <p:rCtr x="0" y="-1944"/>
                                    </p:animMotion>
                                  </p:childTnLst>
                                </p:cTn>
                              </p:par>
                              <p:par>
                                <p:cTn id="30" presetID="10" presetClass="entr" presetSubtype="0" fill="hold" grpId="0" nodeType="withEffect">
                                  <p:stCondLst>
                                    <p:cond delay="10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250"/>
                                        <p:tgtEl>
                                          <p:spTgt spid="5"/>
                                        </p:tgtEl>
                                      </p:cBhvr>
                                    </p:animEffect>
                                  </p:childTnLst>
                                </p:cTn>
                              </p:par>
                              <p:par>
                                <p:cTn id="33" presetID="42" presetClass="path" presetSubtype="0" decel="100000" fill="hold" grpId="1" nodeType="withEffect">
                                  <p:stCondLst>
                                    <p:cond delay="100"/>
                                  </p:stCondLst>
                                  <p:childTnLst>
                                    <p:animMotion origin="layout" path="M 1.25E-6 0.03889 L 1.25E-6 1.85185E-6 " pathEditMode="relative" rAng="0" ptsTypes="AA">
                                      <p:cBhvr>
                                        <p:cTn id="34" dur="500" fill="hold"/>
                                        <p:tgtEl>
                                          <p:spTgt spid="5"/>
                                        </p:tgtEl>
                                        <p:attrNameLst>
                                          <p:attrName>ppt_x</p:attrName>
                                          <p:attrName>ppt_y</p:attrName>
                                        </p:attrNameLst>
                                      </p:cBhvr>
                                      <p:rCtr x="0" y="-1944"/>
                                    </p:animMotion>
                                  </p:childTnLst>
                                </p:cTn>
                              </p:par>
                              <p:par>
                                <p:cTn id="35" presetID="10" presetClass="entr" presetSubtype="0" fill="hold" nodeType="withEffect">
                                  <p:stCondLst>
                                    <p:cond delay="10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250"/>
                                        <p:tgtEl>
                                          <p:spTgt spid="19"/>
                                        </p:tgtEl>
                                      </p:cBhvr>
                                    </p:animEffect>
                                  </p:childTnLst>
                                </p:cTn>
                              </p:par>
                              <p:par>
                                <p:cTn id="38" presetID="42" presetClass="path" presetSubtype="0" decel="100000" fill="hold" nodeType="withEffect">
                                  <p:stCondLst>
                                    <p:cond delay="100"/>
                                  </p:stCondLst>
                                  <p:childTnLst>
                                    <p:animMotion origin="layout" path="M 1.25E-6 0.03889 L 1.25E-6 1.85185E-6 " pathEditMode="relative" rAng="0" ptsTypes="AA">
                                      <p:cBhvr>
                                        <p:cTn id="39" dur="500" fill="hold"/>
                                        <p:tgtEl>
                                          <p:spTgt spid="19"/>
                                        </p:tgtEl>
                                        <p:attrNameLst>
                                          <p:attrName>ppt_x</p:attrName>
                                          <p:attrName>ppt_y</p:attrName>
                                        </p:attrNameLst>
                                      </p:cBhvr>
                                      <p:rCtr x="0" y="-1944"/>
                                    </p:animMotion>
                                  </p:childTnLst>
                                </p:cTn>
                              </p:par>
                              <p:par>
                                <p:cTn id="40" presetID="10" presetClass="entr" presetSubtype="0" fill="hold" nodeType="withEffect">
                                  <p:stCondLst>
                                    <p:cond delay="1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50"/>
                                        <p:tgtEl>
                                          <p:spTgt spid="22"/>
                                        </p:tgtEl>
                                      </p:cBhvr>
                                    </p:animEffect>
                                  </p:childTnLst>
                                </p:cTn>
                              </p:par>
                              <p:par>
                                <p:cTn id="43" presetID="42" presetClass="path" presetSubtype="0" decel="100000" fill="hold" nodeType="withEffect">
                                  <p:stCondLst>
                                    <p:cond delay="100"/>
                                  </p:stCondLst>
                                  <p:childTnLst>
                                    <p:animMotion origin="layout" path="M 1.25E-6 0.03889 L 1.25E-6 1.85185E-6 " pathEditMode="relative" rAng="0" ptsTypes="AA">
                                      <p:cBhvr>
                                        <p:cTn id="44" dur="500" fill="hold"/>
                                        <p:tgtEl>
                                          <p:spTgt spid="22"/>
                                        </p:tgtEl>
                                        <p:attrNameLst>
                                          <p:attrName>ppt_x</p:attrName>
                                          <p:attrName>ppt_y</p:attrName>
                                        </p:attrNameLst>
                                      </p:cBhvr>
                                      <p:rCtr x="0" y="-1944"/>
                                    </p:animMotion>
                                  </p:childTnLst>
                                </p:cTn>
                              </p:par>
                              <p:par>
                                <p:cTn id="45" presetID="10" presetClass="entr" presetSubtype="0" fill="hold" grpId="0" nodeType="withEffect">
                                  <p:stCondLst>
                                    <p:cond delay="10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250"/>
                                        <p:tgtEl>
                                          <p:spTgt spid="32"/>
                                        </p:tgtEl>
                                      </p:cBhvr>
                                    </p:animEffect>
                                  </p:childTnLst>
                                </p:cTn>
                              </p:par>
                              <p:par>
                                <p:cTn id="48" presetID="42" presetClass="path" presetSubtype="0" decel="100000" fill="hold" grpId="1" nodeType="withEffect">
                                  <p:stCondLst>
                                    <p:cond delay="100"/>
                                  </p:stCondLst>
                                  <p:childTnLst>
                                    <p:animMotion origin="layout" path="M 1.25E-6 0.03889 L 1.25E-6 1.85185E-6 " pathEditMode="relative" rAng="0" ptsTypes="AA">
                                      <p:cBhvr>
                                        <p:cTn id="49" dur="500" fill="hold"/>
                                        <p:tgtEl>
                                          <p:spTgt spid="32"/>
                                        </p:tgtEl>
                                        <p:attrNameLst>
                                          <p:attrName>ppt_x</p:attrName>
                                          <p:attrName>ppt_y</p:attrName>
                                        </p:attrNameLst>
                                      </p:cBhvr>
                                      <p:rCtr x="0" y="-1944"/>
                                    </p:animMotion>
                                  </p:childTnLst>
                                </p:cTn>
                              </p:par>
                              <p:par>
                                <p:cTn id="50" presetID="10" presetClass="entr" presetSubtype="0" fill="hold" grpId="0" nodeType="withEffect">
                                  <p:stCondLst>
                                    <p:cond delay="10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250"/>
                                        <p:tgtEl>
                                          <p:spTgt spid="31"/>
                                        </p:tgtEl>
                                      </p:cBhvr>
                                    </p:animEffect>
                                  </p:childTnLst>
                                </p:cTn>
                              </p:par>
                              <p:par>
                                <p:cTn id="53" presetID="42" presetClass="path" presetSubtype="0" decel="100000" fill="hold" grpId="1" nodeType="withEffect">
                                  <p:stCondLst>
                                    <p:cond delay="100"/>
                                  </p:stCondLst>
                                  <p:childTnLst>
                                    <p:animMotion origin="layout" path="M 1.25E-6 0.03889 L 1.25E-6 1.85185E-6 " pathEditMode="relative" rAng="0" ptsTypes="AA">
                                      <p:cBhvr>
                                        <p:cTn id="54" dur="500" fill="hold"/>
                                        <p:tgtEl>
                                          <p:spTgt spid="31"/>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2" grpId="0" animBg="1"/>
      <p:bldP spid="2" grpId="1" animBg="1"/>
      <p:bldP spid="4" grpId="0" animBg="1"/>
      <p:bldP spid="4" grpId="1" animBg="1"/>
      <p:bldP spid="5" grpId="0" animBg="1"/>
      <p:bldP spid="5" grpId="1" animBg="1"/>
      <p:bldP spid="32" grpId="0" animBg="1"/>
      <p:bldP spid="32" grpId="1" animBg="1"/>
      <p:bldP spid="31" grpId="0" animBg="1"/>
      <p:bldP spid="31" grpId="1" animBg="1"/>
      <p:bldP spid="16" grpId="0"/>
      <p:bldP spid="16" grpId="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undryDemo-v2">
            <a:hlinkClick r:id="" action="ppaction://media"/>
            <a:extLst>
              <a:ext uri="{FF2B5EF4-FFF2-40B4-BE49-F238E27FC236}">
                <a16:creationId xmlns:a16="http://schemas.microsoft.com/office/drawing/2014/main" id="{7F6257F8-0DD4-1B5E-F2BC-EAE1884ADEF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830" t="-126" r="5114" b="-126"/>
          <a:stretch>
            <a:fillRect/>
          </a:stretch>
        </p:blipFill>
        <p:spPr>
          <a:xfrm>
            <a:off x="1259368" y="400383"/>
            <a:ext cx="9673264" cy="6057233"/>
          </a:xfrm>
          <a:prstGeom prst="roundRect">
            <a:avLst>
              <a:gd name="adj" fmla="val 3796"/>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91959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70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D0849-1FA9-B338-920F-AD68D7F57E07}"/>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0B458951-978F-73A9-7762-C8D22A07B6B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5" name="think-cell data - do not delete" hidden="1">
                        <a:extLst>
                          <a:ext uri="{FF2B5EF4-FFF2-40B4-BE49-F238E27FC236}">
                            <a16:creationId xmlns:a16="http://schemas.microsoft.com/office/drawing/2014/main" id="{0B458951-978F-73A9-7762-C8D22A07B6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6194404A-882F-D52E-B6B0-A00DB51DA634}"/>
              </a:ext>
            </a:extLst>
          </p:cNvPr>
          <p:cNvSpPr>
            <a:spLocks noGrp="1"/>
          </p:cNvSpPr>
          <p:nvPr>
            <p:ph type="title"/>
          </p:nvPr>
        </p:nvSpPr>
        <p:spPr>
          <a:xfrm>
            <a:off x="419100" y="915960"/>
            <a:ext cx="4113184" cy="560387"/>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Observability </a:t>
            </a:r>
          </a:p>
        </p:txBody>
      </p:sp>
      <p:sp>
        <p:nvSpPr>
          <p:cNvPr id="16" name="Rectangle: Rounded Corners 15">
            <a:extLst>
              <a:ext uri="{FF2B5EF4-FFF2-40B4-BE49-F238E27FC236}">
                <a16:creationId xmlns:a16="http://schemas.microsoft.com/office/drawing/2014/main" id="{B8F5649C-BC58-8231-D7FB-AB1A5D2B6EF0}"/>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17" name="Text Placeholder 1">
            <a:extLst>
              <a:ext uri="{FF2B5EF4-FFF2-40B4-BE49-F238E27FC236}">
                <a16:creationId xmlns:a16="http://schemas.microsoft.com/office/drawing/2014/main" id="{2FC78C95-104D-8203-C0E6-3E201E2B07A0}"/>
              </a:ext>
            </a:extLst>
          </p:cNvPr>
          <p:cNvSpPr txBox="1">
            <a:spLocks/>
          </p:cNvSpPr>
          <p:nvPr/>
        </p:nvSpPr>
        <p:spPr>
          <a:xfrm>
            <a:off x="419100" y="1605621"/>
            <a:ext cx="3971925" cy="830997"/>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Out-of-the-box evaluations, tracing, and continuous monitoring wire with no extra plumbing</a:t>
            </a:r>
          </a:p>
        </p:txBody>
      </p:sp>
      <p:sp>
        <p:nvSpPr>
          <p:cNvPr id="18" name="Rectangle: Rounded Corners 17">
            <a:extLst>
              <a:ext uri="{FF2B5EF4-FFF2-40B4-BE49-F238E27FC236}">
                <a16:creationId xmlns:a16="http://schemas.microsoft.com/office/drawing/2014/main" id="{123248E5-1B80-E53E-E245-6A5EF5889884}"/>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nvGrpSpPr>
          <p:cNvPr id="47" name="Group 46">
            <a:extLst>
              <a:ext uri="{FF2B5EF4-FFF2-40B4-BE49-F238E27FC236}">
                <a16:creationId xmlns:a16="http://schemas.microsoft.com/office/drawing/2014/main" id="{0EE26144-E118-B8A9-9E2B-4248DC83DC3D}"/>
              </a:ext>
            </a:extLst>
          </p:cNvPr>
          <p:cNvGrpSpPr/>
          <p:nvPr/>
        </p:nvGrpSpPr>
        <p:grpSpPr>
          <a:xfrm>
            <a:off x="419099" y="3005138"/>
            <a:ext cx="4509519" cy="3433762"/>
            <a:chOff x="419099" y="3005138"/>
            <a:chExt cx="4509519" cy="3433762"/>
          </a:xfrm>
        </p:grpSpPr>
        <p:cxnSp>
          <p:nvCxnSpPr>
            <p:cNvPr id="12" name="Straight Arrow Connector 11" descr="Black line arrow">
              <a:extLst>
                <a:ext uri="{FF2B5EF4-FFF2-40B4-BE49-F238E27FC236}">
                  <a16:creationId xmlns:a16="http://schemas.microsoft.com/office/drawing/2014/main" id="{0F6B8F20-98B6-CD9F-1C11-90B574D92980}"/>
                </a:ext>
                <a:ext uri="{C183D7F6-B498-43B3-948B-1728B52AA6E4}">
                  <adec:decorative xmlns:adec="http://schemas.microsoft.com/office/drawing/2017/decorative" val="0"/>
                </a:ext>
              </a:extLst>
            </p:cNvPr>
            <p:cNvCxnSpPr>
              <a:cxnSpLocks/>
              <a:stCxn id="10" idx="2"/>
              <a:endCxn id="13" idx="0"/>
            </p:cNvCxnSpPr>
            <p:nvPr/>
          </p:nvCxnSpPr>
          <p:spPr>
            <a:xfrm>
              <a:off x="2673859" y="4391384"/>
              <a:ext cx="0" cy="324326"/>
            </a:xfrm>
            <a:prstGeom prst="straightConnector1">
              <a:avLst/>
            </a:prstGeom>
            <a:ln w="19050">
              <a:solidFill>
                <a:schemeClr val="bg1">
                  <a:lumMod val="6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4" name="Straight Arrow Connector 13" descr="Black line arrow">
              <a:extLst>
                <a:ext uri="{FF2B5EF4-FFF2-40B4-BE49-F238E27FC236}">
                  <a16:creationId xmlns:a16="http://schemas.microsoft.com/office/drawing/2014/main" id="{4147BB57-B9DE-227A-A6A9-C562148BE65D}"/>
                </a:ext>
                <a:ext uri="{C183D7F6-B498-43B3-948B-1728B52AA6E4}">
                  <adec:decorative xmlns:adec="http://schemas.microsoft.com/office/drawing/2017/decorative" val="0"/>
                </a:ext>
              </a:extLst>
            </p:cNvPr>
            <p:cNvCxnSpPr>
              <a:cxnSpLocks/>
              <a:stCxn id="13" idx="2"/>
              <a:endCxn id="21" idx="0"/>
            </p:cNvCxnSpPr>
            <p:nvPr/>
          </p:nvCxnSpPr>
          <p:spPr>
            <a:xfrm>
              <a:off x="2673859" y="5256912"/>
              <a:ext cx="0" cy="324327"/>
            </a:xfrm>
            <a:prstGeom prst="straightConnector1">
              <a:avLst/>
            </a:prstGeom>
            <a:ln w="19050">
              <a:solidFill>
                <a:schemeClr val="bg1">
                  <a:lumMod val="6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CB773692-7363-8C76-ADB2-08782EF8AE25}"/>
                </a:ext>
              </a:extLst>
            </p:cNvPr>
            <p:cNvSpPr/>
            <p:nvPr/>
          </p:nvSpPr>
          <p:spPr>
            <a:xfrm>
              <a:off x="419099" y="3005138"/>
              <a:ext cx="4509519" cy="3433762"/>
            </a:xfrm>
            <a:prstGeom prst="roundRect">
              <a:avLst>
                <a:gd name="adj" fmla="val 330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24" name="Rounded Rectangle 62">
              <a:extLst>
                <a:ext uri="{FF2B5EF4-FFF2-40B4-BE49-F238E27FC236}">
                  <a16:creationId xmlns:a16="http://schemas.microsoft.com/office/drawing/2014/main" id="{FAD4C531-79D6-5EF1-9A04-BDEEAC4A9D67}"/>
                </a:ext>
              </a:extLst>
            </p:cNvPr>
            <p:cNvSpPr/>
            <p:nvPr/>
          </p:nvSpPr>
          <p:spPr bwMode="auto">
            <a:xfrm>
              <a:off x="537593" y="3136563"/>
              <a:ext cx="4272532" cy="389513"/>
            </a:xfrm>
            <a:prstGeom prst="roundRect">
              <a:avLst>
                <a:gd name="adj" fmla="val 50000"/>
              </a:avLst>
            </a:prstGeom>
            <a:solidFill>
              <a:schemeClr val="bg2"/>
            </a:solidFill>
          </p:spPr>
          <p:txBody>
            <a:bodyPr wrap="square" lIns="91440" tIns="45720" rIns="91440" bIns="45720" rtlCol="0">
              <a:noAutofit/>
            </a:bodyPr>
            <a:lstStyle/>
            <a:p>
              <a:pPr marL="0" marR="0" lvl="0" indent="0" algn="ctr" defTabSz="2275850" rtl="0" eaLnBrk="1" fontAlgn="base" latinLnBrk="0" hangingPunct="1">
                <a:lnSpc>
                  <a:spcPct val="100000"/>
                </a:lnSpc>
                <a:spcBef>
                  <a:spcPct val="0"/>
                </a:spcBef>
                <a:spcAft>
                  <a:spcPct val="0"/>
                </a:spcAft>
                <a:buClrTx/>
                <a:buSzTx/>
                <a:buFontTx/>
                <a:buNone/>
                <a:tabLst>
                  <a:tab pos="3701239" algn="l"/>
                </a:tabLst>
                <a:defRPr/>
              </a:pPr>
              <a:r>
                <a:rPr kumimoji="0" lang="en-US" sz="14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Display Semibold" pitchFamily="2" charset="0"/>
                  <a:ea typeface="+mn-ea"/>
                  <a:cs typeface="Segoe Sans Display Semibold" pitchFamily="2" charset="0"/>
                </a:rPr>
                <a:t>Evaluate, monitor, trace, govern and optimize </a:t>
              </a:r>
            </a:p>
          </p:txBody>
        </p:sp>
        <p:sp>
          <p:nvSpPr>
            <p:cNvPr id="7" name="Rounded Rectangle 57">
              <a:extLst>
                <a:ext uri="{FF2B5EF4-FFF2-40B4-BE49-F238E27FC236}">
                  <a16:creationId xmlns:a16="http://schemas.microsoft.com/office/drawing/2014/main" id="{064CD0E5-E2B6-B37F-63D8-A2D730744D3A}"/>
                </a:ext>
                <a:ext uri="{C183D7F6-B498-43B3-948B-1728B52AA6E4}">
                  <adec:decorative xmlns:adec="http://schemas.microsoft.com/office/drawing/2017/decorative" val="1"/>
                </a:ext>
              </a:extLst>
            </p:cNvPr>
            <p:cNvSpPr/>
            <p:nvPr/>
          </p:nvSpPr>
          <p:spPr bwMode="auto">
            <a:xfrm>
              <a:off x="537593" y="3643812"/>
              <a:ext cx="4272532" cy="2684988"/>
            </a:xfrm>
            <a:prstGeom prst="roundRect">
              <a:avLst>
                <a:gd name="adj" fmla="val 4290"/>
              </a:avLst>
            </a:prstGeom>
            <a:ln w="12700" cap="rnd">
              <a:solidFill>
                <a:schemeClr val="bg1">
                  <a:lumMod val="85000"/>
                </a:schemeClr>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Rectangle: Rounded Corners 16">
              <a:extLst>
                <a:ext uri="{FF2B5EF4-FFF2-40B4-BE49-F238E27FC236}">
                  <a16:creationId xmlns:a16="http://schemas.microsoft.com/office/drawing/2014/main" id="{113556B7-78EE-12DC-B8FA-FEA76C768FE9}"/>
                </a:ext>
                <a:ext uri="{C183D7F6-B498-43B3-948B-1728B52AA6E4}">
                  <adec:decorative xmlns:adec="http://schemas.microsoft.com/office/drawing/2017/decorative" val="1"/>
                </a:ext>
              </a:extLst>
            </p:cNvPr>
            <p:cNvSpPr/>
            <p:nvPr/>
          </p:nvSpPr>
          <p:spPr bwMode="auto">
            <a:xfrm>
              <a:off x="757747" y="3850170"/>
              <a:ext cx="3832224" cy="541214"/>
            </a:xfrm>
            <a:prstGeom prst="roundRect">
              <a:avLst>
                <a:gd name="adj" fmla="val 50000"/>
              </a:avLst>
            </a:prstGeom>
            <a:solidFill>
              <a:schemeClr val="bg1">
                <a:lumMod val="85000"/>
                <a:alpha val="70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pitchFamily="34" charset="0"/>
                </a:rPr>
                <a:t>Build reliable agents early</a:t>
              </a:r>
            </a:p>
          </p:txBody>
        </p:sp>
        <p:sp>
          <p:nvSpPr>
            <p:cNvPr id="13" name="Rectangle: Rounded Corners 16">
              <a:extLst>
                <a:ext uri="{FF2B5EF4-FFF2-40B4-BE49-F238E27FC236}">
                  <a16:creationId xmlns:a16="http://schemas.microsoft.com/office/drawing/2014/main" id="{4C8F18F5-DF0B-3C6E-DD02-CE06798CF377}"/>
                </a:ext>
                <a:ext uri="{C183D7F6-B498-43B3-948B-1728B52AA6E4}">
                  <adec:decorative xmlns:adec="http://schemas.microsoft.com/office/drawing/2017/decorative" val="1"/>
                </a:ext>
              </a:extLst>
            </p:cNvPr>
            <p:cNvSpPr/>
            <p:nvPr/>
          </p:nvSpPr>
          <p:spPr bwMode="auto">
            <a:xfrm>
              <a:off x="757746" y="4715710"/>
              <a:ext cx="3832226" cy="541202"/>
            </a:xfrm>
            <a:prstGeom prst="roundRect">
              <a:avLst>
                <a:gd name="adj" fmla="val 50000"/>
              </a:avLst>
            </a:prstGeom>
            <a:solidFill>
              <a:schemeClr val="bg1">
                <a:lumMod val="85000"/>
                <a:alpha val="70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pitchFamily="34" charset="0"/>
                </a:rPr>
                <a:t>Debug &amp; optimize in production</a:t>
              </a:r>
            </a:p>
          </p:txBody>
        </p:sp>
        <p:sp>
          <p:nvSpPr>
            <p:cNvPr id="21" name="Rectangle: Rounded Corners 16">
              <a:extLst>
                <a:ext uri="{FF2B5EF4-FFF2-40B4-BE49-F238E27FC236}">
                  <a16:creationId xmlns:a16="http://schemas.microsoft.com/office/drawing/2014/main" id="{569BD445-14AC-C895-FE40-802C9E32DA7E}"/>
                </a:ext>
                <a:ext uri="{C183D7F6-B498-43B3-948B-1728B52AA6E4}">
                  <adec:decorative xmlns:adec="http://schemas.microsoft.com/office/drawing/2017/decorative" val="1"/>
                </a:ext>
              </a:extLst>
            </p:cNvPr>
            <p:cNvSpPr/>
            <p:nvPr/>
          </p:nvSpPr>
          <p:spPr bwMode="auto">
            <a:xfrm>
              <a:off x="757746" y="5581239"/>
              <a:ext cx="3832226" cy="541202"/>
            </a:xfrm>
            <a:prstGeom prst="roundRect">
              <a:avLst>
                <a:gd name="adj" fmla="val 50000"/>
              </a:avLst>
            </a:prstGeom>
            <a:solidFill>
              <a:schemeClr val="bg1">
                <a:lumMod val="85000"/>
                <a:alpha val="70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28024"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pitchFamily="34" charset="0"/>
                </a:rPr>
                <a:t>Gain fleet-wide visibility &amp; control</a:t>
              </a:r>
            </a:p>
          </p:txBody>
        </p:sp>
      </p:grpSp>
      <p:pic>
        <p:nvPicPr>
          <p:cNvPr id="5" name="Picture 4" descr="The image appears to be a screen or interface from a software application, possibly a development platform or a bug tracking tool. It shows a dashboard with various tabs and sections, including a search bar, a section for model and user interactions, and a list of executed tools and their execution times.&#10;&#10;AI-generated content may be incorrect.">
            <a:extLst>
              <a:ext uri="{FF2B5EF4-FFF2-40B4-BE49-F238E27FC236}">
                <a16:creationId xmlns:a16="http://schemas.microsoft.com/office/drawing/2014/main" id="{05C070CC-D8C9-4DA6-0871-0848AD88A35F}"/>
              </a:ext>
            </a:extLst>
          </p:cNvPr>
          <p:cNvPicPr>
            <a:picLocks noChangeAspect="1"/>
          </p:cNvPicPr>
          <p:nvPr/>
        </p:nvPicPr>
        <p:blipFill rotWithShape="1">
          <a:blip r:embed="rId6"/>
          <a:srcRect t="-2931" b="-2931"/>
          <a:stretch>
            <a:fillRect/>
          </a:stretch>
        </p:blipFill>
        <p:spPr>
          <a:xfrm>
            <a:off x="5314950" y="1476347"/>
            <a:ext cx="6765039" cy="3905730"/>
          </a:xfrm>
          <a:prstGeom prst="rect">
            <a:avLst/>
          </a:prstGeom>
        </p:spPr>
      </p:pic>
    </p:spTree>
    <p:extLst>
      <p:ext uri="{BB962C8B-B14F-4D97-AF65-F5344CB8AC3E}">
        <p14:creationId xmlns:p14="http://schemas.microsoft.com/office/powerpoint/2010/main" val="2294120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42" presetClass="path" presetSubtype="0" decel="100000" fill="hold" grpId="1" nodeType="withEffect">
                                  <p:stCondLst>
                                    <p:cond delay="0"/>
                                  </p:stCondLst>
                                  <p:childTnLst>
                                    <p:animMotion origin="layout" path="M -4.79167E-6 0.03888 L -4.79167E-6 4.44444E-6 " pathEditMode="relative" rAng="0" ptsTypes="AA">
                                      <p:cBhvr>
                                        <p:cTn id="9" dur="500" fill="hold"/>
                                        <p:tgtEl>
                                          <p:spTgt spid="11"/>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200"/>
                                        <p:tgtEl>
                                          <p:spTgt spid="17"/>
                                        </p:tgtEl>
                                      </p:cBhvr>
                                    </p:animEffect>
                                  </p:childTnLst>
                                </p:cTn>
                              </p:par>
                              <p:par>
                                <p:cTn id="13" presetID="42" presetClass="path" presetSubtype="0" decel="100000" fill="hold" grpId="1" nodeType="withEffect">
                                  <p:stCondLst>
                                    <p:cond delay="100"/>
                                  </p:stCondLst>
                                  <p:childTnLst>
                                    <p:animMotion origin="layout" path="M 4.375E-6 0.03888 L 4.375E-6 4.07407E-6 " pathEditMode="relative" rAng="0" ptsTypes="AA">
                                      <p:cBhvr>
                                        <p:cTn id="14" dur="500" fill="hold"/>
                                        <p:tgtEl>
                                          <p:spTgt spid="17"/>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200"/>
                                        <p:tgtEl>
                                          <p:spTgt spid="47"/>
                                        </p:tgtEl>
                                      </p:cBhvr>
                                    </p:animEffect>
                                  </p:childTnLst>
                                </p:cTn>
                              </p:par>
                              <p:par>
                                <p:cTn id="18" presetID="42" presetClass="path" presetSubtype="0" decel="100000" fill="hold" nodeType="withEffect">
                                  <p:stCondLst>
                                    <p:cond delay="100"/>
                                  </p:stCondLst>
                                  <p:childTnLst>
                                    <p:animMotion origin="layout" path="M 5E-6 0.03888 L 5E-6 4.81481E-6 " pathEditMode="relative" rAng="0" ptsTypes="AA">
                                      <p:cBhvr>
                                        <p:cTn id="19" dur="500" fill="hold"/>
                                        <p:tgtEl>
                                          <p:spTgt spid="47"/>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7" grpId="0"/>
      <p:bldP spid="17" grpId="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A4D53-797F-8166-4390-81868F724225}"/>
            </a:ext>
          </a:extLst>
        </p:cNvPr>
        <p:cNvGrpSpPr/>
        <p:nvPr/>
      </p:nvGrpSpPr>
      <p:grpSpPr>
        <a:xfrm>
          <a:off x="0" y="0"/>
          <a:ext cx="0" cy="0"/>
          <a:chOff x="0" y="0"/>
          <a:chExt cx="0" cy="0"/>
        </a:xfrm>
      </p:grpSpPr>
      <p:sp>
        <p:nvSpPr>
          <p:cNvPr id="6" name="Title 6">
            <a:extLst>
              <a:ext uri="{FF2B5EF4-FFF2-40B4-BE49-F238E27FC236}">
                <a16:creationId xmlns:a16="http://schemas.microsoft.com/office/drawing/2014/main" id="{D8419993-86C6-55D1-3F6A-3F1FB5EB57E3}"/>
              </a:ext>
            </a:extLst>
          </p:cNvPr>
          <p:cNvSpPr txBox="1">
            <a:spLocks noGrp="1"/>
          </p:cNvSpPr>
          <p:nvPr>
            <p:ph type="title" idx="4294967295"/>
          </p:nvPr>
        </p:nvSpPr>
        <p:spPr>
          <a:xfrm>
            <a:off x="1174750" y="457200"/>
            <a:ext cx="11017250" cy="554038"/>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130" rtl="0" eaLnBrk="1" fontAlgn="base" latinLnBrk="0" hangingPunct="1">
              <a:lnSpc>
                <a:spcPct val="100000"/>
              </a:lnSpc>
              <a:spcBef>
                <a:spcPts val="1500"/>
              </a:spcBef>
              <a:spcAft>
                <a:spcPts val="0"/>
              </a:spcAft>
              <a:buClrTx/>
              <a:buSzTx/>
              <a:buFontTx/>
              <a:buNone/>
              <a:tabLst/>
              <a:defRPr/>
            </a:pPr>
            <a:r>
              <a:rPr lang="en-GB">
                <a:solidFill>
                  <a:schemeClr val="bg1"/>
                </a:solidFill>
              </a:rPr>
              <a:t>Tracing Agents</a:t>
            </a:r>
            <a:endParaRPr kumimoji="0" lang="en-US" sz="3600" b="0" i="0" u="none" strike="noStrike" kern="1200" cap="none" spc="0" normalizeH="0" baseline="0" noProof="0">
              <a:ln>
                <a:noFill/>
              </a:ln>
              <a:solidFill>
                <a:schemeClr val="bg1"/>
              </a:solidFill>
              <a:effectLst/>
              <a:uLnTx/>
              <a:uFillTx/>
            </a:endParaRPr>
          </a:p>
        </p:txBody>
      </p:sp>
      <p:sp>
        <p:nvSpPr>
          <p:cNvPr id="24" name="Rounded Rectangle 23">
            <a:extLst>
              <a:ext uri="{FF2B5EF4-FFF2-40B4-BE49-F238E27FC236}">
                <a16:creationId xmlns:a16="http://schemas.microsoft.com/office/drawing/2014/main" id="{1BB5CA48-78A7-9E46-BD73-9457BE528C8A}"/>
              </a:ext>
              <a:ext uri="{C183D7F6-B498-43B3-948B-1728B52AA6E4}">
                <adec:decorative xmlns:adec="http://schemas.microsoft.com/office/drawing/2017/decorative" val="1"/>
              </a:ext>
            </a:extLst>
          </p:cNvPr>
          <p:cNvSpPr>
            <a:spLocks/>
          </p:cNvSpPr>
          <p:nvPr/>
        </p:nvSpPr>
        <p:spPr bwMode="auto">
          <a:xfrm>
            <a:off x="584200" y="1724247"/>
            <a:ext cx="3481388" cy="828000"/>
          </a:xfrm>
          <a:prstGeom prst="roundRect">
            <a:avLst>
              <a:gd name="adj" fmla="val 41208"/>
            </a:avLst>
          </a:prstGeom>
          <a:ln w="12700" cap="rnd">
            <a:solidFill>
              <a:srgbClr val="454142"/>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err="1">
              <a:ln>
                <a:noFill/>
              </a:ln>
              <a:solidFill>
                <a:srgbClr val="000000"/>
              </a:solidFill>
              <a:effectLst/>
              <a:uLnTx/>
              <a:uFillTx/>
              <a:latin typeface="Segoe UI"/>
              <a:ea typeface="+mn-ea"/>
              <a:cs typeface="+mn-cs"/>
            </a:endParaRPr>
          </a:p>
        </p:txBody>
      </p:sp>
      <p:pic>
        <p:nvPicPr>
          <p:cNvPr id="43" name="Picture 42" descr="Foundry logo">
            <a:extLst>
              <a:ext uri="{FF2B5EF4-FFF2-40B4-BE49-F238E27FC236}">
                <a16:creationId xmlns:a16="http://schemas.microsoft.com/office/drawing/2014/main" id="{F97A29E4-188F-A5FE-82BF-6D0F4E7D7A9E}"/>
              </a:ext>
            </a:extLst>
          </p:cNvPr>
          <p:cNvPicPr>
            <a:picLocks noChangeAspect="1"/>
          </p:cNvPicPr>
          <p:nvPr/>
        </p:nvPicPr>
        <p:blipFill rotWithShape="1">
          <a:blip r:embed="rId3"/>
          <a:srcRect l="23583" t="10368" r="31831" b="10368"/>
          <a:stretch>
            <a:fillRect/>
          </a:stretch>
        </p:blipFill>
        <p:spPr>
          <a:xfrm>
            <a:off x="731930" y="1793055"/>
            <a:ext cx="690384" cy="690384"/>
          </a:xfrm>
          <a:prstGeom prst="rect">
            <a:avLst/>
          </a:prstGeom>
        </p:spPr>
      </p:pic>
      <p:sp>
        <p:nvSpPr>
          <p:cNvPr id="45" name="TextBox 44">
            <a:extLst>
              <a:ext uri="{FF2B5EF4-FFF2-40B4-BE49-F238E27FC236}">
                <a16:creationId xmlns:a16="http://schemas.microsoft.com/office/drawing/2014/main" id="{2480D5BF-813A-69D4-9CDB-BAA34BB40A3D}"/>
              </a:ext>
            </a:extLst>
          </p:cNvPr>
          <p:cNvSpPr txBox="1"/>
          <p:nvPr/>
        </p:nvSpPr>
        <p:spPr>
          <a:xfrm>
            <a:off x="1537652" y="2015136"/>
            <a:ext cx="2104020"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Microsoft Foundry</a:t>
            </a:r>
          </a:p>
        </p:txBody>
      </p:sp>
      <p:pic>
        <p:nvPicPr>
          <p:cNvPr id="41" name="Picture 40">
            <a:extLst>
              <a:ext uri="{FF2B5EF4-FFF2-40B4-BE49-F238E27FC236}">
                <a16:creationId xmlns:a16="http://schemas.microsoft.com/office/drawing/2014/main" id="{15C255A0-71E8-0CB8-0D62-1BF4116C642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65695" y="2977012"/>
            <a:ext cx="622855" cy="627503"/>
          </a:xfrm>
          <a:prstGeom prst="ellipse">
            <a:avLst/>
          </a:prstGeom>
        </p:spPr>
      </p:pic>
      <p:sp>
        <p:nvSpPr>
          <p:cNvPr id="50" name="Rounded Rectangle 49">
            <a:extLst>
              <a:ext uri="{FF2B5EF4-FFF2-40B4-BE49-F238E27FC236}">
                <a16:creationId xmlns:a16="http://schemas.microsoft.com/office/drawing/2014/main" id="{0B0A9EDB-235C-3722-FCDD-5C43115B7145}"/>
              </a:ext>
              <a:ext uri="{C183D7F6-B498-43B3-948B-1728B52AA6E4}">
                <adec:decorative xmlns:adec="http://schemas.microsoft.com/office/drawing/2017/decorative" val="1"/>
              </a:ext>
            </a:extLst>
          </p:cNvPr>
          <p:cNvSpPr>
            <a:spLocks/>
          </p:cNvSpPr>
          <p:nvPr/>
        </p:nvSpPr>
        <p:spPr bwMode="auto">
          <a:xfrm>
            <a:off x="584200" y="2876763"/>
            <a:ext cx="3481388" cy="828000"/>
          </a:xfrm>
          <a:prstGeom prst="roundRect">
            <a:avLst>
              <a:gd name="adj" fmla="val 41208"/>
            </a:avLst>
          </a:prstGeom>
          <a:ln w="12700" cap="rnd">
            <a:solidFill>
              <a:srgbClr val="454142"/>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err="1">
              <a:ln>
                <a:noFill/>
              </a:ln>
              <a:solidFill>
                <a:srgbClr val="000000"/>
              </a:solidFill>
              <a:effectLst/>
              <a:uLnTx/>
              <a:uFillTx/>
              <a:latin typeface="Segoe UI"/>
              <a:ea typeface="+mn-ea"/>
              <a:cs typeface="+mn-cs"/>
            </a:endParaRPr>
          </a:p>
        </p:txBody>
      </p:sp>
      <p:sp>
        <p:nvSpPr>
          <p:cNvPr id="46" name="TextBox 45">
            <a:extLst>
              <a:ext uri="{FF2B5EF4-FFF2-40B4-BE49-F238E27FC236}">
                <a16:creationId xmlns:a16="http://schemas.microsoft.com/office/drawing/2014/main" id="{65EAFA8D-94CC-9D87-ADF5-CAF6A49B28D7}"/>
              </a:ext>
            </a:extLst>
          </p:cNvPr>
          <p:cNvSpPr txBox="1"/>
          <p:nvPr/>
        </p:nvSpPr>
        <p:spPr>
          <a:xfrm>
            <a:off x="1537652" y="3044542"/>
            <a:ext cx="223569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Microsoft</a:t>
            </a:r>
            <a:br>
              <a:rPr kumimoji="0" lang="en-US" sz="1600" b="0" i="0" u="none" strike="noStrike" kern="1200" cap="none" spc="0" normalizeH="0" baseline="0" noProof="0">
                <a:ln>
                  <a:noFill/>
                </a:ln>
                <a:solidFill>
                  <a:srgbClr val="000000"/>
                </a:solidFill>
                <a:effectLst/>
                <a:uLnTx/>
                <a:uFillTx/>
                <a:latin typeface="Segoe UI Semibold"/>
                <a:ea typeface="+mn-ea"/>
                <a:cs typeface="+mn-cs"/>
              </a:rPr>
            </a:br>
            <a:r>
              <a:rPr kumimoji="0" lang="en-US" sz="1600" b="0" i="0" u="none" strike="noStrike" kern="1200" cap="none" spc="0" normalizeH="0" baseline="0" noProof="0">
                <a:ln>
                  <a:noFill/>
                </a:ln>
                <a:solidFill>
                  <a:srgbClr val="000000"/>
                </a:solidFill>
                <a:effectLst/>
                <a:uLnTx/>
                <a:uFillTx/>
                <a:latin typeface="Segoe UI Semibold"/>
                <a:ea typeface="+mn-ea"/>
                <a:cs typeface="+mn-cs"/>
              </a:rPr>
              <a:t>Agent Framework</a:t>
            </a:r>
          </a:p>
        </p:txBody>
      </p:sp>
      <p:sp>
        <p:nvSpPr>
          <p:cNvPr id="56" name="Rounded Rectangle 55">
            <a:extLst>
              <a:ext uri="{FF2B5EF4-FFF2-40B4-BE49-F238E27FC236}">
                <a16:creationId xmlns:a16="http://schemas.microsoft.com/office/drawing/2014/main" id="{4301B67A-DBAA-A1CA-9313-BB3825971284}"/>
              </a:ext>
              <a:ext uri="{C183D7F6-B498-43B3-948B-1728B52AA6E4}">
                <adec:decorative xmlns:adec="http://schemas.microsoft.com/office/drawing/2017/decorative" val="1"/>
              </a:ext>
            </a:extLst>
          </p:cNvPr>
          <p:cNvSpPr>
            <a:spLocks/>
          </p:cNvSpPr>
          <p:nvPr/>
        </p:nvSpPr>
        <p:spPr bwMode="auto">
          <a:xfrm>
            <a:off x="584200" y="4016546"/>
            <a:ext cx="3481388" cy="1077218"/>
          </a:xfrm>
          <a:prstGeom prst="roundRect">
            <a:avLst>
              <a:gd name="adj" fmla="val 31674"/>
            </a:avLst>
          </a:prstGeom>
          <a:ln w="12700" cap="rnd">
            <a:solidFill>
              <a:srgbClr val="454142"/>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err="1">
              <a:ln>
                <a:noFill/>
              </a:ln>
              <a:solidFill>
                <a:srgbClr val="000000"/>
              </a:solidFill>
              <a:effectLst/>
              <a:uLnTx/>
              <a:uFillTx/>
              <a:latin typeface="Segoe UI"/>
              <a:ea typeface="+mn-ea"/>
              <a:cs typeface="+mn-cs"/>
            </a:endParaRPr>
          </a:p>
        </p:txBody>
      </p:sp>
      <p:sp>
        <p:nvSpPr>
          <p:cNvPr id="59" name="Graphic 57" descr="Agent icon">
            <a:extLst>
              <a:ext uri="{FF2B5EF4-FFF2-40B4-BE49-F238E27FC236}">
                <a16:creationId xmlns:a16="http://schemas.microsoft.com/office/drawing/2014/main" id="{022CCE87-3400-3CAD-95A3-A630ED332A05}"/>
              </a:ext>
            </a:extLst>
          </p:cNvPr>
          <p:cNvSpPr/>
          <p:nvPr/>
        </p:nvSpPr>
        <p:spPr>
          <a:xfrm>
            <a:off x="889955" y="4386705"/>
            <a:ext cx="374334" cy="336901"/>
          </a:xfrm>
          <a:custGeom>
            <a:avLst/>
            <a:gdLst>
              <a:gd name="connsiteX0" fmla="*/ 159544 w 190500"/>
              <a:gd name="connsiteY0" fmla="*/ 0 h 171450"/>
              <a:gd name="connsiteX1" fmla="*/ 190500 w 190500"/>
              <a:gd name="connsiteY1" fmla="*/ 30956 h 171450"/>
              <a:gd name="connsiteX2" fmla="*/ 190500 w 190500"/>
              <a:gd name="connsiteY2" fmla="*/ 140494 h 171450"/>
              <a:gd name="connsiteX3" fmla="*/ 159544 w 190500"/>
              <a:gd name="connsiteY3" fmla="*/ 171450 h 171450"/>
              <a:gd name="connsiteX4" fmla="*/ 30956 w 190500"/>
              <a:gd name="connsiteY4" fmla="*/ 171450 h 171450"/>
              <a:gd name="connsiteX5" fmla="*/ 0 w 190500"/>
              <a:gd name="connsiteY5" fmla="*/ 140494 h 171450"/>
              <a:gd name="connsiteX6" fmla="*/ 0 w 190500"/>
              <a:gd name="connsiteY6" fmla="*/ 30956 h 171450"/>
              <a:gd name="connsiteX7" fmla="*/ 30956 w 190500"/>
              <a:gd name="connsiteY7" fmla="*/ 0 h 171450"/>
              <a:gd name="connsiteX8" fmla="*/ 159544 w 190500"/>
              <a:gd name="connsiteY8" fmla="*/ 0 h 171450"/>
              <a:gd name="connsiteX9" fmla="*/ 145237 w 190500"/>
              <a:gd name="connsiteY9" fmla="*/ 33338 h 171450"/>
              <a:gd name="connsiteX10" fmla="*/ 45225 w 190500"/>
              <a:gd name="connsiteY10" fmla="*/ 33338 h 171450"/>
              <a:gd name="connsiteX11" fmla="*/ 38081 w 190500"/>
              <a:gd name="connsiteY11" fmla="*/ 40481 h 171450"/>
              <a:gd name="connsiteX12" fmla="*/ 45225 w 190500"/>
              <a:gd name="connsiteY12" fmla="*/ 47625 h 171450"/>
              <a:gd name="connsiteX13" fmla="*/ 145237 w 190500"/>
              <a:gd name="connsiteY13" fmla="*/ 47625 h 171450"/>
              <a:gd name="connsiteX14" fmla="*/ 152381 w 190500"/>
              <a:gd name="connsiteY14" fmla="*/ 40481 h 171450"/>
              <a:gd name="connsiteX15" fmla="*/ 145237 w 190500"/>
              <a:gd name="connsiteY15" fmla="*/ 33338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71450">
                <a:moveTo>
                  <a:pt x="159544" y="0"/>
                </a:moveTo>
                <a:cubicBezTo>
                  <a:pt x="176640" y="0"/>
                  <a:pt x="190500" y="13860"/>
                  <a:pt x="190500" y="30956"/>
                </a:cubicBezTo>
                <a:lnTo>
                  <a:pt x="190500" y="140494"/>
                </a:lnTo>
                <a:cubicBezTo>
                  <a:pt x="190500" y="157590"/>
                  <a:pt x="176640" y="171450"/>
                  <a:pt x="159544" y="171450"/>
                </a:cubicBezTo>
                <a:lnTo>
                  <a:pt x="30956" y="171450"/>
                </a:lnTo>
                <a:cubicBezTo>
                  <a:pt x="13860" y="171450"/>
                  <a:pt x="0" y="157590"/>
                  <a:pt x="0" y="140494"/>
                </a:cubicBezTo>
                <a:lnTo>
                  <a:pt x="0" y="30956"/>
                </a:lnTo>
                <a:cubicBezTo>
                  <a:pt x="0" y="13860"/>
                  <a:pt x="13860" y="0"/>
                  <a:pt x="30956" y="0"/>
                </a:cubicBezTo>
                <a:lnTo>
                  <a:pt x="159544" y="0"/>
                </a:lnTo>
                <a:close/>
                <a:moveTo>
                  <a:pt x="145237" y="33338"/>
                </a:moveTo>
                <a:lnTo>
                  <a:pt x="45225" y="33338"/>
                </a:lnTo>
                <a:cubicBezTo>
                  <a:pt x="41279" y="33338"/>
                  <a:pt x="38081" y="36536"/>
                  <a:pt x="38081" y="40481"/>
                </a:cubicBezTo>
                <a:cubicBezTo>
                  <a:pt x="38081" y="44427"/>
                  <a:pt x="41279" y="47625"/>
                  <a:pt x="45225" y="47625"/>
                </a:cubicBezTo>
                <a:lnTo>
                  <a:pt x="145237" y="47625"/>
                </a:lnTo>
                <a:cubicBezTo>
                  <a:pt x="149182" y="47625"/>
                  <a:pt x="152381" y="44427"/>
                  <a:pt x="152381" y="40481"/>
                </a:cubicBezTo>
                <a:cubicBezTo>
                  <a:pt x="152381" y="36536"/>
                  <a:pt x="149182" y="33338"/>
                  <a:pt x="145237" y="33338"/>
                </a:cubicBez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square" lIns="146957" tIns="25718" rIns="146957" bIns="27432" rtlCol="0" anchor="ctr" anchorCtr="0">
            <a:noAutofit/>
          </a:bodyPr>
          <a:lstStyle/>
          <a:p>
            <a:pPr marL="0" marR="0" lvl="0" indent="0" algn="ctr" defTabSz="2275850" rtl="0" eaLnBrk="1" fontAlgn="base" latinLnBrk="0" hangingPunct="1">
              <a:lnSpc>
                <a:spcPct val="100000"/>
              </a:lnSpc>
              <a:spcBef>
                <a:spcPct val="0"/>
              </a:spcBef>
              <a:spcAft>
                <a:spcPct val="0"/>
              </a:spcAft>
              <a:buClrTx/>
              <a:buSzTx/>
              <a:buFontTx/>
              <a:buNone/>
              <a:tabLst>
                <a:tab pos="3701239" algn="l"/>
              </a:tabLst>
              <a:defRPr/>
            </a:pPr>
            <a:endParaRPr kumimoji="0" lang="uk-UA" sz="20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55" name="TextBox 54">
            <a:extLst>
              <a:ext uri="{FF2B5EF4-FFF2-40B4-BE49-F238E27FC236}">
                <a16:creationId xmlns:a16="http://schemas.microsoft.com/office/drawing/2014/main" id="{360995A5-2CED-AF82-202F-43B6294937F0}"/>
              </a:ext>
            </a:extLst>
          </p:cNvPr>
          <p:cNvSpPr txBox="1"/>
          <p:nvPr/>
        </p:nvSpPr>
        <p:spPr>
          <a:xfrm>
            <a:off x="1537652" y="4170562"/>
            <a:ext cx="2104020"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Agents built using popular frameworks</a:t>
            </a:r>
          </a:p>
        </p:txBody>
      </p:sp>
      <p:sp>
        <p:nvSpPr>
          <p:cNvPr id="48" name="TextBox 47">
            <a:extLst>
              <a:ext uri="{FF2B5EF4-FFF2-40B4-BE49-F238E27FC236}">
                <a16:creationId xmlns:a16="http://schemas.microsoft.com/office/drawing/2014/main" id="{3887A619-5AB3-F38A-A50E-6E501D8AC0DE}"/>
              </a:ext>
            </a:extLst>
          </p:cNvPr>
          <p:cNvSpPr txBox="1"/>
          <p:nvPr/>
        </p:nvSpPr>
        <p:spPr>
          <a:xfrm>
            <a:off x="1527175" y="4730518"/>
            <a:ext cx="2114497"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latin typeface="Segoe UI"/>
                <a:ea typeface="+mn-ea"/>
                <a:cs typeface="+mn-cs"/>
              </a:rPr>
              <a:t>LangChain</a:t>
            </a:r>
            <a:r>
              <a:rPr kumimoji="0" lang="en-US" sz="1200" b="0" i="0" u="none" strike="noStrike" kern="1200" cap="none" spc="0" normalizeH="0" baseline="0" noProof="0">
                <a:ln>
                  <a:noFill/>
                </a:ln>
                <a:solidFill>
                  <a:srgbClr val="000000"/>
                </a:solidFill>
                <a:effectLst/>
                <a:uLnTx/>
                <a:uFillTx/>
                <a:latin typeface="Segoe UI"/>
                <a:ea typeface="+mn-ea"/>
                <a:cs typeface="+mn-cs"/>
              </a:rPr>
              <a:t>, </a:t>
            </a:r>
            <a:r>
              <a:rPr kumimoji="0" lang="en-US" sz="1200" b="0" i="0" u="none" strike="noStrike" kern="1200" cap="none" spc="0" normalizeH="0" baseline="0" noProof="0" err="1">
                <a:ln>
                  <a:noFill/>
                </a:ln>
                <a:solidFill>
                  <a:srgbClr val="000000"/>
                </a:solidFill>
                <a:effectLst/>
                <a:uLnTx/>
                <a:uFillTx/>
                <a:latin typeface="Segoe UI"/>
                <a:ea typeface="+mn-ea"/>
                <a:cs typeface="+mn-cs"/>
              </a:rPr>
              <a:t>LangGraph</a:t>
            </a:r>
            <a:r>
              <a:rPr kumimoji="0" lang="en-US" sz="1200" b="0" i="0" u="none" strike="noStrike" kern="1200" cap="none" spc="0" normalizeH="0" baseline="0" noProof="0">
                <a:ln>
                  <a:noFill/>
                </a:ln>
                <a:solidFill>
                  <a:srgbClr val="000000"/>
                </a:solidFill>
                <a:effectLst/>
                <a:uLnTx/>
                <a:uFillTx/>
                <a:latin typeface="Segoe UI"/>
                <a:ea typeface="+mn-ea"/>
                <a:cs typeface="+mn-cs"/>
              </a:rPr>
              <a:t>, OpenAI </a:t>
            </a:r>
          </a:p>
        </p:txBody>
      </p:sp>
      <p:sp>
        <p:nvSpPr>
          <p:cNvPr id="64" name="Left Bracket 63">
            <a:extLst>
              <a:ext uri="{FF2B5EF4-FFF2-40B4-BE49-F238E27FC236}">
                <a16:creationId xmlns:a16="http://schemas.microsoft.com/office/drawing/2014/main" id="{0B450A91-A431-25C2-03DD-419A5DDF0487}"/>
              </a:ext>
              <a:ext uri="{C183D7F6-B498-43B3-948B-1728B52AA6E4}">
                <adec:decorative xmlns:adec="http://schemas.microsoft.com/office/drawing/2017/decorative" val="1"/>
              </a:ext>
            </a:extLst>
          </p:cNvPr>
          <p:cNvSpPr/>
          <p:nvPr/>
        </p:nvSpPr>
        <p:spPr>
          <a:xfrm rot="10800000">
            <a:off x="3978873" y="1580743"/>
            <a:ext cx="392269" cy="3675737"/>
          </a:xfrm>
          <a:prstGeom prst="leftBracket">
            <a:avLst>
              <a:gd name="adj" fmla="val 83544"/>
            </a:avLst>
          </a:prstGeom>
          <a:ln w="19050" cap="rnd">
            <a:gradFill flip="none" rotWithShape="1">
              <a:gsLst>
                <a:gs pos="0">
                  <a:srgbClr val="F65567"/>
                </a:gs>
                <a:gs pos="32000">
                  <a:srgbClr val="AC35AF"/>
                </a:gs>
                <a:gs pos="68000">
                  <a:srgbClr val="0A6BBA"/>
                </a:gs>
                <a:gs pos="100000">
                  <a:srgbClr val="318581"/>
                </a:gs>
              </a:gsLst>
              <a:path path="circle">
                <a:fillToRect r="100000" b="100000"/>
              </a:path>
              <a:tileRect l="-100000" t="-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cxnSp>
        <p:nvCxnSpPr>
          <p:cNvPr id="69" name="Straight Arrow Connector 68" descr="Black line arrow">
            <a:extLst>
              <a:ext uri="{FF2B5EF4-FFF2-40B4-BE49-F238E27FC236}">
                <a16:creationId xmlns:a16="http://schemas.microsoft.com/office/drawing/2014/main" id="{D314A951-6455-A684-69E9-1C83712F4E05}"/>
              </a:ext>
              <a:ext uri="{C183D7F6-B498-43B3-948B-1728B52AA6E4}">
                <adec:decorative xmlns:adec="http://schemas.microsoft.com/office/drawing/2017/decorative" val="0"/>
              </a:ext>
            </a:extLst>
          </p:cNvPr>
          <p:cNvCxnSpPr>
            <a:cxnSpLocks/>
          </p:cNvCxnSpPr>
          <p:nvPr/>
        </p:nvCxnSpPr>
        <p:spPr>
          <a:xfrm>
            <a:off x="4645374" y="3360063"/>
            <a:ext cx="1320858" cy="0"/>
          </a:xfrm>
          <a:prstGeom prst="straightConnector1">
            <a:avLst/>
          </a:prstGeom>
          <a:ln w="19050" cap="rnd">
            <a:gradFill flip="none" rotWithShape="1">
              <a:gsLst>
                <a:gs pos="0">
                  <a:srgbClr val="F65567"/>
                </a:gs>
                <a:gs pos="32000">
                  <a:srgbClr val="7656AD"/>
                </a:gs>
                <a:gs pos="100000">
                  <a:srgbClr val="318581"/>
                </a:gs>
                <a:gs pos="68000">
                  <a:srgbClr val="0A6BBA"/>
                </a:gs>
              </a:gsLst>
              <a:lin ang="10800000" scaled="1"/>
              <a:tileRect/>
            </a:gra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3839CA4-CA62-982F-C57D-A894E9E46E83}"/>
              </a:ext>
            </a:extLst>
          </p:cNvPr>
          <p:cNvSpPr txBox="1"/>
          <p:nvPr/>
        </p:nvSpPr>
        <p:spPr>
          <a:xfrm>
            <a:off x="4994376" y="3017672"/>
            <a:ext cx="622855" cy="2906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5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1" indent="0" algn="ctr" defTabSz="630263" rtl="0" eaLnBrk="1" fontAlgn="base" latinLnBrk="0" hangingPunct="1">
              <a:lnSpc>
                <a:spcPct val="100000"/>
              </a:lnSpc>
              <a:spcBef>
                <a:spcPts val="1800"/>
              </a:spcBef>
              <a:spcAft>
                <a:spcPts val="0"/>
              </a:spcAft>
              <a:buClrTx/>
              <a:buSzPct val="90000"/>
              <a:buFontTx/>
              <a:buNone/>
              <a:tabLst>
                <a:tab pos="1371655" algn="l"/>
              </a:tabLst>
              <a:defRPr/>
            </a:pPr>
            <a:r>
              <a:rPr kumimoji="0" lang="en-US" sz="1600" b="0" i="0" u="none" strike="noStrike" kern="1200" cap="none" spc="0" normalizeH="0" baseline="0" noProof="0">
                <a:ln w="3175">
                  <a:noFill/>
                </a:ln>
                <a:gradFill flip="none" rotWithShape="1">
                  <a:gsLst>
                    <a:gs pos="0">
                      <a:srgbClr val="F65567"/>
                    </a:gs>
                    <a:gs pos="100000">
                      <a:srgbClr val="318581"/>
                    </a:gs>
                    <a:gs pos="68000">
                      <a:srgbClr val="0A6BBA"/>
                    </a:gs>
                    <a:gs pos="31000">
                      <a:srgbClr val="7656AD"/>
                    </a:gs>
                  </a:gsLst>
                  <a:path path="circle">
                    <a:fillToRect l="100000" t="100000"/>
                  </a:path>
                  <a:tileRect r="-100000" b="-100000"/>
                </a:gradFill>
                <a:effectLst/>
                <a:uLnTx/>
                <a:uFillTx/>
                <a:latin typeface="Segoe UI Semibold"/>
                <a:ea typeface="+mn-ea"/>
                <a:cs typeface="Segoe UI" pitchFamily="34" charset="0"/>
              </a:rPr>
              <a:t>traces</a:t>
            </a:r>
          </a:p>
        </p:txBody>
      </p:sp>
      <p:sp>
        <p:nvSpPr>
          <p:cNvPr id="7" name="Rounded Rectangle 57">
            <a:extLst>
              <a:ext uri="{FF2B5EF4-FFF2-40B4-BE49-F238E27FC236}">
                <a16:creationId xmlns:a16="http://schemas.microsoft.com/office/drawing/2014/main" id="{A9BC736E-16B5-9572-8D77-7541B42F08D2}"/>
              </a:ext>
              <a:ext uri="{C183D7F6-B498-43B3-948B-1728B52AA6E4}">
                <adec:decorative xmlns:adec="http://schemas.microsoft.com/office/drawing/2017/decorative" val="1"/>
              </a:ext>
            </a:extLst>
          </p:cNvPr>
          <p:cNvSpPr/>
          <p:nvPr/>
        </p:nvSpPr>
        <p:spPr bwMode="auto">
          <a:xfrm>
            <a:off x="6240463" y="1938820"/>
            <a:ext cx="5368925" cy="3082995"/>
          </a:xfrm>
          <a:prstGeom prst="roundRect">
            <a:avLst>
              <a:gd name="adj" fmla="val 14333"/>
            </a:avLst>
          </a:pr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square" lIns="146957" tIns="25718" rIns="146957" bIns="27432" rtlCol="0" anchor="ctr" anchorCtr="0">
            <a:noAutofit/>
          </a:bodyPr>
          <a:lstStyle/>
          <a:p>
            <a:pPr marL="0" marR="0" lvl="0" indent="0" algn="ctr" defTabSz="2275850" rtl="0" eaLnBrk="1" fontAlgn="base" latinLnBrk="0" hangingPunct="1">
              <a:lnSpc>
                <a:spcPct val="100000"/>
              </a:lnSpc>
              <a:spcBef>
                <a:spcPct val="0"/>
              </a:spcBef>
              <a:spcAft>
                <a:spcPct val="0"/>
              </a:spcAft>
              <a:buClrTx/>
              <a:buSzTx/>
              <a:buFontTx/>
              <a:buNone/>
              <a:tabLst>
                <a:tab pos="3701239" algn="l"/>
              </a:tabLst>
              <a:defRPr/>
            </a:pPr>
            <a:endParaRPr kumimoji="0" lang="en-US" sz="20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9" name="Oval 8">
            <a:extLst>
              <a:ext uri="{FF2B5EF4-FFF2-40B4-BE49-F238E27FC236}">
                <a16:creationId xmlns:a16="http://schemas.microsoft.com/office/drawing/2014/main" id="{76BC3398-C12A-3860-F657-28AE7B549A86}"/>
              </a:ext>
              <a:ext uri="{C183D7F6-B498-43B3-948B-1728B52AA6E4}">
                <adec:decorative xmlns:adec="http://schemas.microsoft.com/office/drawing/2017/decorative" val="1"/>
              </a:ext>
            </a:extLst>
          </p:cNvPr>
          <p:cNvSpPr>
            <a:spLocks noChangeAspect="1"/>
          </p:cNvSpPr>
          <p:nvPr/>
        </p:nvSpPr>
        <p:spPr bwMode="auto">
          <a:xfrm>
            <a:off x="6683989" y="2975741"/>
            <a:ext cx="935998" cy="9360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uk-U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4" name="Picture 13" descr="Foundry logo">
            <a:extLst>
              <a:ext uri="{FF2B5EF4-FFF2-40B4-BE49-F238E27FC236}">
                <a16:creationId xmlns:a16="http://schemas.microsoft.com/office/drawing/2014/main" id="{5758D0FB-3CDB-A591-24F6-D340FB57A121}"/>
              </a:ext>
            </a:extLst>
          </p:cNvPr>
          <p:cNvPicPr>
            <a:picLocks noChangeAspect="1"/>
          </p:cNvPicPr>
          <p:nvPr/>
        </p:nvPicPr>
        <p:blipFill rotWithShape="1">
          <a:blip r:embed="rId3"/>
          <a:srcRect l="23583" t="10368" r="31831" b="10368"/>
          <a:stretch>
            <a:fillRect/>
          </a:stretch>
        </p:blipFill>
        <p:spPr>
          <a:xfrm>
            <a:off x="6776463" y="3037730"/>
            <a:ext cx="751050" cy="751050"/>
          </a:xfrm>
          <a:prstGeom prst="rect">
            <a:avLst/>
          </a:prstGeom>
        </p:spPr>
      </p:pic>
      <p:sp>
        <p:nvSpPr>
          <p:cNvPr id="8" name="TextBox 7">
            <a:extLst>
              <a:ext uri="{FF2B5EF4-FFF2-40B4-BE49-F238E27FC236}">
                <a16:creationId xmlns:a16="http://schemas.microsoft.com/office/drawing/2014/main" id="{712509AD-0B39-1CB8-3CF2-24AB057847C9}"/>
              </a:ext>
            </a:extLst>
          </p:cNvPr>
          <p:cNvSpPr txBox="1"/>
          <p:nvPr/>
        </p:nvSpPr>
        <p:spPr>
          <a:xfrm>
            <a:off x="8128000" y="2358559"/>
            <a:ext cx="307399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n-ea"/>
                <a:cs typeface="+mn-cs"/>
              </a:rPr>
              <a:t>Observability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n-ea"/>
                <a:cs typeface="+mn-cs"/>
              </a:rPr>
              <a:t>in Foundry Control Plane</a:t>
            </a:r>
          </a:p>
        </p:txBody>
      </p:sp>
      <p:cxnSp>
        <p:nvCxnSpPr>
          <p:cNvPr id="4" name="Straight Arrow Connector 3" descr="Black line arrow">
            <a:extLst>
              <a:ext uri="{FF2B5EF4-FFF2-40B4-BE49-F238E27FC236}">
                <a16:creationId xmlns:a16="http://schemas.microsoft.com/office/drawing/2014/main" id="{9EA681AE-9DDA-11CA-E9ED-6BB617547561}"/>
              </a:ext>
              <a:ext uri="{C183D7F6-B498-43B3-948B-1728B52AA6E4}">
                <adec:decorative xmlns:adec="http://schemas.microsoft.com/office/drawing/2017/decorative" val="0"/>
              </a:ext>
            </a:extLst>
          </p:cNvPr>
          <p:cNvCxnSpPr>
            <a:cxnSpLocks/>
          </p:cNvCxnSpPr>
          <p:nvPr/>
        </p:nvCxnSpPr>
        <p:spPr>
          <a:xfrm>
            <a:off x="8128000" y="3103923"/>
            <a:ext cx="3073998" cy="0"/>
          </a:xfrm>
          <a:prstGeom prst="straightConnector1">
            <a:avLst/>
          </a:prstGeom>
          <a:ln w="19050" cap="rnd">
            <a:solidFill>
              <a:schemeClr val="bg1"/>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7A0FE2E-A923-2E6A-3001-82A8A9D15B99}"/>
              </a:ext>
            </a:extLst>
          </p:cNvPr>
          <p:cNvSpPr txBox="1"/>
          <p:nvPr/>
        </p:nvSpPr>
        <p:spPr>
          <a:xfrm>
            <a:off x="8119909" y="3270775"/>
            <a:ext cx="3082090" cy="98488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Unified observability solution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for agentic systems enabling: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Continuous monitoring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Tracing &amp; debugging</a:t>
            </a:r>
          </a:p>
        </p:txBody>
      </p:sp>
    </p:spTree>
    <p:extLst>
      <p:ext uri="{BB962C8B-B14F-4D97-AF65-F5344CB8AC3E}">
        <p14:creationId xmlns:p14="http://schemas.microsoft.com/office/powerpoint/2010/main" val="3340254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42" presetClass="path" presetSubtype="0" decel="100000" fill="hold" grpId="1" nodeType="withEffect">
                                  <p:stCondLst>
                                    <p:cond delay="100"/>
                                  </p:stCondLst>
                                  <p:childTnLst>
                                    <p:animMotion origin="layout" path="M 0 0.03889 L 0 0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00"/>
                                        <p:tgtEl>
                                          <p:spTgt spid="24"/>
                                        </p:tgtEl>
                                      </p:cBhvr>
                                    </p:animEffect>
                                  </p:childTnLst>
                                </p:cTn>
                              </p:par>
                              <p:par>
                                <p:cTn id="13" presetID="42" presetClass="path" presetSubtype="0" decel="100000" fill="hold" grpId="1" nodeType="withEffect">
                                  <p:stCondLst>
                                    <p:cond delay="200"/>
                                  </p:stCondLst>
                                  <p:childTnLst>
                                    <p:animMotion origin="layout" path="M 0 0.03889 L 0 -3.33333E-6 " pathEditMode="relative" rAng="0" ptsTypes="AA">
                                      <p:cBhvr>
                                        <p:cTn id="14" dur="500" fill="hold"/>
                                        <p:tgtEl>
                                          <p:spTgt spid="24"/>
                                        </p:tgtEl>
                                        <p:attrNameLst>
                                          <p:attrName>ppt_x</p:attrName>
                                          <p:attrName>ppt_y</p:attrName>
                                        </p:attrNameLst>
                                      </p:cBhvr>
                                      <p:rCtr x="0" y="-1944"/>
                                    </p:animMotion>
                                  </p:childTnLst>
                                </p:cTn>
                              </p:par>
                              <p:par>
                                <p:cTn id="15" presetID="10" presetClass="entr" presetSubtype="0" fill="hold" nodeType="withEffect">
                                  <p:stCondLst>
                                    <p:cond delay="20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200"/>
                                        <p:tgtEl>
                                          <p:spTgt spid="43"/>
                                        </p:tgtEl>
                                      </p:cBhvr>
                                    </p:animEffect>
                                  </p:childTnLst>
                                </p:cTn>
                              </p:par>
                              <p:par>
                                <p:cTn id="18" presetID="42" presetClass="path" presetSubtype="0" decel="100000" fill="hold" nodeType="withEffect">
                                  <p:stCondLst>
                                    <p:cond delay="200"/>
                                  </p:stCondLst>
                                  <p:childTnLst>
                                    <p:animMotion origin="layout" path="M 0 0.03889 L 0 -3.33333E-6 " pathEditMode="relative" rAng="0" ptsTypes="AA">
                                      <p:cBhvr>
                                        <p:cTn id="19" dur="500" fill="hold"/>
                                        <p:tgtEl>
                                          <p:spTgt spid="43"/>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200"/>
                                        <p:tgtEl>
                                          <p:spTgt spid="45"/>
                                        </p:tgtEl>
                                      </p:cBhvr>
                                    </p:animEffect>
                                  </p:childTnLst>
                                </p:cTn>
                              </p:par>
                              <p:par>
                                <p:cTn id="23" presetID="42" presetClass="path" presetSubtype="0" decel="100000" fill="hold" grpId="1" nodeType="withEffect">
                                  <p:stCondLst>
                                    <p:cond delay="200"/>
                                  </p:stCondLst>
                                  <p:childTnLst>
                                    <p:animMotion origin="layout" path="M 0 0.03889 L 0 -3.33333E-6 " pathEditMode="relative" rAng="0" ptsTypes="AA">
                                      <p:cBhvr>
                                        <p:cTn id="24" dur="500" fill="hold"/>
                                        <p:tgtEl>
                                          <p:spTgt spid="45"/>
                                        </p:tgtEl>
                                        <p:attrNameLst>
                                          <p:attrName>ppt_x</p:attrName>
                                          <p:attrName>ppt_y</p:attrName>
                                        </p:attrNameLst>
                                      </p:cBhvr>
                                      <p:rCtr x="0" y="-1944"/>
                                    </p:animMotion>
                                  </p:childTnLst>
                                </p:cTn>
                              </p:par>
                              <p:par>
                                <p:cTn id="25" presetID="10" presetClass="entr" presetSubtype="0" fill="hold" grpId="0" nodeType="withEffect">
                                  <p:stCondLst>
                                    <p:cond delay="30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200"/>
                                        <p:tgtEl>
                                          <p:spTgt spid="50"/>
                                        </p:tgtEl>
                                      </p:cBhvr>
                                    </p:animEffect>
                                  </p:childTnLst>
                                </p:cTn>
                              </p:par>
                              <p:par>
                                <p:cTn id="28" presetID="42" presetClass="path" presetSubtype="0" decel="100000" fill="hold" grpId="1" nodeType="withEffect">
                                  <p:stCondLst>
                                    <p:cond delay="300"/>
                                  </p:stCondLst>
                                  <p:childTnLst>
                                    <p:animMotion origin="layout" path="M 0 0.03889 L 0 -3.33333E-6 " pathEditMode="relative" rAng="0" ptsTypes="AA">
                                      <p:cBhvr>
                                        <p:cTn id="29" dur="500" fill="hold"/>
                                        <p:tgtEl>
                                          <p:spTgt spid="50"/>
                                        </p:tgtEl>
                                        <p:attrNameLst>
                                          <p:attrName>ppt_x</p:attrName>
                                          <p:attrName>ppt_y</p:attrName>
                                        </p:attrNameLst>
                                      </p:cBhvr>
                                      <p:rCtr x="0" y="-1944"/>
                                    </p:animMotion>
                                  </p:childTnLst>
                                </p:cTn>
                              </p:par>
                              <p:par>
                                <p:cTn id="30" presetID="10" presetClass="entr" presetSubtype="0" fill="hold" nodeType="withEffect">
                                  <p:stCondLst>
                                    <p:cond delay="30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200"/>
                                        <p:tgtEl>
                                          <p:spTgt spid="41"/>
                                        </p:tgtEl>
                                      </p:cBhvr>
                                    </p:animEffect>
                                  </p:childTnLst>
                                </p:cTn>
                              </p:par>
                              <p:par>
                                <p:cTn id="33" presetID="42" presetClass="path" presetSubtype="0" decel="100000" fill="hold" nodeType="withEffect">
                                  <p:stCondLst>
                                    <p:cond delay="300"/>
                                  </p:stCondLst>
                                  <p:childTnLst>
                                    <p:animMotion origin="layout" path="M 0 0.03889 L 0 -3.33333E-6 " pathEditMode="relative" rAng="0" ptsTypes="AA">
                                      <p:cBhvr>
                                        <p:cTn id="34" dur="500" fill="hold"/>
                                        <p:tgtEl>
                                          <p:spTgt spid="41"/>
                                        </p:tgtEl>
                                        <p:attrNameLst>
                                          <p:attrName>ppt_x</p:attrName>
                                          <p:attrName>ppt_y</p:attrName>
                                        </p:attrNameLst>
                                      </p:cBhvr>
                                      <p:rCtr x="0" y="-1944"/>
                                    </p:animMotion>
                                  </p:childTnLst>
                                </p:cTn>
                              </p:par>
                              <p:par>
                                <p:cTn id="35" presetID="10" presetClass="entr" presetSubtype="0" fill="hold" grpId="0" nodeType="withEffect">
                                  <p:stCondLst>
                                    <p:cond delay="30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200"/>
                                        <p:tgtEl>
                                          <p:spTgt spid="46"/>
                                        </p:tgtEl>
                                      </p:cBhvr>
                                    </p:animEffect>
                                  </p:childTnLst>
                                </p:cTn>
                              </p:par>
                              <p:par>
                                <p:cTn id="38" presetID="42" presetClass="path" presetSubtype="0" decel="100000" fill="hold" grpId="1" nodeType="withEffect">
                                  <p:stCondLst>
                                    <p:cond delay="300"/>
                                  </p:stCondLst>
                                  <p:childTnLst>
                                    <p:animMotion origin="layout" path="M 0 0.03889 L 0 -3.33333E-6 " pathEditMode="relative" rAng="0" ptsTypes="AA">
                                      <p:cBhvr>
                                        <p:cTn id="39" dur="500" fill="hold"/>
                                        <p:tgtEl>
                                          <p:spTgt spid="46"/>
                                        </p:tgtEl>
                                        <p:attrNameLst>
                                          <p:attrName>ppt_x</p:attrName>
                                          <p:attrName>ppt_y</p:attrName>
                                        </p:attrNameLst>
                                      </p:cBhvr>
                                      <p:rCtr x="0" y="-1944"/>
                                    </p:animMotion>
                                  </p:childTnLst>
                                </p:cTn>
                              </p:par>
                              <p:par>
                                <p:cTn id="40" presetID="10" presetClass="entr" presetSubtype="0" fill="hold" grpId="0" nodeType="withEffect">
                                  <p:stCondLst>
                                    <p:cond delay="500"/>
                                  </p:stCondLst>
                                  <p:childTnLst>
                                    <p:set>
                                      <p:cBhvr>
                                        <p:cTn id="41" dur="1" fill="hold">
                                          <p:stCondLst>
                                            <p:cond delay="0"/>
                                          </p:stCondLst>
                                        </p:cTn>
                                        <p:tgtEl>
                                          <p:spTgt spid="56"/>
                                        </p:tgtEl>
                                        <p:attrNameLst>
                                          <p:attrName>style.visibility</p:attrName>
                                        </p:attrNameLst>
                                      </p:cBhvr>
                                      <p:to>
                                        <p:strVal val="visible"/>
                                      </p:to>
                                    </p:set>
                                    <p:animEffect transition="in" filter="fade">
                                      <p:cBhvr>
                                        <p:cTn id="42" dur="200"/>
                                        <p:tgtEl>
                                          <p:spTgt spid="56"/>
                                        </p:tgtEl>
                                      </p:cBhvr>
                                    </p:animEffect>
                                  </p:childTnLst>
                                </p:cTn>
                              </p:par>
                              <p:par>
                                <p:cTn id="43" presetID="42" presetClass="path" presetSubtype="0" decel="100000" fill="hold" grpId="1" nodeType="withEffect">
                                  <p:stCondLst>
                                    <p:cond delay="500"/>
                                  </p:stCondLst>
                                  <p:childTnLst>
                                    <p:animMotion origin="layout" path="M 0 0.03889 L 0 -3.33333E-6 " pathEditMode="relative" rAng="0" ptsTypes="AA">
                                      <p:cBhvr>
                                        <p:cTn id="44" dur="500" fill="hold"/>
                                        <p:tgtEl>
                                          <p:spTgt spid="56"/>
                                        </p:tgtEl>
                                        <p:attrNameLst>
                                          <p:attrName>ppt_x</p:attrName>
                                          <p:attrName>ppt_y</p:attrName>
                                        </p:attrNameLst>
                                      </p:cBhvr>
                                      <p:rCtr x="0" y="-1944"/>
                                    </p:animMotion>
                                  </p:childTnLst>
                                </p:cTn>
                              </p:par>
                              <p:par>
                                <p:cTn id="45" presetID="10" presetClass="entr" presetSubtype="0" fill="hold" grpId="0" nodeType="withEffect">
                                  <p:stCondLst>
                                    <p:cond delay="50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200"/>
                                        <p:tgtEl>
                                          <p:spTgt spid="59"/>
                                        </p:tgtEl>
                                      </p:cBhvr>
                                    </p:animEffect>
                                  </p:childTnLst>
                                </p:cTn>
                              </p:par>
                              <p:par>
                                <p:cTn id="48" presetID="42" presetClass="path" presetSubtype="0" decel="100000" fill="hold" grpId="1" nodeType="withEffect">
                                  <p:stCondLst>
                                    <p:cond delay="500"/>
                                  </p:stCondLst>
                                  <p:childTnLst>
                                    <p:animMotion origin="layout" path="M 0 0.03889 L 0 -3.33333E-6 " pathEditMode="relative" rAng="0" ptsTypes="AA">
                                      <p:cBhvr>
                                        <p:cTn id="49" dur="500" fill="hold"/>
                                        <p:tgtEl>
                                          <p:spTgt spid="59"/>
                                        </p:tgtEl>
                                        <p:attrNameLst>
                                          <p:attrName>ppt_x</p:attrName>
                                          <p:attrName>ppt_y</p:attrName>
                                        </p:attrNameLst>
                                      </p:cBhvr>
                                      <p:rCtr x="0" y="-1944"/>
                                    </p:animMotion>
                                  </p:childTnLst>
                                </p:cTn>
                              </p:par>
                              <p:par>
                                <p:cTn id="50" presetID="10" presetClass="entr" presetSubtype="0" fill="hold" grpId="0" nodeType="withEffect">
                                  <p:stCondLst>
                                    <p:cond delay="50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200"/>
                                        <p:tgtEl>
                                          <p:spTgt spid="55"/>
                                        </p:tgtEl>
                                      </p:cBhvr>
                                    </p:animEffect>
                                  </p:childTnLst>
                                </p:cTn>
                              </p:par>
                              <p:par>
                                <p:cTn id="53" presetID="42" presetClass="path" presetSubtype="0" decel="100000" fill="hold" grpId="1" nodeType="withEffect">
                                  <p:stCondLst>
                                    <p:cond delay="500"/>
                                  </p:stCondLst>
                                  <p:childTnLst>
                                    <p:animMotion origin="layout" path="M 0 0.03889 L 0 -3.33333E-6 " pathEditMode="relative" rAng="0" ptsTypes="AA">
                                      <p:cBhvr>
                                        <p:cTn id="54" dur="500" fill="hold"/>
                                        <p:tgtEl>
                                          <p:spTgt spid="55"/>
                                        </p:tgtEl>
                                        <p:attrNameLst>
                                          <p:attrName>ppt_x</p:attrName>
                                          <p:attrName>ppt_y</p:attrName>
                                        </p:attrNameLst>
                                      </p:cBhvr>
                                      <p:rCtr x="0" y="-1944"/>
                                    </p:animMotion>
                                  </p:childTnLst>
                                </p:cTn>
                              </p:par>
                              <p:par>
                                <p:cTn id="55" presetID="10" presetClass="entr" presetSubtype="0" fill="hold" grpId="0" nodeType="withEffect">
                                  <p:stCondLst>
                                    <p:cond delay="50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200"/>
                                        <p:tgtEl>
                                          <p:spTgt spid="48"/>
                                        </p:tgtEl>
                                      </p:cBhvr>
                                    </p:animEffect>
                                  </p:childTnLst>
                                </p:cTn>
                              </p:par>
                              <p:par>
                                <p:cTn id="58" presetID="42" presetClass="path" presetSubtype="0" decel="100000" fill="hold" grpId="1" nodeType="withEffect">
                                  <p:stCondLst>
                                    <p:cond delay="500"/>
                                  </p:stCondLst>
                                  <p:childTnLst>
                                    <p:animMotion origin="layout" path="M 0 0.03889 L 0 -3.33333E-6 " pathEditMode="relative" rAng="0" ptsTypes="AA">
                                      <p:cBhvr>
                                        <p:cTn id="59" dur="500" fill="hold"/>
                                        <p:tgtEl>
                                          <p:spTgt spid="48"/>
                                        </p:tgtEl>
                                        <p:attrNameLst>
                                          <p:attrName>ppt_x</p:attrName>
                                          <p:attrName>ppt_y</p:attrName>
                                        </p:attrNameLst>
                                      </p:cBhvr>
                                      <p:rCtr x="0" y="-1944"/>
                                    </p:animMotion>
                                  </p:childTnLst>
                                </p:cTn>
                              </p:par>
                              <p:par>
                                <p:cTn id="60" presetID="10" presetClass="entr" presetSubtype="0" fill="hold" grpId="0" nodeType="withEffect">
                                  <p:stCondLst>
                                    <p:cond delay="600"/>
                                  </p:stCondLst>
                                  <p:childTnLst>
                                    <p:set>
                                      <p:cBhvr>
                                        <p:cTn id="61" dur="1" fill="hold">
                                          <p:stCondLst>
                                            <p:cond delay="0"/>
                                          </p:stCondLst>
                                        </p:cTn>
                                        <p:tgtEl>
                                          <p:spTgt spid="64"/>
                                        </p:tgtEl>
                                        <p:attrNameLst>
                                          <p:attrName>style.visibility</p:attrName>
                                        </p:attrNameLst>
                                      </p:cBhvr>
                                      <p:to>
                                        <p:strVal val="visible"/>
                                      </p:to>
                                    </p:set>
                                    <p:animEffect transition="in" filter="fade">
                                      <p:cBhvr>
                                        <p:cTn id="62" dur="200"/>
                                        <p:tgtEl>
                                          <p:spTgt spid="64"/>
                                        </p:tgtEl>
                                      </p:cBhvr>
                                    </p:animEffect>
                                  </p:childTnLst>
                                </p:cTn>
                              </p:par>
                              <p:par>
                                <p:cTn id="63" presetID="42" presetClass="path" presetSubtype="0" decel="100000" fill="hold" grpId="1" nodeType="withEffect">
                                  <p:stCondLst>
                                    <p:cond delay="600"/>
                                  </p:stCondLst>
                                  <p:childTnLst>
                                    <p:animMotion origin="layout" path="M 0 0.03889 L 0 -3.33333E-6 " pathEditMode="relative" rAng="0" ptsTypes="AA">
                                      <p:cBhvr>
                                        <p:cTn id="64" dur="500" fill="hold"/>
                                        <p:tgtEl>
                                          <p:spTgt spid="64"/>
                                        </p:tgtEl>
                                        <p:attrNameLst>
                                          <p:attrName>ppt_x</p:attrName>
                                          <p:attrName>ppt_y</p:attrName>
                                        </p:attrNameLst>
                                      </p:cBhvr>
                                      <p:rCtr x="0" y="-1944"/>
                                    </p:animMotion>
                                  </p:childTnLst>
                                </p:cTn>
                              </p:par>
                              <p:par>
                                <p:cTn id="65" presetID="10" presetClass="entr" presetSubtype="0" fill="hold" nodeType="withEffect">
                                  <p:stCondLst>
                                    <p:cond delay="600"/>
                                  </p:stCondLst>
                                  <p:childTnLst>
                                    <p:set>
                                      <p:cBhvr>
                                        <p:cTn id="66" dur="1" fill="hold">
                                          <p:stCondLst>
                                            <p:cond delay="0"/>
                                          </p:stCondLst>
                                        </p:cTn>
                                        <p:tgtEl>
                                          <p:spTgt spid="69"/>
                                        </p:tgtEl>
                                        <p:attrNameLst>
                                          <p:attrName>style.visibility</p:attrName>
                                        </p:attrNameLst>
                                      </p:cBhvr>
                                      <p:to>
                                        <p:strVal val="visible"/>
                                      </p:to>
                                    </p:set>
                                    <p:animEffect transition="in" filter="fade">
                                      <p:cBhvr>
                                        <p:cTn id="67" dur="200"/>
                                        <p:tgtEl>
                                          <p:spTgt spid="69"/>
                                        </p:tgtEl>
                                      </p:cBhvr>
                                    </p:animEffect>
                                  </p:childTnLst>
                                </p:cTn>
                              </p:par>
                              <p:par>
                                <p:cTn id="68" presetID="42" presetClass="path" presetSubtype="0" decel="100000" fill="hold" nodeType="withEffect">
                                  <p:stCondLst>
                                    <p:cond delay="600"/>
                                  </p:stCondLst>
                                  <p:childTnLst>
                                    <p:animMotion origin="layout" path="M 3.75E-6 0.03888 L 3.75E-6 4.81481E-6 " pathEditMode="relative" rAng="0" ptsTypes="AA">
                                      <p:cBhvr>
                                        <p:cTn id="69" dur="500" fill="hold"/>
                                        <p:tgtEl>
                                          <p:spTgt spid="69"/>
                                        </p:tgtEl>
                                        <p:attrNameLst>
                                          <p:attrName>ppt_x</p:attrName>
                                          <p:attrName>ppt_y</p:attrName>
                                        </p:attrNameLst>
                                      </p:cBhvr>
                                      <p:rCtr x="0" y="-1944"/>
                                    </p:animMotion>
                                  </p:childTnLst>
                                </p:cTn>
                              </p:par>
                              <p:par>
                                <p:cTn id="70" presetID="10" presetClass="entr" presetSubtype="0" fill="hold" grpId="0" nodeType="withEffect">
                                  <p:stCondLst>
                                    <p:cond delay="700"/>
                                  </p:stCondLst>
                                  <p:childTnLst>
                                    <p:set>
                                      <p:cBhvr>
                                        <p:cTn id="71" dur="1" fill="hold">
                                          <p:stCondLst>
                                            <p:cond delay="0"/>
                                          </p:stCondLst>
                                        </p:cTn>
                                        <p:tgtEl>
                                          <p:spTgt spid="7"/>
                                        </p:tgtEl>
                                        <p:attrNameLst>
                                          <p:attrName>style.visibility</p:attrName>
                                        </p:attrNameLst>
                                      </p:cBhvr>
                                      <p:to>
                                        <p:strVal val="visible"/>
                                      </p:to>
                                    </p:set>
                                    <p:animEffect transition="in" filter="fade">
                                      <p:cBhvr>
                                        <p:cTn id="72" dur="200"/>
                                        <p:tgtEl>
                                          <p:spTgt spid="7"/>
                                        </p:tgtEl>
                                      </p:cBhvr>
                                    </p:animEffect>
                                  </p:childTnLst>
                                </p:cTn>
                              </p:par>
                              <p:par>
                                <p:cTn id="73" presetID="42" presetClass="path" presetSubtype="0" decel="100000" fill="hold" grpId="1" nodeType="withEffect">
                                  <p:stCondLst>
                                    <p:cond delay="700"/>
                                  </p:stCondLst>
                                  <p:childTnLst>
                                    <p:animMotion origin="layout" path="M 0 0.03889 L 0 -3.33333E-6 " pathEditMode="relative" rAng="0" ptsTypes="AA">
                                      <p:cBhvr>
                                        <p:cTn id="74" dur="500" fill="hold"/>
                                        <p:tgtEl>
                                          <p:spTgt spid="7"/>
                                        </p:tgtEl>
                                        <p:attrNameLst>
                                          <p:attrName>ppt_x</p:attrName>
                                          <p:attrName>ppt_y</p:attrName>
                                        </p:attrNameLst>
                                      </p:cBhvr>
                                      <p:rCtr x="0" y="-1944"/>
                                    </p:animMotion>
                                  </p:childTnLst>
                                </p:cTn>
                              </p:par>
                              <p:par>
                                <p:cTn id="75" presetID="10" presetClass="entr" presetSubtype="0" fill="hold" grpId="0" nodeType="withEffect">
                                  <p:stCondLst>
                                    <p:cond delay="700"/>
                                  </p:stCondLst>
                                  <p:childTnLst>
                                    <p:set>
                                      <p:cBhvr>
                                        <p:cTn id="76" dur="1" fill="hold">
                                          <p:stCondLst>
                                            <p:cond delay="0"/>
                                          </p:stCondLst>
                                        </p:cTn>
                                        <p:tgtEl>
                                          <p:spTgt spid="8"/>
                                        </p:tgtEl>
                                        <p:attrNameLst>
                                          <p:attrName>style.visibility</p:attrName>
                                        </p:attrNameLst>
                                      </p:cBhvr>
                                      <p:to>
                                        <p:strVal val="visible"/>
                                      </p:to>
                                    </p:set>
                                    <p:animEffect transition="in" filter="fade">
                                      <p:cBhvr>
                                        <p:cTn id="77" dur="200"/>
                                        <p:tgtEl>
                                          <p:spTgt spid="8"/>
                                        </p:tgtEl>
                                      </p:cBhvr>
                                    </p:animEffect>
                                  </p:childTnLst>
                                </p:cTn>
                              </p:par>
                              <p:par>
                                <p:cTn id="78" presetID="42" presetClass="path" presetSubtype="0" decel="100000" fill="hold" grpId="1" nodeType="withEffect">
                                  <p:stCondLst>
                                    <p:cond delay="700"/>
                                  </p:stCondLst>
                                  <p:childTnLst>
                                    <p:animMotion origin="layout" path="M 1.66667E-6 0.03888 L 1.66667E-6 4.44444E-6 " pathEditMode="relative" rAng="0" ptsTypes="AA">
                                      <p:cBhvr>
                                        <p:cTn id="79" dur="500" fill="hold"/>
                                        <p:tgtEl>
                                          <p:spTgt spid="8"/>
                                        </p:tgtEl>
                                        <p:attrNameLst>
                                          <p:attrName>ppt_x</p:attrName>
                                          <p:attrName>ppt_y</p:attrName>
                                        </p:attrNameLst>
                                      </p:cBhvr>
                                      <p:rCtr x="0" y="-1944"/>
                                    </p:animMotion>
                                  </p:childTnLst>
                                </p:cTn>
                              </p:par>
                              <p:par>
                                <p:cTn id="80" presetID="10" presetClass="entr" presetSubtype="0" fill="hold" grpId="0" nodeType="withEffect">
                                  <p:stCondLst>
                                    <p:cond delay="70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200"/>
                                        <p:tgtEl>
                                          <p:spTgt spid="15"/>
                                        </p:tgtEl>
                                      </p:cBhvr>
                                    </p:animEffect>
                                  </p:childTnLst>
                                </p:cTn>
                              </p:par>
                              <p:par>
                                <p:cTn id="83" presetID="42" presetClass="path" presetSubtype="0" decel="100000" fill="hold" grpId="1" nodeType="withEffect">
                                  <p:stCondLst>
                                    <p:cond delay="700"/>
                                  </p:stCondLst>
                                  <p:childTnLst>
                                    <p:animMotion origin="layout" path="M 2.29167E-6 0.03889 L 2.29167E-6 -3.33333E-6 " pathEditMode="relative" rAng="0" ptsTypes="AA">
                                      <p:cBhvr>
                                        <p:cTn id="84" dur="500" fill="hold"/>
                                        <p:tgtEl>
                                          <p:spTgt spid="15"/>
                                        </p:tgtEl>
                                        <p:attrNameLst>
                                          <p:attrName>ppt_x</p:attrName>
                                          <p:attrName>ppt_y</p:attrName>
                                        </p:attrNameLst>
                                      </p:cBhvr>
                                      <p:rCtr x="0" y="-1944"/>
                                    </p:animMotion>
                                  </p:childTnLst>
                                </p:cTn>
                              </p:par>
                              <p:par>
                                <p:cTn id="85" presetID="10" presetClass="entr" presetSubtype="0" fill="hold" grpId="0" nodeType="withEffect">
                                  <p:stCondLst>
                                    <p:cond delay="700"/>
                                  </p:stCondLst>
                                  <p:childTnLst>
                                    <p:set>
                                      <p:cBhvr>
                                        <p:cTn id="86" dur="1" fill="hold">
                                          <p:stCondLst>
                                            <p:cond delay="0"/>
                                          </p:stCondLst>
                                        </p:cTn>
                                        <p:tgtEl>
                                          <p:spTgt spid="9"/>
                                        </p:tgtEl>
                                        <p:attrNameLst>
                                          <p:attrName>style.visibility</p:attrName>
                                        </p:attrNameLst>
                                      </p:cBhvr>
                                      <p:to>
                                        <p:strVal val="visible"/>
                                      </p:to>
                                    </p:set>
                                    <p:animEffect transition="in" filter="fade">
                                      <p:cBhvr>
                                        <p:cTn id="87" dur="200"/>
                                        <p:tgtEl>
                                          <p:spTgt spid="9"/>
                                        </p:tgtEl>
                                      </p:cBhvr>
                                    </p:animEffect>
                                  </p:childTnLst>
                                </p:cTn>
                              </p:par>
                              <p:par>
                                <p:cTn id="88" presetID="42" presetClass="path" presetSubtype="0" decel="100000" fill="hold" grpId="1" nodeType="withEffect">
                                  <p:stCondLst>
                                    <p:cond delay="700"/>
                                  </p:stCondLst>
                                  <p:childTnLst>
                                    <p:animMotion origin="layout" path="M 1.45833E-6 0.03889 L 1.45833E-6 0 " pathEditMode="relative" rAng="0" ptsTypes="AA">
                                      <p:cBhvr>
                                        <p:cTn id="89" dur="500" fill="hold"/>
                                        <p:tgtEl>
                                          <p:spTgt spid="9"/>
                                        </p:tgtEl>
                                        <p:attrNameLst>
                                          <p:attrName>ppt_x</p:attrName>
                                          <p:attrName>ppt_y</p:attrName>
                                        </p:attrNameLst>
                                      </p:cBhvr>
                                      <p:rCtr x="0" y="-1944"/>
                                    </p:animMotion>
                                  </p:childTnLst>
                                </p:cTn>
                              </p:par>
                              <p:par>
                                <p:cTn id="90" presetID="10" presetClass="entr" presetSubtype="0" fill="hold" nodeType="withEffect">
                                  <p:stCondLst>
                                    <p:cond delay="70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200"/>
                                        <p:tgtEl>
                                          <p:spTgt spid="14"/>
                                        </p:tgtEl>
                                      </p:cBhvr>
                                    </p:animEffect>
                                  </p:childTnLst>
                                </p:cTn>
                              </p:par>
                              <p:par>
                                <p:cTn id="93" presetID="42" presetClass="path" presetSubtype="0" decel="100000" fill="hold" nodeType="withEffect">
                                  <p:stCondLst>
                                    <p:cond delay="700"/>
                                  </p:stCondLst>
                                  <p:childTnLst>
                                    <p:animMotion origin="layout" path="M 1.45833E-6 0.03889 L 1.45833E-6 -1.85185E-6 " pathEditMode="relative" rAng="0" ptsTypes="AA">
                                      <p:cBhvr>
                                        <p:cTn id="94" dur="500" fill="hold"/>
                                        <p:tgtEl>
                                          <p:spTgt spid="14"/>
                                        </p:tgtEl>
                                        <p:attrNameLst>
                                          <p:attrName>ppt_x</p:attrName>
                                          <p:attrName>ppt_y</p:attrName>
                                        </p:attrNameLst>
                                      </p:cBhvr>
                                      <p:rCtr x="0" y="-1944"/>
                                    </p:animMotion>
                                  </p:childTnLst>
                                </p:cTn>
                              </p:par>
                              <p:par>
                                <p:cTn id="95" presetID="10" presetClass="entr" presetSubtype="0" fill="hold" nodeType="withEffect">
                                  <p:stCondLst>
                                    <p:cond delay="600"/>
                                  </p:stCondLst>
                                  <p:childTnLst>
                                    <p:set>
                                      <p:cBhvr>
                                        <p:cTn id="96" dur="1" fill="hold">
                                          <p:stCondLst>
                                            <p:cond delay="0"/>
                                          </p:stCondLst>
                                        </p:cTn>
                                        <p:tgtEl>
                                          <p:spTgt spid="4"/>
                                        </p:tgtEl>
                                        <p:attrNameLst>
                                          <p:attrName>style.visibility</p:attrName>
                                        </p:attrNameLst>
                                      </p:cBhvr>
                                      <p:to>
                                        <p:strVal val="visible"/>
                                      </p:to>
                                    </p:set>
                                    <p:animEffect transition="in" filter="fade">
                                      <p:cBhvr>
                                        <p:cTn id="97" dur="200"/>
                                        <p:tgtEl>
                                          <p:spTgt spid="4"/>
                                        </p:tgtEl>
                                      </p:cBhvr>
                                    </p:animEffect>
                                  </p:childTnLst>
                                </p:cTn>
                              </p:par>
                              <p:par>
                                <p:cTn id="98" presetID="42" presetClass="path" presetSubtype="0" decel="100000" fill="hold" nodeType="withEffect">
                                  <p:stCondLst>
                                    <p:cond delay="600"/>
                                  </p:stCondLst>
                                  <p:childTnLst>
                                    <p:animMotion origin="layout" path="M 1.66667E-6 0.03889 L 1.66667E-6 -2.96296E-6 " pathEditMode="relative" rAng="0" ptsTypes="AA">
                                      <p:cBhvr>
                                        <p:cTn id="99" dur="500" fill="hold"/>
                                        <p:tgtEl>
                                          <p:spTgt spid="4"/>
                                        </p:tgtEl>
                                        <p:attrNameLst>
                                          <p:attrName>ppt_x</p:attrName>
                                          <p:attrName>ppt_y</p:attrName>
                                        </p:attrNameLst>
                                      </p:cBhvr>
                                      <p:rCtr x="0" y="-1944"/>
                                    </p:animMotion>
                                  </p:childTnLst>
                                </p:cTn>
                              </p:par>
                              <p:par>
                                <p:cTn id="100" presetID="10" presetClass="entr" presetSubtype="0" fill="hold" grpId="0" nodeType="withEffect">
                                  <p:stCondLst>
                                    <p:cond delay="600"/>
                                  </p:stCondLst>
                                  <p:childTnLst>
                                    <p:set>
                                      <p:cBhvr>
                                        <p:cTn id="101" dur="1" fill="hold">
                                          <p:stCondLst>
                                            <p:cond delay="0"/>
                                          </p:stCondLst>
                                        </p:cTn>
                                        <p:tgtEl>
                                          <p:spTgt spid="3"/>
                                        </p:tgtEl>
                                        <p:attrNameLst>
                                          <p:attrName>style.visibility</p:attrName>
                                        </p:attrNameLst>
                                      </p:cBhvr>
                                      <p:to>
                                        <p:strVal val="visible"/>
                                      </p:to>
                                    </p:set>
                                    <p:animEffect transition="in" filter="fade">
                                      <p:cBhvr>
                                        <p:cTn id="102" dur="200"/>
                                        <p:tgtEl>
                                          <p:spTgt spid="3"/>
                                        </p:tgtEl>
                                      </p:cBhvr>
                                    </p:animEffect>
                                  </p:childTnLst>
                                </p:cTn>
                              </p:par>
                              <p:par>
                                <p:cTn id="103" presetID="42" presetClass="path" presetSubtype="0" decel="100000" fill="hold" grpId="1" nodeType="withEffect">
                                  <p:stCondLst>
                                    <p:cond delay="600"/>
                                  </p:stCondLst>
                                  <p:childTnLst>
                                    <p:animMotion origin="layout" path="M 3.75E-6 0.03888 L 3.75E-6 4.81481E-6 " pathEditMode="relative" rAng="0" ptsTypes="AA">
                                      <p:cBhvr>
                                        <p:cTn id="104" dur="500" fill="hold"/>
                                        <p:tgtEl>
                                          <p:spTgt spid="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animBg="1"/>
      <p:bldP spid="24" grpId="1" animBg="1"/>
      <p:bldP spid="45" grpId="0"/>
      <p:bldP spid="45" grpId="1"/>
      <p:bldP spid="50" grpId="0" animBg="1"/>
      <p:bldP spid="50" grpId="1" animBg="1"/>
      <p:bldP spid="46" grpId="0"/>
      <p:bldP spid="46" grpId="1"/>
      <p:bldP spid="56" grpId="0" animBg="1"/>
      <p:bldP spid="56" grpId="1" animBg="1"/>
      <p:bldP spid="59" grpId="0" animBg="1"/>
      <p:bldP spid="59" grpId="1" animBg="1"/>
      <p:bldP spid="55" grpId="0"/>
      <p:bldP spid="55" grpId="1"/>
      <p:bldP spid="48" grpId="0"/>
      <p:bldP spid="48" grpId="1"/>
      <p:bldP spid="64" grpId="0" animBg="1"/>
      <p:bldP spid="64" grpId="1" animBg="1"/>
      <p:bldP spid="3" grpId="0"/>
      <p:bldP spid="3" grpId="1"/>
      <p:bldP spid="7" grpId="0" animBg="1"/>
      <p:bldP spid="7" grpId="1" animBg="1"/>
      <p:bldP spid="9" grpId="0" animBg="1"/>
      <p:bldP spid="9" grpId="1" animBg="1"/>
      <p:bldP spid="8" grpId="0"/>
      <p:bldP spid="8" grpId="1"/>
      <p:bldP spid="15" grpId="0"/>
      <p:bldP spid="15" grpId="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6DE76-B40F-064B-E09F-520681046704}"/>
            </a:ext>
          </a:extLst>
        </p:cNvPr>
        <p:cNvGrpSpPr/>
        <p:nvPr/>
      </p:nvGrpSpPr>
      <p:grpSpPr>
        <a:xfrm>
          <a:off x="0" y="0"/>
          <a:ext cx="0" cy="0"/>
          <a:chOff x="0" y="0"/>
          <a:chExt cx="0" cy="0"/>
        </a:xfrm>
      </p:grpSpPr>
      <p:sp>
        <p:nvSpPr>
          <p:cNvPr id="28" name="Title 2">
            <a:extLst>
              <a:ext uri="{FF2B5EF4-FFF2-40B4-BE49-F238E27FC236}">
                <a16:creationId xmlns:a16="http://schemas.microsoft.com/office/drawing/2014/main" id="{FDD7E45E-E204-22F5-AD32-D654EA3CBA4A}"/>
              </a:ext>
            </a:extLst>
          </p:cNvPr>
          <p:cNvSpPr txBox="1">
            <a:spLocks noGrp="1"/>
          </p:cNvSpPr>
          <p:nvPr>
            <p:ph type="title"/>
          </p:nvPr>
        </p:nvSpPr>
        <p:spPr>
          <a:xfrm>
            <a:off x="588264" y="2321003"/>
            <a:ext cx="4127692" cy="1200329"/>
          </a:xfr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lvl="0"/>
            <a:r>
              <a:rPr lang="en-US">
                <a:solidFill>
                  <a:schemeClr val="bg1"/>
                </a:solidFill>
              </a:rPr>
              <a:t>Tracing and debugging </a:t>
            </a:r>
          </a:p>
        </p:txBody>
      </p:sp>
      <p:sp>
        <p:nvSpPr>
          <p:cNvPr id="25" name="Title 2">
            <a:extLst>
              <a:ext uri="{FF2B5EF4-FFF2-40B4-BE49-F238E27FC236}">
                <a16:creationId xmlns:a16="http://schemas.microsoft.com/office/drawing/2014/main" id="{6A42EDD5-616E-B9E1-BFF0-A921A1BF4F95}"/>
              </a:ext>
            </a:extLst>
          </p:cNvPr>
          <p:cNvSpPr txBox="1">
            <a:spLocks/>
          </p:cNvSpPr>
          <p:nvPr/>
        </p:nvSpPr>
        <p:spPr>
          <a:xfrm>
            <a:off x="588264" y="4207759"/>
            <a:ext cx="2767186" cy="13849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marL="171450" marR="0" lvl="1" indent="-171450" algn="l" defTabSz="93247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0" cap="none" spc="0" normalizeH="0" baseline="0" noProof="0">
                <a:ln w="3175">
                  <a:noFill/>
                </a:ln>
                <a:solidFill>
                  <a:srgbClr val="000000"/>
                </a:solidFill>
                <a:effectLst/>
                <a:uLnTx/>
                <a:uFillTx/>
                <a:latin typeface="Segoe UI Semibold" panose="020B0502040204020203" pitchFamily="34" charset="0"/>
                <a:ea typeface="+mn-ea"/>
                <a:cs typeface="Segoe UI Semibold" panose="020B0502040204020203" pitchFamily="34" charset="0"/>
              </a:rPr>
              <a:t>Gain comprehensive insights into app workflows</a:t>
            </a:r>
          </a:p>
          <a:p>
            <a:pPr marL="171450" marR="0" lvl="1" indent="-171450" algn="l" defTabSz="93247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0" cap="none" spc="0" normalizeH="0" baseline="0" noProof="0">
                <a:ln w="3175">
                  <a:noFill/>
                </a:ln>
                <a:solidFill>
                  <a:srgbClr val="000000"/>
                </a:solidFill>
                <a:effectLst/>
                <a:uLnTx/>
                <a:uFillTx/>
                <a:latin typeface="Segoe UI Semibold" panose="020B0502040204020203" pitchFamily="34" charset="0"/>
                <a:ea typeface="+mn-ea"/>
                <a:cs typeface="Segoe UI Semibold" panose="020B0502040204020203" pitchFamily="34" charset="0"/>
              </a:rPr>
              <a:t>Facilitate quick resolution of performance bottlenecks</a:t>
            </a:r>
          </a:p>
          <a:p>
            <a:pPr marL="171450" marR="0" lvl="1" indent="-171450" algn="l" defTabSz="93247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1" i="0" u="none" strike="noStrike" kern="0" cap="none" spc="0" normalizeH="0" baseline="0" noProof="0">
                <a:ln w="3175">
                  <a:noFill/>
                </a:ln>
                <a:solidFill>
                  <a:srgbClr val="000000"/>
                </a:solidFill>
                <a:effectLst/>
                <a:uLnTx/>
                <a:uFillTx/>
                <a:latin typeface="Segoe UI Semibold" panose="020B0502040204020203" pitchFamily="34" charset="0"/>
                <a:ea typeface="+mn-ea"/>
                <a:cs typeface="Segoe UI Semibold" panose="020B0502040204020203" pitchFamily="34" charset="0"/>
              </a:rPr>
              <a:t>Streamline debugging</a:t>
            </a:r>
          </a:p>
        </p:txBody>
      </p:sp>
      <p:pic>
        <p:nvPicPr>
          <p:cNvPr id="3" name="Picture 2">
            <a:extLst>
              <a:ext uri="{FF2B5EF4-FFF2-40B4-BE49-F238E27FC236}">
                <a16:creationId xmlns:a16="http://schemas.microsoft.com/office/drawing/2014/main" id="{913F3393-8646-836E-E407-B6AD3CAC58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5392" y="983974"/>
            <a:ext cx="7824082" cy="4890051"/>
          </a:xfrm>
          <a:prstGeom prst="roundRect">
            <a:avLst>
              <a:gd name="adj" fmla="val 2605"/>
            </a:avLst>
          </a:prstGeom>
          <a:solidFill>
            <a:srgbClr val="101010"/>
          </a:solidFill>
          <a:ln w="19050" cap="flat" cmpd="sng" algn="ctr">
            <a:gradFill flip="none" rotWithShape="1">
              <a:gsLst>
                <a:gs pos="0">
                  <a:srgbClr val="101010"/>
                </a:gs>
                <a:gs pos="93000">
                  <a:srgbClr val="432EC8"/>
                </a:gs>
                <a:gs pos="100000">
                  <a:srgbClr val="EDDEFF"/>
                </a:gs>
              </a:gsLst>
              <a:lin ang="4800000" scaled="0"/>
              <a:tileRect/>
            </a:gradFill>
            <a:prstDash val="solid"/>
            <a:headEnd type="none" w="med" len="med"/>
            <a:tailEnd type="none" w="med" len="med"/>
          </a:ln>
          <a:effectLst>
            <a:glow rad="88900">
              <a:srgbClr val="432EC8">
                <a:alpha val="22000"/>
              </a:srgbClr>
            </a:glow>
          </a:effectLst>
        </p:spPr>
      </p:pic>
      <p:sp>
        <p:nvSpPr>
          <p:cNvPr id="6" name="Rectangle: Rounded Corners 10">
            <a:extLst>
              <a:ext uri="{FF2B5EF4-FFF2-40B4-BE49-F238E27FC236}">
                <a16:creationId xmlns:a16="http://schemas.microsoft.com/office/drawing/2014/main" id="{D2380C9D-EF1B-BC7C-6819-DC363740EF19}"/>
              </a:ext>
            </a:extLst>
          </p:cNvPr>
          <p:cNvSpPr/>
          <p:nvPr/>
        </p:nvSpPr>
        <p:spPr>
          <a:xfrm>
            <a:off x="584200" y="3427593"/>
            <a:ext cx="4230542" cy="483989"/>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vert="horz" wrap="square" lIns="0" tIns="9144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w="3175">
                  <a:noFill/>
                </a:ln>
                <a:solidFill>
                  <a:srgbClr val="998CE3"/>
                </a:solidFill>
                <a:effectLst/>
                <a:uLnTx/>
                <a:uFillTx/>
                <a:latin typeface="Segoe Sans Text Semibold" pitchFamily="2" charset="0"/>
                <a:ea typeface="+mn-ea"/>
                <a:cs typeface="+mn-cs"/>
              </a:rPr>
              <a:t>Foundry difference:</a:t>
            </a:r>
          </a:p>
        </p:txBody>
      </p:sp>
    </p:spTree>
    <p:extLst>
      <p:ext uri="{BB962C8B-B14F-4D97-AF65-F5344CB8AC3E}">
        <p14:creationId xmlns:p14="http://schemas.microsoft.com/office/powerpoint/2010/main" val="1678400972"/>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C3DF-AF9E-2EAA-D5F5-C6F8A4F27F53}"/>
              </a:ext>
            </a:extLst>
          </p:cNvPr>
          <p:cNvSpPr>
            <a:spLocks noGrp="1"/>
          </p:cNvSpPr>
          <p:nvPr>
            <p:ph type="title"/>
          </p:nvPr>
        </p:nvSpPr>
        <p:spPr>
          <a:xfrm>
            <a:off x="588263" y="882690"/>
            <a:ext cx="11018520" cy="553998"/>
          </a:xfrm>
        </p:spPr>
        <p:txBody>
          <a:bodyPr/>
          <a:lstStyle/>
          <a:p>
            <a:r>
              <a:rPr lang="en-US"/>
              <a:t>Tracing &amp; Evals for Any Agent Framework</a:t>
            </a:r>
          </a:p>
        </p:txBody>
      </p:sp>
      <p:grpSp>
        <p:nvGrpSpPr>
          <p:cNvPr id="5" name="Group 4" descr="Announcing">
            <a:extLst>
              <a:ext uri="{FF2B5EF4-FFF2-40B4-BE49-F238E27FC236}">
                <a16:creationId xmlns:a16="http://schemas.microsoft.com/office/drawing/2014/main" id="{AC5E5E26-E782-5C48-5033-B09218A7F76B}"/>
              </a:ext>
            </a:extLst>
          </p:cNvPr>
          <p:cNvGrpSpPr/>
          <p:nvPr/>
        </p:nvGrpSpPr>
        <p:grpSpPr>
          <a:xfrm>
            <a:off x="582612" y="460264"/>
            <a:ext cx="1916366" cy="273934"/>
            <a:chOff x="11982030" y="5147428"/>
            <a:chExt cx="1916366" cy="273934"/>
          </a:xfrm>
        </p:grpSpPr>
        <p:sp>
          <p:nvSpPr>
            <p:cNvPr id="6" name="TextBox 5">
              <a:extLst>
                <a:ext uri="{FF2B5EF4-FFF2-40B4-BE49-F238E27FC236}">
                  <a16:creationId xmlns:a16="http://schemas.microsoft.com/office/drawing/2014/main" id="{33E19C6D-4487-DF8B-A8B9-F6D46035B5E7}"/>
                </a:ext>
              </a:extLst>
            </p:cNvPr>
            <p:cNvSpPr txBox="1"/>
            <p:nvPr/>
          </p:nvSpPr>
          <p:spPr>
            <a:xfrm>
              <a:off x="11982030" y="5147428"/>
              <a:ext cx="1916358" cy="273921"/>
            </a:xfrm>
            <a:prstGeom prst="rect">
              <a:avLst/>
            </a:prstGeom>
            <a:solidFill>
              <a:srgbClr val="36AAEE"/>
            </a:solidFill>
            <a:ln w="9525" cap="flat">
              <a:noFill/>
              <a:prstDash val="solid"/>
              <a:miter/>
            </a:ln>
          </p:spPr>
          <p:txBody>
            <a:bodyPr wrap="none" lIns="73152" tIns="9144" rIns="365760" bIns="18288" anchor="b" anchorCtr="0">
              <a:spAutoFit/>
            </a:bodyPr>
            <a:lstStyle>
              <a:defPPr>
                <a:defRPr lang="en-US"/>
              </a:defPPr>
            </a:lstStyle>
            <a:p>
              <a:pPr marL="0" marR="0" lvl="0" indent="0" algn="r" defTabSz="914437"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w="3175">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rPr>
                <a:t>Announcement</a:t>
              </a:r>
            </a:p>
          </p:txBody>
        </p:sp>
        <p:grpSp>
          <p:nvGrpSpPr>
            <p:cNvPr id="7" name="Group 6">
              <a:extLst>
                <a:ext uri="{FF2B5EF4-FFF2-40B4-BE49-F238E27FC236}">
                  <a16:creationId xmlns:a16="http://schemas.microsoft.com/office/drawing/2014/main" id="{7836E299-0D62-62C2-7308-4A2CAF6AD7E3}"/>
                </a:ext>
              </a:extLst>
            </p:cNvPr>
            <p:cNvGrpSpPr/>
            <p:nvPr/>
          </p:nvGrpSpPr>
          <p:grpSpPr>
            <a:xfrm>
              <a:off x="13624474" y="5147440"/>
              <a:ext cx="273922" cy="273922"/>
              <a:chOff x="2279014" y="3657600"/>
              <a:chExt cx="274320" cy="274320"/>
            </a:xfrm>
          </p:grpSpPr>
          <p:sp>
            <p:nvSpPr>
              <p:cNvPr id="8" name="Freeform: Shape 7">
                <a:extLst>
                  <a:ext uri="{FF2B5EF4-FFF2-40B4-BE49-F238E27FC236}">
                    <a16:creationId xmlns:a16="http://schemas.microsoft.com/office/drawing/2014/main" id="{08ADEE2F-C1AC-A1EB-D60B-867DF6A86F0F}"/>
                  </a:ext>
                </a:extLst>
              </p:cNvPr>
              <p:cNvSpPr/>
              <p:nvPr/>
            </p:nvSpPr>
            <p:spPr>
              <a:xfrm>
                <a:off x="2416174" y="365760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316DA1"/>
              </a:solidFill>
              <a:ln w="9525" cap="flat">
                <a:noFill/>
                <a:prstDash val="solid"/>
                <a:miter/>
              </a:ln>
            </p:spPr>
            <p:txBody>
              <a:bodyPr lIns="73152" tIns="9144" bIns="18288" anchor="b"/>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AE7CB93F-2F23-6000-276F-0195D0777BC8}"/>
                  </a:ext>
                </a:extLst>
              </p:cNvPr>
              <p:cNvSpPr/>
              <p:nvPr/>
            </p:nvSpPr>
            <p:spPr>
              <a:xfrm>
                <a:off x="2416174" y="379476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9144" rIns="182880" bIns="18288" numCol="1" spcCol="0" rtlCol="0" fromWordArt="0" anchor="b"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endParaRPr>
              </a:p>
            </p:txBody>
          </p:sp>
          <p:sp>
            <p:nvSpPr>
              <p:cNvPr id="10" name="Freeform: Shape 9">
                <a:extLst>
                  <a:ext uri="{FF2B5EF4-FFF2-40B4-BE49-F238E27FC236}">
                    <a16:creationId xmlns:a16="http://schemas.microsoft.com/office/drawing/2014/main" id="{1C091FB9-774C-8346-A733-945F6D900F53}"/>
                  </a:ext>
                </a:extLst>
              </p:cNvPr>
              <p:cNvSpPr/>
              <p:nvPr/>
            </p:nvSpPr>
            <p:spPr>
              <a:xfrm>
                <a:off x="2279014" y="379476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3382BB"/>
              </a:solidFill>
              <a:ln w="9525" cap="flat">
                <a:noFill/>
                <a:prstDash val="solid"/>
                <a:miter/>
              </a:ln>
            </p:spPr>
            <p:txBody>
              <a:bodyPr lIns="73152" tIns="9144" bIns="18288" anchor="b"/>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grpSp>
      </p:grpSp>
      <p:sp>
        <p:nvSpPr>
          <p:cNvPr id="11" name="Rectangle: Rounded Corners 5">
            <a:extLst>
              <a:ext uri="{FF2B5EF4-FFF2-40B4-BE49-F238E27FC236}">
                <a16:creationId xmlns:a16="http://schemas.microsoft.com/office/drawing/2014/main" id="{0D784441-46A6-BD4D-C50C-FAF6A09F6411}"/>
              </a:ext>
              <a:ext uri="{C183D7F6-B498-43B3-948B-1728B52AA6E4}">
                <adec:decorative xmlns:adec="http://schemas.microsoft.com/office/drawing/2017/decorative" val="1"/>
              </a:ext>
            </a:extLst>
          </p:cNvPr>
          <p:cNvSpPr/>
          <p:nvPr/>
        </p:nvSpPr>
        <p:spPr>
          <a:xfrm>
            <a:off x="582612" y="1864636"/>
            <a:ext cx="11026776" cy="4404402"/>
          </a:xfrm>
          <a:prstGeom prst="roundRect">
            <a:avLst>
              <a:gd name="adj" fmla="val 0"/>
            </a:avLst>
          </a:prstGeom>
          <a:solidFill>
            <a:schemeClr val="tx1">
              <a:alpha val="2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373" tIns="86699" rIns="108373" bIns="86699"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70937" rtl="0" eaLnBrk="1" fontAlgn="base" latinLnBrk="0" hangingPunct="1">
              <a:lnSpc>
                <a:spcPct val="100000"/>
              </a:lnSpc>
              <a:spcBef>
                <a:spcPct val="0"/>
              </a:spcBef>
              <a:spcAft>
                <a:spcPts val="356"/>
              </a:spcAft>
              <a:buClrTx/>
              <a:buSzTx/>
              <a:buFontTx/>
              <a:buNone/>
              <a:tabLst/>
              <a:defRPr/>
            </a:pPr>
            <a:endParaRPr kumimoji="0" lang="en-US" sz="1000" b="1" i="0" u="none" strike="noStrike" kern="1200" cap="none" spc="0" normalizeH="0" baseline="0" noProof="0">
              <a:ln>
                <a:noFill/>
              </a:ln>
              <a:gradFill>
                <a:gsLst>
                  <a:gs pos="4587">
                    <a:srgbClr val="FFFFFF"/>
                  </a:gs>
                  <a:gs pos="17000">
                    <a:srgbClr val="FFFFFF"/>
                  </a:gs>
                </a:gsLst>
                <a:path path="circle">
                  <a:fillToRect l="100000" b="100000"/>
                </a:path>
              </a:gradFill>
              <a:effectLst/>
              <a:uLnTx/>
              <a:uFillTx/>
              <a:latin typeface="Segoe UI"/>
              <a:ea typeface="+mn-ea"/>
              <a:cs typeface="Segoe UI" panose="020B0502040204020203" pitchFamily="34" charset="0"/>
            </a:endParaRPr>
          </a:p>
        </p:txBody>
      </p:sp>
      <p:sp>
        <p:nvSpPr>
          <p:cNvPr id="13" name="Text Placeholder 5">
            <a:extLst>
              <a:ext uri="{FF2B5EF4-FFF2-40B4-BE49-F238E27FC236}">
                <a16:creationId xmlns:a16="http://schemas.microsoft.com/office/drawing/2014/main" id="{218E68F2-2D45-35EC-EFA3-51A17711C22B}"/>
              </a:ext>
            </a:extLst>
          </p:cNvPr>
          <p:cNvSpPr txBox="1">
            <a:spLocks/>
          </p:cNvSpPr>
          <p:nvPr/>
        </p:nvSpPr>
        <p:spPr>
          <a:xfrm>
            <a:off x="1003326" y="2194645"/>
            <a:ext cx="4168749" cy="307777"/>
          </a:xfrm>
          <a:prstGeom prst="rect">
            <a:avLst/>
          </a:prstGeom>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Open Ecosystem Support</a:t>
            </a:r>
          </a:p>
        </p:txBody>
      </p:sp>
      <p:sp>
        <p:nvSpPr>
          <p:cNvPr id="14" name="Text Placeholder 3">
            <a:extLst>
              <a:ext uri="{FF2B5EF4-FFF2-40B4-BE49-F238E27FC236}">
                <a16:creationId xmlns:a16="http://schemas.microsoft.com/office/drawing/2014/main" id="{BF3D7F61-EFB5-FAC5-9E96-83DAA9D01C26}"/>
              </a:ext>
            </a:extLst>
          </p:cNvPr>
          <p:cNvSpPr txBox="1">
            <a:spLocks/>
          </p:cNvSpPr>
          <p:nvPr/>
        </p:nvSpPr>
        <p:spPr>
          <a:xfrm>
            <a:off x="1003327" y="2561627"/>
            <a:ext cx="4475453" cy="738664"/>
          </a:xfrm>
          <a:prstGeom prst="rect">
            <a:avLst/>
          </a:prstGeom>
        </p:spPr>
        <p:txBody>
          <a:bodyPr wrap="square" lIns="0">
            <a:spAutoFit/>
          </a:bodyPr>
          <a:lstStyle>
            <a:defPPr>
              <a:defRPr lang="en-US"/>
            </a:defPPr>
            <a:lvl1pPr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OTel-based tracing and evals extend to </a:t>
            </a:r>
            <a:r>
              <a:rPr kumimoji="0" lang="en-US" sz="1400" b="0" i="0" u="none" strike="noStrike" kern="1200" cap="none" spc="0" normalizeH="0" baseline="0" noProof="0" err="1">
                <a:ln>
                  <a:noFill/>
                </a:ln>
                <a:solidFill>
                  <a:srgbClr val="FFFFFF"/>
                </a:solidFill>
                <a:effectLst/>
                <a:uLnTx/>
                <a:uFillTx/>
                <a:latin typeface="Segoe UI"/>
                <a:ea typeface="+mn-ea"/>
                <a:cs typeface="Segoe UI" panose="020B0502040204020203" pitchFamily="34" charset="0"/>
              </a:rPr>
              <a:t>LangChain</a:t>
            </a: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 LangGraph, OpenAI SDK, and Microsoft Agent Framework — not just Foundry-hosted agents.</a:t>
            </a:r>
          </a:p>
        </p:txBody>
      </p:sp>
      <p:sp>
        <p:nvSpPr>
          <p:cNvPr id="15" name="Text Placeholder 6">
            <a:extLst>
              <a:ext uri="{FF2B5EF4-FFF2-40B4-BE49-F238E27FC236}">
                <a16:creationId xmlns:a16="http://schemas.microsoft.com/office/drawing/2014/main" id="{AB4FB3A5-1FD4-806F-FDE6-3A11BFBC338B}"/>
              </a:ext>
            </a:extLst>
          </p:cNvPr>
          <p:cNvSpPr txBox="1">
            <a:spLocks/>
          </p:cNvSpPr>
          <p:nvPr/>
        </p:nvSpPr>
        <p:spPr>
          <a:xfrm>
            <a:off x="1003326" y="3538670"/>
            <a:ext cx="4168749" cy="390877"/>
          </a:xfrm>
          <a:prstGeom prst="rect">
            <a:avLst/>
          </a:prstGeom>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Unified Trace Visibility</a:t>
            </a:r>
          </a:p>
        </p:txBody>
      </p:sp>
      <p:sp>
        <p:nvSpPr>
          <p:cNvPr id="16" name="Text Placeholder 4">
            <a:extLst>
              <a:ext uri="{FF2B5EF4-FFF2-40B4-BE49-F238E27FC236}">
                <a16:creationId xmlns:a16="http://schemas.microsoft.com/office/drawing/2014/main" id="{F1845C53-E83C-F8C6-9229-ECCFFDF0B4C8}"/>
              </a:ext>
            </a:extLst>
          </p:cNvPr>
          <p:cNvSpPr txBox="1">
            <a:spLocks/>
          </p:cNvSpPr>
          <p:nvPr/>
        </p:nvSpPr>
        <p:spPr>
          <a:xfrm>
            <a:off x="1003326" y="3891447"/>
            <a:ext cx="4577054" cy="738664"/>
          </a:xfrm>
          <a:prstGeom prst="rect">
            <a:avLst/>
          </a:prstGeom>
        </p:spPr>
        <p:txBody>
          <a:bodyPr wrap="square" lIns="0">
            <a:spAutoFit/>
          </a:bodyPr>
          <a:lstStyle>
            <a:defPPr>
              <a:defRPr lang="en-US"/>
            </a:defPPr>
            <a:lvl1pPr marR="0" indent="0" defTabSz="932742" fontAlgn="auto">
              <a:lnSpc>
                <a:spcPct val="100000"/>
              </a:lnSpc>
              <a:spcBef>
                <a:spcPts val="0"/>
              </a:spcBef>
              <a:spcAft>
                <a:spcPts val="0"/>
              </a:spcAft>
              <a:buClrTx/>
              <a:buSzPct val="90000"/>
              <a:buFont typeface="Wingdings" panose="05000000000000000000" pitchFamily="2" charset="2"/>
              <a:buNone/>
              <a:tabLst/>
              <a:defRPr sz="1400" spc="0" baseline="0">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Every agent step — tool calls, LLM invocations, </a:t>
            </a:r>
            <a:b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handoffs — captured in one trace view regardless </a:t>
            </a:r>
            <a:b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of which framework was used to build the agent.</a:t>
            </a:r>
          </a:p>
        </p:txBody>
      </p:sp>
      <p:sp>
        <p:nvSpPr>
          <p:cNvPr id="17" name="Text Placeholder 13">
            <a:extLst>
              <a:ext uri="{FF2B5EF4-FFF2-40B4-BE49-F238E27FC236}">
                <a16:creationId xmlns:a16="http://schemas.microsoft.com/office/drawing/2014/main" id="{8FBCB693-E989-B9C3-A68E-1CD151175CDA}"/>
              </a:ext>
            </a:extLst>
          </p:cNvPr>
          <p:cNvSpPr txBox="1">
            <a:spLocks/>
          </p:cNvSpPr>
          <p:nvPr/>
        </p:nvSpPr>
        <p:spPr>
          <a:xfrm>
            <a:off x="1003325" y="4868490"/>
            <a:ext cx="4168749" cy="307777"/>
          </a:xfrm>
          <a:prstGeom prst="rect">
            <a:avLst/>
          </a:prstGeom>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Eval Signal, Everywhere</a:t>
            </a:r>
          </a:p>
        </p:txBody>
      </p:sp>
      <p:sp>
        <p:nvSpPr>
          <p:cNvPr id="18" name="Text Placeholder 14">
            <a:extLst>
              <a:ext uri="{FF2B5EF4-FFF2-40B4-BE49-F238E27FC236}">
                <a16:creationId xmlns:a16="http://schemas.microsoft.com/office/drawing/2014/main" id="{24704087-9F2B-4E0F-FC2D-28B713A16749}"/>
              </a:ext>
            </a:extLst>
          </p:cNvPr>
          <p:cNvSpPr txBox="1">
            <a:spLocks/>
          </p:cNvSpPr>
          <p:nvPr/>
        </p:nvSpPr>
        <p:spPr>
          <a:xfrm>
            <a:off x="1003326" y="5200364"/>
            <a:ext cx="4241774" cy="738664"/>
          </a:xfrm>
          <a:prstGeom prst="rect">
            <a:avLst/>
          </a:prstGeom>
        </p:spPr>
        <p:txBody>
          <a:bodyPr wrap="square" lIns="0">
            <a:spAutoFit/>
          </a:bodyPr>
          <a:lstStyle>
            <a:defPPr>
              <a:defRPr lang="en-US"/>
            </a:defPPr>
            <a:lvl1pPr marR="0" indent="0" defTabSz="932742" fontAlgn="auto">
              <a:lnSpc>
                <a:spcPct val="100000"/>
              </a:lnSpc>
              <a:spcBef>
                <a:spcPts val="0"/>
              </a:spcBef>
              <a:spcAft>
                <a:spcPts val="0"/>
              </a:spcAft>
              <a:buClrTx/>
              <a:buSzPct val="90000"/>
              <a:buFont typeface="Wingdings" panose="05000000000000000000" pitchFamily="2" charset="2"/>
              <a:buNone/>
              <a:tabLst/>
              <a:defRPr sz="1400" spc="0" baseline="0">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Run structured evals against traces from any framework. Get consistent quality signals across your entire agent fleet.</a:t>
            </a:r>
          </a:p>
        </p:txBody>
      </p:sp>
      <p:pic>
        <p:nvPicPr>
          <p:cNvPr id="12" name="Picture 11" descr="screenshot of github window with popup">
            <a:extLst>
              <a:ext uri="{FF2B5EF4-FFF2-40B4-BE49-F238E27FC236}">
                <a16:creationId xmlns:a16="http://schemas.microsoft.com/office/drawing/2014/main" id="{82647B7E-39FA-B1D4-3AC3-35AB1293C5AC}"/>
              </a:ext>
            </a:extLst>
          </p:cNvPr>
          <p:cNvPicPr>
            <a:picLocks noChangeAspect="1"/>
          </p:cNvPicPr>
          <p:nvPr/>
        </p:nvPicPr>
        <p:blipFill>
          <a:blip r:embed="rId2"/>
          <a:stretch>
            <a:fillRect/>
          </a:stretch>
        </p:blipFill>
        <p:spPr>
          <a:xfrm>
            <a:off x="6024734" y="2175595"/>
            <a:ext cx="5178400" cy="3782483"/>
          </a:xfrm>
          <a:prstGeom prst="roundRect">
            <a:avLst>
              <a:gd name="adj" fmla="val 4004"/>
            </a:avLst>
          </a:prstGeom>
          <a:ln w="19050">
            <a:solidFill>
              <a:srgbClr val="808080"/>
            </a:solidFill>
          </a:ln>
        </p:spPr>
      </p:pic>
      <p:sp>
        <p:nvSpPr>
          <p:cNvPr id="4" name="TextBox 3">
            <a:extLst>
              <a:ext uri="{FF2B5EF4-FFF2-40B4-BE49-F238E27FC236}">
                <a16:creationId xmlns:a16="http://schemas.microsoft.com/office/drawing/2014/main" id="{69962FBB-9171-7EA1-E8C2-B62FBE016D56}"/>
              </a:ext>
              <a:ext uri="{C183D7F6-B498-43B3-948B-1728B52AA6E4}">
                <adec:decorative xmlns:adec="http://schemas.microsoft.com/office/drawing/2017/decorative" val="1"/>
              </a:ext>
            </a:extLst>
          </p:cNvPr>
          <p:cNvSpPr txBox="1"/>
          <p:nvPr/>
        </p:nvSpPr>
        <p:spPr>
          <a:xfrm>
            <a:off x="12491254" y="41701"/>
            <a:ext cx="3565585" cy="954107"/>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FF00"/>
                </a:highlight>
                <a:uLnTx/>
                <a:uFillTx/>
                <a:latin typeface="Aptos" panose="02110004020202020204"/>
                <a:ea typeface="Calibri"/>
                <a:cs typeface="Calibri"/>
              </a:rPr>
              <a:t>GIF IMAGE NEEDED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110004020202020204"/>
                <a:ea typeface="Calibri"/>
                <a:cs typeface="Calibri"/>
              </a:rPr>
              <a:t>Placeholder content (currently)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110004020202020204"/>
                <a:ea typeface="Calibri"/>
                <a:cs typeface="Calibri"/>
              </a:rPr>
              <a:t>ADD INTO SLIDE – will be incorporated into pitch deck</a:t>
            </a:r>
          </a:p>
        </p:txBody>
      </p:sp>
    </p:spTree>
    <p:extLst>
      <p:ext uri="{BB962C8B-B14F-4D97-AF65-F5344CB8AC3E}">
        <p14:creationId xmlns:p14="http://schemas.microsoft.com/office/powerpoint/2010/main" val="1704321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
                                        <p:tgtEl>
                                          <p:spTgt spid="13"/>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
                                        <p:tgtEl>
                                          <p:spTgt spid="14"/>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
                                        <p:tgtEl>
                                          <p:spTgt spid="1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00"/>
                                        <p:tgtEl>
                                          <p:spTgt spid="16"/>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
                                        <p:tgtEl>
                                          <p:spTgt spid="17"/>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
                                        <p:tgtEl>
                                          <p:spTgt spid="18"/>
                                        </p:tgtEl>
                                      </p:cBhvr>
                                    </p:animEffect>
                                  </p:childTnLst>
                                </p:cTn>
                              </p:par>
                              <p:par>
                                <p:cTn id="23" presetID="10" presetClass="entr" presetSubtype="0" fill="hold" grpId="0" nodeType="withEffect">
                                  <p:stCondLst>
                                    <p:cond delay="1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p:tgtEl>
                                          <p:spTgt spid="11"/>
                                        </p:tgtEl>
                                      </p:cBhvr>
                                    </p:animEffect>
                                  </p:childTnLst>
                                </p:cTn>
                              </p:par>
                              <p:par>
                                <p:cTn id="26" presetID="10" presetClass="entr" presetSubtype="0" fill="hold" nodeType="withEffect">
                                  <p:stCondLst>
                                    <p:cond delay="5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13" grpId="0"/>
      <p:bldP spid="14" grpId="0"/>
      <p:bldP spid="15" grpId="0"/>
      <p:bldP spid="16" grpId="0"/>
      <p:bldP spid="17" grpId="0"/>
      <p:bldP spid="18" grpId="0"/>
    </p:bld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D417D8-A220-60F3-ADE9-01970DF35D9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B8563D2-E8FF-2697-F926-9F3A462EA8FE}"/>
              </a:ext>
            </a:extLst>
          </p:cNvPr>
          <p:cNvPicPr>
            <a:picLocks noChangeAspect="1"/>
          </p:cNvPicPr>
          <p:nvPr/>
        </p:nvPicPr>
        <p:blipFill>
          <a:blip r:embed="rId3"/>
          <a:srcRect l="-14827" t="13025" r="15329" b="14408"/>
          <a:stretch>
            <a:fillRect/>
          </a:stretch>
        </p:blipFill>
        <p:spPr>
          <a:xfrm flipV="1">
            <a:off x="1848897" y="0"/>
            <a:ext cx="10343103" cy="6858000"/>
          </a:xfrm>
          <a:prstGeom prst="rect">
            <a:avLst/>
          </a:prstGeom>
        </p:spPr>
      </p:pic>
      <p:sp>
        <p:nvSpPr>
          <p:cNvPr id="7" name="Rectangle: Rounded Corners 6">
            <a:extLst>
              <a:ext uri="{FF2B5EF4-FFF2-40B4-BE49-F238E27FC236}">
                <a16:creationId xmlns:a16="http://schemas.microsoft.com/office/drawing/2014/main" id="{0DD9D4CB-F045-9669-2693-013D20B6E3D5}"/>
              </a:ext>
            </a:extLst>
          </p:cNvPr>
          <p:cNvSpPr/>
          <p:nvPr/>
        </p:nvSpPr>
        <p:spPr bwMode="auto">
          <a:xfrm rot="10800000">
            <a:off x="5374733" y="0"/>
            <a:ext cx="9259055" cy="7010400"/>
          </a:xfrm>
          <a:prstGeom prst="roundRect">
            <a:avLst>
              <a:gd name="adj" fmla="val 3028"/>
            </a:avLst>
          </a:prstGeom>
          <a:gradFill>
            <a:gsLst>
              <a:gs pos="80000">
                <a:schemeClr val="bg1">
                  <a:alpha val="21000"/>
                </a:schemeClr>
              </a:gs>
              <a:gs pos="48560">
                <a:srgbClr val="FFFFFF">
                  <a:alpha val="70000"/>
                </a:srgbClr>
              </a:gs>
              <a:gs pos="0">
                <a:schemeClr val="bg1">
                  <a:alpha val="0"/>
                </a:schemeClr>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Semilight"/>
              <a:ea typeface="Segoe UI" pitchFamily="34" charset="0"/>
              <a:cs typeface="Segoe UI" pitchFamily="34" charset="0"/>
            </a:endParaRPr>
          </a:p>
        </p:txBody>
      </p:sp>
      <p:sp>
        <p:nvSpPr>
          <p:cNvPr id="3" name="Title 2">
            <a:extLst>
              <a:ext uri="{FF2B5EF4-FFF2-40B4-BE49-F238E27FC236}">
                <a16:creationId xmlns:a16="http://schemas.microsoft.com/office/drawing/2014/main" id="{C5A8B667-3206-0017-F863-E04E3A0FD89E}"/>
              </a:ext>
            </a:extLst>
          </p:cNvPr>
          <p:cNvSpPr>
            <a:spLocks noGrp="1"/>
          </p:cNvSpPr>
          <p:nvPr>
            <p:ph type="title"/>
          </p:nvPr>
        </p:nvSpPr>
        <p:spPr>
          <a:xfrm>
            <a:off x="588963" y="457200"/>
            <a:ext cx="11017250" cy="554038"/>
          </a:xfrm>
        </p:spPr>
        <p:txBody>
          <a:bodyPr/>
          <a:lstStyle/>
          <a:p>
            <a:r>
              <a:rPr lang="en-US">
                <a:solidFill>
                  <a:schemeClr val="tx1"/>
                </a:solidFill>
              </a:rPr>
              <a:t>Observability</a:t>
            </a:r>
          </a:p>
        </p:txBody>
      </p:sp>
      <p:sp>
        <p:nvSpPr>
          <p:cNvPr id="2" name="Footer Placeholder 1">
            <a:extLst>
              <a:ext uri="{FF2B5EF4-FFF2-40B4-BE49-F238E27FC236}">
                <a16:creationId xmlns:a16="http://schemas.microsoft.com/office/drawing/2014/main" id="{F3373DC2-B68C-C426-B2AD-46E92EF73882}"/>
              </a:ext>
            </a:extLst>
          </p:cNvPr>
          <p:cNvSpPr>
            <a:spLocks noGrp="1"/>
          </p:cNvSpPr>
          <p:nvPr>
            <p:ph type="ftr" sz="quarter" idx="4294967295"/>
          </p:nvPr>
        </p:nvSpPr>
        <p:spPr>
          <a:xfrm>
            <a:off x="0" y="6543675"/>
            <a:ext cx="4114800" cy="2079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tint val="82000"/>
                  </a:srgbClr>
                </a:solidFill>
                <a:effectLst/>
                <a:uLnTx/>
                <a:uFillTx/>
                <a:latin typeface="Segoe UI"/>
                <a:ea typeface="+mn-ea"/>
                <a:cs typeface="Segoe UI Light" panose="020B0502040204020203" pitchFamily="34" charset="0"/>
              </a:rPr>
              <a:t>Microsoft Confidential</a:t>
            </a:r>
          </a:p>
        </p:txBody>
      </p:sp>
      <p:sp>
        <p:nvSpPr>
          <p:cNvPr id="60" name="TextBox 59">
            <a:extLst>
              <a:ext uri="{FF2B5EF4-FFF2-40B4-BE49-F238E27FC236}">
                <a16:creationId xmlns:a16="http://schemas.microsoft.com/office/drawing/2014/main" id="{BDC669B6-91ED-9290-9240-7F4C4F35C4C2}"/>
              </a:ext>
            </a:extLst>
          </p:cNvPr>
          <p:cNvSpPr txBox="1"/>
          <p:nvPr/>
        </p:nvSpPr>
        <p:spPr>
          <a:xfrm>
            <a:off x="588964" y="1139458"/>
            <a:ext cx="3893096" cy="1231106"/>
          </a:xfrm>
          <a:prstGeom prst="rect">
            <a:avLst/>
          </a:prstGeom>
          <a:noFill/>
        </p:spPr>
        <p:txBody>
          <a:bodyPr wrap="square" lIns="0" tIns="0" rIns="0" bIns="0" rtlCol="0" anchor="t">
            <a:spAutoFit/>
          </a:bodyPr>
          <a:lstStyle>
            <a:defPPr>
              <a:defRPr lang="en-US"/>
            </a:defPPr>
            <a:lvl1pPr marR="0" lvl="0" indent="0" algn="ctr" defTabSz="914367" fontAlgn="auto">
              <a:lnSpc>
                <a:spcPct val="100000"/>
              </a:lnSpc>
              <a:spcBef>
                <a:spcPts val="0"/>
              </a:spcBef>
              <a:spcAft>
                <a:spcPts val="0"/>
              </a:spcAft>
              <a:buClrTx/>
              <a:buSzTx/>
              <a:buFontTx/>
              <a:buNone/>
              <a:tabLst/>
              <a:defRPr sz="2400" spc="-50">
                <a:ln w="3175">
                  <a:noFill/>
                </a:ln>
                <a:gradFill>
                  <a:gsLst>
                    <a:gs pos="0">
                      <a:srgbClr val="C03BC4"/>
                    </a:gs>
                    <a:gs pos="100000">
                      <a:srgbClr val="0078D4"/>
                    </a:gs>
                  </a:gsLst>
                  <a:path path="circle">
                    <a:fillToRect l="100000" t="100000"/>
                  </a:path>
                </a:gradFill>
                <a:latin typeface="+mj-lt"/>
                <a:cs typeface="Segoe UI"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50" normalizeH="0" baseline="0" noProof="0">
                <a:ln w="3175">
                  <a:noFill/>
                </a:ln>
                <a:gradFill>
                  <a:gsLst>
                    <a:gs pos="0">
                      <a:srgbClr val="C03BC4"/>
                    </a:gs>
                    <a:gs pos="100000">
                      <a:srgbClr val="0078D4"/>
                    </a:gs>
                  </a:gsLst>
                  <a:path path="circle">
                    <a:fillToRect l="100000" t="100000"/>
                  </a:path>
                </a:gradFill>
                <a:effectLst/>
                <a:uLnTx/>
                <a:uFillTx/>
                <a:latin typeface="Segoe UI Semibold"/>
                <a:ea typeface="+mn-ea"/>
                <a:cs typeface="Segoe UI" pitchFamily="34" charset="0"/>
              </a:rPr>
              <a:t>Developers can evaluate and monitor agents to ensure the highest quality operation before and after deployment</a:t>
            </a:r>
          </a:p>
        </p:txBody>
      </p:sp>
      <p:pic>
        <p:nvPicPr>
          <p:cNvPr id="43" name="Picture 42">
            <a:extLst>
              <a:ext uri="{FF2B5EF4-FFF2-40B4-BE49-F238E27FC236}">
                <a16:creationId xmlns:a16="http://schemas.microsoft.com/office/drawing/2014/main" id="{A54C04C9-4503-9494-9CE8-658AD547AAE0}"/>
              </a:ext>
            </a:extLst>
          </p:cNvPr>
          <p:cNvPicPr>
            <a:picLocks noChangeAspect="1"/>
          </p:cNvPicPr>
          <p:nvPr/>
        </p:nvPicPr>
        <p:blipFill>
          <a:blip r:embed="rId4"/>
          <a:srcRect l="43617" t="5161" r="17792" b="27869"/>
          <a:stretch>
            <a:fillRect/>
          </a:stretch>
        </p:blipFill>
        <p:spPr>
          <a:xfrm>
            <a:off x="9697812" y="7356872"/>
            <a:ext cx="2243841" cy="2305122"/>
          </a:xfrm>
          <a:prstGeom prst="roundRect">
            <a:avLst>
              <a:gd name="adj" fmla="val 7423"/>
            </a:avLst>
          </a:prstGeom>
          <a:effectLst>
            <a:outerShdw blurRad="50800" dist="38100" dir="2700000" algn="tl" rotWithShape="0">
              <a:prstClr val="black">
                <a:alpha val="18388"/>
              </a:prstClr>
            </a:outerShdw>
          </a:effectLst>
          <a:scene3d>
            <a:camera prst="orthographicFront">
              <a:rot lat="0" lon="1500001" rev="0"/>
            </a:camera>
            <a:lightRig rig="threePt" dir="t"/>
          </a:scene3d>
          <a:sp3d>
            <a:bevelT w="107950" h="31750" prst="coolSlant"/>
            <a:bevelB w="165100" prst="coolSlant"/>
          </a:sp3d>
        </p:spPr>
      </p:pic>
      <p:sp>
        <p:nvSpPr>
          <p:cNvPr id="11" name="TextBox 10">
            <a:extLst>
              <a:ext uri="{FF2B5EF4-FFF2-40B4-BE49-F238E27FC236}">
                <a16:creationId xmlns:a16="http://schemas.microsoft.com/office/drawing/2014/main" id="{C2B7C695-632E-01C8-8DEE-F3B1850B5629}"/>
              </a:ext>
            </a:extLst>
          </p:cNvPr>
          <p:cNvSpPr txBox="1"/>
          <p:nvPr/>
        </p:nvSpPr>
        <p:spPr>
          <a:xfrm>
            <a:off x="588963" y="2687404"/>
            <a:ext cx="3893096" cy="328295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Evaluation Library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with pre-built metrics to evaluate the metrics that matter for agents including intent resolution, tool call accuracy</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Monitor for the same metrics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continuously </a:t>
            </a:r>
            <a:b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post-deployment</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Alerting</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proactively identify issues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Tracing</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debug issues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Leaderboards</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enable selection of the best model</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Guardrails</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prevent common agent mistakes like </a:t>
            </a:r>
            <a:b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going off task</a:t>
            </a:r>
          </a:p>
        </p:txBody>
      </p:sp>
      <p:pic>
        <p:nvPicPr>
          <p:cNvPr id="4" name="Picture 3">
            <a:extLst>
              <a:ext uri="{FF2B5EF4-FFF2-40B4-BE49-F238E27FC236}">
                <a16:creationId xmlns:a16="http://schemas.microsoft.com/office/drawing/2014/main" id="{15F065F9-E310-E368-8627-AF5226A1600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596441" y="0"/>
            <a:ext cx="11196737" cy="6858000"/>
          </a:xfrm>
          <a:prstGeom prst="roundRect">
            <a:avLst>
              <a:gd name="adj" fmla="val 2349"/>
            </a:avLst>
          </a:prstGeom>
          <a:ln>
            <a:solidFill>
              <a:schemeClr val="bg1"/>
            </a:solidFill>
          </a:ln>
        </p:spPr>
      </p:pic>
      <p:cxnSp>
        <p:nvCxnSpPr>
          <p:cNvPr id="10" name="Straight Connector 9">
            <a:extLst>
              <a:ext uri="{FF2B5EF4-FFF2-40B4-BE49-F238E27FC236}">
                <a16:creationId xmlns:a16="http://schemas.microsoft.com/office/drawing/2014/main" id="{3466F6F9-AA01-B067-329C-BACB4EC9810B}"/>
              </a:ext>
            </a:extLst>
          </p:cNvPr>
          <p:cNvCxnSpPr/>
          <p:nvPr/>
        </p:nvCxnSpPr>
        <p:spPr>
          <a:xfrm>
            <a:off x="588963" y="3387777"/>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D46974E-4D4E-2BD7-52A8-62C6D081CC51}"/>
              </a:ext>
            </a:extLst>
          </p:cNvPr>
          <p:cNvCxnSpPr/>
          <p:nvPr/>
        </p:nvCxnSpPr>
        <p:spPr>
          <a:xfrm>
            <a:off x="588963" y="4039849"/>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EFAAC66-BC64-84CF-F3EB-E1BB523A4F00}"/>
              </a:ext>
            </a:extLst>
          </p:cNvPr>
          <p:cNvCxnSpPr/>
          <p:nvPr/>
        </p:nvCxnSpPr>
        <p:spPr>
          <a:xfrm>
            <a:off x="588963" y="4512039"/>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F9CDD0D-363B-D7F1-C5AB-45472AF714C2}"/>
              </a:ext>
            </a:extLst>
          </p:cNvPr>
          <p:cNvCxnSpPr/>
          <p:nvPr/>
        </p:nvCxnSpPr>
        <p:spPr>
          <a:xfrm>
            <a:off x="588963" y="4984229"/>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926ED2D-A7DF-DE0A-AA98-084ABD8B9282}"/>
              </a:ext>
            </a:extLst>
          </p:cNvPr>
          <p:cNvCxnSpPr/>
          <p:nvPr/>
        </p:nvCxnSpPr>
        <p:spPr>
          <a:xfrm>
            <a:off x="588963" y="5448924"/>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686812"/>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DBF9-E182-903D-D4EC-3537C369A4FB}"/>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BC3B4063-9E38-D6AA-1798-E56AE2160B3E}"/>
              </a:ext>
            </a:extLst>
          </p:cNvPr>
          <p:cNvSpPr>
            <a:spLocks noGrp="1"/>
          </p:cNvSpPr>
          <p:nvPr>
            <p:ph type="title"/>
          </p:nvPr>
        </p:nvSpPr>
        <p:spPr>
          <a:xfrm>
            <a:off x="588263" y="457200"/>
            <a:ext cx="4040887" cy="886397"/>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Enterprise-ready Foundations</a:t>
            </a:r>
            <a:endParaRPr lang="en-US">
              <a:solidFill>
                <a:schemeClr val="tx1">
                  <a:alpha val="0"/>
                </a:schemeClr>
              </a:solidFill>
            </a:endParaRPr>
          </a:p>
        </p:txBody>
      </p:sp>
      <p:sp>
        <p:nvSpPr>
          <p:cNvPr id="6" name="Text Placeholder 10">
            <a:extLst>
              <a:ext uri="{FF2B5EF4-FFF2-40B4-BE49-F238E27FC236}">
                <a16:creationId xmlns:a16="http://schemas.microsoft.com/office/drawing/2014/main" id="{E8D7F51C-0B42-8A15-16EF-25FC852C2B11}"/>
              </a:ext>
            </a:extLst>
          </p:cNvPr>
          <p:cNvSpPr>
            <a:spLocks noGrp="1"/>
          </p:cNvSpPr>
          <p:nvPr>
            <p:ph type="body" sz="quarter" idx="10"/>
          </p:nvPr>
        </p:nvSpPr>
        <p:spPr>
          <a:xfrm>
            <a:off x="588966" y="2252795"/>
            <a:ext cx="3821670" cy="3847207"/>
          </a:xfrm>
        </p:spPr>
        <p:txBody>
          <a:bodyPr/>
          <a:lstStyle/>
          <a:p>
            <a:r>
              <a:rPr lang="en-US" sz="2000"/>
              <a:t>Built-in guardrails for enterprise scenarios: user approval flows, hooks for content policy, observability via </a:t>
            </a:r>
            <a:r>
              <a:rPr lang="en-US" sz="2000" err="1"/>
              <a:t>OpenTelemetry</a:t>
            </a:r>
            <a:r>
              <a:rPr lang="en-US" sz="2000"/>
              <a:t>, and support for long-running agent execution.</a:t>
            </a:r>
          </a:p>
          <a:p>
            <a:endParaRPr lang="en-US" sz="2000"/>
          </a:p>
          <a:p>
            <a:r>
              <a:rPr lang="en-US" sz="2000"/>
              <a:t>Integrated directly with Azure identity (Microsoft Entra ID), policy enforcement, and content filters, making it safe to embed in enterprise workflows</a:t>
            </a:r>
          </a:p>
        </p:txBody>
      </p:sp>
      <p:cxnSp>
        <p:nvCxnSpPr>
          <p:cNvPr id="2" name="Straight Connector 1">
            <a:extLst>
              <a:ext uri="{FF2B5EF4-FFF2-40B4-BE49-F238E27FC236}">
                <a16:creationId xmlns:a16="http://schemas.microsoft.com/office/drawing/2014/main" id="{7C2F5AEA-C9DF-7285-E36E-A0A735EA5C15}"/>
              </a:ext>
            </a:extLst>
          </p:cNvPr>
          <p:cNvCxnSpPr/>
          <p:nvPr/>
        </p:nvCxnSpPr>
        <p:spPr>
          <a:xfrm>
            <a:off x="4849792"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4098" name="Picture 2" descr="Complete end-to-end transaction of a request">
            <a:extLst>
              <a:ext uri="{FF2B5EF4-FFF2-40B4-BE49-F238E27FC236}">
                <a16:creationId xmlns:a16="http://schemas.microsoft.com/office/drawing/2014/main" id="{0A61CB5D-4E65-6949-A62B-90CD8B46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8949" y="3965449"/>
            <a:ext cx="6506675" cy="27958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ogs and events">
            <a:extLst>
              <a:ext uri="{FF2B5EF4-FFF2-40B4-BE49-F238E27FC236}">
                <a16:creationId xmlns:a16="http://schemas.microsoft.com/office/drawing/2014/main" id="{E3BE5DA1-D214-BC06-68E8-5EDFB206F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8949" y="443635"/>
            <a:ext cx="5971603" cy="31941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5A49F1E-AA58-E921-F7B9-C9AC318EB0DB}"/>
              </a:ext>
            </a:extLst>
          </p:cNvPr>
          <p:cNvSpPr txBox="1"/>
          <p:nvPr/>
        </p:nvSpPr>
        <p:spPr>
          <a:xfrm>
            <a:off x="5211424" y="149423"/>
            <a:ext cx="19526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70C0"/>
                </a:solidFill>
                <a:effectLst/>
                <a:uLnTx/>
                <a:uFillTx/>
                <a:latin typeface="Segoe UI Semilight"/>
                <a:ea typeface="+mn-ea"/>
                <a:cs typeface="+mn-cs"/>
              </a:rPr>
              <a:t>Logging</a:t>
            </a:r>
          </a:p>
        </p:txBody>
      </p:sp>
      <p:sp>
        <p:nvSpPr>
          <p:cNvPr id="4" name="TextBox 3">
            <a:extLst>
              <a:ext uri="{FF2B5EF4-FFF2-40B4-BE49-F238E27FC236}">
                <a16:creationId xmlns:a16="http://schemas.microsoft.com/office/drawing/2014/main" id="{E25615DA-0F1B-9C96-0F48-3555F4982ADD}"/>
              </a:ext>
            </a:extLst>
          </p:cNvPr>
          <p:cNvSpPr txBox="1"/>
          <p:nvPr/>
        </p:nvSpPr>
        <p:spPr>
          <a:xfrm>
            <a:off x="5211424" y="3637821"/>
            <a:ext cx="19526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70C0"/>
                </a:solidFill>
                <a:effectLst/>
                <a:uLnTx/>
                <a:uFillTx/>
                <a:latin typeface="Segoe UI Semilight"/>
                <a:ea typeface="+mn-ea"/>
                <a:cs typeface="+mn-cs"/>
              </a:rPr>
              <a:t>Tracing</a:t>
            </a:r>
          </a:p>
        </p:txBody>
      </p:sp>
    </p:spTree>
    <p:extLst>
      <p:ext uri="{BB962C8B-B14F-4D97-AF65-F5344CB8AC3E}">
        <p14:creationId xmlns:p14="http://schemas.microsoft.com/office/powerpoint/2010/main" val="254722639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2BD9EA-7678-E533-053C-42B9F273AB2C}"/>
              </a:ext>
            </a:extLst>
          </p:cNvPr>
          <p:cNvPicPr>
            <a:picLocks noChangeAspect="1"/>
          </p:cNvPicPr>
          <p:nvPr/>
        </p:nvPicPr>
        <p:blipFill>
          <a:blip r:embed="rId3"/>
          <a:srcRect l="-14827" t="13025" r="15329" b="14408"/>
          <a:stretch>
            <a:fillRect/>
          </a:stretch>
        </p:blipFill>
        <p:spPr>
          <a:xfrm flipV="1">
            <a:off x="1848897" y="0"/>
            <a:ext cx="10343103" cy="6858000"/>
          </a:xfrm>
          <a:prstGeom prst="rect">
            <a:avLst/>
          </a:prstGeom>
        </p:spPr>
      </p:pic>
      <p:sp>
        <p:nvSpPr>
          <p:cNvPr id="11" name="Rectangle: Rounded Corners 10">
            <a:extLst>
              <a:ext uri="{FF2B5EF4-FFF2-40B4-BE49-F238E27FC236}">
                <a16:creationId xmlns:a16="http://schemas.microsoft.com/office/drawing/2014/main" id="{A3AB727E-F44C-BAD5-55D6-E46F08440531}"/>
              </a:ext>
            </a:extLst>
          </p:cNvPr>
          <p:cNvSpPr/>
          <p:nvPr/>
        </p:nvSpPr>
        <p:spPr bwMode="auto">
          <a:xfrm rot="10800000">
            <a:off x="5495791" y="-175253"/>
            <a:ext cx="6880483" cy="7208505"/>
          </a:xfrm>
          <a:prstGeom prst="roundRect">
            <a:avLst>
              <a:gd name="adj" fmla="val 3028"/>
            </a:avLst>
          </a:prstGeom>
          <a:gradFill>
            <a:gsLst>
              <a:gs pos="80000">
                <a:schemeClr val="bg1">
                  <a:alpha val="21000"/>
                </a:schemeClr>
              </a:gs>
              <a:gs pos="48560">
                <a:srgbClr val="FFFFFF">
                  <a:alpha val="70000"/>
                </a:srgbClr>
              </a:gs>
              <a:gs pos="0">
                <a:schemeClr val="bg1">
                  <a:alpha val="0"/>
                </a:schemeClr>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Semilight"/>
              <a:ea typeface="Segoe UI" pitchFamily="34" charset="0"/>
              <a:cs typeface="Segoe UI" pitchFamily="34" charset="0"/>
            </a:endParaRPr>
          </a:p>
        </p:txBody>
      </p:sp>
      <p:sp>
        <p:nvSpPr>
          <p:cNvPr id="6" name="TextBox 5">
            <a:extLst>
              <a:ext uri="{FF2B5EF4-FFF2-40B4-BE49-F238E27FC236}">
                <a16:creationId xmlns:a16="http://schemas.microsoft.com/office/drawing/2014/main" id="{A2E59FBE-5C79-3A8E-6B78-0B01434CF595}"/>
              </a:ext>
            </a:extLst>
          </p:cNvPr>
          <p:cNvSpPr txBox="1"/>
          <p:nvPr/>
        </p:nvSpPr>
        <p:spPr>
          <a:xfrm>
            <a:off x="588964" y="1139458"/>
            <a:ext cx="4192898" cy="1231106"/>
          </a:xfrm>
          <a:prstGeom prst="rect">
            <a:avLst/>
          </a:prstGeom>
          <a:noFill/>
        </p:spPr>
        <p:txBody>
          <a:bodyPr wrap="square" lIns="0" tIns="0" rIns="0" bIns="0" rtlCol="0" anchor="t">
            <a:spAutoFit/>
          </a:bodyPr>
          <a:lstStyle>
            <a:defPPr>
              <a:defRPr lang="en-US"/>
            </a:defPPr>
            <a:lvl1pPr marR="0" lvl="0" indent="0" algn="ctr" defTabSz="914367" fontAlgn="auto">
              <a:lnSpc>
                <a:spcPct val="100000"/>
              </a:lnSpc>
              <a:spcBef>
                <a:spcPts val="0"/>
              </a:spcBef>
              <a:spcAft>
                <a:spcPts val="0"/>
              </a:spcAft>
              <a:buClrTx/>
              <a:buSzTx/>
              <a:buFontTx/>
              <a:buNone/>
              <a:tabLst/>
              <a:defRPr sz="2400" spc="-50">
                <a:ln w="3175">
                  <a:noFill/>
                </a:ln>
                <a:gradFill>
                  <a:gsLst>
                    <a:gs pos="0">
                      <a:srgbClr val="C03BC4"/>
                    </a:gs>
                    <a:gs pos="100000">
                      <a:srgbClr val="0078D4"/>
                    </a:gs>
                  </a:gsLst>
                  <a:path path="circle">
                    <a:fillToRect l="100000" t="100000"/>
                  </a:path>
                </a:gradFill>
                <a:latin typeface="+mj-lt"/>
                <a:cs typeface="Segoe UI"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50" normalizeH="0" baseline="0" noProof="0">
                <a:ln w="3175">
                  <a:noFill/>
                </a:ln>
                <a:gradFill>
                  <a:gsLst>
                    <a:gs pos="0">
                      <a:srgbClr val="C03BC4"/>
                    </a:gs>
                    <a:gs pos="100000">
                      <a:srgbClr val="0078D4"/>
                    </a:gs>
                  </a:gsLst>
                  <a:path path="circle">
                    <a:fillToRect l="100000" t="100000"/>
                  </a:path>
                </a:gradFill>
                <a:effectLst/>
                <a:uLnTx/>
                <a:uFillTx/>
                <a:latin typeface="Segoe UI Semibold"/>
                <a:ea typeface="+mn-ea"/>
                <a:cs typeface="Segoe UI" pitchFamily="34" charset="0"/>
              </a:rPr>
              <a:t>Integrated security tools and specialized agents controls to address agent risks and enforce zero trust best practices like least privilege access</a:t>
            </a:r>
          </a:p>
        </p:txBody>
      </p:sp>
      <p:sp>
        <p:nvSpPr>
          <p:cNvPr id="3" name="Title 2">
            <a:extLst>
              <a:ext uri="{FF2B5EF4-FFF2-40B4-BE49-F238E27FC236}">
                <a16:creationId xmlns:a16="http://schemas.microsoft.com/office/drawing/2014/main" id="{3FDDAC47-B98A-BD69-ED51-FCB791F9E6FB}"/>
              </a:ext>
            </a:extLst>
          </p:cNvPr>
          <p:cNvSpPr>
            <a:spLocks noGrp="1"/>
          </p:cNvSpPr>
          <p:nvPr>
            <p:ph type="title"/>
          </p:nvPr>
        </p:nvSpPr>
        <p:spPr>
          <a:xfrm>
            <a:off x="588263" y="457200"/>
            <a:ext cx="11018520" cy="553998"/>
          </a:xfrm>
        </p:spPr>
        <p:txBody>
          <a:bodyPr/>
          <a:lstStyle/>
          <a:p>
            <a:r>
              <a:rPr lang="en-US">
                <a:solidFill>
                  <a:schemeClr val="tx1"/>
                </a:solidFill>
              </a:rPr>
              <a:t>Security</a:t>
            </a:r>
          </a:p>
        </p:txBody>
      </p:sp>
      <p:sp>
        <p:nvSpPr>
          <p:cNvPr id="2" name="Footer Placeholder 1">
            <a:extLst>
              <a:ext uri="{FF2B5EF4-FFF2-40B4-BE49-F238E27FC236}">
                <a16:creationId xmlns:a16="http://schemas.microsoft.com/office/drawing/2014/main" id="{882FAE01-1B1B-D24B-FC9C-C73605BF8629}"/>
              </a:ext>
            </a:extLst>
          </p:cNvPr>
          <p:cNvSpPr>
            <a:spLocks noGrp="1"/>
          </p:cNvSpPr>
          <p:nvPr>
            <p:ph type="ftr" sz="quarter" idx="4294967295"/>
          </p:nvPr>
        </p:nvSpPr>
        <p:spPr>
          <a:xfrm>
            <a:off x="0" y="6543675"/>
            <a:ext cx="4114800" cy="2079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tint val="82000"/>
                  </a:srgbClr>
                </a:solidFill>
                <a:effectLst/>
                <a:uLnTx/>
                <a:uFillTx/>
                <a:latin typeface="Segoe UI"/>
                <a:ea typeface="+mn-ea"/>
                <a:cs typeface="Segoe UI Light" panose="020B0502040204020203" pitchFamily="34" charset="0"/>
              </a:rPr>
              <a:t>Microsoft Confidential</a:t>
            </a:r>
          </a:p>
        </p:txBody>
      </p:sp>
      <p:pic>
        <p:nvPicPr>
          <p:cNvPr id="7" name="Picture 6">
            <a:extLst>
              <a:ext uri="{FF2B5EF4-FFF2-40B4-BE49-F238E27FC236}">
                <a16:creationId xmlns:a16="http://schemas.microsoft.com/office/drawing/2014/main" id="{47CA7E9F-92DF-D999-E85C-660C8E2D09FC}"/>
              </a:ext>
            </a:extLst>
          </p:cNvPr>
          <p:cNvPicPr>
            <a:picLocks noChangeAspect="1"/>
          </p:cNvPicPr>
          <p:nvPr/>
        </p:nvPicPr>
        <p:blipFill>
          <a:blip r:embed="rId4">
            <a:extLst>
              <a:ext uri="{28A0092B-C50C-407E-A947-70E740481C1C}">
                <a14:useLocalDpi xmlns:a14="http://schemas.microsoft.com/office/drawing/2010/main" val="0"/>
              </a:ext>
            </a:extLst>
          </a:blip>
          <a:srcRect t="-551"/>
          <a:stretch>
            <a:fillRect/>
          </a:stretch>
        </p:blipFill>
        <p:spPr>
          <a:xfrm>
            <a:off x="5795592" y="-59744"/>
            <a:ext cx="6396407" cy="7107178"/>
          </a:xfrm>
          <a:prstGeom prst="roundRect">
            <a:avLst>
              <a:gd name="adj" fmla="val 1987"/>
            </a:avLst>
          </a:prstGeom>
          <a:ln>
            <a:solidFill>
              <a:schemeClr val="bg1"/>
            </a:solidFill>
          </a:ln>
        </p:spPr>
      </p:pic>
      <p:sp>
        <p:nvSpPr>
          <p:cNvPr id="12" name="TextBox 11">
            <a:extLst>
              <a:ext uri="{FF2B5EF4-FFF2-40B4-BE49-F238E27FC236}">
                <a16:creationId xmlns:a16="http://schemas.microsoft.com/office/drawing/2014/main" id="{57DB02C7-B3EF-6142-A266-A504842D9485}"/>
              </a:ext>
            </a:extLst>
          </p:cNvPr>
          <p:cNvSpPr txBox="1"/>
          <p:nvPr/>
        </p:nvSpPr>
        <p:spPr>
          <a:xfrm>
            <a:off x="588963" y="2687404"/>
            <a:ext cx="3893096" cy="333424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Agent control language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to manage agent vulnerabilities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Red-teaming for Agents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to find vulnerabilities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Integrated security best tools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to start secure</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Purview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to mitigate data leakage and oversharing </a:t>
            </a:r>
            <a:b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risks from agents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Defender</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integrate security posture manage and threat management from agents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Entra</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for identity admins to manage and secure </a:t>
            </a:r>
            <a:b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agent identities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p:txBody>
      </p:sp>
      <p:cxnSp>
        <p:nvCxnSpPr>
          <p:cNvPr id="13" name="Straight Connector 12">
            <a:extLst>
              <a:ext uri="{FF2B5EF4-FFF2-40B4-BE49-F238E27FC236}">
                <a16:creationId xmlns:a16="http://schemas.microsoft.com/office/drawing/2014/main" id="{251644FC-BAFB-EFF4-527D-5FACB2755FD8}"/>
              </a:ext>
            </a:extLst>
          </p:cNvPr>
          <p:cNvCxnSpPr/>
          <p:nvPr/>
        </p:nvCxnSpPr>
        <p:spPr>
          <a:xfrm>
            <a:off x="588963" y="3013023"/>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76C380-3572-E432-6B84-9F4663632A94}"/>
              </a:ext>
            </a:extLst>
          </p:cNvPr>
          <p:cNvCxnSpPr/>
          <p:nvPr/>
        </p:nvCxnSpPr>
        <p:spPr>
          <a:xfrm>
            <a:off x="588963" y="3492708"/>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9A1CF81-3563-A5AA-52AC-1D3D3C584669}"/>
              </a:ext>
            </a:extLst>
          </p:cNvPr>
          <p:cNvCxnSpPr/>
          <p:nvPr/>
        </p:nvCxnSpPr>
        <p:spPr>
          <a:xfrm>
            <a:off x="588963" y="3972394"/>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DFF88B-F07C-15A7-CCC1-11653B66C8DE}"/>
              </a:ext>
            </a:extLst>
          </p:cNvPr>
          <p:cNvCxnSpPr/>
          <p:nvPr/>
        </p:nvCxnSpPr>
        <p:spPr>
          <a:xfrm>
            <a:off x="588963" y="4624466"/>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D9E9AA5-4FD6-05EA-2FC3-C0ED1295C9E6}"/>
              </a:ext>
            </a:extLst>
          </p:cNvPr>
          <p:cNvCxnSpPr/>
          <p:nvPr/>
        </p:nvCxnSpPr>
        <p:spPr>
          <a:xfrm>
            <a:off x="588963" y="5254053"/>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848763"/>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68E8-0477-0A79-CBFE-FB21BF9FAE8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9813D6E-4010-20C7-2671-201EF05E34AC}"/>
              </a:ext>
            </a:extLst>
          </p:cNvPr>
          <p:cNvPicPr>
            <a:picLocks noChangeAspect="1"/>
          </p:cNvPicPr>
          <p:nvPr/>
        </p:nvPicPr>
        <p:blipFill>
          <a:blip r:embed="rId3"/>
          <a:srcRect l="-14827" t="13025" r="15329" b="14408"/>
          <a:stretch>
            <a:fillRect/>
          </a:stretch>
        </p:blipFill>
        <p:spPr>
          <a:xfrm flipV="1">
            <a:off x="1848897" y="0"/>
            <a:ext cx="10343103" cy="6858000"/>
          </a:xfrm>
          <a:prstGeom prst="rect">
            <a:avLst/>
          </a:prstGeom>
        </p:spPr>
      </p:pic>
      <p:sp>
        <p:nvSpPr>
          <p:cNvPr id="9" name="Rectangle: Rounded Corners 8">
            <a:extLst>
              <a:ext uri="{FF2B5EF4-FFF2-40B4-BE49-F238E27FC236}">
                <a16:creationId xmlns:a16="http://schemas.microsoft.com/office/drawing/2014/main" id="{3042F706-FAA7-4FDC-CCBD-8B213E815324}"/>
              </a:ext>
            </a:extLst>
          </p:cNvPr>
          <p:cNvSpPr/>
          <p:nvPr/>
        </p:nvSpPr>
        <p:spPr bwMode="auto">
          <a:xfrm rot="10800000">
            <a:off x="5503968" y="-5739"/>
            <a:ext cx="6779548" cy="6869473"/>
          </a:xfrm>
          <a:prstGeom prst="roundRect">
            <a:avLst>
              <a:gd name="adj" fmla="val 3028"/>
            </a:avLst>
          </a:prstGeom>
          <a:gradFill>
            <a:gsLst>
              <a:gs pos="80000">
                <a:schemeClr val="bg1">
                  <a:alpha val="21000"/>
                </a:schemeClr>
              </a:gs>
              <a:gs pos="48560">
                <a:srgbClr val="FFFFFF">
                  <a:alpha val="70000"/>
                </a:srgbClr>
              </a:gs>
              <a:gs pos="0">
                <a:schemeClr val="bg1">
                  <a:alpha val="0"/>
                </a:schemeClr>
              </a:gs>
            </a:gsLst>
            <a:path path="circle">
              <a:fillToRect l="100000" t="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Semilight"/>
              <a:ea typeface="Segoe UI" pitchFamily="34" charset="0"/>
              <a:cs typeface="Segoe UI" pitchFamily="34" charset="0"/>
            </a:endParaRPr>
          </a:p>
        </p:txBody>
      </p:sp>
      <p:sp>
        <p:nvSpPr>
          <p:cNvPr id="4" name="Title 3">
            <a:extLst>
              <a:ext uri="{FF2B5EF4-FFF2-40B4-BE49-F238E27FC236}">
                <a16:creationId xmlns:a16="http://schemas.microsoft.com/office/drawing/2014/main" id="{E0DB77B4-5759-BB4C-AEA2-7C0B1F34AAD9}"/>
              </a:ext>
            </a:extLst>
          </p:cNvPr>
          <p:cNvSpPr>
            <a:spLocks noGrp="1"/>
          </p:cNvSpPr>
          <p:nvPr>
            <p:ph type="title"/>
          </p:nvPr>
        </p:nvSpPr>
        <p:spPr>
          <a:xfrm>
            <a:off x="588263" y="457200"/>
            <a:ext cx="11018520" cy="553998"/>
          </a:xfrm>
        </p:spPr>
        <p:txBody>
          <a:bodyPr/>
          <a:lstStyle/>
          <a:p>
            <a:pPr lvl="0"/>
            <a:r>
              <a:rPr lang="en-US">
                <a:solidFill>
                  <a:schemeClr val="tx1"/>
                </a:solidFill>
              </a:rPr>
              <a:t>Management</a:t>
            </a:r>
          </a:p>
        </p:txBody>
      </p:sp>
      <p:sp>
        <p:nvSpPr>
          <p:cNvPr id="2" name="Footer Placeholder 1">
            <a:extLst>
              <a:ext uri="{FF2B5EF4-FFF2-40B4-BE49-F238E27FC236}">
                <a16:creationId xmlns:a16="http://schemas.microsoft.com/office/drawing/2014/main" id="{DAD469B3-637B-32A5-26A5-2AA7170720E8}"/>
              </a:ext>
            </a:extLst>
          </p:cNvPr>
          <p:cNvSpPr>
            <a:spLocks noGrp="1"/>
          </p:cNvSpPr>
          <p:nvPr>
            <p:ph type="ftr" sz="quarter" idx="4294967295"/>
          </p:nvPr>
        </p:nvSpPr>
        <p:spPr>
          <a:xfrm>
            <a:off x="0" y="6588125"/>
            <a:ext cx="4114800" cy="2079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tint val="82000"/>
                  </a:srgbClr>
                </a:solidFill>
                <a:effectLst/>
                <a:uLnTx/>
                <a:uFillTx/>
                <a:latin typeface="Segoe UI"/>
                <a:ea typeface="+mn-ea"/>
                <a:cs typeface="Segoe UI Light" panose="020B0502040204020203" pitchFamily="34" charset="0"/>
              </a:rPr>
              <a:t>Microsoft Confidential</a:t>
            </a:r>
          </a:p>
        </p:txBody>
      </p:sp>
      <p:grpSp>
        <p:nvGrpSpPr>
          <p:cNvPr id="164" name="Group 163" descr="Bidirectional arrow">
            <a:extLst>
              <a:ext uri="{FF2B5EF4-FFF2-40B4-BE49-F238E27FC236}">
                <a16:creationId xmlns:a16="http://schemas.microsoft.com/office/drawing/2014/main" id="{80F3106A-B069-9F7B-D386-0065DE416431}"/>
              </a:ext>
            </a:extLst>
          </p:cNvPr>
          <p:cNvGrpSpPr/>
          <p:nvPr/>
        </p:nvGrpSpPr>
        <p:grpSpPr>
          <a:xfrm>
            <a:off x="15836844" y="4470216"/>
            <a:ext cx="237744" cy="195983"/>
            <a:chOff x="9045593" y="8924925"/>
            <a:chExt cx="237744" cy="719539"/>
          </a:xfrm>
        </p:grpSpPr>
        <p:cxnSp>
          <p:nvCxnSpPr>
            <p:cNvPr id="165" name="Straight Arrow Connector 164">
              <a:extLst>
                <a:ext uri="{FF2B5EF4-FFF2-40B4-BE49-F238E27FC236}">
                  <a16:creationId xmlns:a16="http://schemas.microsoft.com/office/drawing/2014/main" id="{E95AC44D-8284-FC8F-F52F-B2B0B2529C34}"/>
                </a:ext>
                <a:ext uri="{C183D7F6-B498-43B3-948B-1728B52AA6E4}">
                  <adec:decorative xmlns:adec="http://schemas.microsoft.com/office/drawing/2017/decorative" val="1"/>
                </a:ext>
              </a:extLst>
            </p:cNvPr>
            <p:cNvCxnSpPr>
              <a:cxnSpLocks/>
            </p:cNvCxnSpPr>
            <p:nvPr/>
          </p:nvCxnSpPr>
          <p:spPr>
            <a:xfrm>
              <a:off x="9164465" y="8924925"/>
              <a:ext cx="0" cy="719539"/>
            </a:xfrm>
            <a:prstGeom prst="straightConnector1">
              <a:avLst/>
            </a:prstGeom>
            <a:noFill/>
            <a:ln w="9525" cap="rnd" cmpd="sng" algn="ctr">
              <a:solidFill>
                <a:schemeClr val="bg1"/>
              </a:solidFill>
              <a:prstDash val="solid"/>
              <a:miter lim="800000"/>
              <a:headEnd type="none" w="lg" len="med"/>
              <a:tailEnd type="none" w="lg" len="med"/>
            </a:ln>
            <a:effectLst/>
          </p:spPr>
        </p:cxnSp>
        <p:cxnSp>
          <p:nvCxnSpPr>
            <p:cNvPr id="166" name="Straight Connector 165">
              <a:extLst>
                <a:ext uri="{FF2B5EF4-FFF2-40B4-BE49-F238E27FC236}">
                  <a16:creationId xmlns:a16="http://schemas.microsoft.com/office/drawing/2014/main" id="{99DCD9AC-B52C-B81C-1FDD-60C1E9DF6458}"/>
                </a:ext>
                <a:ext uri="{C183D7F6-B498-43B3-948B-1728B52AA6E4}">
                  <adec:decorative xmlns:adec="http://schemas.microsoft.com/office/drawing/2017/decorative" val="1"/>
                </a:ext>
              </a:extLst>
            </p:cNvPr>
            <p:cNvCxnSpPr>
              <a:cxnSpLocks/>
            </p:cNvCxnSpPr>
            <p:nvPr/>
          </p:nvCxnSpPr>
          <p:spPr>
            <a:xfrm rot="10800000" flipV="1">
              <a:off x="9164465" y="9543880"/>
              <a:ext cx="118872" cy="100584"/>
            </a:xfrm>
            <a:prstGeom prst="line">
              <a:avLst/>
            </a:prstGeom>
            <a:noFill/>
            <a:ln w="9525" cap="rnd" cmpd="sng" algn="ctr">
              <a:solidFill>
                <a:schemeClr val="bg1"/>
              </a:solidFill>
              <a:prstDash val="solid"/>
              <a:miter lim="800000"/>
              <a:headEnd type="none" w="lg" len="med"/>
              <a:tailEnd type="none" w="lg" len="med"/>
            </a:ln>
            <a:effectLst/>
          </p:spPr>
        </p:cxnSp>
        <p:cxnSp>
          <p:nvCxnSpPr>
            <p:cNvPr id="167" name="Straight Connector 166">
              <a:extLst>
                <a:ext uri="{FF2B5EF4-FFF2-40B4-BE49-F238E27FC236}">
                  <a16:creationId xmlns:a16="http://schemas.microsoft.com/office/drawing/2014/main" id="{C85944B5-CA7B-A31E-EC3D-2554575BD48A}"/>
                </a:ext>
                <a:ext uri="{C183D7F6-B498-43B3-948B-1728B52AA6E4}">
                  <adec:decorative xmlns:adec="http://schemas.microsoft.com/office/drawing/2017/decorative" val="1"/>
                </a:ext>
              </a:extLst>
            </p:cNvPr>
            <p:cNvCxnSpPr>
              <a:cxnSpLocks/>
            </p:cNvCxnSpPr>
            <p:nvPr/>
          </p:nvCxnSpPr>
          <p:spPr>
            <a:xfrm rot="10800000" flipH="1" flipV="1">
              <a:off x="9045593" y="9543880"/>
              <a:ext cx="118872" cy="100584"/>
            </a:xfrm>
            <a:prstGeom prst="line">
              <a:avLst/>
            </a:prstGeom>
            <a:noFill/>
            <a:ln w="9525" cap="rnd" cmpd="sng" algn="ctr">
              <a:solidFill>
                <a:schemeClr val="bg1"/>
              </a:solidFill>
              <a:prstDash val="solid"/>
              <a:miter lim="800000"/>
              <a:headEnd type="none" w="lg" len="med"/>
              <a:tailEnd type="none" w="lg" len="med"/>
            </a:ln>
            <a:effectLst/>
          </p:spPr>
        </p:cxnSp>
        <p:cxnSp>
          <p:nvCxnSpPr>
            <p:cNvPr id="168" name="Straight Connector 167">
              <a:extLst>
                <a:ext uri="{FF2B5EF4-FFF2-40B4-BE49-F238E27FC236}">
                  <a16:creationId xmlns:a16="http://schemas.microsoft.com/office/drawing/2014/main" id="{AD03CBB8-8E0C-2E1C-0201-44D06240059A}"/>
                </a:ext>
                <a:ext uri="{C183D7F6-B498-43B3-948B-1728B52AA6E4}">
                  <adec:decorative xmlns:adec="http://schemas.microsoft.com/office/drawing/2017/decorative" val="1"/>
                </a:ext>
              </a:extLst>
            </p:cNvPr>
            <p:cNvCxnSpPr>
              <a:cxnSpLocks/>
            </p:cNvCxnSpPr>
            <p:nvPr/>
          </p:nvCxnSpPr>
          <p:spPr>
            <a:xfrm rot="10800000">
              <a:off x="9164465" y="8924925"/>
              <a:ext cx="118872" cy="100584"/>
            </a:xfrm>
            <a:prstGeom prst="line">
              <a:avLst/>
            </a:prstGeom>
            <a:noFill/>
            <a:ln w="9525" cap="rnd" cmpd="sng" algn="ctr">
              <a:solidFill>
                <a:schemeClr val="bg1"/>
              </a:solidFill>
              <a:prstDash val="solid"/>
              <a:miter lim="800000"/>
              <a:headEnd type="none" w="lg" len="med"/>
              <a:tailEnd type="none" w="lg" len="med"/>
            </a:ln>
            <a:effectLst/>
          </p:spPr>
        </p:cxnSp>
        <p:cxnSp>
          <p:nvCxnSpPr>
            <p:cNvPr id="169" name="Straight Connector 168">
              <a:extLst>
                <a:ext uri="{FF2B5EF4-FFF2-40B4-BE49-F238E27FC236}">
                  <a16:creationId xmlns:a16="http://schemas.microsoft.com/office/drawing/2014/main" id="{CFF570D5-9826-E4CE-53F4-D833A435AEFF}"/>
                </a:ext>
                <a:ext uri="{C183D7F6-B498-43B3-948B-1728B52AA6E4}">
                  <adec:decorative xmlns:adec="http://schemas.microsoft.com/office/drawing/2017/decorative" val="1"/>
                </a:ext>
              </a:extLst>
            </p:cNvPr>
            <p:cNvCxnSpPr>
              <a:cxnSpLocks/>
            </p:cNvCxnSpPr>
            <p:nvPr/>
          </p:nvCxnSpPr>
          <p:spPr>
            <a:xfrm rot="10800000" flipH="1">
              <a:off x="9045593" y="8924927"/>
              <a:ext cx="118872" cy="100584"/>
            </a:xfrm>
            <a:prstGeom prst="line">
              <a:avLst/>
            </a:prstGeom>
            <a:noFill/>
            <a:ln w="9525" cap="rnd" cmpd="sng" algn="ctr">
              <a:solidFill>
                <a:schemeClr val="bg1"/>
              </a:solidFill>
              <a:prstDash val="solid"/>
              <a:miter lim="800000"/>
              <a:headEnd type="none" w="lg" len="med"/>
              <a:tailEnd type="none" w="lg" len="med"/>
            </a:ln>
            <a:effectLst/>
          </p:spPr>
        </p:cxnSp>
      </p:grpSp>
      <p:pic>
        <p:nvPicPr>
          <p:cNvPr id="3" name="Picture 2">
            <a:extLst>
              <a:ext uri="{FF2B5EF4-FFF2-40B4-BE49-F238E27FC236}">
                <a16:creationId xmlns:a16="http://schemas.microsoft.com/office/drawing/2014/main" id="{D245B978-6B8D-9907-9952-1F10C2E1CC7D}"/>
              </a:ext>
            </a:extLst>
          </p:cNvPr>
          <p:cNvPicPr>
            <a:picLocks noChangeAspect="1"/>
          </p:cNvPicPr>
          <p:nvPr/>
        </p:nvPicPr>
        <p:blipFill>
          <a:blip r:embed="rId4"/>
          <a:stretch>
            <a:fillRect/>
          </a:stretch>
        </p:blipFill>
        <p:spPr>
          <a:xfrm>
            <a:off x="5763973" y="-3812279"/>
            <a:ext cx="9812866" cy="10676016"/>
          </a:xfrm>
          <a:prstGeom prst="roundRect">
            <a:avLst>
              <a:gd name="adj" fmla="val 1987"/>
            </a:avLst>
          </a:prstGeom>
          <a:ln>
            <a:solidFill>
              <a:schemeClr val="bg1"/>
            </a:solidFill>
          </a:ln>
        </p:spPr>
      </p:pic>
      <p:sp>
        <p:nvSpPr>
          <p:cNvPr id="7" name="TextBox 6">
            <a:extLst>
              <a:ext uri="{FF2B5EF4-FFF2-40B4-BE49-F238E27FC236}">
                <a16:creationId xmlns:a16="http://schemas.microsoft.com/office/drawing/2014/main" id="{EE42AFBC-14D6-E1D8-AB12-69B284E694F3}"/>
              </a:ext>
            </a:extLst>
          </p:cNvPr>
          <p:cNvSpPr txBox="1"/>
          <p:nvPr/>
        </p:nvSpPr>
        <p:spPr>
          <a:xfrm>
            <a:off x="588964" y="1139458"/>
            <a:ext cx="4192898" cy="1231106"/>
          </a:xfrm>
          <a:prstGeom prst="rect">
            <a:avLst/>
          </a:prstGeom>
          <a:noFill/>
        </p:spPr>
        <p:txBody>
          <a:bodyPr wrap="square" lIns="0" tIns="0" rIns="0" bIns="0" rtlCol="0" anchor="t">
            <a:spAutoFit/>
          </a:bodyPr>
          <a:lstStyle>
            <a:defPPr>
              <a:defRPr lang="en-US"/>
            </a:defPPr>
            <a:lvl1pPr marR="0" lvl="0" indent="0" algn="ctr" defTabSz="914367" fontAlgn="auto">
              <a:lnSpc>
                <a:spcPct val="100000"/>
              </a:lnSpc>
              <a:spcBef>
                <a:spcPts val="0"/>
              </a:spcBef>
              <a:spcAft>
                <a:spcPts val="0"/>
              </a:spcAft>
              <a:buClrTx/>
              <a:buSzTx/>
              <a:buFontTx/>
              <a:buNone/>
              <a:tabLst/>
              <a:defRPr sz="2400" spc="-50">
                <a:ln w="3175">
                  <a:noFill/>
                </a:ln>
                <a:gradFill>
                  <a:gsLst>
                    <a:gs pos="0">
                      <a:srgbClr val="C03BC4"/>
                    </a:gs>
                    <a:gs pos="100000">
                      <a:srgbClr val="0078D4"/>
                    </a:gs>
                  </a:gsLst>
                  <a:path path="circle">
                    <a:fillToRect l="100000" t="100000"/>
                  </a:path>
                </a:gradFill>
                <a:latin typeface="+mj-lt"/>
                <a:cs typeface="Segoe UI"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50" normalizeH="0" baseline="0" noProof="0">
                <a:ln w="3175">
                  <a:noFill/>
                </a:ln>
                <a:gradFill>
                  <a:gsLst>
                    <a:gs pos="0">
                      <a:srgbClr val="C03BC4"/>
                    </a:gs>
                    <a:gs pos="100000">
                      <a:srgbClr val="0078D4"/>
                    </a:gs>
                  </a:gsLst>
                  <a:path path="circle">
                    <a:fillToRect l="100000" t="100000"/>
                  </a:path>
                </a:gradFill>
                <a:effectLst/>
                <a:uLnTx/>
                <a:uFillTx/>
                <a:latin typeface="Segoe UI Semibold"/>
                <a:ea typeface="+mn-ea"/>
                <a:cs typeface="Segoe UI" pitchFamily="34" charset="0"/>
              </a:rPr>
              <a:t>Can accumulate ongoing costs, failures, and risks without notice, can be difficult to intervene when needed, scale multiplies these problems</a:t>
            </a:r>
          </a:p>
        </p:txBody>
      </p:sp>
      <p:sp>
        <p:nvSpPr>
          <p:cNvPr id="10" name="TextBox 9">
            <a:extLst>
              <a:ext uri="{FF2B5EF4-FFF2-40B4-BE49-F238E27FC236}">
                <a16:creationId xmlns:a16="http://schemas.microsoft.com/office/drawing/2014/main" id="{FA7A40BE-2B49-9926-E74F-D82568020C7B}"/>
              </a:ext>
            </a:extLst>
          </p:cNvPr>
          <p:cNvSpPr txBox="1"/>
          <p:nvPr/>
        </p:nvSpPr>
        <p:spPr>
          <a:xfrm>
            <a:off x="588963" y="2687404"/>
            <a:ext cx="3893096" cy="244169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Agent ID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to manage agents in Entra</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Manage agents across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development platforms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Monitoring</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view cost, quality, safety and security </a:t>
            </a:r>
            <a:b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of all agents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Policy review and policy setting </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for agents across tenants, subs or projects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srgbClr val="455F51"/>
                </a:solidFill>
                <a:effectLst/>
                <a:uLnTx/>
                <a:uFillTx/>
                <a:latin typeface="Segoe UI Semilight"/>
                <a:ea typeface="+mn-ea"/>
                <a:cs typeface="Segoe UI" panose="020B0502040204020203" pitchFamily="34" charset="0"/>
              </a:rPr>
              <a:t>Controls</a:t>
            </a:r>
            <a:r>
              <a:rPr kumimoji="0" lang="en-US" sz="1200" b="0"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 to stop agents and manage resource access</a:t>
            </a:r>
          </a:p>
        </p:txBody>
      </p:sp>
      <p:cxnSp>
        <p:nvCxnSpPr>
          <p:cNvPr id="11" name="Straight Connector 10">
            <a:extLst>
              <a:ext uri="{FF2B5EF4-FFF2-40B4-BE49-F238E27FC236}">
                <a16:creationId xmlns:a16="http://schemas.microsoft.com/office/drawing/2014/main" id="{197DD342-76D7-BC5D-438E-EDCF0AB0F109}"/>
              </a:ext>
            </a:extLst>
          </p:cNvPr>
          <p:cNvCxnSpPr/>
          <p:nvPr/>
        </p:nvCxnSpPr>
        <p:spPr>
          <a:xfrm>
            <a:off x="588963" y="3022017"/>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513BAF-FA29-6759-9E57-013CB46F13CE}"/>
              </a:ext>
            </a:extLst>
          </p:cNvPr>
          <p:cNvCxnSpPr/>
          <p:nvPr/>
        </p:nvCxnSpPr>
        <p:spPr>
          <a:xfrm>
            <a:off x="588963" y="3495016"/>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CC6DAF4-EB79-A46D-7B57-A788DA5A23D0}"/>
              </a:ext>
            </a:extLst>
          </p:cNvPr>
          <p:cNvCxnSpPr/>
          <p:nvPr/>
        </p:nvCxnSpPr>
        <p:spPr>
          <a:xfrm>
            <a:off x="588963" y="4135096"/>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FB99358-31EE-7F3B-5D3B-25CDAEF148DD}"/>
              </a:ext>
            </a:extLst>
          </p:cNvPr>
          <p:cNvCxnSpPr/>
          <p:nvPr/>
        </p:nvCxnSpPr>
        <p:spPr>
          <a:xfrm>
            <a:off x="588963" y="4805656"/>
            <a:ext cx="3893097" cy="0"/>
          </a:xfrm>
          <a:prstGeom prst="line">
            <a:avLst/>
          </a:prstGeom>
          <a:ln w="12700">
            <a:solidFill>
              <a:schemeClr val="tx1">
                <a:alpha val="48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584579"/>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E905-D3AA-AC4B-D15A-2BB12DCB3C1B}"/>
              </a:ext>
            </a:extLst>
          </p:cNvPr>
          <p:cNvSpPr>
            <a:spLocks noGrp="1"/>
          </p:cNvSpPr>
          <p:nvPr>
            <p:ph type="title"/>
          </p:nvPr>
        </p:nvSpPr>
        <p:spPr/>
        <p:txBody>
          <a:bodyPr/>
          <a:lstStyle/>
          <a:p>
            <a:r>
              <a:rPr lang="en-US"/>
              <a:t>Model Deployment Costs</a:t>
            </a:r>
            <a:endParaRPr lang="en-DE"/>
          </a:p>
        </p:txBody>
      </p:sp>
      <p:pic>
        <p:nvPicPr>
          <p:cNvPr id="3" name="Picture 2" descr="Screenshot of Azure portal showing the Monitor tab with total cost and estimated cost chart for a selected model and date range.">
            <a:extLst>
              <a:ext uri="{FF2B5EF4-FFF2-40B4-BE49-F238E27FC236}">
                <a16:creationId xmlns:a16="http://schemas.microsoft.com/office/drawing/2014/main" id="{B137610B-38C7-E7D6-CAEC-5837CE706629}"/>
              </a:ext>
            </a:extLst>
          </p:cNvPr>
          <p:cNvPicPr>
            <a:picLocks noChangeAspect="1"/>
          </p:cNvPicPr>
          <p:nvPr/>
        </p:nvPicPr>
        <p:blipFill>
          <a:blip r:embed="rId3"/>
          <a:stretch>
            <a:fillRect/>
          </a:stretch>
        </p:blipFill>
        <p:spPr>
          <a:xfrm>
            <a:off x="687759" y="1507253"/>
            <a:ext cx="10816481" cy="5350747"/>
          </a:xfrm>
          <a:prstGeom prst="rect">
            <a:avLst/>
          </a:prstGeom>
        </p:spPr>
      </p:pic>
    </p:spTree>
    <p:extLst>
      <p:ext uri="{BB962C8B-B14F-4D97-AF65-F5344CB8AC3E}">
        <p14:creationId xmlns:p14="http://schemas.microsoft.com/office/powerpoint/2010/main" val="2801677276"/>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39E7-9245-F77B-DA26-73806297BA23}"/>
            </a:ext>
          </a:extLst>
        </p:cNvPr>
        <p:cNvGrpSpPr/>
        <p:nvPr/>
      </p:nvGrpSpPr>
      <p:grpSpPr>
        <a:xfrm>
          <a:off x="0" y="0"/>
          <a:ext cx="0" cy="0"/>
          <a:chOff x="0" y="0"/>
          <a:chExt cx="0" cy="0"/>
        </a:xfrm>
      </p:grpSpPr>
      <p:sp>
        <p:nvSpPr>
          <p:cNvPr id="6" name="Title 6">
            <a:extLst>
              <a:ext uri="{FF2B5EF4-FFF2-40B4-BE49-F238E27FC236}">
                <a16:creationId xmlns:a16="http://schemas.microsoft.com/office/drawing/2014/main" id="{071B5541-2005-AA17-3970-FBDAB3315AC3}"/>
              </a:ext>
            </a:extLst>
          </p:cNvPr>
          <p:cNvSpPr txBox="1">
            <a:spLocks noGrp="1"/>
          </p:cNvSpPr>
          <p:nvPr>
            <p:ph type="title" idx="4294967295"/>
          </p:nvPr>
        </p:nvSpPr>
        <p:spPr>
          <a:xfrm>
            <a:off x="1174750" y="457200"/>
            <a:ext cx="11017250" cy="554038"/>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130" rtl="0" eaLnBrk="1" fontAlgn="base" latinLnBrk="0" hangingPunct="1">
              <a:lnSpc>
                <a:spcPct val="100000"/>
              </a:lnSpc>
              <a:spcBef>
                <a:spcPts val="1500"/>
              </a:spcBef>
              <a:spcAft>
                <a:spcPts val="0"/>
              </a:spcAft>
              <a:buClrTx/>
              <a:buSzTx/>
              <a:buFontTx/>
              <a:buNone/>
              <a:tabLst/>
              <a:defRPr/>
            </a:pPr>
            <a:r>
              <a:rPr lang="en-GB"/>
              <a:t>Click to edit Master title style</a:t>
            </a:r>
            <a:endParaRPr kumimoji="0" lang="en-US" sz="3600" b="0" i="0" u="none" strike="noStrike" kern="1200" cap="none" spc="0" normalizeH="0" baseline="0" noProof="0">
              <a:ln>
                <a:noFill/>
              </a:ln>
              <a:gradFill>
                <a:gsLst>
                  <a:gs pos="32110">
                    <a:schemeClr val="tx1"/>
                  </a:gs>
                  <a:gs pos="72000">
                    <a:schemeClr val="tx1"/>
                  </a:gs>
                </a:gsLst>
                <a:path path="circle">
                  <a:fillToRect l="100000" t="100000"/>
                </a:path>
              </a:gradFill>
              <a:effectLst/>
              <a:uLnTx/>
              <a:uFillTx/>
              <a:latin typeface="+mj-lt"/>
              <a:ea typeface="+mn-ea"/>
              <a:cs typeface="Segoe UI" pitchFamily="34" charset="0"/>
            </a:endParaRPr>
          </a:p>
        </p:txBody>
      </p:sp>
      <p:sp>
        <p:nvSpPr>
          <p:cNvPr id="58" name="TextBox 57">
            <a:extLst>
              <a:ext uri="{FF2B5EF4-FFF2-40B4-BE49-F238E27FC236}">
                <a16:creationId xmlns:a16="http://schemas.microsoft.com/office/drawing/2014/main" id="{146B0361-74E5-0AA5-6C33-5DBE40C0A55D}"/>
              </a:ext>
              <a:ext uri="{C183D7F6-B498-43B3-948B-1728B52AA6E4}">
                <adec:decorative xmlns:adec="http://schemas.microsoft.com/office/drawing/2017/decorative" val="1"/>
              </a:ext>
            </a:extLst>
          </p:cNvPr>
          <p:cNvSpPr txBox="1"/>
          <p:nvPr/>
        </p:nvSpPr>
        <p:spPr>
          <a:xfrm>
            <a:off x="-2474289" y="3318286"/>
            <a:ext cx="2078491" cy="646331"/>
          </a:xfrm>
          <a:prstGeom prst="rect">
            <a:avLst/>
          </a:prstGeom>
          <a:noFill/>
        </p:spPr>
        <p:txBody>
          <a:bodyPr wrap="square">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Build, test, deploy, ​evaluate, optimize, operate AI apps and agents</a:t>
            </a:r>
          </a:p>
        </p:txBody>
      </p:sp>
      <p:sp>
        <p:nvSpPr>
          <p:cNvPr id="59" name="TextBox 58">
            <a:extLst>
              <a:ext uri="{FF2B5EF4-FFF2-40B4-BE49-F238E27FC236}">
                <a16:creationId xmlns:a16="http://schemas.microsoft.com/office/drawing/2014/main" id="{982EE585-F992-FBA6-9E33-AFB1B4F24F9F}"/>
              </a:ext>
              <a:ext uri="{C183D7F6-B498-43B3-948B-1728B52AA6E4}">
                <adec:decorative xmlns:adec="http://schemas.microsoft.com/office/drawing/2017/decorative" val="1"/>
              </a:ext>
            </a:extLst>
          </p:cNvPr>
          <p:cNvSpPr txBox="1"/>
          <p:nvPr/>
        </p:nvSpPr>
        <p:spPr>
          <a:xfrm>
            <a:off x="-2194721" y="4910484"/>
            <a:ext cx="1798923" cy="646331"/>
          </a:xfrm>
          <a:prstGeom prst="rect">
            <a:avLst/>
          </a:prstGeom>
          <a:noFill/>
        </p:spPr>
        <p:txBody>
          <a:bodyPr wrap="square">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Observe, troubleshoot, manage across the full stack and at-scale</a:t>
            </a:r>
          </a:p>
        </p:txBody>
      </p:sp>
      <p:sp>
        <p:nvSpPr>
          <p:cNvPr id="4" name="TextBox 3">
            <a:extLst>
              <a:ext uri="{FF2B5EF4-FFF2-40B4-BE49-F238E27FC236}">
                <a16:creationId xmlns:a16="http://schemas.microsoft.com/office/drawing/2014/main" id="{C02617B2-2CCA-12AE-5911-7D6DF566CF19}"/>
              </a:ext>
            </a:extLst>
          </p:cNvPr>
          <p:cNvSpPr txBox="1"/>
          <p:nvPr/>
        </p:nvSpPr>
        <p:spPr>
          <a:xfrm>
            <a:off x="3815511" y="585788"/>
            <a:ext cx="4560976" cy="484989"/>
          </a:xfrm>
          <a:prstGeom prst="roundRect">
            <a:avLst>
              <a:gd name="adj" fmla="val 37015"/>
            </a:avLst>
          </a:prstGeom>
          <a:gradFill flip="none" rotWithShape="1">
            <a:gsLst>
              <a:gs pos="0">
                <a:srgbClr val="F65567"/>
              </a:gs>
              <a:gs pos="32000">
                <a:srgbClr val="7656AD"/>
              </a:gs>
              <a:gs pos="68000">
                <a:srgbClr val="0A6BBA"/>
              </a:gs>
              <a:gs pos="100000">
                <a:srgbClr val="318581"/>
              </a:gs>
            </a:gsLst>
            <a:path path="circle">
              <a:fillToRect l="100000" t="100000"/>
            </a:path>
            <a:tileRect r="-100000" b="-100000"/>
          </a:gradFill>
        </p:spPr>
        <p:txBody>
          <a:bodyPr wrap="none" lIns="137160" tIns="18288" rIns="137160" bIns="54864" rtlCol="0">
            <a:spAutoFit/>
          </a:bodyPr>
          <a:lstStyle>
            <a:defPPr>
              <a:defRPr lang="en-US"/>
            </a:defPPr>
            <a:lvl1pPr algn="ctr" defTabSz="914437" fontAlgn="base">
              <a:spcBef>
                <a:spcPct val="0"/>
              </a:spcBef>
              <a:spcAft>
                <a:spcPct val="0"/>
              </a:spcAft>
              <a:tabLst>
                <a:tab pos="1487158" algn="l"/>
              </a:tabLst>
              <a:defRPr sz="2000">
                <a:ln w="3175">
                  <a:noFill/>
                </a:ln>
                <a:gradFill>
                  <a:gsLst>
                    <a:gs pos="53147">
                      <a:srgbClr val="FFFFFF"/>
                    </a:gs>
                    <a:gs pos="28000">
                      <a:srgbClr val="FFFFFF"/>
                    </a:gs>
                  </a:gsLst>
                  <a:path path="circle">
                    <a:fillToRect l="100000" b="100000"/>
                  </a:path>
                </a:gradFill>
                <a:latin typeface="+mj-lt"/>
                <a:cs typeface="Segoe UI" pitchFamily="34" charset="0"/>
              </a:defRPr>
            </a:lvl1p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r>
              <a:rPr kumimoji="0" lang="en-US" sz="20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rPr>
              <a:t>Microsoft Foundry + Azure Monitor</a:t>
            </a:r>
          </a:p>
        </p:txBody>
      </p:sp>
      <p:sp>
        <p:nvSpPr>
          <p:cNvPr id="9" name="Title 6">
            <a:extLst>
              <a:ext uri="{FF2B5EF4-FFF2-40B4-BE49-F238E27FC236}">
                <a16:creationId xmlns:a16="http://schemas.microsoft.com/office/drawing/2014/main" id="{2E89D601-FCDC-3266-FFB7-0AF663FCDA80}"/>
              </a:ext>
            </a:extLst>
          </p:cNvPr>
          <p:cNvSpPr txBox="1">
            <a:spLocks/>
          </p:cNvSpPr>
          <p:nvPr/>
        </p:nvSpPr>
        <p:spPr>
          <a:xfrm>
            <a:off x="1381125" y="1718966"/>
            <a:ext cx="9429750" cy="369332"/>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2901130" rtl="0" eaLnBrk="1" fontAlgn="base" latinLnBrk="0" hangingPunct="1">
              <a:lnSpc>
                <a:spcPct val="100000"/>
              </a:lnSpc>
              <a:spcBef>
                <a:spcPts val="600"/>
              </a:spcBef>
              <a:spcAft>
                <a:spcPts val="0"/>
              </a:spcAft>
              <a:buClrTx/>
              <a:buSzTx/>
              <a:buFontTx/>
              <a:buNone/>
              <a:tabLst/>
              <a:defRPr/>
            </a:pPr>
            <a:r>
              <a:rPr kumimoji="0" lang="en-US" sz="2400" b="0" i="0" u="none" strike="noStrike" kern="1200" cap="none" spc="0" normalizeH="0" baseline="0" noProof="0">
                <a:ln>
                  <a:noFill/>
                </a:ln>
                <a:gradFill>
                  <a:gsLst>
                    <a:gs pos="32110">
                      <a:srgbClr val="000000"/>
                    </a:gs>
                    <a:gs pos="72000">
                      <a:srgbClr val="000000"/>
                    </a:gs>
                  </a:gsLst>
                  <a:path path="circle">
                    <a:fillToRect l="100000" t="100000"/>
                  </a:path>
                </a:gradFill>
                <a:effectLst/>
                <a:uLnTx/>
                <a:uFillTx/>
                <a:latin typeface="Segoe UI Semibold"/>
                <a:ea typeface="+mn-ea"/>
                <a:cs typeface="Segoe UI" pitchFamily="34" charset="0"/>
              </a:rPr>
              <a:t>and consistent insights with a seamless user experience</a:t>
            </a:r>
          </a:p>
        </p:txBody>
      </p:sp>
      <p:sp>
        <p:nvSpPr>
          <p:cNvPr id="11" name="Rectangle: Rounded Corners 16">
            <a:extLst>
              <a:ext uri="{FF2B5EF4-FFF2-40B4-BE49-F238E27FC236}">
                <a16:creationId xmlns:a16="http://schemas.microsoft.com/office/drawing/2014/main" id="{A8C65B05-A305-E1D4-56C1-95C6970DBA27}"/>
              </a:ext>
              <a:ext uri="{C183D7F6-B498-43B3-948B-1728B52AA6E4}">
                <adec:decorative xmlns:adec="http://schemas.microsoft.com/office/drawing/2017/decorative" val="0"/>
              </a:ext>
            </a:extLst>
          </p:cNvPr>
          <p:cNvSpPr/>
          <p:nvPr/>
        </p:nvSpPr>
        <p:spPr bwMode="auto">
          <a:xfrm>
            <a:off x="584200" y="2583264"/>
            <a:ext cx="2828925" cy="720000"/>
          </a:xfrm>
          <a:prstGeom prst="roundRect">
            <a:avLst>
              <a:gd name="adj" fmla="val 40402"/>
            </a:avLst>
          </a:prstGeom>
          <a:gradFill>
            <a:gsLst>
              <a:gs pos="100000">
                <a:srgbClr val="227B97"/>
              </a:gs>
              <a:gs pos="0">
                <a:srgbClr val="2C8288"/>
              </a:gs>
            </a:gsLst>
            <a:path path="circle">
              <a:fillToRect r="100000" b="100000"/>
            </a:path>
          </a:gradFill>
          <a:ln w="63897" cap="flat">
            <a:noFill/>
            <a:prstDash val="solid"/>
            <a:miter/>
          </a:ln>
          <a:effectLst/>
        </p:spPr>
        <p:txBody>
          <a:bodyPr rot="0" spcFirstLastPara="0" vertOverflow="overflow" horzOverflow="overflow" vert="horz" wrap="square" lIns="756000" tIns="45720" rIns="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Apps and agents</a:t>
            </a:r>
          </a:p>
        </p:txBody>
      </p:sp>
      <p:sp>
        <p:nvSpPr>
          <p:cNvPr id="41" name="!!2-icon">
            <a:extLst>
              <a:ext uri="{FF2B5EF4-FFF2-40B4-BE49-F238E27FC236}">
                <a16:creationId xmlns:a16="http://schemas.microsoft.com/office/drawing/2014/main" id="{68566101-0D10-BDA6-8C46-A876C4FDEC06}"/>
              </a:ext>
              <a:ext uri="{C183D7F6-B498-43B3-948B-1728B52AA6E4}">
                <adec:decorative xmlns:adec="http://schemas.microsoft.com/office/drawing/2017/decorative" val="1"/>
              </a:ext>
            </a:extLst>
          </p:cNvPr>
          <p:cNvSpPr>
            <a:spLocks noChangeAspect="1"/>
          </p:cNvSpPr>
          <p:nvPr/>
        </p:nvSpPr>
        <p:spPr>
          <a:xfrm>
            <a:off x="797165" y="2763264"/>
            <a:ext cx="360088" cy="360000"/>
          </a:xfrm>
          <a:custGeom>
            <a:avLst/>
            <a:gdLst>
              <a:gd name="connsiteX0" fmla="*/ 141697 w 432933"/>
              <a:gd name="connsiteY0" fmla="*/ 315405 h 432830"/>
              <a:gd name="connsiteX1" fmla="*/ 160780 w 432933"/>
              <a:gd name="connsiteY1" fmla="*/ 321479 h 432830"/>
              <a:gd name="connsiteX2" fmla="*/ 179790 w 432933"/>
              <a:gd name="connsiteY2" fmla="*/ 315505 h 432830"/>
              <a:gd name="connsiteX3" fmla="*/ 191132 w 432933"/>
              <a:gd name="connsiteY3" fmla="*/ 301418 h 432830"/>
              <a:gd name="connsiteX4" fmla="*/ 206419 w 432933"/>
              <a:gd name="connsiteY4" fmla="*/ 254802 h 432830"/>
              <a:gd name="connsiteX5" fmla="*/ 224836 w 432933"/>
              <a:gd name="connsiteY5" fmla="*/ 224980 h 432830"/>
              <a:gd name="connsiteX6" fmla="*/ 254656 w 432933"/>
              <a:gd name="connsiteY6" fmla="*/ 206565 h 432830"/>
              <a:gd name="connsiteX7" fmla="*/ 299565 w 432933"/>
              <a:gd name="connsiteY7" fmla="*/ 191933 h 432830"/>
              <a:gd name="connsiteX8" fmla="*/ 315539 w 432933"/>
              <a:gd name="connsiteY8" fmla="*/ 179867 h 432830"/>
              <a:gd name="connsiteX9" fmla="*/ 321605 w 432933"/>
              <a:gd name="connsiteY9" fmla="*/ 160790 h 432830"/>
              <a:gd name="connsiteX10" fmla="*/ 315539 w 432933"/>
              <a:gd name="connsiteY10" fmla="*/ 141713 h 432830"/>
              <a:gd name="connsiteX11" fmla="*/ 299565 w 432933"/>
              <a:gd name="connsiteY11" fmla="*/ 129647 h 432830"/>
              <a:gd name="connsiteX12" fmla="*/ 253802 w 432933"/>
              <a:gd name="connsiteY12" fmla="*/ 114891 h 432830"/>
              <a:gd name="connsiteX13" fmla="*/ 224019 w 432933"/>
              <a:gd name="connsiteY13" fmla="*/ 96487 h 432830"/>
              <a:gd name="connsiteX14" fmla="*/ 205628 w 432933"/>
              <a:gd name="connsiteY14" fmla="*/ 66804 h 432830"/>
              <a:gd name="connsiteX15" fmla="*/ 191046 w 432933"/>
              <a:gd name="connsiteY15" fmla="*/ 21919 h 432830"/>
              <a:gd name="connsiteX16" fmla="*/ 178974 w 432933"/>
              <a:gd name="connsiteY16" fmla="*/ 5951 h 432830"/>
              <a:gd name="connsiteX17" fmla="*/ 159896 w 432933"/>
              <a:gd name="connsiteY17" fmla="*/ 0 h 432830"/>
              <a:gd name="connsiteX18" fmla="*/ 140818 w 432933"/>
              <a:gd name="connsiteY18" fmla="*/ 5951 h 432830"/>
              <a:gd name="connsiteX19" fmla="*/ 128610 w 432933"/>
              <a:gd name="connsiteY19" fmla="*/ 22277 h 432830"/>
              <a:gd name="connsiteX20" fmla="*/ 113855 w 432933"/>
              <a:gd name="connsiteY20" fmla="*/ 67632 h 432830"/>
              <a:gd name="connsiteX21" fmla="*/ 96057 w 432933"/>
              <a:gd name="connsiteY21" fmla="*/ 96401 h 432830"/>
              <a:gd name="connsiteX22" fmla="*/ 66905 w 432933"/>
              <a:gd name="connsiteY22" fmla="*/ 114854 h 432830"/>
              <a:gd name="connsiteX23" fmla="*/ 22046 w 432933"/>
              <a:gd name="connsiteY23" fmla="*/ 129424 h 432830"/>
              <a:gd name="connsiteX24" fmla="*/ 9319 w 432933"/>
              <a:gd name="connsiteY24" fmla="*/ 137581 h 432830"/>
              <a:gd name="connsiteX25" fmla="*/ 1558 w 432933"/>
              <a:gd name="connsiteY25" fmla="*/ 150553 h 432830"/>
              <a:gd name="connsiteX26" fmla="*/ 388 w 432933"/>
              <a:gd name="connsiteY26" fmla="*/ 165625 h 432830"/>
              <a:gd name="connsiteX27" fmla="*/ 6054 w 432933"/>
              <a:gd name="connsiteY27" fmla="*/ 179639 h 432830"/>
              <a:gd name="connsiteX28" fmla="*/ 22405 w 432933"/>
              <a:gd name="connsiteY28" fmla="*/ 191847 h 432830"/>
              <a:gd name="connsiteX29" fmla="*/ 66781 w 432933"/>
              <a:gd name="connsiteY29" fmla="*/ 206256 h 432830"/>
              <a:gd name="connsiteX30" fmla="*/ 96614 w 432933"/>
              <a:gd name="connsiteY30" fmla="*/ 224734 h 432830"/>
              <a:gd name="connsiteX31" fmla="*/ 102909 w 432933"/>
              <a:gd name="connsiteY31" fmla="*/ 231895 h 432830"/>
              <a:gd name="connsiteX32" fmla="*/ 115042 w 432933"/>
              <a:gd name="connsiteY32" fmla="*/ 254616 h 432830"/>
              <a:gd name="connsiteX33" fmla="*/ 129625 w 432933"/>
              <a:gd name="connsiteY33" fmla="*/ 299426 h 432830"/>
              <a:gd name="connsiteX34" fmla="*/ 141697 w 432933"/>
              <a:gd name="connsiteY34" fmla="*/ 315405 h 432830"/>
              <a:gd name="connsiteX35" fmla="*/ 332397 w 432933"/>
              <a:gd name="connsiteY35" fmla="*/ 428360 h 432830"/>
              <a:gd name="connsiteX36" fmla="*/ 346299 w 432933"/>
              <a:gd name="connsiteY36" fmla="*/ 432794 h 432830"/>
              <a:gd name="connsiteX37" fmla="*/ 346360 w 432933"/>
              <a:gd name="connsiteY37" fmla="*/ 432831 h 432830"/>
              <a:gd name="connsiteX38" fmla="*/ 360412 w 432933"/>
              <a:gd name="connsiteY38" fmla="*/ 428295 h 432830"/>
              <a:gd name="connsiteX39" fmla="*/ 369168 w 432933"/>
              <a:gd name="connsiteY39" fmla="*/ 416406 h 432830"/>
              <a:gd name="connsiteX40" fmla="*/ 376205 w 432933"/>
              <a:gd name="connsiteY40" fmla="*/ 394761 h 432830"/>
              <a:gd name="connsiteX41" fmla="*/ 383304 w 432933"/>
              <a:gd name="connsiteY41" fmla="*/ 383259 h 432830"/>
              <a:gd name="connsiteX42" fmla="*/ 394745 w 432933"/>
              <a:gd name="connsiteY42" fmla="*/ 376184 h 432830"/>
              <a:gd name="connsiteX43" fmla="*/ 416884 w 432933"/>
              <a:gd name="connsiteY43" fmla="*/ 368986 h 432830"/>
              <a:gd name="connsiteX44" fmla="*/ 426154 w 432933"/>
              <a:gd name="connsiteY44" fmla="*/ 363040 h 432830"/>
              <a:gd name="connsiteX45" fmla="*/ 431804 w 432933"/>
              <a:gd name="connsiteY45" fmla="*/ 353586 h 432830"/>
              <a:gd name="connsiteX46" fmla="*/ 432648 w 432933"/>
              <a:gd name="connsiteY46" fmla="*/ 342606 h 432830"/>
              <a:gd name="connsiteX47" fmla="*/ 428511 w 432933"/>
              <a:gd name="connsiteY47" fmla="*/ 332400 h 432830"/>
              <a:gd name="connsiteX48" fmla="*/ 416080 w 432933"/>
              <a:gd name="connsiteY48" fmla="*/ 323371 h 432830"/>
              <a:gd name="connsiteX49" fmla="*/ 394349 w 432933"/>
              <a:gd name="connsiteY49" fmla="*/ 316334 h 432830"/>
              <a:gd name="connsiteX50" fmla="*/ 382886 w 432933"/>
              <a:gd name="connsiteY50" fmla="*/ 309244 h 432830"/>
              <a:gd name="connsiteX51" fmla="*/ 375797 w 432933"/>
              <a:gd name="connsiteY51" fmla="*/ 297781 h 432830"/>
              <a:gd name="connsiteX52" fmla="*/ 368599 w 432933"/>
              <a:gd name="connsiteY52" fmla="*/ 275654 h 432830"/>
              <a:gd name="connsiteX53" fmla="*/ 359817 w 432933"/>
              <a:gd name="connsiteY53" fmla="*/ 264041 h 432830"/>
              <a:gd name="connsiteX54" fmla="*/ 349514 w 432933"/>
              <a:gd name="connsiteY54" fmla="*/ 259882 h 432830"/>
              <a:gd name="connsiteX55" fmla="*/ 338442 w 432933"/>
              <a:gd name="connsiteY55" fmla="*/ 260798 h 432830"/>
              <a:gd name="connsiteX56" fmla="*/ 328962 w 432933"/>
              <a:gd name="connsiteY56" fmla="*/ 266590 h 432830"/>
              <a:gd name="connsiteX57" fmla="*/ 323096 w 432933"/>
              <a:gd name="connsiteY57" fmla="*/ 276026 h 432830"/>
              <a:gd name="connsiteX58" fmla="*/ 316021 w 432933"/>
              <a:gd name="connsiteY58" fmla="*/ 297757 h 432830"/>
              <a:gd name="connsiteX59" fmla="*/ 309138 w 432933"/>
              <a:gd name="connsiteY59" fmla="*/ 309090 h 432830"/>
              <a:gd name="connsiteX60" fmla="*/ 297976 w 432933"/>
              <a:gd name="connsiteY60" fmla="*/ 316247 h 432830"/>
              <a:gd name="connsiteX61" fmla="*/ 275824 w 432933"/>
              <a:gd name="connsiteY61" fmla="*/ 323446 h 432830"/>
              <a:gd name="connsiteX62" fmla="*/ 264136 w 432933"/>
              <a:gd name="connsiteY62" fmla="*/ 332307 h 432830"/>
              <a:gd name="connsiteX63" fmla="*/ 259771 w 432933"/>
              <a:gd name="connsiteY63" fmla="*/ 346312 h 432830"/>
              <a:gd name="connsiteX64" fmla="*/ 264356 w 432933"/>
              <a:gd name="connsiteY64" fmla="*/ 360246 h 432830"/>
              <a:gd name="connsiteX65" fmla="*/ 276183 w 432933"/>
              <a:gd name="connsiteY65" fmla="*/ 368924 h 432830"/>
              <a:gd name="connsiteX66" fmla="*/ 297852 w 432933"/>
              <a:gd name="connsiteY66" fmla="*/ 375974 h 432830"/>
              <a:gd name="connsiteX67" fmla="*/ 309335 w 432933"/>
              <a:gd name="connsiteY67" fmla="*/ 383089 h 432830"/>
              <a:gd name="connsiteX68" fmla="*/ 316404 w 432933"/>
              <a:gd name="connsiteY68" fmla="*/ 394600 h 432830"/>
              <a:gd name="connsiteX69" fmla="*/ 323603 w 432933"/>
              <a:gd name="connsiteY69" fmla="*/ 416715 h 432830"/>
              <a:gd name="connsiteX70" fmla="*/ 332397 w 432933"/>
              <a:gd name="connsiteY70" fmla="*/ 428360 h 43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32933" h="432830">
                <a:moveTo>
                  <a:pt x="141697" y="315405"/>
                </a:moveTo>
                <a:cubicBezTo>
                  <a:pt x="147278" y="319355"/>
                  <a:pt x="153944" y="321477"/>
                  <a:pt x="160780" y="321479"/>
                </a:cubicBezTo>
                <a:cubicBezTo>
                  <a:pt x="167583" y="321501"/>
                  <a:pt x="174225" y="319415"/>
                  <a:pt x="179790" y="315505"/>
                </a:cubicBezTo>
                <a:cubicBezTo>
                  <a:pt x="184798" y="311944"/>
                  <a:pt x="188723" y="307069"/>
                  <a:pt x="191132" y="301418"/>
                </a:cubicBezTo>
                <a:lnTo>
                  <a:pt x="206419" y="254802"/>
                </a:lnTo>
                <a:cubicBezTo>
                  <a:pt x="210157" y="243565"/>
                  <a:pt x="216462" y="233354"/>
                  <a:pt x="224836" y="224980"/>
                </a:cubicBezTo>
                <a:cubicBezTo>
                  <a:pt x="233209" y="216607"/>
                  <a:pt x="243419" y="210302"/>
                  <a:pt x="254656" y="206565"/>
                </a:cubicBezTo>
                <a:lnTo>
                  <a:pt x="299565" y="191933"/>
                </a:lnTo>
                <a:cubicBezTo>
                  <a:pt x="306010" y="189660"/>
                  <a:pt x="311591" y="185445"/>
                  <a:pt x="315539" y="179867"/>
                </a:cubicBezTo>
                <a:cubicBezTo>
                  <a:pt x="319485" y="174289"/>
                  <a:pt x="321605" y="167624"/>
                  <a:pt x="321605" y="160790"/>
                </a:cubicBezTo>
                <a:cubicBezTo>
                  <a:pt x="321605" y="153957"/>
                  <a:pt x="319485" y="147291"/>
                  <a:pt x="315539" y="141713"/>
                </a:cubicBezTo>
                <a:cubicBezTo>
                  <a:pt x="311591" y="136135"/>
                  <a:pt x="306010" y="131919"/>
                  <a:pt x="299565" y="129647"/>
                </a:cubicBezTo>
                <a:lnTo>
                  <a:pt x="253802" y="114891"/>
                </a:lnTo>
                <a:cubicBezTo>
                  <a:pt x="242589" y="111135"/>
                  <a:pt x="232395" y="104836"/>
                  <a:pt x="224019" y="96487"/>
                </a:cubicBezTo>
                <a:cubicBezTo>
                  <a:pt x="215680" y="88146"/>
                  <a:pt x="209384" y="77986"/>
                  <a:pt x="205628" y="66804"/>
                </a:cubicBezTo>
                <a:lnTo>
                  <a:pt x="191046" y="21919"/>
                </a:lnTo>
                <a:cubicBezTo>
                  <a:pt x="188776" y="15473"/>
                  <a:pt x="184557" y="9893"/>
                  <a:pt x="178974" y="5951"/>
                </a:cubicBezTo>
                <a:cubicBezTo>
                  <a:pt x="173368" y="2076"/>
                  <a:pt x="166713" y="0"/>
                  <a:pt x="159896" y="0"/>
                </a:cubicBezTo>
                <a:cubicBezTo>
                  <a:pt x="153080" y="0"/>
                  <a:pt x="146426" y="2076"/>
                  <a:pt x="140818" y="5951"/>
                </a:cubicBezTo>
                <a:cubicBezTo>
                  <a:pt x="135135" y="9975"/>
                  <a:pt x="130864" y="15688"/>
                  <a:pt x="128610" y="22277"/>
                </a:cubicBezTo>
                <a:lnTo>
                  <a:pt x="113855" y="67632"/>
                </a:lnTo>
                <a:cubicBezTo>
                  <a:pt x="110143" y="78428"/>
                  <a:pt x="104062" y="88259"/>
                  <a:pt x="96057" y="96401"/>
                </a:cubicBezTo>
                <a:cubicBezTo>
                  <a:pt x="87878" y="104697"/>
                  <a:pt x="77905" y="111010"/>
                  <a:pt x="66905" y="114854"/>
                </a:cubicBezTo>
                <a:lnTo>
                  <a:pt x="22046" y="129424"/>
                </a:lnTo>
                <a:cubicBezTo>
                  <a:pt x="17230" y="131122"/>
                  <a:pt x="12874" y="133915"/>
                  <a:pt x="9319" y="137581"/>
                </a:cubicBezTo>
                <a:cubicBezTo>
                  <a:pt x="5764" y="141247"/>
                  <a:pt x="3107" y="145687"/>
                  <a:pt x="1558" y="150553"/>
                </a:cubicBezTo>
                <a:cubicBezTo>
                  <a:pt x="8" y="155419"/>
                  <a:pt x="-392" y="160577"/>
                  <a:pt x="388" y="165625"/>
                </a:cubicBezTo>
                <a:cubicBezTo>
                  <a:pt x="1168" y="170671"/>
                  <a:pt x="3107" y="175469"/>
                  <a:pt x="6054" y="179639"/>
                </a:cubicBezTo>
                <a:cubicBezTo>
                  <a:pt x="10085" y="185326"/>
                  <a:pt x="15806" y="189598"/>
                  <a:pt x="22405" y="191847"/>
                </a:cubicBezTo>
                <a:lnTo>
                  <a:pt x="66781" y="206256"/>
                </a:lnTo>
                <a:cubicBezTo>
                  <a:pt x="78023" y="210021"/>
                  <a:pt x="88235" y="216347"/>
                  <a:pt x="96614" y="224734"/>
                </a:cubicBezTo>
                <a:cubicBezTo>
                  <a:pt x="98856" y="226991"/>
                  <a:pt x="100959" y="229382"/>
                  <a:pt x="102909" y="231895"/>
                </a:cubicBezTo>
                <a:cubicBezTo>
                  <a:pt x="108220" y="238722"/>
                  <a:pt x="112323" y="246406"/>
                  <a:pt x="115042" y="254616"/>
                </a:cubicBezTo>
                <a:lnTo>
                  <a:pt x="129625" y="299426"/>
                </a:lnTo>
                <a:cubicBezTo>
                  <a:pt x="131899" y="305873"/>
                  <a:pt x="136118" y="311456"/>
                  <a:pt x="141697" y="315405"/>
                </a:cubicBezTo>
                <a:close/>
                <a:moveTo>
                  <a:pt x="332397" y="428360"/>
                </a:moveTo>
                <a:cubicBezTo>
                  <a:pt x="336461" y="431239"/>
                  <a:pt x="341318" y="432789"/>
                  <a:pt x="346299" y="432794"/>
                </a:cubicBezTo>
                <a:lnTo>
                  <a:pt x="346360" y="432831"/>
                </a:lnTo>
                <a:cubicBezTo>
                  <a:pt x="351404" y="432829"/>
                  <a:pt x="356319" y="431243"/>
                  <a:pt x="360412" y="428295"/>
                </a:cubicBezTo>
                <a:cubicBezTo>
                  <a:pt x="364505" y="425348"/>
                  <a:pt x="367568" y="421188"/>
                  <a:pt x="369168" y="416406"/>
                </a:cubicBezTo>
                <a:lnTo>
                  <a:pt x="376205" y="394761"/>
                </a:lnTo>
                <a:cubicBezTo>
                  <a:pt x="377661" y="390433"/>
                  <a:pt x="380089" y="386499"/>
                  <a:pt x="383304" y="383259"/>
                </a:cubicBezTo>
                <a:cubicBezTo>
                  <a:pt x="386521" y="380050"/>
                  <a:pt x="390437" y="377629"/>
                  <a:pt x="394745" y="376184"/>
                </a:cubicBezTo>
                <a:lnTo>
                  <a:pt x="416884" y="368986"/>
                </a:lnTo>
                <a:cubicBezTo>
                  <a:pt x="420393" y="367748"/>
                  <a:pt x="423566" y="365712"/>
                  <a:pt x="426154" y="363040"/>
                </a:cubicBezTo>
                <a:cubicBezTo>
                  <a:pt x="428743" y="360369"/>
                  <a:pt x="430677" y="357132"/>
                  <a:pt x="431804" y="353586"/>
                </a:cubicBezTo>
                <a:cubicBezTo>
                  <a:pt x="432931" y="350041"/>
                  <a:pt x="433219" y="346282"/>
                  <a:pt x="432648" y="342606"/>
                </a:cubicBezTo>
                <a:cubicBezTo>
                  <a:pt x="432076" y="338929"/>
                  <a:pt x="430660" y="335437"/>
                  <a:pt x="428511" y="332400"/>
                </a:cubicBezTo>
                <a:cubicBezTo>
                  <a:pt x="425454" y="328123"/>
                  <a:pt x="421092" y="324956"/>
                  <a:pt x="416080" y="323371"/>
                </a:cubicBezTo>
                <a:lnTo>
                  <a:pt x="394349" y="316334"/>
                </a:lnTo>
                <a:cubicBezTo>
                  <a:pt x="390030" y="314890"/>
                  <a:pt x="386107" y="312464"/>
                  <a:pt x="382886" y="309244"/>
                </a:cubicBezTo>
                <a:cubicBezTo>
                  <a:pt x="379667" y="306024"/>
                  <a:pt x="377240" y="302100"/>
                  <a:pt x="375797" y="297781"/>
                </a:cubicBezTo>
                <a:lnTo>
                  <a:pt x="368599" y="275654"/>
                </a:lnTo>
                <a:cubicBezTo>
                  <a:pt x="366951" y="270963"/>
                  <a:pt x="363881" y="266904"/>
                  <a:pt x="359817" y="264041"/>
                </a:cubicBezTo>
                <a:cubicBezTo>
                  <a:pt x="356755" y="261870"/>
                  <a:pt x="353226" y="260445"/>
                  <a:pt x="349514" y="259882"/>
                </a:cubicBezTo>
                <a:cubicBezTo>
                  <a:pt x="345803" y="259320"/>
                  <a:pt x="342012" y="259633"/>
                  <a:pt x="338442" y="260798"/>
                </a:cubicBezTo>
                <a:cubicBezTo>
                  <a:pt x="334874" y="261963"/>
                  <a:pt x="331627" y="263947"/>
                  <a:pt x="328962" y="266590"/>
                </a:cubicBezTo>
                <a:cubicBezTo>
                  <a:pt x="326298" y="269234"/>
                  <a:pt x="324288" y="272466"/>
                  <a:pt x="323096" y="276026"/>
                </a:cubicBezTo>
                <a:lnTo>
                  <a:pt x="316021" y="297757"/>
                </a:lnTo>
                <a:cubicBezTo>
                  <a:pt x="314620" y="302009"/>
                  <a:pt x="312266" y="305886"/>
                  <a:pt x="309138" y="309090"/>
                </a:cubicBezTo>
                <a:cubicBezTo>
                  <a:pt x="306011" y="312294"/>
                  <a:pt x="302193" y="314742"/>
                  <a:pt x="297976" y="316247"/>
                </a:cubicBezTo>
                <a:lnTo>
                  <a:pt x="275824" y="323446"/>
                </a:lnTo>
                <a:cubicBezTo>
                  <a:pt x="271099" y="325110"/>
                  <a:pt x="267013" y="328209"/>
                  <a:pt x="264136" y="332307"/>
                </a:cubicBezTo>
                <a:cubicBezTo>
                  <a:pt x="261258" y="336408"/>
                  <a:pt x="259732" y="341304"/>
                  <a:pt x="259771" y="346312"/>
                </a:cubicBezTo>
                <a:cubicBezTo>
                  <a:pt x="259811" y="351321"/>
                  <a:pt x="261414" y="356193"/>
                  <a:pt x="264356" y="360246"/>
                </a:cubicBezTo>
                <a:cubicBezTo>
                  <a:pt x="267299" y="364301"/>
                  <a:pt x="271433" y="367333"/>
                  <a:pt x="276183" y="368924"/>
                </a:cubicBezTo>
                <a:lnTo>
                  <a:pt x="297852" y="375974"/>
                </a:lnTo>
                <a:cubicBezTo>
                  <a:pt x="302182" y="377418"/>
                  <a:pt x="306114" y="379855"/>
                  <a:pt x="309335" y="383089"/>
                </a:cubicBezTo>
                <a:cubicBezTo>
                  <a:pt x="312555" y="386324"/>
                  <a:pt x="314977" y="390265"/>
                  <a:pt x="316404" y="394600"/>
                </a:cubicBezTo>
                <a:lnTo>
                  <a:pt x="323603" y="416715"/>
                </a:lnTo>
                <a:cubicBezTo>
                  <a:pt x="325260" y="421412"/>
                  <a:pt x="328332" y="425480"/>
                  <a:pt x="332397" y="428360"/>
                </a:cubicBezTo>
                <a:close/>
              </a:path>
            </a:pathLst>
          </a:custGeom>
          <a:solidFill>
            <a:srgbClr val="FFFFFF"/>
          </a:solidFill>
          <a:ln w="19050" cap="flat" cmpd="sng" algn="ctr">
            <a:noFill/>
            <a:prstDash val="solid"/>
            <a:miter lim="800000"/>
            <a:headEnd type="none" w="med" len="med"/>
            <a:tailEnd type="none" w="med" len="med"/>
          </a:ln>
          <a:effectLst/>
        </p:spPr>
        <p:txBody>
          <a:bodyPr rot="0" spcFirstLastPara="0" vertOverflow="overflow" horzOverflow="overflow" vert="horz" wrap="square" lIns="261257" tIns="209006" rIns="261257" bIns="209006" numCol="1" spcCol="0" rtlCol="0" fromWordArt="0" anchor="t" anchorCtr="0" forceAA="0" compatLnSpc="1">
            <a:prstTxWarp prst="textNoShape">
              <a:avLst/>
            </a:prstTxWarp>
            <a:noAutofit/>
          </a:bodyPr>
          <a:lstStyle/>
          <a:p>
            <a:pPr marL="0" marR="0" lvl="0" indent="0" algn="l" defTabSz="1332133" rtl="0" eaLnBrk="1" fontAlgn="base" latinLnBrk="0" hangingPunct="1">
              <a:lnSpc>
                <a:spcPct val="100000"/>
              </a:lnSpc>
              <a:spcBef>
                <a:spcPct val="0"/>
              </a:spcBef>
              <a:spcAft>
                <a:spcPct val="0"/>
              </a:spcAft>
              <a:buClrTx/>
              <a:buSzTx/>
              <a:buFontTx/>
              <a:buNone/>
              <a:tabLst/>
              <a:defRPr/>
            </a:pPr>
            <a:endParaRPr kumimoji="0" lang="en-US" sz="2857" b="1" i="0" u="none" strike="noStrike" kern="0" cap="none" spc="0" normalizeH="0" baseline="0" noProof="0">
              <a:ln>
                <a:noFill/>
              </a:ln>
              <a:solidFill>
                <a:srgbClr val="FFFFFF"/>
              </a:solidFill>
              <a:effectLst/>
              <a:uLnTx/>
              <a:uFillTx/>
              <a:latin typeface="Segoe UI Semibold" panose="020B0702040204020203" pitchFamily="34" charset="0"/>
              <a:ea typeface="+mn-ea"/>
              <a:cs typeface="Segoe UI" pitchFamily="34" charset="0"/>
            </a:endParaRPr>
          </a:p>
        </p:txBody>
      </p:sp>
      <p:sp>
        <p:nvSpPr>
          <p:cNvPr id="13" name="Rectangle: Rounded Corners 16">
            <a:extLst>
              <a:ext uri="{FF2B5EF4-FFF2-40B4-BE49-F238E27FC236}">
                <a16:creationId xmlns:a16="http://schemas.microsoft.com/office/drawing/2014/main" id="{FF8A154D-D1AA-3554-BB62-140420857797}"/>
              </a:ext>
              <a:ext uri="{C183D7F6-B498-43B3-948B-1728B52AA6E4}">
                <adec:decorative xmlns:adec="http://schemas.microsoft.com/office/drawing/2017/decorative" val="0"/>
              </a:ext>
            </a:extLst>
          </p:cNvPr>
          <p:cNvSpPr/>
          <p:nvPr/>
        </p:nvSpPr>
        <p:spPr bwMode="auto">
          <a:xfrm>
            <a:off x="584200" y="3529195"/>
            <a:ext cx="2828925" cy="720000"/>
          </a:xfrm>
          <a:prstGeom prst="roundRect">
            <a:avLst>
              <a:gd name="adj" fmla="val 40402"/>
            </a:avLst>
          </a:prstGeom>
          <a:gradFill>
            <a:gsLst>
              <a:gs pos="100000">
                <a:srgbClr val="0C6CB8"/>
              </a:gs>
              <a:gs pos="0">
                <a:srgbClr val="2666B7"/>
              </a:gs>
            </a:gsLst>
            <a:path path="circle">
              <a:fillToRect l="100000" t="100000"/>
            </a:path>
          </a:gradFill>
          <a:ln w="63897" cap="flat">
            <a:noFill/>
            <a:prstDash val="solid"/>
            <a:miter/>
          </a:ln>
          <a:effectLst/>
        </p:spPr>
        <p:txBody>
          <a:bodyPr rot="0" spcFirstLastPara="0" vertOverflow="overflow" horzOverflow="overflow" vert="horz" wrap="square" lIns="756000" tIns="45720" rIns="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AI platform</a:t>
            </a:r>
          </a:p>
        </p:txBody>
      </p:sp>
      <p:sp>
        <p:nvSpPr>
          <p:cNvPr id="40" name="!!3-icon">
            <a:extLst>
              <a:ext uri="{FF2B5EF4-FFF2-40B4-BE49-F238E27FC236}">
                <a16:creationId xmlns:a16="http://schemas.microsoft.com/office/drawing/2014/main" id="{F28CFC7E-73A9-258D-2383-B92334444E2F}"/>
              </a:ext>
              <a:ext uri="{C183D7F6-B498-43B3-948B-1728B52AA6E4}">
                <adec:decorative xmlns:adec="http://schemas.microsoft.com/office/drawing/2017/decorative" val="1"/>
              </a:ext>
            </a:extLst>
          </p:cNvPr>
          <p:cNvSpPr>
            <a:spLocks noChangeAspect="1"/>
          </p:cNvSpPr>
          <p:nvPr/>
        </p:nvSpPr>
        <p:spPr>
          <a:xfrm>
            <a:off x="797119" y="3709195"/>
            <a:ext cx="360180" cy="360000"/>
          </a:xfrm>
          <a:custGeom>
            <a:avLst/>
            <a:gdLst>
              <a:gd name="connsiteX0" fmla="*/ 95 w 190595"/>
              <a:gd name="connsiteY0" fmla="*/ 30956 h 190500"/>
              <a:gd name="connsiteX1" fmla="*/ 31052 w 190595"/>
              <a:gd name="connsiteY1" fmla="*/ 0 h 190500"/>
              <a:gd name="connsiteX2" fmla="*/ 140589 w 190595"/>
              <a:gd name="connsiteY2" fmla="*/ 0 h 190500"/>
              <a:gd name="connsiteX3" fmla="*/ 171545 w 190595"/>
              <a:gd name="connsiteY3" fmla="*/ 30956 h 190500"/>
              <a:gd name="connsiteX4" fmla="*/ 171545 w 190595"/>
              <a:gd name="connsiteY4" fmla="*/ 57245 h 190500"/>
              <a:gd name="connsiteX5" fmla="*/ 169164 w 190595"/>
              <a:gd name="connsiteY5" fmla="*/ 57245 h 190500"/>
              <a:gd name="connsiteX6" fmla="*/ 157258 w 190595"/>
              <a:gd name="connsiteY6" fmla="*/ 57245 h 190500"/>
              <a:gd name="connsiteX7" fmla="*/ 157258 w 190595"/>
              <a:gd name="connsiteY7" fmla="*/ 52483 h 190500"/>
              <a:gd name="connsiteX8" fmla="*/ 14383 w 190595"/>
              <a:gd name="connsiteY8" fmla="*/ 52483 h 190500"/>
              <a:gd name="connsiteX9" fmla="*/ 14383 w 190595"/>
              <a:gd name="connsiteY9" fmla="*/ 140589 h 190500"/>
              <a:gd name="connsiteX10" fmla="*/ 31052 w 190595"/>
              <a:gd name="connsiteY10" fmla="*/ 157258 h 190500"/>
              <a:gd name="connsiteX11" fmla="*/ 57245 w 190595"/>
              <a:gd name="connsiteY11" fmla="*/ 157258 h 190500"/>
              <a:gd name="connsiteX12" fmla="*/ 57245 w 190595"/>
              <a:gd name="connsiteY12" fmla="*/ 169164 h 190500"/>
              <a:gd name="connsiteX13" fmla="*/ 57245 w 190595"/>
              <a:gd name="connsiteY13" fmla="*/ 171545 h 190500"/>
              <a:gd name="connsiteX14" fmla="*/ 30956 w 190595"/>
              <a:gd name="connsiteY14" fmla="*/ 171545 h 190500"/>
              <a:gd name="connsiteX15" fmla="*/ 0 w 190595"/>
              <a:gd name="connsiteY15" fmla="*/ 140589 h 190500"/>
              <a:gd name="connsiteX16" fmla="*/ 0 w 190595"/>
              <a:gd name="connsiteY16" fmla="*/ 30956 h 190500"/>
              <a:gd name="connsiteX17" fmla="*/ 88202 w 190595"/>
              <a:gd name="connsiteY17" fmla="*/ 119063 h 190500"/>
              <a:gd name="connsiteX18" fmla="*/ 119158 w 190595"/>
              <a:gd name="connsiteY18" fmla="*/ 119063 h 190500"/>
              <a:gd name="connsiteX19" fmla="*/ 119158 w 190595"/>
              <a:gd name="connsiteY19" fmla="*/ 88106 h 190500"/>
              <a:gd name="connsiteX20" fmla="*/ 140589 w 190595"/>
              <a:gd name="connsiteY20" fmla="*/ 66675 h 190500"/>
              <a:gd name="connsiteX21" fmla="*/ 169164 w 190595"/>
              <a:gd name="connsiteY21" fmla="*/ 66675 h 190500"/>
              <a:gd name="connsiteX22" fmla="*/ 190595 w 190595"/>
              <a:gd name="connsiteY22" fmla="*/ 88106 h 190500"/>
              <a:gd name="connsiteX23" fmla="*/ 190595 w 190595"/>
              <a:gd name="connsiteY23" fmla="*/ 159544 h 190500"/>
              <a:gd name="connsiteX24" fmla="*/ 159639 w 190595"/>
              <a:gd name="connsiteY24" fmla="*/ 190500 h 190500"/>
              <a:gd name="connsiteX25" fmla="*/ 88202 w 190595"/>
              <a:gd name="connsiteY25" fmla="*/ 190500 h 190500"/>
              <a:gd name="connsiteX26" fmla="*/ 66770 w 190595"/>
              <a:gd name="connsiteY26" fmla="*/ 169069 h 190500"/>
              <a:gd name="connsiteX27" fmla="*/ 66770 w 190595"/>
              <a:gd name="connsiteY27" fmla="*/ 140494 h 190500"/>
              <a:gd name="connsiteX28" fmla="*/ 88202 w 190595"/>
              <a:gd name="connsiteY28" fmla="*/ 119063 h 190500"/>
              <a:gd name="connsiteX29" fmla="*/ 133445 w 190595"/>
              <a:gd name="connsiteY29" fmla="*/ 88106 h 190500"/>
              <a:gd name="connsiteX30" fmla="*/ 133445 w 190595"/>
              <a:gd name="connsiteY30" fmla="*/ 119063 h 190500"/>
              <a:gd name="connsiteX31" fmla="*/ 176308 w 190595"/>
              <a:gd name="connsiteY31" fmla="*/ 119063 h 190500"/>
              <a:gd name="connsiteX32" fmla="*/ 176308 w 190595"/>
              <a:gd name="connsiteY32" fmla="*/ 88106 h 190500"/>
              <a:gd name="connsiteX33" fmla="*/ 169164 w 190595"/>
              <a:gd name="connsiteY33" fmla="*/ 80963 h 190500"/>
              <a:gd name="connsiteX34" fmla="*/ 140589 w 190595"/>
              <a:gd name="connsiteY34" fmla="*/ 80963 h 190500"/>
              <a:gd name="connsiteX35" fmla="*/ 133445 w 190595"/>
              <a:gd name="connsiteY35" fmla="*/ 88106 h 190500"/>
              <a:gd name="connsiteX36" fmla="*/ 119158 w 190595"/>
              <a:gd name="connsiteY36" fmla="*/ 176213 h 190500"/>
              <a:gd name="connsiteX37" fmla="*/ 119158 w 190595"/>
              <a:gd name="connsiteY37" fmla="*/ 133350 h 190500"/>
              <a:gd name="connsiteX38" fmla="*/ 88202 w 190595"/>
              <a:gd name="connsiteY38" fmla="*/ 133350 h 190500"/>
              <a:gd name="connsiteX39" fmla="*/ 81058 w 190595"/>
              <a:gd name="connsiteY39" fmla="*/ 140494 h 190500"/>
              <a:gd name="connsiteX40" fmla="*/ 81058 w 190595"/>
              <a:gd name="connsiteY40" fmla="*/ 169069 h 190500"/>
              <a:gd name="connsiteX41" fmla="*/ 88202 w 190595"/>
              <a:gd name="connsiteY41" fmla="*/ 176213 h 190500"/>
              <a:gd name="connsiteX42" fmla="*/ 119158 w 190595"/>
              <a:gd name="connsiteY42" fmla="*/ 176213 h 190500"/>
              <a:gd name="connsiteX43" fmla="*/ 133445 w 190595"/>
              <a:gd name="connsiteY43" fmla="*/ 133350 h 190500"/>
              <a:gd name="connsiteX44" fmla="*/ 133445 w 190595"/>
              <a:gd name="connsiteY44" fmla="*/ 176213 h 190500"/>
              <a:gd name="connsiteX45" fmla="*/ 159639 w 190595"/>
              <a:gd name="connsiteY45" fmla="*/ 176213 h 190500"/>
              <a:gd name="connsiteX46" fmla="*/ 176308 w 190595"/>
              <a:gd name="connsiteY46" fmla="*/ 159544 h 190500"/>
              <a:gd name="connsiteX47" fmla="*/ 176308 w 190595"/>
              <a:gd name="connsiteY47" fmla="*/ 133350 h 190500"/>
              <a:gd name="connsiteX48" fmla="*/ 133445 w 190595"/>
              <a:gd name="connsiteY48"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0595" h="190500">
                <a:moveTo>
                  <a:pt x="95" y="30956"/>
                </a:moveTo>
                <a:cubicBezTo>
                  <a:pt x="95" y="13907"/>
                  <a:pt x="14002" y="0"/>
                  <a:pt x="31052" y="0"/>
                </a:cubicBezTo>
                <a:lnTo>
                  <a:pt x="140589" y="0"/>
                </a:lnTo>
                <a:cubicBezTo>
                  <a:pt x="157639" y="0"/>
                  <a:pt x="171545" y="13907"/>
                  <a:pt x="171545" y="30956"/>
                </a:cubicBezTo>
                <a:lnTo>
                  <a:pt x="171545" y="57245"/>
                </a:lnTo>
                <a:cubicBezTo>
                  <a:pt x="170783" y="57245"/>
                  <a:pt x="169926" y="57245"/>
                  <a:pt x="169164" y="57245"/>
                </a:cubicBezTo>
                <a:lnTo>
                  <a:pt x="157258" y="57245"/>
                </a:lnTo>
                <a:lnTo>
                  <a:pt x="157258" y="52483"/>
                </a:lnTo>
                <a:lnTo>
                  <a:pt x="14383" y="52483"/>
                </a:lnTo>
                <a:lnTo>
                  <a:pt x="14383" y="140589"/>
                </a:lnTo>
                <a:cubicBezTo>
                  <a:pt x="14383" y="149828"/>
                  <a:pt x="21812" y="157258"/>
                  <a:pt x="31052" y="157258"/>
                </a:cubicBezTo>
                <a:lnTo>
                  <a:pt x="57245" y="157258"/>
                </a:lnTo>
                <a:lnTo>
                  <a:pt x="57245" y="169164"/>
                </a:lnTo>
                <a:cubicBezTo>
                  <a:pt x="57245" y="169926"/>
                  <a:pt x="57245" y="170783"/>
                  <a:pt x="57245" y="171545"/>
                </a:cubicBezTo>
                <a:lnTo>
                  <a:pt x="30956" y="171545"/>
                </a:lnTo>
                <a:cubicBezTo>
                  <a:pt x="13907" y="171545"/>
                  <a:pt x="0" y="157639"/>
                  <a:pt x="0" y="140589"/>
                </a:cubicBezTo>
                <a:lnTo>
                  <a:pt x="0" y="30956"/>
                </a:lnTo>
                <a:close/>
                <a:moveTo>
                  <a:pt x="88202" y="119063"/>
                </a:moveTo>
                <a:lnTo>
                  <a:pt x="119158" y="119063"/>
                </a:lnTo>
                <a:lnTo>
                  <a:pt x="119158" y="88106"/>
                </a:lnTo>
                <a:cubicBezTo>
                  <a:pt x="119158" y="76295"/>
                  <a:pt x="128778" y="66675"/>
                  <a:pt x="140589" y="66675"/>
                </a:cubicBezTo>
                <a:lnTo>
                  <a:pt x="169164" y="66675"/>
                </a:lnTo>
                <a:cubicBezTo>
                  <a:pt x="180975" y="66675"/>
                  <a:pt x="190595" y="76295"/>
                  <a:pt x="190595" y="88106"/>
                </a:cubicBezTo>
                <a:lnTo>
                  <a:pt x="190595" y="159544"/>
                </a:lnTo>
                <a:cubicBezTo>
                  <a:pt x="190595" y="176594"/>
                  <a:pt x="176689" y="190500"/>
                  <a:pt x="159639" y="190500"/>
                </a:cubicBezTo>
                <a:lnTo>
                  <a:pt x="88202" y="190500"/>
                </a:lnTo>
                <a:cubicBezTo>
                  <a:pt x="76391" y="190500"/>
                  <a:pt x="66770" y="180880"/>
                  <a:pt x="66770" y="169069"/>
                </a:cubicBezTo>
                <a:lnTo>
                  <a:pt x="66770" y="140494"/>
                </a:lnTo>
                <a:cubicBezTo>
                  <a:pt x="66770" y="128683"/>
                  <a:pt x="76391" y="119063"/>
                  <a:pt x="88202" y="119063"/>
                </a:cubicBezTo>
                <a:close/>
                <a:moveTo>
                  <a:pt x="133445" y="88106"/>
                </a:moveTo>
                <a:lnTo>
                  <a:pt x="133445" y="119063"/>
                </a:lnTo>
                <a:lnTo>
                  <a:pt x="176308" y="119063"/>
                </a:lnTo>
                <a:lnTo>
                  <a:pt x="176308" y="88106"/>
                </a:lnTo>
                <a:cubicBezTo>
                  <a:pt x="176308" y="84201"/>
                  <a:pt x="173069" y="80963"/>
                  <a:pt x="169164" y="80963"/>
                </a:cubicBezTo>
                <a:lnTo>
                  <a:pt x="140589" y="80963"/>
                </a:lnTo>
                <a:cubicBezTo>
                  <a:pt x="136684" y="80963"/>
                  <a:pt x="133445" y="84201"/>
                  <a:pt x="133445" y="88106"/>
                </a:cubicBezTo>
                <a:close/>
                <a:moveTo>
                  <a:pt x="119158" y="176213"/>
                </a:moveTo>
                <a:lnTo>
                  <a:pt x="119158" y="133350"/>
                </a:lnTo>
                <a:lnTo>
                  <a:pt x="88202" y="133350"/>
                </a:lnTo>
                <a:cubicBezTo>
                  <a:pt x="84296" y="133350"/>
                  <a:pt x="81058" y="136589"/>
                  <a:pt x="81058" y="140494"/>
                </a:cubicBezTo>
                <a:lnTo>
                  <a:pt x="81058" y="169069"/>
                </a:lnTo>
                <a:cubicBezTo>
                  <a:pt x="81058" y="172974"/>
                  <a:pt x="84296" y="176213"/>
                  <a:pt x="88202" y="176213"/>
                </a:cubicBezTo>
                <a:lnTo>
                  <a:pt x="119158" y="176213"/>
                </a:lnTo>
                <a:close/>
                <a:moveTo>
                  <a:pt x="133445" y="133350"/>
                </a:moveTo>
                <a:lnTo>
                  <a:pt x="133445" y="176213"/>
                </a:lnTo>
                <a:lnTo>
                  <a:pt x="159639" y="176213"/>
                </a:lnTo>
                <a:cubicBezTo>
                  <a:pt x="168878" y="176213"/>
                  <a:pt x="176308" y="168783"/>
                  <a:pt x="176308" y="159544"/>
                </a:cubicBezTo>
                <a:lnTo>
                  <a:pt x="176308" y="133350"/>
                </a:lnTo>
                <a:lnTo>
                  <a:pt x="133445" y="133350"/>
                </a:lnTo>
                <a:close/>
              </a:path>
            </a:pathLst>
          </a:custGeom>
          <a:solidFill>
            <a:srgbClr val="FFFFFF"/>
          </a:solidFill>
          <a:ln w="1905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98"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Semibold" panose="020B0702040204020203" pitchFamily="34" charset="0"/>
              <a:ea typeface="+mn-ea"/>
              <a:cs typeface="Segoe UI" pitchFamily="34" charset="0"/>
            </a:endParaRPr>
          </a:p>
        </p:txBody>
      </p:sp>
      <p:sp>
        <p:nvSpPr>
          <p:cNvPr id="15" name="Rectangle: Rounded Corners 16">
            <a:extLst>
              <a:ext uri="{FF2B5EF4-FFF2-40B4-BE49-F238E27FC236}">
                <a16:creationId xmlns:a16="http://schemas.microsoft.com/office/drawing/2014/main" id="{B2BB8B2C-0FCF-7AF5-2460-5DA2972482C3}"/>
              </a:ext>
              <a:ext uri="{C183D7F6-B498-43B3-948B-1728B52AA6E4}">
                <adec:decorative xmlns:adec="http://schemas.microsoft.com/office/drawing/2017/decorative" val="0"/>
              </a:ext>
            </a:extLst>
          </p:cNvPr>
          <p:cNvSpPr/>
          <p:nvPr/>
        </p:nvSpPr>
        <p:spPr bwMode="auto">
          <a:xfrm>
            <a:off x="584200" y="4475126"/>
            <a:ext cx="2828925" cy="720000"/>
          </a:xfrm>
          <a:prstGeom prst="roundRect">
            <a:avLst>
              <a:gd name="adj" fmla="val 40402"/>
            </a:avLst>
          </a:prstGeom>
          <a:gradFill>
            <a:gsLst>
              <a:gs pos="0">
                <a:srgbClr val="7756AC"/>
              </a:gs>
              <a:gs pos="100000">
                <a:srgbClr val="545DB1"/>
              </a:gs>
            </a:gsLst>
            <a:path path="circle">
              <a:fillToRect l="100000" t="100000"/>
            </a:path>
          </a:gradFill>
          <a:ln w="63897" cap="flat">
            <a:noFill/>
            <a:prstDash val="solid"/>
            <a:miter/>
          </a:ln>
          <a:effectLst/>
        </p:spPr>
        <p:txBody>
          <a:bodyPr rot="0" spcFirstLastPara="0" vertOverflow="overflow" horzOverflow="overflow" vert="horz" wrap="square" lIns="756000" tIns="45720" rIns="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Data</a:t>
            </a:r>
          </a:p>
        </p:txBody>
      </p:sp>
      <p:sp>
        <p:nvSpPr>
          <p:cNvPr id="39" name="!!4-icon">
            <a:extLst>
              <a:ext uri="{FF2B5EF4-FFF2-40B4-BE49-F238E27FC236}">
                <a16:creationId xmlns:a16="http://schemas.microsoft.com/office/drawing/2014/main" id="{10524880-0A5B-1396-7117-05C2FAFD4CAD}"/>
              </a:ext>
              <a:ext uri="{C183D7F6-B498-43B3-948B-1728B52AA6E4}">
                <adec:decorative xmlns:adec="http://schemas.microsoft.com/office/drawing/2017/decorative" val="1"/>
              </a:ext>
            </a:extLst>
          </p:cNvPr>
          <p:cNvSpPr>
            <a:spLocks noChangeAspect="1"/>
          </p:cNvSpPr>
          <p:nvPr/>
        </p:nvSpPr>
        <p:spPr>
          <a:xfrm>
            <a:off x="817073" y="4655126"/>
            <a:ext cx="320272" cy="360000"/>
          </a:xfrm>
          <a:custGeom>
            <a:avLst/>
            <a:gdLst>
              <a:gd name="connsiteX0" fmla="*/ 165826 w 417635"/>
              <a:gd name="connsiteY0" fmla="*/ 165826 h 469442"/>
              <a:gd name="connsiteX1" fmla="*/ 331652 w 417635"/>
              <a:gd name="connsiteY1" fmla="*/ 82913 h 469442"/>
              <a:gd name="connsiteX2" fmla="*/ 165826 w 417635"/>
              <a:gd name="connsiteY2" fmla="*/ 0 h 469442"/>
              <a:gd name="connsiteX3" fmla="*/ 0 w 417635"/>
              <a:gd name="connsiteY3" fmla="*/ 82913 h 469442"/>
              <a:gd name="connsiteX4" fmla="*/ 165826 w 417635"/>
              <a:gd name="connsiteY4" fmla="*/ 165826 h 469442"/>
              <a:gd name="connsiteX5" fmla="*/ 295447 w 417635"/>
              <a:gd name="connsiteY5" fmla="*/ 166379 h 469442"/>
              <a:gd name="connsiteX6" fmla="*/ 331652 w 417635"/>
              <a:gd name="connsiteY6" fmla="*/ 141505 h 469442"/>
              <a:gd name="connsiteX7" fmla="*/ 331652 w 417635"/>
              <a:gd name="connsiteY7" fmla="*/ 193464 h 469442"/>
              <a:gd name="connsiteX8" fmla="*/ 278588 w 417635"/>
              <a:gd name="connsiteY8" fmla="*/ 193464 h 469442"/>
              <a:gd name="connsiteX9" fmla="*/ 240448 w 417635"/>
              <a:gd name="connsiteY9" fmla="*/ 218890 h 469442"/>
              <a:gd name="connsiteX10" fmla="*/ 182961 w 417635"/>
              <a:gd name="connsiteY10" fmla="*/ 357078 h 469442"/>
              <a:gd name="connsiteX11" fmla="*/ 221101 w 417635"/>
              <a:gd name="connsiteY11" fmla="*/ 414565 h 469442"/>
              <a:gd name="connsiteX12" fmla="*/ 234091 w 417635"/>
              <a:gd name="connsiteY12" fmla="*/ 414565 h 469442"/>
              <a:gd name="connsiteX13" fmla="*/ 228840 w 417635"/>
              <a:gd name="connsiteY13" fmla="*/ 436122 h 469442"/>
              <a:gd name="connsiteX14" fmla="*/ 165826 w 417635"/>
              <a:gd name="connsiteY14" fmla="*/ 442202 h 469442"/>
              <a:gd name="connsiteX15" fmla="*/ 0 w 417635"/>
              <a:gd name="connsiteY15" fmla="*/ 359289 h 469442"/>
              <a:gd name="connsiteX16" fmla="*/ 0 w 417635"/>
              <a:gd name="connsiteY16" fmla="*/ 141505 h 469442"/>
              <a:gd name="connsiteX17" fmla="*/ 36205 w 417635"/>
              <a:gd name="connsiteY17" fmla="*/ 166379 h 469442"/>
              <a:gd name="connsiteX18" fmla="*/ 165826 w 417635"/>
              <a:gd name="connsiteY18" fmla="*/ 193464 h 469442"/>
              <a:gd name="connsiteX19" fmla="*/ 295447 w 417635"/>
              <a:gd name="connsiteY19" fmla="*/ 166379 h 469442"/>
              <a:gd name="connsiteX20" fmla="*/ 251779 w 417635"/>
              <a:gd name="connsiteY20" fmla="*/ 386927 h 469442"/>
              <a:gd name="connsiteX21" fmla="*/ 265322 w 417635"/>
              <a:gd name="connsiteY21" fmla="*/ 404062 h 469442"/>
              <a:gd name="connsiteX22" fmla="*/ 253437 w 417635"/>
              <a:gd name="connsiteY22" fmla="*/ 452152 h 469442"/>
              <a:gd name="connsiteX23" fmla="*/ 276377 w 417635"/>
              <a:gd name="connsiteY23" fmla="*/ 465694 h 469442"/>
              <a:gd name="connsiteX24" fmla="*/ 410972 w 417635"/>
              <a:gd name="connsiteY24" fmla="*/ 339943 h 469442"/>
              <a:gd name="connsiteX25" fmla="*/ 396877 w 417635"/>
              <a:gd name="connsiteY25" fmla="*/ 304014 h 469442"/>
              <a:gd name="connsiteX26" fmla="*/ 385822 w 417635"/>
              <a:gd name="connsiteY26" fmla="*/ 304014 h 469442"/>
              <a:gd name="connsiteX27" fmla="*/ 372832 w 417635"/>
              <a:gd name="connsiteY27" fmla="*/ 285773 h 469442"/>
              <a:gd name="connsiteX28" fmla="*/ 388309 w 417635"/>
              <a:gd name="connsiteY28" fmla="*/ 239342 h 469442"/>
              <a:gd name="connsiteX29" fmla="*/ 375320 w 417635"/>
              <a:gd name="connsiteY29" fmla="*/ 221101 h 469442"/>
              <a:gd name="connsiteX30" fmla="*/ 279417 w 417635"/>
              <a:gd name="connsiteY30" fmla="*/ 221101 h 469442"/>
              <a:gd name="connsiteX31" fmla="*/ 266703 w 417635"/>
              <a:gd name="connsiteY31" fmla="*/ 229669 h 469442"/>
              <a:gd name="connsiteX32" fmla="*/ 209217 w 417635"/>
              <a:gd name="connsiteY32" fmla="*/ 367857 h 469442"/>
              <a:gd name="connsiteX33" fmla="*/ 221930 w 417635"/>
              <a:gd name="connsiteY33" fmla="*/ 386927 h 469442"/>
              <a:gd name="connsiteX34" fmla="*/ 252608 w 417635"/>
              <a:gd name="connsiteY34" fmla="*/ 386927 h 469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17635" h="469442">
                <a:moveTo>
                  <a:pt x="165826" y="165826"/>
                </a:moveTo>
                <a:cubicBezTo>
                  <a:pt x="257307" y="165826"/>
                  <a:pt x="331652" y="128791"/>
                  <a:pt x="331652" y="82913"/>
                </a:cubicBezTo>
                <a:cubicBezTo>
                  <a:pt x="331652" y="37034"/>
                  <a:pt x="257307" y="0"/>
                  <a:pt x="165826" y="0"/>
                </a:cubicBezTo>
                <a:cubicBezTo>
                  <a:pt x="74345" y="0"/>
                  <a:pt x="0" y="37034"/>
                  <a:pt x="0" y="82913"/>
                </a:cubicBezTo>
                <a:cubicBezTo>
                  <a:pt x="0" y="128791"/>
                  <a:pt x="74345" y="165826"/>
                  <a:pt x="165826" y="165826"/>
                </a:cubicBezTo>
                <a:close/>
                <a:moveTo>
                  <a:pt x="295447" y="166379"/>
                </a:moveTo>
                <a:cubicBezTo>
                  <a:pt x="308436" y="160022"/>
                  <a:pt x="321150" y="151731"/>
                  <a:pt x="331652" y="141505"/>
                </a:cubicBezTo>
                <a:lnTo>
                  <a:pt x="331652" y="193464"/>
                </a:lnTo>
                <a:lnTo>
                  <a:pt x="278588" y="193464"/>
                </a:lnTo>
                <a:cubicBezTo>
                  <a:pt x="261729" y="193464"/>
                  <a:pt x="246804" y="203413"/>
                  <a:pt x="240448" y="218890"/>
                </a:cubicBezTo>
                <a:lnTo>
                  <a:pt x="182961" y="357078"/>
                </a:lnTo>
                <a:cubicBezTo>
                  <a:pt x="171630" y="384440"/>
                  <a:pt x="191529" y="414565"/>
                  <a:pt x="221101" y="414565"/>
                </a:cubicBezTo>
                <a:lnTo>
                  <a:pt x="234091" y="414565"/>
                </a:lnTo>
                <a:lnTo>
                  <a:pt x="228840" y="436122"/>
                </a:lnTo>
                <a:cubicBezTo>
                  <a:pt x="209494" y="439991"/>
                  <a:pt x="188213" y="442202"/>
                  <a:pt x="165826" y="442202"/>
                </a:cubicBezTo>
                <a:cubicBezTo>
                  <a:pt x="74345" y="442202"/>
                  <a:pt x="0" y="405168"/>
                  <a:pt x="0" y="359289"/>
                </a:cubicBezTo>
                <a:lnTo>
                  <a:pt x="0" y="141505"/>
                </a:lnTo>
                <a:cubicBezTo>
                  <a:pt x="10502" y="151454"/>
                  <a:pt x="23216" y="159746"/>
                  <a:pt x="36205" y="166379"/>
                </a:cubicBezTo>
                <a:cubicBezTo>
                  <a:pt x="70752" y="183790"/>
                  <a:pt x="116631" y="193464"/>
                  <a:pt x="165826" y="193464"/>
                </a:cubicBezTo>
                <a:cubicBezTo>
                  <a:pt x="215021" y="193464"/>
                  <a:pt x="260900" y="183514"/>
                  <a:pt x="295447" y="166379"/>
                </a:cubicBezTo>
                <a:close/>
                <a:moveTo>
                  <a:pt x="251779" y="386927"/>
                </a:moveTo>
                <a:cubicBezTo>
                  <a:pt x="260900" y="386927"/>
                  <a:pt x="267256" y="395495"/>
                  <a:pt x="265322" y="404062"/>
                </a:cubicBezTo>
                <a:lnTo>
                  <a:pt x="253437" y="452152"/>
                </a:lnTo>
                <a:cubicBezTo>
                  <a:pt x="250121" y="465418"/>
                  <a:pt x="266151" y="475091"/>
                  <a:pt x="276377" y="465694"/>
                </a:cubicBezTo>
                <a:lnTo>
                  <a:pt x="410972" y="339943"/>
                </a:lnTo>
                <a:cubicBezTo>
                  <a:pt x="424791" y="327230"/>
                  <a:pt x="415671" y="304014"/>
                  <a:pt x="396877" y="304014"/>
                </a:cubicBezTo>
                <a:lnTo>
                  <a:pt x="385822" y="304014"/>
                </a:lnTo>
                <a:cubicBezTo>
                  <a:pt x="376425" y="304014"/>
                  <a:pt x="369792" y="294894"/>
                  <a:pt x="372832" y="285773"/>
                </a:cubicBezTo>
                <a:lnTo>
                  <a:pt x="388309" y="239342"/>
                </a:lnTo>
                <a:cubicBezTo>
                  <a:pt x="391349" y="230498"/>
                  <a:pt x="384716" y="221101"/>
                  <a:pt x="375320" y="221101"/>
                </a:cubicBezTo>
                <a:lnTo>
                  <a:pt x="279417" y="221101"/>
                </a:lnTo>
                <a:cubicBezTo>
                  <a:pt x="273889" y="221101"/>
                  <a:pt x="268914" y="224418"/>
                  <a:pt x="266703" y="229669"/>
                </a:cubicBezTo>
                <a:lnTo>
                  <a:pt x="209217" y="367857"/>
                </a:lnTo>
                <a:cubicBezTo>
                  <a:pt x="205348" y="376978"/>
                  <a:pt x="211981" y="386927"/>
                  <a:pt x="221930" y="386927"/>
                </a:cubicBezTo>
                <a:lnTo>
                  <a:pt x="252608" y="386927"/>
                </a:lnTo>
                <a:close/>
              </a:path>
            </a:pathLst>
          </a:custGeom>
          <a:solidFill>
            <a:srgbClr val="FFFFFF"/>
          </a:solidFill>
          <a:ln w="1905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98"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Semibold" panose="020B0702040204020203" pitchFamily="34" charset="0"/>
              <a:ea typeface="+mn-ea"/>
              <a:cs typeface="Segoe UI" pitchFamily="34" charset="0"/>
            </a:endParaRPr>
          </a:p>
        </p:txBody>
      </p:sp>
      <p:sp>
        <p:nvSpPr>
          <p:cNvPr id="16" name="Rectangle: Rounded Corners 16">
            <a:extLst>
              <a:ext uri="{FF2B5EF4-FFF2-40B4-BE49-F238E27FC236}">
                <a16:creationId xmlns:a16="http://schemas.microsoft.com/office/drawing/2014/main" id="{A655057C-B08F-5BA2-8E2E-E53A4E22E065}"/>
              </a:ext>
              <a:ext uri="{C183D7F6-B498-43B3-948B-1728B52AA6E4}">
                <adec:decorative xmlns:adec="http://schemas.microsoft.com/office/drawing/2017/decorative" val="0"/>
              </a:ext>
            </a:extLst>
          </p:cNvPr>
          <p:cNvSpPr/>
          <p:nvPr/>
        </p:nvSpPr>
        <p:spPr bwMode="auto">
          <a:xfrm>
            <a:off x="584200" y="5421058"/>
            <a:ext cx="2828925" cy="720000"/>
          </a:xfrm>
          <a:prstGeom prst="roundRect">
            <a:avLst>
              <a:gd name="adj" fmla="val 40402"/>
            </a:avLst>
          </a:prstGeom>
          <a:gradFill>
            <a:gsLst>
              <a:gs pos="0">
                <a:srgbClr val="E25572"/>
              </a:gs>
              <a:gs pos="100000">
                <a:srgbClr val="9E5697"/>
              </a:gs>
            </a:gsLst>
            <a:path path="circle">
              <a:fillToRect l="100000" t="100000"/>
            </a:path>
          </a:gradFill>
          <a:ln w="63897" cap="flat">
            <a:noFill/>
            <a:prstDash val="solid"/>
            <a:miter/>
          </a:ln>
          <a:effectLst/>
        </p:spPr>
        <p:txBody>
          <a:bodyPr rot="0" spcFirstLastPara="0" vertOverflow="overflow" horzOverflow="overflow" vert="horz" wrap="square" lIns="756000" tIns="45720" rIns="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Infrastructure</a:t>
            </a:r>
          </a:p>
        </p:txBody>
      </p:sp>
      <p:sp>
        <p:nvSpPr>
          <p:cNvPr id="38" name="!!5-icon">
            <a:extLst>
              <a:ext uri="{FF2B5EF4-FFF2-40B4-BE49-F238E27FC236}">
                <a16:creationId xmlns:a16="http://schemas.microsoft.com/office/drawing/2014/main" id="{E806D56F-C076-08A1-8FC1-CEDEBF992343}"/>
              </a:ext>
              <a:ext uri="{C183D7F6-B498-43B3-948B-1728B52AA6E4}">
                <adec:decorative xmlns:adec="http://schemas.microsoft.com/office/drawing/2017/decorative" val="1"/>
              </a:ext>
            </a:extLst>
          </p:cNvPr>
          <p:cNvSpPr>
            <a:spLocks noChangeAspect="1"/>
          </p:cNvSpPr>
          <p:nvPr/>
        </p:nvSpPr>
        <p:spPr>
          <a:xfrm>
            <a:off x="797209" y="5601058"/>
            <a:ext cx="360000" cy="360000"/>
          </a:xfrm>
          <a:custGeom>
            <a:avLst/>
            <a:gdLst>
              <a:gd name="connsiteX0" fmla="*/ 171450 w 457200"/>
              <a:gd name="connsiteY0" fmla="*/ 14288 h 457200"/>
              <a:gd name="connsiteX1" fmla="*/ 157163 w 457200"/>
              <a:gd name="connsiteY1" fmla="*/ 0 h 457200"/>
              <a:gd name="connsiteX2" fmla="*/ 142875 w 457200"/>
              <a:gd name="connsiteY2" fmla="*/ 14288 h 457200"/>
              <a:gd name="connsiteX3" fmla="*/ 142875 w 457200"/>
              <a:gd name="connsiteY3" fmla="*/ 57150 h 457200"/>
              <a:gd name="connsiteX4" fmla="*/ 128588 w 457200"/>
              <a:gd name="connsiteY4" fmla="*/ 57150 h 457200"/>
              <a:gd name="connsiteX5" fmla="*/ 57150 w 457200"/>
              <a:gd name="connsiteY5" fmla="*/ 128588 h 457200"/>
              <a:gd name="connsiteX6" fmla="*/ 57150 w 457200"/>
              <a:gd name="connsiteY6" fmla="*/ 142875 h 457200"/>
              <a:gd name="connsiteX7" fmla="*/ 14288 w 457200"/>
              <a:gd name="connsiteY7" fmla="*/ 142875 h 457200"/>
              <a:gd name="connsiteX8" fmla="*/ 0 w 457200"/>
              <a:gd name="connsiteY8" fmla="*/ 157163 h 457200"/>
              <a:gd name="connsiteX9" fmla="*/ 14288 w 457200"/>
              <a:gd name="connsiteY9" fmla="*/ 171450 h 457200"/>
              <a:gd name="connsiteX10" fmla="*/ 57150 w 457200"/>
              <a:gd name="connsiteY10" fmla="*/ 171450 h 457200"/>
              <a:gd name="connsiteX11" fmla="*/ 57150 w 457200"/>
              <a:gd name="connsiteY11" fmla="*/ 214313 h 457200"/>
              <a:gd name="connsiteX12" fmla="*/ 14288 w 457200"/>
              <a:gd name="connsiteY12" fmla="*/ 214313 h 457200"/>
              <a:gd name="connsiteX13" fmla="*/ 0 w 457200"/>
              <a:gd name="connsiteY13" fmla="*/ 228600 h 457200"/>
              <a:gd name="connsiteX14" fmla="*/ 14288 w 457200"/>
              <a:gd name="connsiteY14" fmla="*/ 242888 h 457200"/>
              <a:gd name="connsiteX15" fmla="*/ 57150 w 457200"/>
              <a:gd name="connsiteY15" fmla="*/ 242888 h 457200"/>
              <a:gd name="connsiteX16" fmla="*/ 57150 w 457200"/>
              <a:gd name="connsiteY16" fmla="*/ 285750 h 457200"/>
              <a:gd name="connsiteX17" fmla="*/ 14288 w 457200"/>
              <a:gd name="connsiteY17" fmla="*/ 285750 h 457200"/>
              <a:gd name="connsiteX18" fmla="*/ 0 w 457200"/>
              <a:gd name="connsiteY18" fmla="*/ 300038 h 457200"/>
              <a:gd name="connsiteX19" fmla="*/ 14288 w 457200"/>
              <a:gd name="connsiteY19" fmla="*/ 314325 h 457200"/>
              <a:gd name="connsiteX20" fmla="*/ 57150 w 457200"/>
              <a:gd name="connsiteY20" fmla="*/ 314325 h 457200"/>
              <a:gd name="connsiteX21" fmla="*/ 57150 w 457200"/>
              <a:gd name="connsiteY21" fmla="*/ 328613 h 457200"/>
              <a:gd name="connsiteX22" fmla="*/ 128588 w 457200"/>
              <a:gd name="connsiteY22" fmla="*/ 400050 h 457200"/>
              <a:gd name="connsiteX23" fmla="*/ 142875 w 457200"/>
              <a:gd name="connsiteY23" fmla="*/ 400050 h 457200"/>
              <a:gd name="connsiteX24" fmla="*/ 142875 w 457200"/>
              <a:gd name="connsiteY24" fmla="*/ 442913 h 457200"/>
              <a:gd name="connsiteX25" fmla="*/ 157163 w 457200"/>
              <a:gd name="connsiteY25" fmla="*/ 457200 h 457200"/>
              <a:gd name="connsiteX26" fmla="*/ 171450 w 457200"/>
              <a:gd name="connsiteY26" fmla="*/ 442913 h 457200"/>
              <a:gd name="connsiteX27" fmla="*/ 171450 w 457200"/>
              <a:gd name="connsiteY27" fmla="*/ 400050 h 457200"/>
              <a:gd name="connsiteX28" fmla="*/ 214313 w 457200"/>
              <a:gd name="connsiteY28" fmla="*/ 400050 h 457200"/>
              <a:gd name="connsiteX29" fmla="*/ 214313 w 457200"/>
              <a:gd name="connsiteY29" fmla="*/ 442913 h 457200"/>
              <a:gd name="connsiteX30" fmla="*/ 228600 w 457200"/>
              <a:gd name="connsiteY30" fmla="*/ 457200 h 457200"/>
              <a:gd name="connsiteX31" fmla="*/ 242888 w 457200"/>
              <a:gd name="connsiteY31" fmla="*/ 442913 h 457200"/>
              <a:gd name="connsiteX32" fmla="*/ 242888 w 457200"/>
              <a:gd name="connsiteY32" fmla="*/ 400050 h 457200"/>
              <a:gd name="connsiteX33" fmla="*/ 285750 w 457200"/>
              <a:gd name="connsiteY33" fmla="*/ 400050 h 457200"/>
              <a:gd name="connsiteX34" fmla="*/ 285750 w 457200"/>
              <a:gd name="connsiteY34" fmla="*/ 442913 h 457200"/>
              <a:gd name="connsiteX35" fmla="*/ 300038 w 457200"/>
              <a:gd name="connsiteY35" fmla="*/ 457200 h 457200"/>
              <a:gd name="connsiteX36" fmla="*/ 314325 w 457200"/>
              <a:gd name="connsiteY36" fmla="*/ 442913 h 457200"/>
              <a:gd name="connsiteX37" fmla="*/ 314325 w 457200"/>
              <a:gd name="connsiteY37" fmla="*/ 400050 h 457200"/>
              <a:gd name="connsiteX38" fmla="*/ 328613 w 457200"/>
              <a:gd name="connsiteY38" fmla="*/ 400050 h 457200"/>
              <a:gd name="connsiteX39" fmla="*/ 400050 w 457200"/>
              <a:gd name="connsiteY39" fmla="*/ 328613 h 457200"/>
              <a:gd name="connsiteX40" fmla="*/ 400050 w 457200"/>
              <a:gd name="connsiteY40" fmla="*/ 314325 h 457200"/>
              <a:gd name="connsiteX41" fmla="*/ 442913 w 457200"/>
              <a:gd name="connsiteY41" fmla="*/ 314325 h 457200"/>
              <a:gd name="connsiteX42" fmla="*/ 457200 w 457200"/>
              <a:gd name="connsiteY42" fmla="*/ 300038 h 457200"/>
              <a:gd name="connsiteX43" fmla="*/ 442913 w 457200"/>
              <a:gd name="connsiteY43" fmla="*/ 285750 h 457200"/>
              <a:gd name="connsiteX44" fmla="*/ 400050 w 457200"/>
              <a:gd name="connsiteY44" fmla="*/ 285750 h 457200"/>
              <a:gd name="connsiteX45" fmla="*/ 400050 w 457200"/>
              <a:gd name="connsiteY45" fmla="*/ 242888 h 457200"/>
              <a:gd name="connsiteX46" fmla="*/ 442913 w 457200"/>
              <a:gd name="connsiteY46" fmla="*/ 242888 h 457200"/>
              <a:gd name="connsiteX47" fmla="*/ 457200 w 457200"/>
              <a:gd name="connsiteY47" fmla="*/ 228600 h 457200"/>
              <a:gd name="connsiteX48" fmla="*/ 442913 w 457200"/>
              <a:gd name="connsiteY48" fmla="*/ 214313 h 457200"/>
              <a:gd name="connsiteX49" fmla="*/ 400050 w 457200"/>
              <a:gd name="connsiteY49" fmla="*/ 214313 h 457200"/>
              <a:gd name="connsiteX50" fmla="*/ 400050 w 457200"/>
              <a:gd name="connsiteY50" fmla="*/ 171450 h 457200"/>
              <a:gd name="connsiteX51" fmla="*/ 442913 w 457200"/>
              <a:gd name="connsiteY51" fmla="*/ 171450 h 457200"/>
              <a:gd name="connsiteX52" fmla="*/ 457200 w 457200"/>
              <a:gd name="connsiteY52" fmla="*/ 157163 h 457200"/>
              <a:gd name="connsiteX53" fmla="*/ 442913 w 457200"/>
              <a:gd name="connsiteY53" fmla="*/ 142875 h 457200"/>
              <a:gd name="connsiteX54" fmla="*/ 400050 w 457200"/>
              <a:gd name="connsiteY54" fmla="*/ 142875 h 457200"/>
              <a:gd name="connsiteX55" fmla="*/ 400050 w 457200"/>
              <a:gd name="connsiteY55" fmla="*/ 128588 h 457200"/>
              <a:gd name="connsiteX56" fmla="*/ 328613 w 457200"/>
              <a:gd name="connsiteY56" fmla="*/ 57150 h 457200"/>
              <a:gd name="connsiteX57" fmla="*/ 314325 w 457200"/>
              <a:gd name="connsiteY57" fmla="*/ 57150 h 457200"/>
              <a:gd name="connsiteX58" fmla="*/ 314325 w 457200"/>
              <a:gd name="connsiteY58" fmla="*/ 14288 h 457200"/>
              <a:gd name="connsiteX59" fmla="*/ 300038 w 457200"/>
              <a:gd name="connsiteY59" fmla="*/ 0 h 457200"/>
              <a:gd name="connsiteX60" fmla="*/ 285750 w 457200"/>
              <a:gd name="connsiteY60" fmla="*/ 14288 h 457200"/>
              <a:gd name="connsiteX61" fmla="*/ 285750 w 457200"/>
              <a:gd name="connsiteY61" fmla="*/ 57150 h 457200"/>
              <a:gd name="connsiteX62" fmla="*/ 242888 w 457200"/>
              <a:gd name="connsiteY62" fmla="*/ 57150 h 457200"/>
              <a:gd name="connsiteX63" fmla="*/ 242888 w 457200"/>
              <a:gd name="connsiteY63" fmla="*/ 14288 h 457200"/>
              <a:gd name="connsiteX64" fmla="*/ 228600 w 457200"/>
              <a:gd name="connsiteY64" fmla="*/ 0 h 457200"/>
              <a:gd name="connsiteX65" fmla="*/ 214313 w 457200"/>
              <a:gd name="connsiteY65" fmla="*/ 14288 h 457200"/>
              <a:gd name="connsiteX66" fmla="*/ 214313 w 457200"/>
              <a:gd name="connsiteY66" fmla="*/ 57150 h 457200"/>
              <a:gd name="connsiteX67" fmla="*/ 171450 w 457200"/>
              <a:gd name="connsiteY67" fmla="*/ 57150 h 457200"/>
              <a:gd name="connsiteX68" fmla="*/ 171450 w 457200"/>
              <a:gd name="connsiteY68" fmla="*/ 14288 h 457200"/>
              <a:gd name="connsiteX69" fmla="*/ 256889 w 457200"/>
              <a:gd name="connsiteY69" fmla="*/ 158306 h 457200"/>
              <a:gd name="connsiteX70" fmla="*/ 244888 w 457200"/>
              <a:gd name="connsiteY70" fmla="*/ 200025 h 457200"/>
              <a:gd name="connsiteX71" fmla="*/ 288608 w 457200"/>
              <a:gd name="connsiteY71" fmla="*/ 200025 h 457200"/>
              <a:gd name="connsiteX72" fmla="*/ 297466 w 457200"/>
              <a:gd name="connsiteY72" fmla="*/ 218885 h 457200"/>
              <a:gd name="connsiteX73" fmla="*/ 221456 w 457200"/>
              <a:gd name="connsiteY73" fmla="*/ 310039 h 457200"/>
              <a:gd name="connsiteX74" fmla="*/ 200597 w 457200"/>
              <a:gd name="connsiteY74" fmla="*/ 298895 h 457200"/>
              <a:gd name="connsiteX75" fmla="*/ 212884 w 457200"/>
              <a:gd name="connsiteY75" fmla="*/ 257175 h 457200"/>
              <a:gd name="connsiteX76" fmla="*/ 168307 w 457200"/>
              <a:gd name="connsiteY76" fmla="*/ 257175 h 457200"/>
              <a:gd name="connsiteX77" fmla="*/ 159449 w 457200"/>
              <a:gd name="connsiteY77" fmla="*/ 238316 h 457200"/>
              <a:gd name="connsiteX78" fmla="*/ 235744 w 457200"/>
              <a:gd name="connsiteY78" fmla="*/ 147161 h 457200"/>
              <a:gd name="connsiteX79" fmla="*/ 256603 w 457200"/>
              <a:gd name="connsiteY79" fmla="*/ 15802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200" h="457200">
                <a:moveTo>
                  <a:pt x="171450" y="14288"/>
                </a:moveTo>
                <a:cubicBezTo>
                  <a:pt x="171450" y="6287"/>
                  <a:pt x="165164" y="0"/>
                  <a:pt x="157163" y="0"/>
                </a:cubicBezTo>
                <a:cubicBezTo>
                  <a:pt x="149162" y="0"/>
                  <a:pt x="142875" y="6287"/>
                  <a:pt x="142875" y="14288"/>
                </a:cubicBezTo>
                <a:lnTo>
                  <a:pt x="142875" y="57150"/>
                </a:lnTo>
                <a:lnTo>
                  <a:pt x="128588" y="57150"/>
                </a:lnTo>
                <a:cubicBezTo>
                  <a:pt x="89154" y="57150"/>
                  <a:pt x="57150" y="89154"/>
                  <a:pt x="57150" y="128588"/>
                </a:cubicBezTo>
                <a:lnTo>
                  <a:pt x="57150" y="142875"/>
                </a:lnTo>
                <a:lnTo>
                  <a:pt x="14288" y="142875"/>
                </a:lnTo>
                <a:cubicBezTo>
                  <a:pt x="6287" y="142875"/>
                  <a:pt x="0" y="149162"/>
                  <a:pt x="0" y="157163"/>
                </a:cubicBezTo>
                <a:cubicBezTo>
                  <a:pt x="0" y="165164"/>
                  <a:pt x="6287" y="171450"/>
                  <a:pt x="14288" y="171450"/>
                </a:cubicBezTo>
                <a:lnTo>
                  <a:pt x="57150" y="171450"/>
                </a:lnTo>
                <a:lnTo>
                  <a:pt x="57150" y="214313"/>
                </a:lnTo>
                <a:lnTo>
                  <a:pt x="14288" y="214313"/>
                </a:lnTo>
                <a:cubicBezTo>
                  <a:pt x="6287" y="214313"/>
                  <a:pt x="0" y="220599"/>
                  <a:pt x="0" y="228600"/>
                </a:cubicBezTo>
                <a:cubicBezTo>
                  <a:pt x="0" y="236601"/>
                  <a:pt x="6287" y="242888"/>
                  <a:pt x="14288" y="242888"/>
                </a:cubicBezTo>
                <a:lnTo>
                  <a:pt x="57150" y="242888"/>
                </a:lnTo>
                <a:lnTo>
                  <a:pt x="57150" y="285750"/>
                </a:lnTo>
                <a:lnTo>
                  <a:pt x="14288" y="285750"/>
                </a:lnTo>
                <a:cubicBezTo>
                  <a:pt x="6287" y="285750"/>
                  <a:pt x="0" y="292037"/>
                  <a:pt x="0" y="300038"/>
                </a:cubicBezTo>
                <a:cubicBezTo>
                  <a:pt x="0" y="308039"/>
                  <a:pt x="6287" y="314325"/>
                  <a:pt x="14288" y="314325"/>
                </a:cubicBezTo>
                <a:lnTo>
                  <a:pt x="57150" y="314325"/>
                </a:lnTo>
                <a:lnTo>
                  <a:pt x="57150" y="328613"/>
                </a:lnTo>
                <a:cubicBezTo>
                  <a:pt x="57150" y="368046"/>
                  <a:pt x="89154" y="400050"/>
                  <a:pt x="128588" y="400050"/>
                </a:cubicBezTo>
                <a:lnTo>
                  <a:pt x="142875" y="400050"/>
                </a:lnTo>
                <a:lnTo>
                  <a:pt x="142875" y="442913"/>
                </a:lnTo>
                <a:cubicBezTo>
                  <a:pt x="142875" y="450914"/>
                  <a:pt x="149162" y="457200"/>
                  <a:pt x="157163" y="457200"/>
                </a:cubicBezTo>
                <a:cubicBezTo>
                  <a:pt x="165164" y="457200"/>
                  <a:pt x="171450" y="450914"/>
                  <a:pt x="171450" y="442913"/>
                </a:cubicBezTo>
                <a:lnTo>
                  <a:pt x="171450" y="400050"/>
                </a:lnTo>
                <a:lnTo>
                  <a:pt x="214313" y="400050"/>
                </a:lnTo>
                <a:lnTo>
                  <a:pt x="214313" y="442913"/>
                </a:lnTo>
                <a:cubicBezTo>
                  <a:pt x="214313" y="450914"/>
                  <a:pt x="220599" y="457200"/>
                  <a:pt x="228600" y="457200"/>
                </a:cubicBezTo>
                <a:cubicBezTo>
                  <a:pt x="236601" y="457200"/>
                  <a:pt x="242888" y="450914"/>
                  <a:pt x="242888" y="442913"/>
                </a:cubicBezTo>
                <a:lnTo>
                  <a:pt x="242888" y="400050"/>
                </a:lnTo>
                <a:lnTo>
                  <a:pt x="285750" y="400050"/>
                </a:lnTo>
                <a:lnTo>
                  <a:pt x="285750" y="442913"/>
                </a:lnTo>
                <a:cubicBezTo>
                  <a:pt x="285750" y="450914"/>
                  <a:pt x="292037" y="457200"/>
                  <a:pt x="300038" y="457200"/>
                </a:cubicBezTo>
                <a:cubicBezTo>
                  <a:pt x="308039" y="457200"/>
                  <a:pt x="314325" y="450914"/>
                  <a:pt x="314325" y="442913"/>
                </a:cubicBezTo>
                <a:lnTo>
                  <a:pt x="314325" y="400050"/>
                </a:lnTo>
                <a:lnTo>
                  <a:pt x="328613" y="400050"/>
                </a:lnTo>
                <a:cubicBezTo>
                  <a:pt x="368046" y="400050"/>
                  <a:pt x="400050" y="368046"/>
                  <a:pt x="400050" y="328613"/>
                </a:cubicBezTo>
                <a:lnTo>
                  <a:pt x="400050" y="314325"/>
                </a:lnTo>
                <a:lnTo>
                  <a:pt x="442913" y="314325"/>
                </a:lnTo>
                <a:cubicBezTo>
                  <a:pt x="450914" y="314325"/>
                  <a:pt x="457200" y="308039"/>
                  <a:pt x="457200" y="300038"/>
                </a:cubicBezTo>
                <a:cubicBezTo>
                  <a:pt x="457200" y="292037"/>
                  <a:pt x="450914" y="285750"/>
                  <a:pt x="442913" y="285750"/>
                </a:cubicBezTo>
                <a:lnTo>
                  <a:pt x="400050" y="285750"/>
                </a:lnTo>
                <a:lnTo>
                  <a:pt x="400050" y="242888"/>
                </a:lnTo>
                <a:lnTo>
                  <a:pt x="442913" y="242888"/>
                </a:lnTo>
                <a:cubicBezTo>
                  <a:pt x="450914" y="242888"/>
                  <a:pt x="457200" y="236601"/>
                  <a:pt x="457200" y="228600"/>
                </a:cubicBezTo>
                <a:cubicBezTo>
                  <a:pt x="457200" y="220599"/>
                  <a:pt x="450914" y="214313"/>
                  <a:pt x="442913" y="214313"/>
                </a:cubicBezTo>
                <a:lnTo>
                  <a:pt x="400050" y="214313"/>
                </a:lnTo>
                <a:lnTo>
                  <a:pt x="400050" y="171450"/>
                </a:lnTo>
                <a:lnTo>
                  <a:pt x="442913" y="171450"/>
                </a:lnTo>
                <a:cubicBezTo>
                  <a:pt x="450914" y="171450"/>
                  <a:pt x="457200" y="165164"/>
                  <a:pt x="457200" y="157163"/>
                </a:cubicBezTo>
                <a:cubicBezTo>
                  <a:pt x="457200" y="149162"/>
                  <a:pt x="450914" y="142875"/>
                  <a:pt x="442913" y="142875"/>
                </a:cubicBezTo>
                <a:lnTo>
                  <a:pt x="400050" y="142875"/>
                </a:lnTo>
                <a:lnTo>
                  <a:pt x="400050" y="128588"/>
                </a:lnTo>
                <a:cubicBezTo>
                  <a:pt x="400050" y="89154"/>
                  <a:pt x="368046" y="57150"/>
                  <a:pt x="328613" y="57150"/>
                </a:cubicBezTo>
                <a:lnTo>
                  <a:pt x="314325" y="57150"/>
                </a:lnTo>
                <a:lnTo>
                  <a:pt x="314325" y="14288"/>
                </a:lnTo>
                <a:cubicBezTo>
                  <a:pt x="314325" y="6287"/>
                  <a:pt x="308039" y="0"/>
                  <a:pt x="300038" y="0"/>
                </a:cubicBezTo>
                <a:cubicBezTo>
                  <a:pt x="292037" y="0"/>
                  <a:pt x="285750" y="6287"/>
                  <a:pt x="285750" y="14288"/>
                </a:cubicBezTo>
                <a:lnTo>
                  <a:pt x="285750" y="57150"/>
                </a:lnTo>
                <a:lnTo>
                  <a:pt x="242888" y="57150"/>
                </a:lnTo>
                <a:lnTo>
                  <a:pt x="242888" y="14288"/>
                </a:lnTo>
                <a:cubicBezTo>
                  <a:pt x="242888" y="6287"/>
                  <a:pt x="236601" y="0"/>
                  <a:pt x="228600" y="0"/>
                </a:cubicBezTo>
                <a:cubicBezTo>
                  <a:pt x="220599" y="0"/>
                  <a:pt x="214313" y="6287"/>
                  <a:pt x="214313" y="14288"/>
                </a:cubicBezTo>
                <a:lnTo>
                  <a:pt x="214313" y="57150"/>
                </a:lnTo>
                <a:lnTo>
                  <a:pt x="171450" y="57150"/>
                </a:lnTo>
                <a:lnTo>
                  <a:pt x="171450" y="14288"/>
                </a:lnTo>
                <a:close/>
                <a:moveTo>
                  <a:pt x="256889" y="158306"/>
                </a:moveTo>
                <a:lnTo>
                  <a:pt x="244888" y="200025"/>
                </a:lnTo>
                <a:lnTo>
                  <a:pt x="288608" y="200025"/>
                </a:lnTo>
                <a:cubicBezTo>
                  <a:pt x="298323" y="200025"/>
                  <a:pt x="303467" y="211455"/>
                  <a:pt x="297466" y="218885"/>
                </a:cubicBezTo>
                <a:lnTo>
                  <a:pt x="221456" y="310039"/>
                </a:lnTo>
                <a:cubicBezTo>
                  <a:pt x="213170" y="320040"/>
                  <a:pt x="196882" y="311468"/>
                  <a:pt x="200597" y="298895"/>
                </a:cubicBezTo>
                <a:lnTo>
                  <a:pt x="212884" y="257175"/>
                </a:lnTo>
                <a:lnTo>
                  <a:pt x="168307" y="257175"/>
                </a:lnTo>
                <a:cubicBezTo>
                  <a:pt x="158591" y="257175"/>
                  <a:pt x="153448" y="245745"/>
                  <a:pt x="159449" y="238316"/>
                </a:cubicBezTo>
                <a:lnTo>
                  <a:pt x="235744" y="147161"/>
                </a:lnTo>
                <a:cubicBezTo>
                  <a:pt x="244031" y="137160"/>
                  <a:pt x="260033" y="145733"/>
                  <a:pt x="256603" y="158020"/>
                </a:cubicBezTo>
                <a:close/>
              </a:path>
            </a:pathLst>
          </a:custGeom>
          <a:solidFill>
            <a:srgbClr val="FFFFFF"/>
          </a:solidFill>
          <a:ln w="1905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98"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UI Semibold" panose="020B0702040204020203" pitchFamily="34" charset="0"/>
              <a:ea typeface="+mn-ea"/>
              <a:cs typeface="Segoe UI" pitchFamily="34" charset="0"/>
            </a:endParaRPr>
          </a:p>
        </p:txBody>
      </p:sp>
      <p:sp>
        <p:nvSpPr>
          <p:cNvPr id="21" name="Right Brace 20">
            <a:extLst>
              <a:ext uri="{FF2B5EF4-FFF2-40B4-BE49-F238E27FC236}">
                <a16:creationId xmlns:a16="http://schemas.microsoft.com/office/drawing/2014/main" id="{49057901-E83F-A00B-729C-85F864D2C520}"/>
              </a:ext>
              <a:ext uri="{C183D7F6-B498-43B3-948B-1728B52AA6E4}">
                <adec:decorative xmlns:adec="http://schemas.microsoft.com/office/drawing/2017/decorative" val="1"/>
              </a:ext>
            </a:extLst>
          </p:cNvPr>
          <p:cNvSpPr/>
          <p:nvPr/>
        </p:nvSpPr>
        <p:spPr>
          <a:xfrm>
            <a:off x="3912520" y="2596034"/>
            <a:ext cx="282031" cy="1665931"/>
          </a:xfrm>
          <a:prstGeom prst="rightBrace">
            <a:avLst>
              <a:gd name="adj1" fmla="val 59955"/>
              <a:gd name="adj2" fmla="val 50000"/>
            </a:avLst>
          </a:prstGeom>
          <a:ln w="19050" cap="rnd">
            <a:gradFill flip="none" rotWithShape="1">
              <a:gsLst>
                <a:gs pos="0">
                  <a:srgbClr val="F65567"/>
                </a:gs>
                <a:gs pos="32000">
                  <a:srgbClr val="AC35AF"/>
                </a:gs>
                <a:gs pos="68000">
                  <a:srgbClr val="0A6BBA"/>
                </a:gs>
                <a:gs pos="100000">
                  <a:srgbClr val="318581"/>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5" name="Rectangle: Rounded Corners 16">
            <a:extLst>
              <a:ext uri="{FF2B5EF4-FFF2-40B4-BE49-F238E27FC236}">
                <a16:creationId xmlns:a16="http://schemas.microsoft.com/office/drawing/2014/main" id="{4AC223D9-6E87-E007-E3E6-452430A3A960}"/>
              </a:ext>
              <a:ext uri="{C183D7F6-B498-43B3-948B-1728B52AA6E4}">
                <adec:decorative xmlns:adec="http://schemas.microsoft.com/office/drawing/2017/decorative" val="0"/>
              </a:ext>
            </a:extLst>
          </p:cNvPr>
          <p:cNvSpPr/>
          <p:nvPr/>
        </p:nvSpPr>
        <p:spPr bwMode="auto">
          <a:xfrm>
            <a:off x="4693946" y="2581489"/>
            <a:ext cx="2828925" cy="1665931"/>
          </a:xfrm>
          <a:prstGeom prst="roundRect">
            <a:avLst>
              <a:gd name="adj" fmla="val 17662"/>
            </a:avLst>
          </a:prstGeom>
          <a:solidFill>
            <a:schemeClr val="tx1">
              <a:alpha val="5000"/>
            </a:schemeClr>
          </a:solidFill>
          <a:ln w="12700" cap="rnd">
            <a:no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lIns="827999"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mn-cs"/>
              </a:rPr>
              <a:t>Observability </a:t>
            </a:r>
            <a:br>
              <a:rPr kumimoji="0" lang="en-US" sz="1800" b="0" i="0" u="none" strike="noStrike" kern="1200" cap="none" spc="0" normalizeH="0" baseline="0" noProof="0">
                <a:ln>
                  <a:noFill/>
                </a:ln>
                <a:solidFill>
                  <a:srgbClr val="000000"/>
                </a:solidFill>
                <a:effectLst/>
                <a:uLnTx/>
                <a:uFillTx/>
                <a:latin typeface="Segoe UI Semibold"/>
                <a:ea typeface="+mn-ea"/>
                <a:cs typeface="+mn-cs"/>
              </a:rPr>
            </a:br>
            <a:r>
              <a:rPr kumimoji="0" lang="en-US" sz="1800" b="0" i="0" u="none" strike="noStrike" kern="1200" cap="none" spc="0" normalizeH="0" baseline="0" noProof="0">
                <a:ln>
                  <a:noFill/>
                </a:ln>
                <a:solidFill>
                  <a:srgbClr val="000000"/>
                </a:solidFill>
                <a:effectLst/>
                <a:uLnTx/>
                <a:uFillTx/>
                <a:latin typeface="Segoe UI Semibold"/>
                <a:ea typeface="+mn-ea"/>
                <a:cs typeface="+mn-cs"/>
              </a:rPr>
              <a:t>in Foundry Control Plane</a:t>
            </a:r>
          </a:p>
        </p:txBody>
      </p:sp>
      <p:pic>
        <p:nvPicPr>
          <p:cNvPr id="23" name="Picture 22" descr="Foundry logo">
            <a:extLst>
              <a:ext uri="{FF2B5EF4-FFF2-40B4-BE49-F238E27FC236}">
                <a16:creationId xmlns:a16="http://schemas.microsoft.com/office/drawing/2014/main" id="{4E17A5FA-038E-8948-8B48-97ED002F016B}"/>
              </a:ext>
            </a:extLst>
          </p:cNvPr>
          <p:cNvPicPr>
            <a:picLocks noChangeAspect="1"/>
          </p:cNvPicPr>
          <p:nvPr/>
        </p:nvPicPr>
        <p:blipFill rotWithShape="1">
          <a:blip r:embed="rId3"/>
          <a:srcRect l="23583" t="10368" r="31831" b="10368"/>
          <a:stretch>
            <a:fillRect/>
          </a:stretch>
        </p:blipFill>
        <p:spPr>
          <a:xfrm>
            <a:off x="4841338" y="3094939"/>
            <a:ext cx="639030" cy="639030"/>
          </a:xfrm>
          <a:prstGeom prst="rect">
            <a:avLst/>
          </a:prstGeom>
        </p:spPr>
      </p:pic>
      <p:sp>
        <p:nvSpPr>
          <p:cNvPr id="26" name="Right Brace 25">
            <a:extLst>
              <a:ext uri="{FF2B5EF4-FFF2-40B4-BE49-F238E27FC236}">
                <a16:creationId xmlns:a16="http://schemas.microsoft.com/office/drawing/2014/main" id="{458BC16F-D1AF-DA71-ACE5-5A7CD16296B9}"/>
              </a:ext>
              <a:ext uri="{C183D7F6-B498-43B3-948B-1728B52AA6E4}">
                <adec:decorative xmlns:adec="http://schemas.microsoft.com/office/drawing/2017/decorative" val="1"/>
              </a:ext>
            </a:extLst>
          </p:cNvPr>
          <p:cNvSpPr/>
          <p:nvPr/>
        </p:nvSpPr>
        <p:spPr>
          <a:xfrm>
            <a:off x="8022266" y="2596034"/>
            <a:ext cx="258801" cy="3673004"/>
          </a:xfrm>
          <a:prstGeom prst="rightBrace">
            <a:avLst>
              <a:gd name="adj1" fmla="val 73783"/>
              <a:gd name="adj2" fmla="val 50000"/>
            </a:avLst>
          </a:prstGeom>
          <a:ln w="19050" cap="rnd">
            <a:gradFill flip="none" rotWithShape="1">
              <a:gsLst>
                <a:gs pos="0">
                  <a:srgbClr val="F65567"/>
                </a:gs>
                <a:gs pos="32000">
                  <a:srgbClr val="AC35AF"/>
                </a:gs>
                <a:gs pos="68000">
                  <a:srgbClr val="0A6BBA"/>
                </a:gs>
                <a:gs pos="100000">
                  <a:srgbClr val="318581"/>
                </a:gs>
              </a:gsLst>
              <a:path path="circle">
                <a:fillToRect l="100000" t="100000"/>
              </a:path>
              <a:tileRect r="-100000" b="-100000"/>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7" name="Rectangle: Rounded Corners 16">
            <a:extLst>
              <a:ext uri="{FF2B5EF4-FFF2-40B4-BE49-F238E27FC236}">
                <a16:creationId xmlns:a16="http://schemas.microsoft.com/office/drawing/2014/main" id="{2ED1ACD7-664C-D714-BB7D-76625FA1D5AD}"/>
              </a:ext>
              <a:ext uri="{C183D7F6-B498-43B3-948B-1728B52AA6E4}">
                <adec:decorative xmlns:adec="http://schemas.microsoft.com/office/drawing/2017/decorative" val="0"/>
              </a:ext>
            </a:extLst>
          </p:cNvPr>
          <p:cNvSpPr/>
          <p:nvPr/>
        </p:nvSpPr>
        <p:spPr bwMode="auto">
          <a:xfrm>
            <a:off x="8780463" y="2581489"/>
            <a:ext cx="2828925" cy="3687549"/>
          </a:xfrm>
          <a:prstGeom prst="roundRect">
            <a:avLst>
              <a:gd name="adj" fmla="val 10773"/>
            </a:avLst>
          </a:prstGeom>
          <a:solidFill>
            <a:schemeClr val="tx1">
              <a:alpha val="5000"/>
            </a:schemeClr>
          </a:solidFill>
          <a:ln w="12700" cap="rnd">
            <a:noFill/>
            <a:headEnd type="none" w="lg" len="sm"/>
            <a:tailEnd type="arrow" w="lg" len="sm"/>
          </a:ln>
          <a:effectLst/>
        </p:spPr>
        <p:style>
          <a:lnRef idx="1">
            <a:schemeClr val="accent1"/>
          </a:lnRef>
          <a:fillRef idx="0">
            <a:schemeClr val="accent1"/>
          </a:fillRef>
          <a:effectRef idx="0">
            <a:schemeClr val="accent1"/>
          </a:effectRef>
          <a:fontRef idx="minor">
            <a:schemeClr val="tx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Segoe UI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egoe UI Semibold"/>
                <a:ea typeface="+mn-ea"/>
                <a:cs typeface="+mn-cs"/>
              </a:rPr>
              <a:t>Azure</a:t>
            </a:r>
            <a:br>
              <a:rPr kumimoji="0" lang="en-US" sz="2400" b="0" i="0" u="none" strike="noStrike" kern="1200" cap="none" spc="0" normalizeH="0" baseline="0" noProof="0">
                <a:ln>
                  <a:noFill/>
                </a:ln>
                <a:solidFill>
                  <a:srgbClr val="000000"/>
                </a:solidFill>
                <a:effectLst/>
                <a:uLnTx/>
                <a:uFillTx/>
                <a:latin typeface="Segoe UI Semibold"/>
                <a:ea typeface="+mn-ea"/>
                <a:cs typeface="+mn-cs"/>
              </a:rPr>
            </a:br>
            <a:r>
              <a:rPr kumimoji="0" lang="en-US" sz="2400" b="0" i="0" u="none" strike="noStrike" kern="1200" cap="none" spc="0" normalizeH="0" baseline="0" noProof="0">
                <a:ln>
                  <a:noFill/>
                </a:ln>
                <a:solidFill>
                  <a:srgbClr val="000000"/>
                </a:solidFill>
                <a:effectLst/>
                <a:uLnTx/>
                <a:uFillTx/>
                <a:latin typeface="Segoe UI Semibold"/>
                <a:ea typeface="+mn-ea"/>
                <a:cs typeface="+mn-cs"/>
              </a:rPr>
              <a:t>Monitor</a:t>
            </a:r>
          </a:p>
        </p:txBody>
      </p:sp>
      <p:pic>
        <p:nvPicPr>
          <p:cNvPr id="42" name="Graphic 41" descr="Azure Monitor logo">
            <a:extLst>
              <a:ext uri="{FF2B5EF4-FFF2-40B4-BE49-F238E27FC236}">
                <a16:creationId xmlns:a16="http://schemas.microsoft.com/office/drawing/2014/main" id="{F4F9DEA9-60AE-7161-7E29-B3BB42787D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47266" y="3428999"/>
            <a:ext cx="695318" cy="695318"/>
          </a:xfrm>
          <a:prstGeom prst="rect">
            <a:avLst/>
          </a:prstGeom>
        </p:spPr>
      </p:pic>
      <p:pic>
        <p:nvPicPr>
          <p:cNvPr id="10" name="Graphic 9">
            <a:extLst>
              <a:ext uri="{FF2B5EF4-FFF2-40B4-BE49-F238E27FC236}">
                <a16:creationId xmlns:a16="http://schemas.microsoft.com/office/drawing/2014/main" id="{04861466-9E96-8160-4B89-40DB3B7627D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8894" y="5064305"/>
            <a:ext cx="539028" cy="539028"/>
          </a:xfrm>
          <a:prstGeom prst="rect">
            <a:avLst/>
          </a:prstGeom>
        </p:spPr>
      </p:pic>
    </p:spTree>
    <p:extLst>
      <p:ext uri="{BB962C8B-B14F-4D97-AF65-F5344CB8AC3E}">
        <p14:creationId xmlns:p14="http://schemas.microsoft.com/office/powerpoint/2010/main" val="33833841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42" presetClass="path" presetSubtype="0" decel="100000" fill="hold" grpId="1" nodeType="withEffect">
                                  <p:stCondLst>
                                    <p:cond delay="0"/>
                                  </p:stCondLst>
                                  <p:childTnLst>
                                    <p:animMotion origin="layout" path="M 0 0.03889 L 0 -3.33333E-6 " pathEditMode="relative" rAng="0" ptsTypes="AA">
                                      <p:cBhvr>
                                        <p:cTn id="9" dur="500" fill="hold"/>
                                        <p:tgtEl>
                                          <p:spTgt spid="4"/>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p:tgtEl>
                                          <p:spTgt spid="6"/>
                                        </p:tgtEl>
                                      </p:cBhvr>
                                    </p:animEffect>
                                  </p:childTnLst>
                                </p:cTn>
                              </p:par>
                              <p:par>
                                <p:cTn id="13" presetID="42" presetClass="path" presetSubtype="0" decel="100000" fill="hold" grpId="1" nodeType="withEffect">
                                  <p:stCondLst>
                                    <p:cond delay="100"/>
                                  </p:stCondLst>
                                  <p:childTnLst>
                                    <p:animMotion origin="layout" path="M 0 0.03889 L 0 0 " pathEditMode="relative" rAng="0" ptsTypes="AA">
                                      <p:cBhvr>
                                        <p:cTn id="14" dur="500" fill="hold"/>
                                        <p:tgtEl>
                                          <p:spTgt spid="6"/>
                                        </p:tgtEl>
                                        <p:attrNameLst>
                                          <p:attrName>ppt_x</p:attrName>
                                          <p:attrName>ppt_y</p:attrName>
                                        </p:attrNameLst>
                                      </p:cBhvr>
                                      <p:rCtr x="0" y="-1944"/>
                                    </p:animMotion>
                                  </p:childTnLst>
                                </p:cTn>
                              </p:par>
                              <p:par>
                                <p:cTn id="15" presetID="10" presetClass="entr" presetSubtype="0" fill="hold" grpId="0" nodeType="withEffect">
                                  <p:stCondLst>
                                    <p:cond delay="1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00"/>
                                        <p:tgtEl>
                                          <p:spTgt spid="9"/>
                                        </p:tgtEl>
                                      </p:cBhvr>
                                    </p:animEffect>
                                  </p:childTnLst>
                                </p:cTn>
                              </p:par>
                              <p:par>
                                <p:cTn id="18" presetID="42" presetClass="path" presetSubtype="0" decel="100000" fill="hold" grpId="1" nodeType="withEffect">
                                  <p:stCondLst>
                                    <p:cond delay="100"/>
                                  </p:stCondLst>
                                  <p:childTnLst>
                                    <p:animMotion origin="layout" path="M 0 0.03889 L 0 3.7037E-6 " pathEditMode="relative" rAng="0" ptsTypes="AA">
                                      <p:cBhvr>
                                        <p:cTn id="19" dur="500" fill="hold"/>
                                        <p:tgtEl>
                                          <p:spTgt spid="9"/>
                                        </p:tgtEl>
                                        <p:attrNameLst>
                                          <p:attrName>ppt_x</p:attrName>
                                          <p:attrName>ppt_y</p:attrName>
                                        </p:attrNameLst>
                                      </p:cBhvr>
                                      <p:rCtr x="0" y="-1944"/>
                                    </p:animMotion>
                                  </p:childTnLst>
                                </p:cTn>
                              </p:par>
                              <p:par>
                                <p:cTn id="20" presetID="10"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p:tgtEl>
                                          <p:spTgt spid="11"/>
                                        </p:tgtEl>
                                      </p:cBhvr>
                                    </p:animEffect>
                                  </p:childTnLst>
                                </p:cTn>
                              </p:par>
                              <p:par>
                                <p:cTn id="23" presetID="42" presetClass="path" presetSubtype="0" decel="100000" fill="hold" grpId="1" nodeType="withEffect">
                                  <p:stCondLst>
                                    <p:cond delay="200"/>
                                  </p:stCondLst>
                                  <p:childTnLst>
                                    <p:animMotion origin="layout" path="M -2.29167E-6 0.03889 L -2.29167E-6 3.33333E-6 " pathEditMode="relative" rAng="0" ptsTypes="AA">
                                      <p:cBhvr>
                                        <p:cTn id="24" dur="500" fill="hold"/>
                                        <p:tgtEl>
                                          <p:spTgt spid="11"/>
                                        </p:tgtEl>
                                        <p:attrNameLst>
                                          <p:attrName>ppt_x</p:attrName>
                                          <p:attrName>ppt_y</p:attrName>
                                        </p:attrNameLst>
                                      </p:cBhvr>
                                      <p:rCtr x="0" y="-1944"/>
                                    </p:animMotion>
                                  </p:childTnLst>
                                </p:cTn>
                              </p:par>
                              <p:par>
                                <p:cTn id="25" presetID="10" presetClass="entr" presetSubtype="0" fill="hold" grpId="0" nodeType="withEffect">
                                  <p:stCondLst>
                                    <p:cond delay="3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00"/>
                                        <p:tgtEl>
                                          <p:spTgt spid="13"/>
                                        </p:tgtEl>
                                      </p:cBhvr>
                                    </p:animEffect>
                                  </p:childTnLst>
                                </p:cTn>
                              </p:par>
                              <p:par>
                                <p:cTn id="28" presetID="42" presetClass="path" presetSubtype="0" decel="100000" fill="hold" grpId="1" nodeType="withEffect">
                                  <p:stCondLst>
                                    <p:cond delay="300"/>
                                  </p:stCondLst>
                                  <p:childTnLst>
                                    <p:animMotion origin="layout" path="M -2.29167E-6 0.03889 L -2.29167E-6 3.7037E-7 " pathEditMode="relative" rAng="0" ptsTypes="AA">
                                      <p:cBhvr>
                                        <p:cTn id="29" dur="500" fill="hold"/>
                                        <p:tgtEl>
                                          <p:spTgt spid="13"/>
                                        </p:tgtEl>
                                        <p:attrNameLst>
                                          <p:attrName>ppt_x</p:attrName>
                                          <p:attrName>ppt_y</p:attrName>
                                        </p:attrNameLst>
                                      </p:cBhvr>
                                      <p:rCtr x="0" y="-1944"/>
                                    </p:animMotion>
                                  </p:childTnLst>
                                </p:cTn>
                              </p:par>
                              <p:par>
                                <p:cTn id="30" presetID="10" presetClass="entr" presetSubtype="0" fill="hold" grpId="0" nodeType="withEffect">
                                  <p:stCondLst>
                                    <p:cond delay="4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00"/>
                                        <p:tgtEl>
                                          <p:spTgt spid="15"/>
                                        </p:tgtEl>
                                      </p:cBhvr>
                                    </p:animEffect>
                                  </p:childTnLst>
                                </p:cTn>
                              </p:par>
                              <p:par>
                                <p:cTn id="33" presetID="42" presetClass="path" presetSubtype="0" decel="100000" fill="hold" grpId="1" nodeType="withEffect">
                                  <p:stCondLst>
                                    <p:cond delay="400"/>
                                  </p:stCondLst>
                                  <p:childTnLst>
                                    <p:animMotion origin="layout" path="M -2.29167E-6 0.03889 L -2.29167E-6 -2.59259E-6 " pathEditMode="relative" rAng="0" ptsTypes="AA">
                                      <p:cBhvr>
                                        <p:cTn id="34" dur="500" fill="hold"/>
                                        <p:tgtEl>
                                          <p:spTgt spid="15"/>
                                        </p:tgtEl>
                                        <p:attrNameLst>
                                          <p:attrName>ppt_x</p:attrName>
                                          <p:attrName>ppt_y</p:attrName>
                                        </p:attrNameLst>
                                      </p:cBhvr>
                                      <p:rCtr x="0" y="-1944"/>
                                    </p:animMotion>
                                  </p:childTnLst>
                                </p:cTn>
                              </p:par>
                              <p:par>
                                <p:cTn id="35" presetID="10" presetClass="entr" presetSubtype="0" fill="hold" grpId="0" nodeType="withEffect">
                                  <p:stCondLst>
                                    <p:cond delay="5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00"/>
                                        <p:tgtEl>
                                          <p:spTgt spid="16"/>
                                        </p:tgtEl>
                                      </p:cBhvr>
                                    </p:animEffect>
                                  </p:childTnLst>
                                </p:cTn>
                              </p:par>
                              <p:par>
                                <p:cTn id="38" presetID="42" presetClass="path" presetSubtype="0" decel="100000" fill="hold" grpId="1" nodeType="withEffect">
                                  <p:stCondLst>
                                    <p:cond delay="500"/>
                                  </p:stCondLst>
                                  <p:childTnLst>
                                    <p:animMotion origin="layout" path="M -2.29167E-6 0.03889 L -2.29167E-6 -4.07407E-6 " pathEditMode="relative" rAng="0" ptsTypes="AA">
                                      <p:cBhvr>
                                        <p:cTn id="39" dur="500" fill="hold"/>
                                        <p:tgtEl>
                                          <p:spTgt spid="16"/>
                                        </p:tgtEl>
                                        <p:attrNameLst>
                                          <p:attrName>ppt_x</p:attrName>
                                          <p:attrName>ppt_y</p:attrName>
                                        </p:attrNameLst>
                                      </p:cBhvr>
                                      <p:rCtr x="0" y="-1944"/>
                                    </p:animMotion>
                                  </p:childTnLst>
                                </p:cTn>
                              </p:par>
                              <p:par>
                                <p:cTn id="40" presetID="10" presetClass="entr" presetSubtype="0" fill="hold" grpId="0" nodeType="withEffect">
                                  <p:stCondLst>
                                    <p:cond delay="60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200"/>
                                        <p:tgtEl>
                                          <p:spTgt spid="25"/>
                                        </p:tgtEl>
                                      </p:cBhvr>
                                    </p:animEffect>
                                  </p:childTnLst>
                                </p:cTn>
                              </p:par>
                              <p:par>
                                <p:cTn id="43" presetID="42" presetClass="path" presetSubtype="0" decel="100000" fill="hold" grpId="1" nodeType="withEffect">
                                  <p:stCondLst>
                                    <p:cond delay="600"/>
                                  </p:stCondLst>
                                  <p:childTnLst>
                                    <p:animMotion origin="layout" path="M -1.66667E-6 0.03889 L -1.66667E-6 3.33333E-6 " pathEditMode="relative" rAng="0" ptsTypes="AA">
                                      <p:cBhvr>
                                        <p:cTn id="44" dur="500" fill="hold"/>
                                        <p:tgtEl>
                                          <p:spTgt spid="25"/>
                                        </p:tgtEl>
                                        <p:attrNameLst>
                                          <p:attrName>ppt_x</p:attrName>
                                          <p:attrName>ppt_y</p:attrName>
                                        </p:attrNameLst>
                                      </p:cBhvr>
                                      <p:rCtr x="0" y="-1944"/>
                                    </p:animMotion>
                                  </p:childTnLst>
                                </p:cTn>
                              </p:par>
                              <p:par>
                                <p:cTn id="45" presetID="10" presetClass="entr" presetSubtype="0" fill="hold" grpId="0" nodeType="withEffect">
                                  <p:stCondLst>
                                    <p:cond delay="70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200"/>
                                        <p:tgtEl>
                                          <p:spTgt spid="27"/>
                                        </p:tgtEl>
                                      </p:cBhvr>
                                    </p:animEffect>
                                  </p:childTnLst>
                                </p:cTn>
                              </p:par>
                              <p:par>
                                <p:cTn id="48" presetID="42" presetClass="path" presetSubtype="0" decel="100000" fill="hold" grpId="1" nodeType="withEffect">
                                  <p:stCondLst>
                                    <p:cond delay="700"/>
                                  </p:stCondLst>
                                  <p:childTnLst>
                                    <p:animMotion origin="layout" path="M 2.08333E-6 0.03889 L 2.08333E-6 1.11111E-6 " pathEditMode="relative" rAng="0" ptsTypes="AA">
                                      <p:cBhvr>
                                        <p:cTn id="49" dur="500" fill="hold"/>
                                        <p:tgtEl>
                                          <p:spTgt spid="27"/>
                                        </p:tgtEl>
                                        <p:attrNameLst>
                                          <p:attrName>ppt_x</p:attrName>
                                          <p:attrName>ppt_y</p:attrName>
                                        </p:attrNameLst>
                                      </p:cBhvr>
                                      <p:rCtr x="0" y="-1944"/>
                                    </p:animMotion>
                                  </p:childTnLst>
                                </p:cTn>
                              </p:par>
                              <p:par>
                                <p:cTn id="50" presetID="10" presetClass="entr" presetSubtype="0" fill="hold" grpId="0" nodeType="withEffect">
                                  <p:stCondLst>
                                    <p:cond delay="2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200"/>
                                        <p:tgtEl>
                                          <p:spTgt spid="41"/>
                                        </p:tgtEl>
                                      </p:cBhvr>
                                    </p:animEffect>
                                  </p:childTnLst>
                                </p:cTn>
                              </p:par>
                              <p:par>
                                <p:cTn id="53" presetID="42" presetClass="path" presetSubtype="0" decel="100000" fill="hold" grpId="1" nodeType="withEffect">
                                  <p:stCondLst>
                                    <p:cond delay="200"/>
                                  </p:stCondLst>
                                  <p:childTnLst>
                                    <p:animMotion origin="layout" path="M -2.29167E-6 0.03889 L -2.29167E-6 3.33333E-6 " pathEditMode="relative" rAng="0" ptsTypes="AA">
                                      <p:cBhvr>
                                        <p:cTn id="54" dur="500" fill="hold"/>
                                        <p:tgtEl>
                                          <p:spTgt spid="41"/>
                                        </p:tgtEl>
                                        <p:attrNameLst>
                                          <p:attrName>ppt_x</p:attrName>
                                          <p:attrName>ppt_y</p:attrName>
                                        </p:attrNameLst>
                                      </p:cBhvr>
                                      <p:rCtr x="0" y="-1944"/>
                                    </p:animMotion>
                                  </p:childTnLst>
                                </p:cTn>
                              </p:par>
                              <p:par>
                                <p:cTn id="55" presetID="10" presetClass="entr" presetSubtype="0" fill="hold" grpId="0" nodeType="withEffect">
                                  <p:stCondLst>
                                    <p:cond delay="30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200"/>
                                        <p:tgtEl>
                                          <p:spTgt spid="40"/>
                                        </p:tgtEl>
                                      </p:cBhvr>
                                    </p:animEffect>
                                  </p:childTnLst>
                                </p:cTn>
                              </p:par>
                              <p:par>
                                <p:cTn id="58" presetID="42" presetClass="path" presetSubtype="0" decel="100000" fill="hold" grpId="1" nodeType="withEffect">
                                  <p:stCondLst>
                                    <p:cond delay="300"/>
                                  </p:stCondLst>
                                  <p:childTnLst>
                                    <p:animMotion origin="layout" path="M -2.29167E-6 0.03889 L -2.29167E-6 3.7037E-7 " pathEditMode="relative" rAng="0" ptsTypes="AA">
                                      <p:cBhvr>
                                        <p:cTn id="59" dur="500" fill="hold"/>
                                        <p:tgtEl>
                                          <p:spTgt spid="40"/>
                                        </p:tgtEl>
                                        <p:attrNameLst>
                                          <p:attrName>ppt_x</p:attrName>
                                          <p:attrName>ppt_y</p:attrName>
                                        </p:attrNameLst>
                                      </p:cBhvr>
                                      <p:rCtr x="0" y="-1944"/>
                                    </p:animMotion>
                                  </p:childTnLst>
                                </p:cTn>
                              </p:par>
                              <p:par>
                                <p:cTn id="60" presetID="10" presetClass="entr" presetSubtype="0" fill="hold" grpId="0" nodeType="withEffect">
                                  <p:stCondLst>
                                    <p:cond delay="40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00"/>
                                        <p:tgtEl>
                                          <p:spTgt spid="39"/>
                                        </p:tgtEl>
                                      </p:cBhvr>
                                    </p:animEffect>
                                  </p:childTnLst>
                                </p:cTn>
                              </p:par>
                              <p:par>
                                <p:cTn id="63" presetID="42" presetClass="path" presetSubtype="0" decel="100000" fill="hold" grpId="1" nodeType="withEffect">
                                  <p:stCondLst>
                                    <p:cond delay="400"/>
                                  </p:stCondLst>
                                  <p:childTnLst>
                                    <p:animMotion origin="layout" path="M -2.29167E-6 0.03889 L -2.29167E-6 -2.59259E-6 " pathEditMode="relative" rAng="0" ptsTypes="AA">
                                      <p:cBhvr>
                                        <p:cTn id="64" dur="500" fill="hold"/>
                                        <p:tgtEl>
                                          <p:spTgt spid="39"/>
                                        </p:tgtEl>
                                        <p:attrNameLst>
                                          <p:attrName>ppt_x</p:attrName>
                                          <p:attrName>ppt_y</p:attrName>
                                        </p:attrNameLst>
                                      </p:cBhvr>
                                      <p:rCtr x="0" y="-1944"/>
                                    </p:animMotion>
                                  </p:childTnLst>
                                </p:cTn>
                              </p:par>
                              <p:par>
                                <p:cTn id="65" presetID="10" presetClass="entr" presetSubtype="0" fill="hold" grpId="0" nodeType="withEffect">
                                  <p:stCondLst>
                                    <p:cond delay="40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200"/>
                                        <p:tgtEl>
                                          <p:spTgt spid="38"/>
                                        </p:tgtEl>
                                      </p:cBhvr>
                                    </p:animEffect>
                                  </p:childTnLst>
                                </p:cTn>
                              </p:par>
                              <p:par>
                                <p:cTn id="68" presetID="42" presetClass="path" presetSubtype="0" decel="100000" fill="hold" grpId="1" nodeType="withEffect">
                                  <p:stCondLst>
                                    <p:cond delay="400"/>
                                  </p:stCondLst>
                                  <p:childTnLst>
                                    <p:animMotion origin="layout" path="M -2.29167E-6 0.03889 L -2.29167E-6 -2.59259E-6 " pathEditMode="relative" rAng="0" ptsTypes="AA">
                                      <p:cBhvr>
                                        <p:cTn id="69" dur="500" fill="hold"/>
                                        <p:tgtEl>
                                          <p:spTgt spid="38"/>
                                        </p:tgtEl>
                                        <p:attrNameLst>
                                          <p:attrName>ppt_x</p:attrName>
                                          <p:attrName>ppt_y</p:attrName>
                                        </p:attrNameLst>
                                      </p:cBhvr>
                                      <p:rCtr x="0" y="-1944"/>
                                    </p:animMotion>
                                  </p:childTnLst>
                                </p:cTn>
                              </p:par>
                              <p:par>
                                <p:cTn id="70" presetID="10" presetClass="entr" presetSubtype="0" fill="hold" grpId="0" nodeType="withEffect">
                                  <p:stCondLst>
                                    <p:cond delay="60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200"/>
                                        <p:tgtEl>
                                          <p:spTgt spid="21"/>
                                        </p:tgtEl>
                                      </p:cBhvr>
                                    </p:animEffect>
                                  </p:childTnLst>
                                </p:cTn>
                              </p:par>
                              <p:par>
                                <p:cTn id="73" presetID="42" presetClass="path" presetSubtype="0" decel="100000" fill="hold" grpId="1" nodeType="withEffect">
                                  <p:stCondLst>
                                    <p:cond delay="600"/>
                                  </p:stCondLst>
                                  <p:childTnLst>
                                    <p:animMotion origin="layout" path="M -1.66667E-6 0.03889 L -1.66667E-6 3.33333E-6 " pathEditMode="relative" rAng="0" ptsTypes="AA">
                                      <p:cBhvr>
                                        <p:cTn id="74" dur="500" fill="hold"/>
                                        <p:tgtEl>
                                          <p:spTgt spid="21"/>
                                        </p:tgtEl>
                                        <p:attrNameLst>
                                          <p:attrName>ppt_x</p:attrName>
                                          <p:attrName>ppt_y</p:attrName>
                                        </p:attrNameLst>
                                      </p:cBhvr>
                                      <p:rCtr x="0" y="-1944"/>
                                    </p:animMotion>
                                  </p:childTnLst>
                                </p:cTn>
                              </p:par>
                              <p:par>
                                <p:cTn id="75" presetID="10" presetClass="entr" presetSubtype="0" fill="hold" nodeType="withEffect">
                                  <p:stCondLst>
                                    <p:cond delay="60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200"/>
                                        <p:tgtEl>
                                          <p:spTgt spid="23"/>
                                        </p:tgtEl>
                                      </p:cBhvr>
                                    </p:animEffect>
                                  </p:childTnLst>
                                </p:cTn>
                              </p:par>
                              <p:par>
                                <p:cTn id="78" presetID="42" presetClass="path" presetSubtype="0" decel="100000" fill="hold" nodeType="withEffect">
                                  <p:stCondLst>
                                    <p:cond delay="600"/>
                                  </p:stCondLst>
                                  <p:childTnLst>
                                    <p:animMotion origin="layout" path="M -1.66667E-6 0.03889 L -1.66667E-6 3.33333E-6 " pathEditMode="relative" rAng="0" ptsTypes="AA">
                                      <p:cBhvr>
                                        <p:cTn id="79" dur="500" fill="hold"/>
                                        <p:tgtEl>
                                          <p:spTgt spid="23"/>
                                        </p:tgtEl>
                                        <p:attrNameLst>
                                          <p:attrName>ppt_x</p:attrName>
                                          <p:attrName>ppt_y</p:attrName>
                                        </p:attrNameLst>
                                      </p:cBhvr>
                                      <p:rCtr x="0" y="-1944"/>
                                    </p:animMotion>
                                  </p:childTnLst>
                                </p:cTn>
                              </p:par>
                              <p:par>
                                <p:cTn id="80" presetID="10" presetClass="entr" presetSubtype="0" fill="hold" grpId="0" nodeType="withEffect">
                                  <p:stCondLst>
                                    <p:cond delay="70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200"/>
                                        <p:tgtEl>
                                          <p:spTgt spid="26"/>
                                        </p:tgtEl>
                                      </p:cBhvr>
                                    </p:animEffect>
                                  </p:childTnLst>
                                </p:cTn>
                              </p:par>
                              <p:par>
                                <p:cTn id="83" presetID="42" presetClass="path" presetSubtype="0" decel="100000" fill="hold" grpId="1" nodeType="withEffect">
                                  <p:stCondLst>
                                    <p:cond delay="700"/>
                                  </p:stCondLst>
                                  <p:childTnLst>
                                    <p:animMotion origin="layout" path="M 2.08333E-6 0.03889 L 2.08333E-6 1.11111E-6 " pathEditMode="relative" rAng="0" ptsTypes="AA">
                                      <p:cBhvr>
                                        <p:cTn id="84" dur="500" fill="hold"/>
                                        <p:tgtEl>
                                          <p:spTgt spid="26"/>
                                        </p:tgtEl>
                                        <p:attrNameLst>
                                          <p:attrName>ppt_x</p:attrName>
                                          <p:attrName>ppt_y</p:attrName>
                                        </p:attrNameLst>
                                      </p:cBhvr>
                                      <p:rCtr x="0" y="-1944"/>
                                    </p:animMotion>
                                  </p:childTnLst>
                                </p:cTn>
                              </p:par>
                              <p:par>
                                <p:cTn id="85" presetID="10" presetClass="entr" presetSubtype="0" fill="hold" nodeType="withEffect">
                                  <p:stCondLst>
                                    <p:cond delay="70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200"/>
                                        <p:tgtEl>
                                          <p:spTgt spid="42"/>
                                        </p:tgtEl>
                                      </p:cBhvr>
                                    </p:animEffect>
                                  </p:childTnLst>
                                </p:cTn>
                              </p:par>
                              <p:par>
                                <p:cTn id="88" presetID="42" presetClass="path" presetSubtype="0" decel="100000" fill="hold" nodeType="withEffect">
                                  <p:stCondLst>
                                    <p:cond delay="700"/>
                                  </p:stCondLst>
                                  <p:childTnLst>
                                    <p:animMotion origin="layout" path="M 2.08333E-6 0.03889 L 2.08333E-6 1.11111E-6 " pathEditMode="relative" rAng="0" ptsTypes="AA">
                                      <p:cBhvr>
                                        <p:cTn id="89" dur="500" fill="hold"/>
                                        <p:tgtEl>
                                          <p:spTgt spid="42"/>
                                        </p:tgtEl>
                                        <p:attrNameLst>
                                          <p:attrName>ppt_x</p:attrName>
                                          <p:attrName>ppt_y</p:attrName>
                                        </p:attrNameLst>
                                      </p:cBhvr>
                                      <p:rCtr x="0" y="-1944"/>
                                    </p:animMotion>
                                  </p:childTnLst>
                                </p:cTn>
                              </p:par>
                              <p:par>
                                <p:cTn id="90" presetID="10" presetClass="entr" presetSubtype="0" fill="hold" nodeType="withEffect">
                                  <p:stCondLst>
                                    <p:cond delay="700"/>
                                  </p:stCondLst>
                                  <p:childTnLst>
                                    <p:set>
                                      <p:cBhvr>
                                        <p:cTn id="91" dur="1" fill="hold">
                                          <p:stCondLst>
                                            <p:cond delay="0"/>
                                          </p:stCondLst>
                                        </p:cTn>
                                        <p:tgtEl>
                                          <p:spTgt spid="10"/>
                                        </p:tgtEl>
                                        <p:attrNameLst>
                                          <p:attrName>style.visibility</p:attrName>
                                        </p:attrNameLst>
                                      </p:cBhvr>
                                      <p:to>
                                        <p:strVal val="visible"/>
                                      </p:to>
                                    </p:set>
                                    <p:animEffect transition="in" filter="fade">
                                      <p:cBhvr>
                                        <p:cTn id="92" dur="200"/>
                                        <p:tgtEl>
                                          <p:spTgt spid="10"/>
                                        </p:tgtEl>
                                      </p:cBhvr>
                                    </p:animEffect>
                                  </p:childTnLst>
                                </p:cTn>
                              </p:par>
                              <p:par>
                                <p:cTn id="93" presetID="42" presetClass="path" presetSubtype="0" decel="100000" fill="hold" nodeType="withEffect">
                                  <p:stCondLst>
                                    <p:cond delay="700"/>
                                  </p:stCondLst>
                                  <p:childTnLst>
                                    <p:animMotion origin="layout" path="M -1.66667E-6 0.03889 L -1.66667E-6 2.22222E-6 " pathEditMode="relative" rAng="0" ptsTypes="AA">
                                      <p:cBhvr>
                                        <p:cTn id="94" dur="500" fill="hold"/>
                                        <p:tgtEl>
                                          <p:spTgt spid="10"/>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4" grpId="0" animBg="1"/>
      <p:bldP spid="4" grpId="1" animBg="1"/>
      <p:bldP spid="9" grpId="0"/>
      <p:bldP spid="9" grpId="1"/>
      <p:bldP spid="11" grpId="0" animBg="1"/>
      <p:bldP spid="11" grpId="1" animBg="1"/>
      <p:bldP spid="41" grpId="0" animBg="1"/>
      <p:bldP spid="41" grpId="1" animBg="1"/>
      <p:bldP spid="13" grpId="0" animBg="1"/>
      <p:bldP spid="13" grpId="1" animBg="1"/>
      <p:bldP spid="40" grpId="0" animBg="1"/>
      <p:bldP spid="40" grpId="1" animBg="1"/>
      <p:bldP spid="15" grpId="0" animBg="1"/>
      <p:bldP spid="15" grpId="1" animBg="1"/>
      <p:bldP spid="39" grpId="0" animBg="1"/>
      <p:bldP spid="39" grpId="1" animBg="1"/>
      <p:bldP spid="16" grpId="0" animBg="1"/>
      <p:bldP spid="16" grpId="1" animBg="1"/>
      <p:bldP spid="38" grpId="0" animBg="1"/>
      <p:bldP spid="38" grpId="1" animBg="1"/>
      <p:bldP spid="21" grpId="0" animBg="1"/>
      <p:bldP spid="21" grpId="1" animBg="1"/>
      <p:bldP spid="25" grpId="0" animBg="1"/>
      <p:bldP spid="25" grpId="1" animBg="1"/>
      <p:bldP spid="26" grpId="0" animBg="1"/>
      <p:bldP spid="26" grpId="1" animBg="1"/>
      <p:bldP spid="27" grpId="0" animBg="1"/>
      <p:bldP spid="27" grpId="1"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289B-D2C8-D8D3-A7E7-7C59A69F507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B00237-4C64-8181-D3E3-216A33590DAF}"/>
              </a:ext>
              <a:ext uri="{C183D7F6-B498-43B3-948B-1728B52AA6E4}">
                <adec:decorative xmlns:adec="http://schemas.microsoft.com/office/drawing/2017/decorative" val="1"/>
              </a:ext>
            </a:extLst>
          </p:cNvPr>
          <p:cNvSpPr/>
          <p:nvPr/>
        </p:nvSpPr>
        <p:spPr>
          <a:xfrm>
            <a:off x="0" y="-1"/>
            <a:ext cx="12192000" cy="6857999"/>
          </a:xfrm>
          <a:prstGeom prst="rect">
            <a:avLst/>
          </a:prstGeom>
          <a:gradFill flip="none" rotWithShape="1">
            <a:gsLst>
              <a:gs pos="100000">
                <a:srgbClr val="F3387A">
                  <a:alpha val="15000"/>
                </a:srgbClr>
              </a:gs>
              <a:gs pos="59000">
                <a:srgbClr val="BE41B3">
                  <a:alpha val="15000"/>
                </a:srgbClr>
              </a:gs>
            </a:gsLst>
            <a:lin ang="81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Sans Text Semibold" pitchFamily="2" charset="0"/>
              <a:ea typeface="+mn-ea"/>
              <a:cs typeface="Segoe Sans Text Semibold" pitchFamily="2" charset="0"/>
            </a:endParaRPr>
          </a:p>
        </p:txBody>
      </p:sp>
      <p:sp>
        <p:nvSpPr>
          <p:cNvPr id="5" name="Rectangle 4">
            <a:extLst>
              <a:ext uri="{FF2B5EF4-FFF2-40B4-BE49-F238E27FC236}">
                <a16:creationId xmlns:a16="http://schemas.microsoft.com/office/drawing/2014/main" id="{210B2766-6237-D4E5-9EEB-E59103D2EC98}"/>
              </a:ext>
              <a:ext uri="{C183D7F6-B498-43B3-948B-1728B52AA6E4}">
                <adec:decorative xmlns:adec="http://schemas.microsoft.com/office/drawing/2017/decorative" val="1"/>
              </a:ext>
            </a:extLst>
          </p:cNvPr>
          <p:cNvSpPr/>
          <p:nvPr/>
        </p:nvSpPr>
        <p:spPr>
          <a:xfrm>
            <a:off x="-1" y="0"/>
            <a:ext cx="4572000" cy="6858000"/>
          </a:xfrm>
          <a:prstGeom prst="rect">
            <a:avLst/>
          </a:prstGeom>
          <a:gradFill flip="none" rotWithShape="1">
            <a:gsLst>
              <a:gs pos="100000">
                <a:srgbClr val="F33776"/>
              </a:gs>
              <a:gs pos="0">
                <a:srgbClr val="B641B3"/>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Segoe Sans Text"/>
              <a:ea typeface="+mn-ea"/>
              <a:cs typeface="+mn-cs"/>
            </a:endParaRPr>
          </a:p>
        </p:txBody>
      </p:sp>
      <p:sp>
        <p:nvSpPr>
          <p:cNvPr id="13" name="Rectangle: Rounded Corners 10">
            <a:extLst>
              <a:ext uri="{FF2B5EF4-FFF2-40B4-BE49-F238E27FC236}">
                <a16:creationId xmlns:a16="http://schemas.microsoft.com/office/drawing/2014/main" id="{121E5190-C739-A1AF-4DD2-1B15F72FA9D5}"/>
              </a:ext>
            </a:extLst>
          </p:cNvPr>
          <p:cNvSpPr/>
          <p:nvPr/>
        </p:nvSpPr>
        <p:spPr>
          <a:xfrm>
            <a:off x="5856808" y="5485551"/>
            <a:ext cx="4861349" cy="993645"/>
          </a:xfrm>
          <a:prstGeom prst="roundRect">
            <a:avLst>
              <a:gd name="adj" fmla="val 8990"/>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a:ea typeface="+mn-ea"/>
              <a:cs typeface="+mn-cs"/>
            </a:endParaRPr>
          </a:p>
        </p:txBody>
      </p:sp>
      <p:sp>
        <p:nvSpPr>
          <p:cNvPr id="3" name="Rectangle: Rounded Corners 8">
            <a:extLst>
              <a:ext uri="{FF2B5EF4-FFF2-40B4-BE49-F238E27FC236}">
                <a16:creationId xmlns:a16="http://schemas.microsoft.com/office/drawing/2014/main" id="{7B73FA3F-3062-416E-980D-66A5023A1A5E}"/>
              </a:ext>
              <a:ext uri="{C183D7F6-B498-43B3-948B-1728B52AA6E4}">
                <adec:decorative xmlns:adec="http://schemas.microsoft.com/office/drawing/2017/decorative" val="1"/>
              </a:ext>
            </a:extLst>
          </p:cNvPr>
          <p:cNvSpPr/>
          <p:nvPr/>
        </p:nvSpPr>
        <p:spPr>
          <a:xfrm>
            <a:off x="5054381" y="1643881"/>
            <a:ext cx="6658158" cy="3462868"/>
          </a:xfrm>
          <a:prstGeom prst="roundRect">
            <a:avLst>
              <a:gd name="adj" fmla="val 5180"/>
            </a:avLst>
          </a:prstGeom>
          <a:noFill/>
          <a:ln w="19050">
            <a:gradFill flip="none" rotWithShape="1">
              <a:gsLst>
                <a:gs pos="0">
                  <a:schemeClr val="accent5"/>
                </a:gs>
                <a:gs pos="100000">
                  <a:schemeClr val="accent6"/>
                </a:gs>
              </a:gsLst>
              <a:lin ang="2700000" scaled="1"/>
              <a:tileRect/>
            </a:gra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Sans Text" pitchFamily="2" charset="0"/>
              <a:ea typeface="+mn-ea"/>
              <a:cs typeface="+mn-cs"/>
            </a:endParaRPr>
          </a:p>
        </p:txBody>
      </p:sp>
      <p:sp>
        <p:nvSpPr>
          <p:cNvPr id="2" name="Title 1">
            <a:extLst>
              <a:ext uri="{FF2B5EF4-FFF2-40B4-BE49-F238E27FC236}">
                <a16:creationId xmlns:a16="http://schemas.microsoft.com/office/drawing/2014/main" id="{C72B98C0-7ACB-5AF7-435C-29A296DFD586}"/>
              </a:ext>
            </a:extLst>
          </p:cNvPr>
          <p:cNvSpPr txBox="1">
            <a:spLocks/>
          </p:cNvSpPr>
          <p:nvPr/>
        </p:nvSpPr>
        <p:spPr>
          <a:xfrm>
            <a:off x="275771" y="457200"/>
            <a:ext cx="4296228" cy="1107996"/>
          </a:xfrm>
          <a:prstGeom prst="rect">
            <a:avLst/>
          </a:prstGeom>
        </p:spPr>
        <p:txBody>
          <a:bodyPr vert="horz" wrap="square" lIns="0" tIns="0" rIns="0" bIns="0" rtlCol="0" anchor="t"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a:ln w="3175">
                  <a:noFill/>
                </a:ln>
                <a:solidFill>
                  <a:prstClr val="white"/>
                </a:solidFill>
                <a:effectLst/>
                <a:uLnTx/>
                <a:uFillTx/>
                <a:latin typeface="Segoe UI Semibold"/>
                <a:ea typeface="+mn-ea"/>
                <a:cs typeface="Segoe Sans Text"/>
              </a:rPr>
              <a:t>Evaluation metrics for agents </a:t>
            </a:r>
            <a:endParaRPr kumimoji="0" lang="en-US" sz="3600" b="0" i="0" u="none" strike="noStrike" kern="1200" cap="none" spc="-50" normalizeH="0" baseline="0" noProof="0">
              <a:ln w="3175">
                <a:noFill/>
              </a:ln>
              <a:solidFill>
                <a:prstClr val="white"/>
              </a:solidFill>
              <a:effectLst/>
              <a:uLnTx/>
              <a:uFillTx/>
              <a:latin typeface="Segoe UI Semibold"/>
              <a:ea typeface="+mn-ea"/>
              <a:cs typeface="Segoe Sans Text" pitchFamily="2" charset="0"/>
            </a:endParaRPr>
          </a:p>
        </p:txBody>
      </p:sp>
      <p:pic>
        <p:nvPicPr>
          <p:cNvPr id="8" name="Picture 7" descr="A colorful hexagon with stars&#10;&#10;Description automatically generated">
            <a:extLst>
              <a:ext uri="{FF2B5EF4-FFF2-40B4-BE49-F238E27FC236}">
                <a16:creationId xmlns:a16="http://schemas.microsoft.com/office/drawing/2014/main" id="{638BAC82-FC13-4A6C-9407-2978B2B420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11429" y="6270615"/>
            <a:ext cx="470333" cy="470333"/>
          </a:xfrm>
          <a:prstGeom prst="rect">
            <a:avLst/>
          </a:prstGeom>
        </p:spPr>
      </p:pic>
      <p:sp>
        <p:nvSpPr>
          <p:cNvPr id="7" name="Rectangle: Rounded Corners 12" descr="GenAI Model Store">
            <a:extLst>
              <a:ext uri="{FF2B5EF4-FFF2-40B4-BE49-F238E27FC236}">
                <a16:creationId xmlns:a16="http://schemas.microsoft.com/office/drawing/2014/main" id="{A9C2BDB2-E53B-BC9E-3943-FC7438AA6EDC}"/>
              </a:ext>
            </a:extLst>
          </p:cNvPr>
          <p:cNvSpPr/>
          <p:nvPr/>
        </p:nvSpPr>
        <p:spPr>
          <a:xfrm>
            <a:off x="9301425" y="303767"/>
            <a:ext cx="2136249" cy="346968"/>
          </a:xfrm>
          <a:prstGeom prst="roundRect">
            <a:avLst>
              <a:gd name="adj" fmla="val 50000"/>
            </a:avLst>
          </a:prstGeom>
          <a:gradFill flip="none" rotWithShape="1">
            <a:gsLst>
              <a:gs pos="0">
                <a:schemeClr val="accent5"/>
              </a:gs>
              <a:gs pos="100000">
                <a:schemeClr val="accent6"/>
              </a:gs>
            </a:gsLst>
            <a:lin ang="2700000" scaled="0"/>
            <a:tileRect/>
          </a:gradFill>
          <a:ln w="38100">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Segoe UI Semibold"/>
                <a:ea typeface="+mn-ea"/>
                <a:cs typeface="Segoe Sans Text Semibold" pitchFamily="2" charset="0"/>
              </a:rPr>
              <a:t>Enterprise Readiness</a:t>
            </a:r>
          </a:p>
        </p:txBody>
      </p:sp>
      <p:sp>
        <p:nvSpPr>
          <p:cNvPr id="9" name="Rectangle: Rounded Corners 10">
            <a:extLst>
              <a:ext uri="{FF2B5EF4-FFF2-40B4-BE49-F238E27FC236}">
                <a16:creationId xmlns:a16="http://schemas.microsoft.com/office/drawing/2014/main" id="{C5F7C6FA-A8DC-B002-EB3F-5D7DF95E60B7}"/>
              </a:ext>
            </a:extLst>
          </p:cNvPr>
          <p:cNvSpPr/>
          <p:nvPr/>
        </p:nvSpPr>
        <p:spPr>
          <a:xfrm>
            <a:off x="397292" y="2022396"/>
            <a:ext cx="3763817" cy="4601260"/>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spAutoFit/>
          </a:bodyPr>
          <a:lstStyle/>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New metrics assess agentic applications for quality include:</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Intent Resolution</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Tool Call Accuracy</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Task Adherence</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Response Completeness</a:t>
            </a: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Assess agents for risk and safety</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Risk and Safety Metrics</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Performance and Quality Metrics</a:t>
            </a:r>
          </a:p>
          <a:p>
            <a:pPr marL="629920" marR="0" lvl="1"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Custom Metrics</a:t>
            </a:r>
          </a:p>
          <a:p>
            <a:pPr marL="172720" marR="0" lvl="0" indent="-172720" algn="l" defTabSz="932742" rtl="0" eaLnBrk="1" fontAlgn="auto" latinLnBrk="0" hangingPunct="1">
              <a:lnSpc>
                <a:spcPct val="100000"/>
              </a:lnSpc>
              <a:spcBef>
                <a:spcPct val="0"/>
              </a:spcBef>
              <a:spcAft>
                <a:spcPts val="1000"/>
              </a:spcAft>
              <a:buClrTx/>
              <a:buSzTx/>
              <a:buFont typeface="Arial" panose="020B0604020202020204" pitchFamily="34" charset="0"/>
              <a:buChar char="•"/>
              <a:tabLst/>
              <a:defRPr/>
            </a:pPr>
            <a:r>
              <a:rPr kumimoji="0" lang="en-US" sz="1600" b="0" i="0" u="none" strike="noStrike" kern="1200" cap="none" spc="0" normalizeH="0" baseline="0" noProof="0">
                <a:ln w="3175">
                  <a:noFill/>
                </a:ln>
                <a:solidFill>
                  <a:prstClr val="white"/>
                </a:solidFill>
                <a:effectLst/>
                <a:uLnTx/>
                <a:uFillTx/>
                <a:latin typeface="Segoe UI Semilight"/>
                <a:ea typeface="+mn-lt"/>
                <a:cs typeface="Segoe UI Semilight"/>
              </a:rPr>
              <a:t>Developers using Foundry Agent Service can seamlessly evaluate their agents via our converter support for agent threads</a:t>
            </a:r>
          </a:p>
        </p:txBody>
      </p:sp>
      <p:pic>
        <p:nvPicPr>
          <p:cNvPr id="10" name="Picture 9">
            <a:extLst>
              <a:ext uri="{FF2B5EF4-FFF2-40B4-BE49-F238E27FC236}">
                <a16:creationId xmlns:a16="http://schemas.microsoft.com/office/drawing/2014/main" id="{E092A6A0-761E-56DA-6D4A-B35EECC4BCE1}"/>
              </a:ext>
            </a:extLst>
          </p:cNvPr>
          <p:cNvPicPr>
            <a:picLocks noChangeAspect="1"/>
          </p:cNvPicPr>
          <p:nvPr/>
        </p:nvPicPr>
        <p:blipFill>
          <a:blip r:embed="rId4"/>
          <a:stretch>
            <a:fillRect/>
          </a:stretch>
        </p:blipFill>
        <p:spPr>
          <a:xfrm>
            <a:off x="5158014" y="1783883"/>
            <a:ext cx="6447971" cy="318286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060456369"/>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69208-3E1A-3929-D52E-01971BBC4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2D0D9-3DF2-0973-020D-B4F0CF2226CB}"/>
              </a:ext>
            </a:extLst>
          </p:cNvPr>
          <p:cNvSpPr>
            <a:spLocks noGrp="1"/>
          </p:cNvSpPr>
          <p:nvPr>
            <p:ph type="title"/>
          </p:nvPr>
        </p:nvSpPr>
        <p:spPr>
          <a:xfrm>
            <a:off x="588263" y="457200"/>
            <a:ext cx="11018520" cy="553998"/>
          </a:xfrm>
        </p:spPr>
        <p:txBody>
          <a:bodyPr/>
          <a:lstStyle/>
          <a:p>
            <a:pPr algn="ctr"/>
            <a:r>
              <a:rPr lang="en-US"/>
              <a:t>Foundry Evaluators</a:t>
            </a:r>
          </a:p>
        </p:txBody>
      </p:sp>
      <p:sp>
        <p:nvSpPr>
          <p:cNvPr id="14" name="Rectangle 13">
            <a:extLst>
              <a:ext uri="{FF2B5EF4-FFF2-40B4-BE49-F238E27FC236}">
                <a16:creationId xmlns:a16="http://schemas.microsoft.com/office/drawing/2014/main" id="{45E5ADEC-A863-81C5-782B-7F88E2529D82}"/>
              </a:ext>
            </a:extLst>
          </p:cNvPr>
          <p:cNvSpPr/>
          <p:nvPr/>
        </p:nvSpPr>
        <p:spPr bwMode="auto">
          <a:xfrm>
            <a:off x="588263" y="1433586"/>
            <a:ext cx="3669939" cy="676202"/>
          </a:xfrm>
          <a:prstGeom prst="rect">
            <a:avLst/>
          </a:prstGeom>
          <a:solidFill>
            <a:schemeClr val="tx1">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Quality</a:t>
            </a:r>
          </a:p>
        </p:txBody>
      </p:sp>
      <p:sp>
        <p:nvSpPr>
          <p:cNvPr id="20" name="Rectangle 19">
            <a:extLst>
              <a:ext uri="{FF2B5EF4-FFF2-40B4-BE49-F238E27FC236}">
                <a16:creationId xmlns:a16="http://schemas.microsoft.com/office/drawing/2014/main" id="{E4A32A63-63FE-C077-F84A-22960093F149}"/>
              </a:ext>
            </a:extLst>
          </p:cNvPr>
          <p:cNvSpPr/>
          <p:nvPr/>
        </p:nvSpPr>
        <p:spPr bwMode="auto">
          <a:xfrm>
            <a:off x="584200" y="1433585"/>
            <a:ext cx="3667125" cy="4036035"/>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2296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Document Retrieval</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rPr>
              <a:t>Groundedness</a:t>
            </a:r>
            <a:endPar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Relevance </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Response Completeness</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Coherence</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Fluency</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Similarity</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Task Completion</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Customer Satisfaction</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NLP Metrics (e.g., F1 Score)</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Quality Grader</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Azure Open AI Graders</a:t>
            </a:r>
          </a:p>
        </p:txBody>
      </p:sp>
      <p:sp>
        <p:nvSpPr>
          <p:cNvPr id="25" name="Rectangle 24">
            <a:extLst>
              <a:ext uri="{FF2B5EF4-FFF2-40B4-BE49-F238E27FC236}">
                <a16:creationId xmlns:a16="http://schemas.microsoft.com/office/drawing/2014/main" id="{C7D95EE9-0C3B-4461-C88D-FEA9C54447F4}"/>
              </a:ext>
            </a:extLst>
          </p:cNvPr>
          <p:cNvSpPr/>
          <p:nvPr/>
        </p:nvSpPr>
        <p:spPr bwMode="auto">
          <a:xfrm>
            <a:off x="3052858" y="2527413"/>
            <a:ext cx="826200" cy="202781"/>
          </a:xfrm>
          <a:prstGeom prst="rect">
            <a:avLst/>
          </a:pr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UI"/>
                <a:ea typeface="+mn-ea"/>
                <a:cs typeface="Segoe Sans Text" pitchFamily="2" charset="0"/>
              </a:rPr>
              <a:t>Multi-Turn</a:t>
            </a:r>
          </a:p>
        </p:txBody>
      </p:sp>
      <p:sp>
        <p:nvSpPr>
          <p:cNvPr id="26" name="Rectangle 25">
            <a:extLst>
              <a:ext uri="{FF2B5EF4-FFF2-40B4-BE49-F238E27FC236}">
                <a16:creationId xmlns:a16="http://schemas.microsoft.com/office/drawing/2014/main" id="{3BD77F08-76BF-7A6E-F1C8-1EC7D80A3989}"/>
              </a:ext>
            </a:extLst>
          </p:cNvPr>
          <p:cNvSpPr/>
          <p:nvPr/>
        </p:nvSpPr>
        <p:spPr bwMode="auto">
          <a:xfrm>
            <a:off x="2895694" y="3279100"/>
            <a:ext cx="826200" cy="202781"/>
          </a:xfrm>
          <a:prstGeom prst="rect">
            <a:avLst/>
          </a:pr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UI"/>
                <a:ea typeface="+mn-ea"/>
                <a:cs typeface="Segoe Sans Text" pitchFamily="2" charset="0"/>
              </a:rPr>
              <a:t>Multi-Turn</a:t>
            </a:r>
          </a:p>
        </p:txBody>
      </p:sp>
      <p:sp>
        <p:nvSpPr>
          <p:cNvPr id="27" name="Rectangle 26">
            <a:extLst>
              <a:ext uri="{FF2B5EF4-FFF2-40B4-BE49-F238E27FC236}">
                <a16:creationId xmlns:a16="http://schemas.microsoft.com/office/drawing/2014/main" id="{92B9C49B-8D67-2D60-C972-482C46B5CB13}"/>
              </a:ext>
            </a:extLst>
          </p:cNvPr>
          <p:cNvSpPr/>
          <p:nvPr/>
        </p:nvSpPr>
        <p:spPr bwMode="auto">
          <a:xfrm>
            <a:off x="3124299" y="4021263"/>
            <a:ext cx="826200" cy="202781"/>
          </a:xfrm>
          <a:prstGeom prst="rect">
            <a:avLst/>
          </a:pr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UI"/>
                <a:ea typeface="+mn-ea"/>
                <a:cs typeface="Segoe Sans Text" pitchFamily="2" charset="0"/>
              </a:rPr>
              <a:t>Multi-Turn</a:t>
            </a:r>
          </a:p>
        </p:txBody>
      </p:sp>
      <p:sp>
        <p:nvSpPr>
          <p:cNvPr id="28" name="Rectangle 27">
            <a:extLst>
              <a:ext uri="{FF2B5EF4-FFF2-40B4-BE49-F238E27FC236}">
                <a16:creationId xmlns:a16="http://schemas.microsoft.com/office/drawing/2014/main" id="{1EB46CDE-61BC-F5A9-2D8D-A4A67D2EBB89}"/>
              </a:ext>
            </a:extLst>
          </p:cNvPr>
          <p:cNvSpPr/>
          <p:nvPr/>
        </p:nvSpPr>
        <p:spPr bwMode="auto">
          <a:xfrm>
            <a:off x="3324324" y="4285996"/>
            <a:ext cx="826200" cy="202781"/>
          </a:xfrm>
          <a:prstGeom prst="rect">
            <a:avLst/>
          </a:pr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w="3175">
                  <a:noFill/>
                </a:ln>
                <a:gradFill>
                  <a:gsLst>
                    <a:gs pos="53147">
                      <a:srgbClr val="FFFFFF"/>
                    </a:gs>
                    <a:gs pos="28000">
                      <a:srgbClr val="FFFFFF"/>
                    </a:gs>
                  </a:gsLst>
                  <a:path path="circle">
                    <a:fillToRect l="100000" b="100000"/>
                  </a:path>
                </a:gradFill>
                <a:effectLst/>
                <a:uLnTx/>
                <a:uFillTx/>
                <a:latin typeface="Segoe UI"/>
                <a:ea typeface="+mn-ea"/>
                <a:cs typeface="Segoe Sans Text" pitchFamily="2" charset="0"/>
              </a:rPr>
              <a:t>Multi-Turn</a:t>
            </a:r>
          </a:p>
        </p:txBody>
      </p:sp>
      <p:sp>
        <p:nvSpPr>
          <p:cNvPr id="15" name="Rectangle 14">
            <a:extLst>
              <a:ext uri="{FF2B5EF4-FFF2-40B4-BE49-F238E27FC236}">
                <a16:creationId xmlns:a16="http://schemas.microsoft.com/office/drawing/2014/main" id="{1F7ECC08-A5C7-2F93-E6E5-098BA7AF87C5}"/>
              </a:ext>
            </a:extLst>
          </p:cNvPr>
          <p:cNvSpPr/>
          <p:nvPr/>
        </p:nvSpPr>
        <p:spPr bwMode="auto">
          <a:xfrm>
            <a:off x="4261031" y="1433586"/>
            <a:ext cx="3669939" cy="676202"/>
          </a:xfrm>
          <a:prstGeom prst="rect">
            <a:avLst/>
          </a:prstGeom>
          <a:solidFill>
            <a:schemeClr val="tx1">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Risk &amp; Safety</a:t>
            </a:r>
          </a:p>
        </p:txBody>
      </p:sp>
      <p:sp>
        <p:nvSpPr>
          <p:cNvPr id="21" name="Rectangle 20">
            <a:extLst>
              <a:ext uri="{FF2B5EF4-FFF2-40B4-BE49-F238E27FC236}">
                <a16:creationId xmlns:a16="http://schemas.microsoft.com/office/drawing/2014/main" id="{B504D755-00F0-ED92-2625-FC163C6452E6}"/>
              </a:ext>
            </a:extLst>
          </p:cNvPr>
          <p:cNvSpPr/>
          <p:nvPr/>
        </p:nvSpPr>
        <p:spPr bwMode="auto">
          <a:xfrm>
            <a:off x="4251326" y="1433585"/>
            <a:ext cx="3678238" cy="4036035"/>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2296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Indirect Attack Jailbreaks</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Hate and Unfairness</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Sexual</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Violence</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Self-Harm</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Protected Material</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Ungrounded Attributes</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Code Vulnerability </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Prohibited Actions</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Sensitive Data Leakage</a:t>
            </a:r>
          </a:p>
        </p:txBody>
      </p:sp>
      <p:sp>
        <p:nvSpPr>
          <p:cNvPr id="16" name="Rectangle 15">
            <a:extLst>
              <a:ext uri="{FF2B5EF4-FFF2-40B4-BE49-F238E27FC236}">
                <a16:creationId xmlns:a16="http://schemas.microsoft.com/office/drawing/2014/main" id="{494247E2-BC17-06E4-6534-7ACB39216194}"/>
              </a:ext>
            </a:extLst>
          </p:cNvPr>
          <p:cNvSpPr/>
          <p:nvPr/>
        </p:nvSpPr>
        <p:spPr bwMode="auto">
          <a:xfrm>
            <a:off x="7939449" y="1433586"/>
            <a:ext cx="3669939" cy="676202"/>
          </a:xfrm>
          <a:prstGeom prst="rect">
            <a:avLst/>
          </a:prstGeom>
          <a:solidFill>
            <a:schemeClr val="tx1">
              <a:alpha val="2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Agents</a:t>
            </a:r>
          </a:p>
        </p:txBody>
      </p:sp>
      <p:sp>
        <p:nvSpPr>
          <p:cNvPr id="22" name="Rectangle 21">
            <a:extLst>
              <a:ext uri="{FF2B5EF4-FFF2-40B4-BE49-F238E27FC236}">
                <a16:creationId xmlns:a16="http://schemas.microsoft.com/office/drawing/2014/main" id="{77F1B5F3-FDBB-10A5-637E-3CD3C803D68B}"/>
              </a:ext>
            </a:extLst>
          </p:cNvPr>
          <p:cNvSpPr/>
          <p:nvPr/>
        </p:nvSpPr>
        <p:spPr bwMode="auto">
          <a:xfrm>
            <a:off x="7931150" y="1433585"/>
            <a:ext cx="3667125" cy="4036035"/>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2296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Intent Resolution</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Tool Call Accuracy </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Tool Selection</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Tool Input Accuracy</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Tool Output Utilization</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Tool Call Success</a:t>
            </a:r>
          </a:p>
          <a:p>
            <a:pPr marL="0" marR="0" lvl="0" indent="0" algn="ctr" defTabSz="932472" rtl="0" eaLnBrk="1" fontAlgn="base" latinLnBrk="0" hangingPunct="1">
              <a:lnSpc>
                <a:spcPct val="100000"/>
              </a:lnSpc>
              <a:spcBef>
                <a:spcPct val="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rPr>
              <a:t>Task Adherence</a:t>
            </a:r>
          </a:p>
        </p:txBody>
      </p:sp>
      <p:sp>
        <p:nvSpPr>
          <p:cNvPr id="4" name="Left Bracket 3">
            <a:extLst>
              <a:ext uri="{FF2B5EF4-FFF2-40B4-BE49-F238E27FC236}">
                <a16:creationId xmlns:a16="http://schemas.microsoft.com/office/drawing/2014/main" id="{9B1B775C-77DB-44D9-D7B3-720BF78F70FC}"/>
              </a:ext>
              <a:ext uri="{C183D7F6-B498-43B3-948B-1728B52AA6E4}">
                <adec:decorative xmlns:adec="http://schemas.microsoft.com/office/drawing/2017/decorative" val="1"/>
              </a:ext>
            </a:extLst>
          </p:cNvPr>
          <p:cNvSpPr/>
          <p:nvPr/>
        </p:nvSpPr>
        <p:spPr>
          <a:xfrm rot="16200000">
            <a:off x="6028724" y="423978"/>
            <a:ext cx="134553" cy="11025188"/>
          </a:xfrm>
          <a:prstGeom prst="leftBracket">
            <a:avLst>
              <a:gd name="adj" fmla="val 0"/>
            </a:avLst>
          </a:prstGeom>
          <a:solidFill>
            <a:srgbClr val="000000"/>
          </a:solidFill>
          <a:ln w="12700" cap="rnd" cmpd="sng" algn="ctr">
            <a:solidFill>
              <a:srgbClr val="FFFFFF"/>
            </a:solidFill>
            <a:prstDash val="solid"/>
            <a:headEnd type="none" w="lg" len="sm"/>
            <a:tailEnd type="none" w="lg" len="sm"/>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5" name="Rounded Rectangle 62">
            <a:extLst>
              <a:ext uri="{FF2B5EF4-FFF2-40B4-BE49-F238E27FC236}">
                <a16:creationId xmlns:a16="http://schemas.microsoft.com/office/drawing/2014/main" id="{E00E3CA6-2220-F8C7-39D8-0D88CB610A54}"/>
              </a:ext>
            </a:extLst>
          </p:cNvPr>
          <p:cNvSpPr/>
          <p:nvPr/>
        </p:nvSpPr>
        <p:spPr bwMode="auto">
          <a:xfrm>
            <a:off x="3116575" y="5736734"/>
            <a:ext cx="2847037" cy="534229"/>
          </a:xfrm>
          <a:prstGeom prst="roundRect">
            <a:avLst>
              <a:gd name="adj" fmla="val 0"/>
            </a:avLst>
          </a:prstGeom>
          <a:solidFill>
            <a:schemeClr val="tx1"/>
          </a:soli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w="3175">
                  <a:noFill/>
                </a:ln>
                <a:solidFill>
                  <a:srgbClr val="000000"/>
                </a:solidFill>
                <a:effectLst/>
                <a:uLnTx/>
                <a:uFillTx/>
                <a:latin typeface="Segoe Sans Text Semibold" pitchFamily="2" charset="0"/>
                <a:ea typeface="+mn-ea"/>
                <a:cs typeface="Segoe Sans Text" pitchFamily="2" charset="0"/>
              </a:rPr>
              <a:t>+ Custom Evaluators</a:t>
            </a:r>
          </a:p>
        </p:txBody>
      </p:sp>
      <p:sp>
        <p:nvSpPr>
          <p:cNvPr id="6" name="Rounded Rectangle 62">
            <a:extLst>
              <a:ext uri="{FF2B5EF4-FFF2-40B4-BE49-F238E27FC236}">
                <a16:creationId xmlns:a16="http://schemas.microsoft.com/office/drawing/2014/main" id="{04B12B91-8918-3816-FBC5-6B134C95F28F}"/>
              </a:ext>
            </a:extLst>
          </p:cNvPr>
          <p:cNvSpPr/>
          <p:nvPr/>
        </p:nvSpPr>
        <p:spPr bwMode="auto">
          <a:xfrm>
            <a:off x="6228389" y="5736734"/>
            <a:ext cx="2847037" cy="534229"/>
          </a:xfrm>
          <a:prstGeom prst="roundRect">
            <a:avLst>
              <a:gd name="adj" fmla="val 0"/>
            </a:avLst>
          </a:prstGeom>
          <a:solidFill>
            <a:schemeClr val="tx1"/>
          </a:solidFill>
        </p:spPr>
        <p:txBody>
          <a:bodyPr wrap="none" lIns="108857" tIns="21771" rIns="108857" bIns="43543" rtlCol="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a:ln w="3175">
                  <a:noFill/>
                </a:ln>
                <a:solidFill>
                  <a:srgbClr val="000000"/>
                </a:solidFill>
                <a:effectLst/>
                <a:uLnTx/>
                <a:uFillTx/>
                <a:latin typeface="Segoe Sans Text Semibold" pitchFamily="2" charset="0"/>
                <a:ea typeface="+mn-ea"/>
                <a:cs typeface="Segoe Sans Text" pitchFamily="2" charset="0"/>
              </a:rPr>
              <a:t>+ Rubric Evaluators</a:t>
            </a:r>
          </a:p>
        </p:txBody>
      </p:sp>
    </p:spTree>
    <p:extLst>
      <p:ext uri="{BB962C8B-B14F-4D97-AF65-F5344CB8AC3E}">
        <p14:creationId xmlns:p14="http://schemas.microsoft.com/office/powerpoint/2010/main" val="4164315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
                                        <p:tgtEl>
                                          <p:spTgt spid="14"/>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200"/>
                                        <p:tgtEl>
                                          <p:spTgt spid="20"/>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
                                        <p:tgtEl>
                                          <p:spTgt spid="15"/>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200"/>
                                        <p:tgtEl>
                                          <p:spTgt spid="21"/>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00"/>
                                        <p:tgtEl>
                                          <p:spTgt spid="16"/>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00"/>
                                        <p:tgtEl>
                                          <p:spTgt spid="22"/>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200"/>
                                        <p:tgtEl>
                                          <p:spTgt spid="4"/>
                                        </p:tgtEl>
                                      </p:cBhvr>
                                    </p:animEffect>
                                  </p:childTnLst>
                                </p:cTn>
                              </p:par>
                              <p:par>
                                <p:cTn id="26" presetID="10" presetClass="entr" presetSubtype="0" fill="hold" grpId="0" nodeType="withEffect">
                                  <p:stCondLst>
                                    <p:cond delay="4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200"/>
                                        <p:tgtEl>
                                          <p:spTgt spid="5"/>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200"/>
                                        <p:tgtEl>
                                          <p:spTgt spid="6"/>
                                        </p:tgtEl>
                                      </p:cBhvr>
                                    </p:animEffect>
                                  </p:childTnLst>
                                </p:cTn>
                              </p:par>
                              <p:par>
                                <p:cTn id="32" presetID="10" presetClass="entr" presetSubtype="0" fill="hold" grpId="0" nodeType="withEffect">
                                  <p:stCondLst>
                                    <p:cond delay="10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200"/>
                                        <p:tgtEl>
                                          <p:spTgt spid="25"/>
                                        </p:tgtEl>
                                      </p:cBhvr>
                                    </p:animEffect>
                                  </p:childTnLst>
                                </p:cTn>
                              </p:par>
                              <p:par>
                                <p:cTn id="35" presetID="10" presetClass="entr" presetSubtype="0" fill="hold" grpId="0" nodeType="withEffect">
                                  <p:stCondLst>
                                    <p:cond delay="10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200"/>
                                        <p:tgtEl>
                                          <p:spTgt spid="26"/>
                                        </p:tgtEl>
                                      </p:cBhvr>
                                    </p:animEffect>
                                  </p:childTnLst>
                                </p:cTn>
                              </p:par>
                              <p:par>
                                <p:cTn id="38" presetID="10" presetClass="entr" presetSubtype="0" fill="hold" grpId="0" nodeType="withEffect">
                                  <p:stCondLst>
                                    <p:cond delay="10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200"/>
                                        <p:tgtEl>
                                          <p:spTgt spid="27"/>
                                        </p:tgtEl>
                                      </p:cBhvr>
                                    </p:animEffect>
                                  </p:childTnLst>
                                </p:cTn>
                              </p:par>
                              <p:par>
                                <p:cTn id="41" presetID="10" presetClass="entr" presetSubtype="0" fill="hold" grpId="0" nodeType="withEffect">
                                  <p:stCondLst>
                                    <p:cond delay="10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2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fade">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animBg="1"/>
      <p:bldP spid="20" grpId="0" animBg="1"/>
      <p:bldP spid="25" grpId="0" animBg="1"/>
      <p:bldP spid="26" grpId="0" animBg="1"/>
      <p:bldP spid="27" grpId="0" animBg="1"/>
      <p:bldP spid="28" grpId="0" animBg="1"/>
      <p:bldP spid="15" grpId="0" animBg="1"/>
      <p:bldP spid="21" grpId="0" animBg="1"/>
      <p:bldP spid="16" grpId="0" animBg="1"/>
      <p:bldP spid="22" grpId="0" animBg="1"/>
      <p:bldP spid="4" grpId="0" animBg="1"/>
      <p:bldP spid="5" grpId="0" animBg="1"/>
      <p:bldP spid="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366F2-0AFE-4298-EF7A-CF3F4EDF3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4623D-65BE-507C-852E-9DF4E5A06FC3}"/>
              </a:ext>
            </a:extLst>
          </p:cNvPr>
          <p:cNvSpPr>
            <a:spLocks noGrp="1"/>
          </p:cNvSpPr>
          <p:nvPr>
            <p:ph type="title"/>
          </p:nvPr>
        </p:nvSpPr>
        <p:spPr>
          <a:xfrm>
            <a:off x="588263" y="882690"/>
            <a:ext cx="11018520" cy="553998"/>
          </a:xfrm>
        </p:spPr>
        <p:txBody>
          <a:bodyPr/>
          <a:lstStyle/>
          <a:p>
            <a:r>
              <a:rPr lang="en-US"/>
              <a:t>Rubric evaluator (out of the box + context specific)</a:t>
            </a:r>
          </a:p>
        </p:txBody>
      </p:sp>
      <p:grpSp>
        <p:nvGrpSpPr>
          <p:cNvPr id="19" name="Group 18" descr="Announcing">
            <a:extLst>
              <a:ext uri="{FF2B5EF4-FFF2-40B4-BE49-F238E27FC236}">
                <a16:creationId xmlns:a16="http://schemas.microsoft.com/office/drawing/2014/main" id="{8CC69345-DFFD-F56E-5E08-F49FB08662B3}"/>
              </a:ext>
            </a:extLst>
          </p:cNvPr>
          <p:cNvGrpSpPr/>
          <p:nvPr/>
        </p:nvGrpSpPr>
        <p:grpSpPr>
          <a:xfrm>
            <a:off x="582612" y="460264"/>
            <a:ext cx="1916366" cy="273934"/>
            <a:chOff x="11982030" y="5147428"/>
            <a:chExt cx="1916366" cy="273934"/>
          </a:xfrm>
        </p:grpSpPr>
        <p:sp>
          <p:nvSpPr>
            <p:cNvPr id="20" name="TextBox 19">
              <a:extLst>
                <a:ext uri="{FF2B5EF4-FFF2-40B4-BE49-F238E27FC236}">
                  <a16:creationId xmlns:a16="http://schemas.microsoft.com/office/drawing/2014/main" id="{41A37911-2771-A004-D805-B3247F515F54}"/>
                </a:ext>
              </a:extLst>
            </p:cNvPr>
            <p:cNvSpPr txBox="1"/>
            <p:nvPr/>
          </p:nvSpPr>
          <p:spPr>
            <a:xfrm>
              <a:off x="11982030" y="5147428"/>
              <a:ext cx="1916358" cy="273921"/>
            </a:xfrm>
            <a:prstGeom prst="rect">
              <a:avLst/>
            </a:prstGeom>
            <a:solidFill>
              <a:srgbClr val="36AAEE"/>
            </a:solidFill>
            <a:ln w="9525" cap="flat">
              <a:noFill/>
              <a:prstDash val="solid"/>
              <a:miter/>
            </a:ln>
          </p:spPr>
          <p:txBody>
            <a:bodyPr wrap="none" lIns="73152" tIns="9144" rIns="365760" bIns="18288" anchor="b" anchorCtr="0">
              <a:spAutoFit/>
            </a:bodyPr>
            <a:lstStyle>
              <a:defPPr>
                <a:defRPr lang="en-US"/>
              </a:defPPr>
            </a:lstStyle>
            <a:p>
              <a:pPr marL="0" marR="0" lvl="0" indent="0" algn="r" defTabSz="914437"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w="3175">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rPr>
                <a:t>Announcement</a:t>
              </a:r>
            </a:p>
          </p:txBody>
        </p:sp>
        <p:grpSp>
          <p:nvGrpSpPr>
            <p:cNvPr id="21" name="Group 20">
              <a:extLst>
                <a:ext uri="{FF2B5EF4-FFF2-40B4-BE49-F238E27FC236}">
                  <a16:creationId xmlns:a16="http://schemas.microsoft.com/office/drawing/2014/main" id="{DC434151-DE59-CE69-5485-C39377B5A27E}"/>
                </a:ext>
              </a:extLst>
            </p:cNvPr>
            <p:cNvGrpSpPr/>
            <p:nvPr/>
          </p:nvGrpSpPr>
          <p:grpSpPr>
            <a:xfrm>
              <a:off x="13624474" y="5147440"/>
              <a:ext cx="273922" cy="273922"/>
              <a:chOff x="2279014" y="3657600"/>
              <a:chExt cx="274320" cy="274320"/>
            </a:xfrm>
          </p:grpSpPr>
          <p:sp>
            <p:nvSpPr>
              <p:cNvPr id="22" name="Freeform: Shape 21">
                <a:extLst>
                  <a:ext uri="{FF2B5EF4-FFF2-40B4-BE49-F238E27FC236}">
                    <a16:creationId xmlns:a16="http://schemas.microsoft.com/office/drawing/2014/main" id="{DF36FE3A-EB89-EA15-CB44-51AB11F3A5DF}"/>
                  </a:ext>
                </a:extLst>
              </p:cNvPr>
              <p:cNvSpPr/>
              <p:nvPr/>
            </p:nvSpPr>
            <p:spPr>
              <a:xfrm>
                <a:off x="2416174" y="365760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316DA1"/>
              </a:solidFill>
              <a:ln w="9525" cap="flat">
                <a:noFill/>
                <a:prstDash val="solid"/>
                <a:miter/>
              </a:ln>
            </p:spPr>
            <p:txBody>
              <a:bodyPr lIns="73152" tIns="9144" bIns="18288" anchor="b"/>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sp>
            <p:nvSpPr>
              <p:cNvPr id="23" name="Freeform: Shape 22">
                <a:extLst>
                  <a:ext uri="{FF2B5EF4-FFF2-40B4-BE49-F238E27FC236}">
                    <a16:creationId xmlns:a16="http://schemas.microsoft.com/office/drawing/2014/main" id="{C12AB348-DD65-D283-3FAE-FBA224CDFC8A}"/>
                  </a:ext>
                </a:extLst>
              </p:cNvPr>
              <p:cNvSpPr/>
              <p:nvPr/>
            </p:nvSpPr>
            <p:spPr>
              <a:xfrm>
                <a:off x="2416174" y="379476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9144" rIns="182880" bIns="18288" numCol="1" spcCol="0" rtlCol="0" fromWordArt="0" anchor="b"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endParaRPr>
              </a:p>
            </p:txBody>
          </p:sp>
          <p:sp>
            <p:nvSpPr>
              <p:cNvPr id="24" name="Freeform: Shape 23">
                <a:extLst>
                  <a:ext uri="{FF2B5EF4-FFF2-40B4-BE49-F238E27FC236}">
                    <a16:creationId xmlns:a16="http://schemas.microsoft.com/office/drawing/2014/main" id="{5D35C82D-3FC1-5EDB-EFE1-DFDDEDE90B60}"/>
                  </a:ext>
                </a:extLst>
              </p:cNvPr>
              <p:cNvSpPr/>
              <p:nvPr/>
            </p:nvSpPr>
            <p:spPr>
              <a:xfrm>
                <a:off x="2279014" y="379476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3382BB"/>
              </a:solidFill>
              <a:ln w="9525" cap="flat">
                <a:noFill/>
                <a:prstDash val="solid"/>
                <a:miter/>
              </a:ln>
            </p:spPr>
            <p:txBody>
              <a:bodyPr lIns="73152" tIns="9144" bIns="18288" anchor="b"/>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grpSp>
      </p:grpSp>
      <p:sp>
        <p:nvSpPr>
          <p:cNvPr id="11" name="Rectangle: Rounded Corners 5">
            <a:extLst>
              <a:ext uri="{FF2B5EF4-FFF2-40B4-BE49-F238E27FC236}">
                <a16:creationId xmlns:a16="http://schemas.microsoft.com/office/drawing/2014/main" id="{1F7AB837-1D4C-06F3-DFD2-16DD5E0DE6EA}"/>
              </a:ext>
              <a:ext uri="{C183D7F6-B498-43B3-948B-1728B52AA6E4}">
                <adec:decorative xmlns:adec="http://schemas.microsoft.com/office/drawing/2017/decorative" val="1"/>
              </a:ext>
            </a:extLst>
          </p:cNvPr>
          <p:cNvSpPr/>
          <p:nvPr/>
        </p:nvSpPr>
        <p:spPr>
          <a:xfrm>
            <a:off x="582612" y="1864636"/>
            <a:ext cx="11026776" cy="4404402"/>
          </a:xfrm>
          <a:prstGeom prst="roundRect">
            <a:avLst>
              <a:gd name="adj" fmla="val 0"/>
            </a:avLst>
          </a:prstGeom>
          <a:solidFill>
            <a:schemeClr val="tx1">
              <a:alpha val="2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373" tIns="86699" rIns="108373" bIns="86699"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70937" rtl="0" eaLnBrk="1" fontAlgn="base" latinLnBrk="0" hangingPunct="1">
              <a:lnSpc>
                <a:spcPct val="100000"/>
              </a:lnSpc>
              <a:spcBef>
                <a:spcPct val="0"/>
              </a:spcBef>
              <a:spcAft>
                <a:spcPts val="356"/>
              </a:spcAft>
              <a:buClrTx/>
              <a:buSzTx/>
              <a:buFontTx/>
              <a:buNone/>
              <a:tabLst/>
              <a:defRPr/>
            </a:pPr>
            <a:endParaRPr kumimoji="0" lang="en-US" sz="1000" b="1" i="0" u="none" strike="noStrike" kern="1200" cap="none" spc="0" normalizeH="0" baseline="0" noProof="0">
              <a:ln>
                <a:noFill/>
              </a:ln>
              <a:gradFill>
                <a:gsLst>
                  <a:gs pos="4587">
                    <a:srgbClr val="FFFFFF"/>
                  </a:gs>
                  <a:gs pos="17000">
                    <a:srgbClr val="FFFFFF"/>
                  </a:gs>
                </a:gsLst>
                <a:path path="circle">
                  <a:fillToRect l="100000" b="100000"/>
                </a:path>
              </a:gradFill>
              <a:effectLst/>
              <a:uLnTx/>
              <a:uFillTx/>
              <a:latin typeface="Segoe UI"/>
              <a:ea typeface="+mn-ea"/>
              <a:cs typeface="Segoe UI" panose="020B0502040204020203" pitchFamily="34" charset="0"/>
            </a:endParaRPr>
          </a:p>
        </p:txBody>
      </p:sp>
      <p:sp>
        <p:nvSpPr>
          <p:cNvPr id="14" name="Text Placeholder 3">
            <a:extLst>
              <a:ext uri="{FF2B5EF4-FFF2-40B4-BE49-F238E27FC236}">
                <a16:creationId xmlns:a16="http://schemas.microsoft.com/office/drawing/2014/main" id="{044D4413-1F8C-F6EC-B8E4-13EE0D061210}"/>
              </a:ext>
            </a:extLst>
          </p:cNvPr>
          <p:cNvSpPr txBox="1">
            <a:spLocks/>
          </p:cNvSpPr>
          <p:nvPr/>
        </p:nvSpPr>
        <p:spPr>
          <a:xfrm>
            <a:off x="1003328" y="2194645"/>
            <a:ext cx="3635347" cy="3662541"/>
          </a:xfrm>
          <a:prstGeom prst="rect">
            <a:avLst/>
          </a:prstGeom>
        </p:spPr>
        <p:txBody>
          <a:bodyPr wrap="square" lIns="0">
            <a:spAutoFit/>
          </a:bodyPr>
          <a:lstStyle>
            <a:defPPr>
              <a:defRPr lang="en-US"/>
            </a:defPPr>
            <a:lvl1pPr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240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Right evals at the right time, automatically. When you create an agent in Foundry, a context-aware rubric is generated to match your agent’s domain and use case.</a:t>
            </a:r>
          </a:p>
          <a:p>
            <a:pPr marL="0" marR="0" lvl="0" indent="0" algn="l" defTabSz="932742" rtl="0" eaLnBrk="1" fontAlgn="auto" latinLnBrk="0" hangingPunct="1">
              <a:lnSpc>
                <a:spcPct val="100000"/>
              </a:lnSpc>
              <a:spcBef>
                <a:spcPts val="0"/>
              </a:spcBef>
              <a:spcAft>
                <a:spcPts val="240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No more writing evals from scratch. </a:t>
            </a:r>
            <a:b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The system distills your agent context into an out of the box rubric and </a:t>
            </a:r>
            <a:b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test dataset.</a:t>
            </a:r>
          </a:p>
          <a:p>
            <a:pPr marL="0" marR="0" lvl="0" indent="0" algn="l" defTabSz="932742" rtl="0" eaLnBrk="1" fontAlgn="auto" latinLnBrk="0" hangingPunct="1">
              <a:lnSpc>
                <a:spcPct val="100000"/>
              </a:lnSpc>
              <a:spcBef>
                <a:spcPts val="0"/>
              </a:spcBef>
              <a:spcAft>
                <a:spcPts val="240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Seamless offline-to-online eval pipeline: Create, run in dev, graduate </a:t>
            </a:r>
            <a:b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6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to production traces, repeat.</a:t>
            </a:r>
          </a:p>
        </p:txBody>
      </p:sp>
      <p:pic>
        <p:nvPicPr>
          <p:cNvPr id="25" name="Picture 24" descr="screenshot of rubric evalulator and evaluator configuration">
            <a:extLst>
              <a:ext uri="{FF2B5EF4-FFF2-40B4-BE49-F238E27FC236}">
                <a16:creationId xmlns:a16="http://schemas.microsoft.com/office/drawing/2014/main" id="{7DFE7D8C-164B-ACD6-854B-E6D893B16241}"/>
              </a:ext>
            </a:extLst>
          </p:cNvPr>
          <p:cNvPicPr>
            <a:picLocks noChangeAspect="1"/>
          </p:cNvPicPr>
          <p:nvPr/>
        </p:nvPicPr>
        <p:blipFill>
          <a:blip r:embed="rId3"/>
          <a:stretch>
            <a:fillRect/>
          </a:stretch>
        </p:blipFill>
        <p:spPr>
          <a:xfrm>
            <a:off x="4966141" y="2539268"/>
            <a:ext cx="6315780" cy="3055139"/>
          </a:xfrm>
          <a:prstGeom prst="roundRect">
            <a:avLst>
              <a:gd name="adj" fmla="val 5002"/>
            </a:avLst>
          </a:prstGeom>
          <a:ln w="19050">
            <a:solidFill>
              <a:srgbClr val="808080"/>
            </a:solidFill>
          </a:ln>
        </p:spPr>
      </p:pic>
      <p:sp>
        <p:nvSpPr>
          <p:cNvPr id="4" name="TextBox 3">
            <a:extLst>
              <a:ext uri="{FF2B5EF4-FFF2-40B4-BE49-F238E27FC236}">
                <a16:creationId xmlns:a16="http://schemas.microsoft.com/office/drawing/2014/main" id="{425423EF-6BED-BA3C-F5D1-4353ECCF9242}"/>
              </a:ext>
              <a:ext uri="{C183D7F6-B498-43B3-948B-1728B52AA6E4}">
                <adec:decorative xmlns:adec="http://schemas.microsoft.com/office/drawing/2017/decorative" val="1"/>
              </a:ext>
            </a:extLst>
          </p:cNvPr>
          <p:cNvSpPr txBox="1"/>
          <p:nvPr/>
        </p:nvSpPr>
        <p:spPr>
          <a:xfrm>
            <a:off x="12491254" y="41701"/>
            <a:ext cx="3565585" cy="954107"/>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highlight>
                  <a:srgbClr val="FFFF00"/>
                </a:highlight>
                <a:uLnTx/>
                <a:uFillTx/>
                <a:latin typeface="Aptos" panose="02110004020202020204"/>
                <a:ea typeface="Calibri"/>
                <a:cs typeface="Calibri"/>
              </a:rPr>
              <a:t>GIF IMAGE NEEDED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110004020202020204"/>
                <a:ea typeface="Calibri"/>
                <a:cs typeface="Calibri"/>
              </a:rPr>
              <a:t>Placeholder content (currently)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Aptos" panose="02110004020202020204"/>
                <a:ea typeface="Calibri"/>
                <a:cs typeface="Calibri"/>
              </a:rPr>
              <a:t>ADD INTO SLIDE – will be incorporated into pitch deck</a:t>
            </a:r>
          </a:p>
        </p:txBody>
      </p:sp>
    </p:spTree>
    <p:extLst>
      <p:ext uri="{BB962C8B-B14F-4D97-AF65-F5344CB8AC3E}">
        <p14:creationId xmlns:p14="http://schemas.microsoft.com/office/powerpoint/2010/main" val="2442176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
                                        <p:tgtEl>
                                          <p:spTgt spid="14"/>
                                        </p:tgtEl>
                                      </p:cBhvr>
                                    </p:animEffect>
                                  </p:childTnLst>
                                </p:cTn>
                              </p:par>
                              <p:par>
                                <p:cTn id="11" presetID="10" presetClass="entr" presetSubtype="0" fill="hold" nodeType="withEffect">
                                  <p:stCondLst>
                                    <p:cond delay="3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1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F1A62-0C6E-F72A-C34A-6767A7457CED}"/>
            </a:ext>
          </a:extLst>
        </p:cNvPr>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43CEDF9D-FFBC-8A19-A31E-D17E4E47240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3" name="think-cell data - do not delete" hidden="1">
                        <a:extLst>
                          <a:ext uri="{FF2B5EF4-FFF2-40B4-BE49-F238E27FC236}">
                            <a16:creationId xmlns:a16="http://schemas.microsoft.com/office/drawing/2014/main" id="{43CEDF9D-FFBC-8A19-A31E-D17E4E4724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1D48A626-5165-141D-BF87-749E319134C7}"/>
              </a:ext>
            </a:extLst>
          </p:cNvPr>
          <p:cNvSpPr>
            <a:spLocks noGrp="1"/>
          </p:cNvSpPr>
          <p:nvPr>
            <p:ph type="title"/>
          </p:nvPr>
        </p:nvSpPr>
        <p:spPr>
          <a:xfrm>
            <a:off x="419100" y="915960"/>
            <a:ext cx="3206797" cy="560426"/>
          </a:xfrm>
        </p:spPr>
        <p:txBody>
          <a:bodyPr vert="horz" lIns="0" tIns="0" rIns="0" bIns="0" rtlCol="0" anchor="t">
            <a:noAutofit/>
          </a:bodyPr>
          <a:lstStyle/>
          <a:p>
            <a:pPr defTabSz="914400">
              <a:lnSpc>
                <a:spcPct val="90000"/>
              </a:lnSpc>
            </a:pPr>
            <a:r>
              <a:rPr lang="en-IN" kern="1200" spc="0">
                <a:solidFill>
                  <a:prstClr val="black"/>
                </a:solidFill>
                <a:latin typeface="Segoe UI Semibold"/>
                <a:cs typeface="+mj-cs"/>
              </a:rPr>
              <a:t>Optimization</a:t>
            </a:r>
          </a:p>
        </p:txBody>
      </p:sp>
      <p:pic>
        <p:nvPicPr>
          <p:cNvPr id="5" name="Picture 4" descr="The image appears to be a screen or interface from a software application, possibly a development platform or a bug tracking tool. It shows a dashboard with various tabs and sections, including a search bar, a section for model and user interactions, and a list of executed tools and their execution times.&#10;&#10;AI-generated content may be incorrect.">
            <a:extLst>
              <a:ext uri="{FF2B5EF4-FFF2-40B4-BE49-F238E27FC236}">
                <a16:creationId xmlns:a16="http://schemas.microsoft.com/office/drawing/2014/main" id="{2FDA075A-FE1F-109B-DC94-D2C3013E7EB0}"/>
              </a:ext>
            </a:extLst>
          </p:cNvPr>
          <p:cNvPicPr>
            <a:picLocks noChangeAspect="1"/>
          </p:cNvPicPr>
          <p:nvPr/>
        </p:nvPicPr>
        <p:blipFill>
          <a:blip r:embed="rId6"/>
          <a:stretch>
            <a:fillRect/>
          </a:stretch>
        </p:blipFill>
        <p:spPr>
          <a:xfrm>
            <a:off x="5723637" y="-4214692"/>
            <a:ext cx="6742683" cy="3677254"/>
          </a:xfrm>
          <a:prstGeom prst="rect">
            <a:avLst/>
          </a:prstGeom>
        </p:spPr>
      </p:pic>
      <p:sp>
        <p:nvSpPr>
          <p:cNvPr id="29" name="Rectangle: Rounded Corners 28">
            <a:extLst>
              <a:ext uri="{FF2B5EF4-FFF2-40B4-BE49-F238E27FC236}">
                <a16:creationId xmlns:a16="http://schemas.microsoft.com/office/drawing/2014/main" id="{FA475522-6B9C-D4FC-B82B-A7CD8C2E3148}"/>
              </a:ext>
            </a:extLst>
          </p:cNvPr>
          <p:cNvSpPr/>
          <p:nvPr/>
        </p:nvSpPr>
        <p:spPr>
          <a:xfrm>
            <a:off x="5143500" y="419524"/>
            <a:ext cx="7322820" cy="6019376"/>
          </a:xfrm>
          <a:prstGeom prst="roundRect">
            <a:avLst>
              <a:gd name="adj" fmla="val 3321"/>
            </a:avLst>
          </a:prstGeom>
          <a:solidFill>
            <a:schemeClr val="bg1">
              <a:lumMod val="85000"/>
              <a:alpha val="49000"/>
            </a:schemeClr>
          </a:solidFill>
          <a:ln w="25400">
            <a:solidFill>
              <a:schemeClr val="bg1"/>
            </a:solidFill>
          </a:ln>
        </p:spPr>
        <p:txBody>
          <a:bodyPr vert="horz" lIns="91440" tIns="45720" rIns="91440" bIns="45720" rtlCol="0" anchor="ctr">
            <a:noAutofit/>
          </a:bodyPr>
          <a:lstStyle/>
          <a:p>
            <a:pPr marL="0" marR="0" lvl="0" indent="0" algn="ctr"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endParaRPr kumimoji="0" lang="en-US" sz="1800" b="0" i="0" u="none" strike="noStrike" kern="0" cap="none" spc="-50" normalizeH="0" baseline="0" noProof="0">
              <a:ln>
                <a:noFill/>
              </a:ln>
              <a:solidFill>
                <a:srgbClr val="000000"/>
              </a:solidFill>
              <a:effectLst/>
              <a:uLnTx/>
              <a:uFillTx/>
              <a:latin typeface="Segoe Sans Display Semilight"/>
              <a:ea typeface="+mn-ea"/>
              <a:cs typeface="Segoe Sans Display Semibold" pitchFamily="2" charset="0"/>
            </a:endParaRPr>
          </a:p>
        </p:txBody>
      </p:sp>
      <p:sp>
        <p:nvSpPr>
          <p:cNvPr id="30" name="Text Placeholder 1">
            <a:extLst>
              <a:ext uri="{FF2B5EF4-FFF2-40B4-BE49-F238E27FC236}">
                <a16:creationId xmlns:a16="http://schemas.microsoft.com/office/drawing/2014/main" id="{532BB4E0-6D8A-C0ED-19FA-F90B432B0399}"/>
              </a:ext>
            </a:extLst>
          </p:cNvPr>
          <p:cNvSpPr txBox="1">
            <a:spLocks/>
          </p:cNvSpPr>
          <p:nvPr/>
        </p:nvSpPr>
        <p:spPr>
          <a:xfrm>
            <a:off x="419100" y="1605621"/>
            <a:ext cx="3971925" cy="830997"/>
          </a:xfrm>
          <a:prstGeom prst="rect">
            <a:avLst/>
          </a:prstGeom>
        </p:spPr>
        <p:txBody>
          <a:bodyPr vert="horz" wrap="square" lIns="0" tIns="0" rIns="0" bIns="0" rtlCol="0">
            <a:spAutoFit/>
          </a:bodyPr>
          <a:lstStyle>
            <a:lvl1pPr marL="0" indent="0" algn="l" defTabSz="457109" rtl="0" eaLnBrk="1" latinLnBrk="0" hangingPunct="1">
              <a:lnSpc>
                <a:spcPct val="100000"/>
              </a:lnSpc>
              <a:spcBef>
                <a:spcPts val="336"/>
              </a:spcBef>
              <a:buFont typeface="Arial" panose="020B0604020202020204" pitchFamily="34" charset="0"/>
              <a:buNone/>
              <a:defRPr sz="2999" b="0" i="0" kern="0" spc="-50" baseline="0">
                <a:solidFill>
                  <a:schemeClr val="tx1"/>
                </a:solidFill>
                <a:latin typeface="+mn-lt"/>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0" i="0" kern="0" spc="-50" baseline="0">
                <a:solidFill>
                  <a:schemeClr val="tx1"/>
                </a:solidFill>
                <a:latin typeface="+mn-lt"/>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0" i="0" kern="0" spc="0" baseline="0">
                <a:solidFill>
                  <a:schemeClr val="tx1"/>
                </a:solidFill>
                <a:latin typeface="+mn-lt"/>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0" i="0" kern="0" spc="0" baseline="0">
                <a:solidFill>
                  <a:schemeClr val="tx1"/>
                </a:solidFill>
                <a:latin typeface="+mn-lt"/>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0" i="0" kern="0" spc="0" baseline="0">
                <a:solidFill>
                  <a:schemeClr val="tx1"/>
                </a:solidFill>
                <a:latin typeface="+mn-lt"/>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0" i="0" kern="0" spc="0" baseline="0">
                <a:solidFill>
                  <a:schemeClr val="tx1"/>
                </a:solidFill>
                <a:latin typeface="+mn-lt"/>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a:lstStyle>
          <a:p>
            <a:pPr marL="0" marR="0" lvl="0" indent="0" algn="l" defTabSz="457109" rtl="0" eaLnBrk="1" fontAlgn="auto" latinLnBrk="0" hangingPunct="1">
              <a:lnSpc>
                <a:spcPct val="100000"/>
              </a:lnSpc>
              <a:spcBef>
                <a:spcPts val="336"/>
              </a:spcBef>
              <a:spcAft>
                <a:spcPts val="0"/>
              </a:spcAft>
              <a:buClrTx/>
              <a:buSzTx/>
              <a:buFont typeface="Arial" panose="020B0604020202020204" pitchFamily="34" charset="0"/>
              <a:buNone/>
              <a:tabLst/>
              <a:defRPr/>
            </a:pPr>
            <a:r>
              <a:rPr kumimoji="0" lang="en-US" sz="1800" b="0" i="0" u="none" strike="noStrike" kern="0" cap="none" spc="0" normalizeH="0" baseline="0" noProof="0">
                <a:ln>
                  <a:noFill/>
                </a:ln>
                <a:solidFill>
                  <a:srgbClr val="0408AC"/>
                </a:solidFill>
                <a:effectLst/>
                <a:uLnTx/>
                <a:uFillTx/>
                <a:latin typeface="Segoe Sans Display"/>
                <a:ea typeface="+mn-ea"/>
                <a:cs typeface="Segoe Sans Display Semibold" pitchFamily="2" charset="0"/>
              </a:rPr>
              <a:t>Continuously improve agents in production through governed, evidence-backed optimization</a:t>
            </a:r>
          </a:p>
        </p:txBody>
      </p:sp>
      <p:sp>
        <p:nvSpPr>
          <p:cNvPr id="32" name="Rectangle: Rounded Corners 31">
            <a:extLst>
              <a:ext uri="{FF2B5EF4-FFF2-40B4-BE49-F238E27FC236}">
                <a16:creationId xmlns:a16="http://schemas.microsoft.com/office/drawing/2014/main" id="{25753BFE-D434-50AB-DB79-16156923C517}"/>
              </a:ext>
            </a:extLst>
          </p:cNvPr>
          <p:cNvSpPr/>
          <p:nvPr/>
        </p:nvSpPr>
        <p:spPr>
          <a:xfrm>
            <a:off x="5314950" y="583625"/>
            <a:ext cx="6765039" cy="5691174"/>
          </a:xfrm>
          <a:prstGeom prst="roundRect">
            <a:avLst>
              <a:gd name="adj" fmla="val 27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51" name="Picture 50">
            <a:extLst>
              <a:ext uri="{FF2B5EF4-FFF2-40B4-BE49-F238E27FC236}">
                <a16:creationId xmlns:a16="http://schemas.microsoft.com/office/drawing/2014/main" id="{6200C393-55F1-E1F7-28B5-C0CF345AA00B}"/>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095" b="-2095"/>
          <a:stretch>
            <a:fillRect/>
          </a:stretch>
        </p:blipFill>
        <p:spPr bwMode="auto">
          <a:xfrm>
            <a:off x="5314950" y="1446835"/>
            <a:ext cx="6765039" cy="3964754"/>
          </a:xfrm>
          <a:prstGeom prst="rect">
            <a:avLst/>
          </a:prstGeom>
          <a:noFill/>
          <a:ln>
            <a:noFill/>
          </a:ln>
        </p:spPr>
      </p:pic>
      <p:grpSp>
        <p:nvGrpSpPr>
          <p:cNvPr id="80" name="Group 79">
            <a:extLst>
              <a:ext uri="{FF2B5EF4-FFF2-40B4-BE49-F238E27FC236}">
                <a16:creationId xmlns:a16="http://schemas.microsoft.com/office/drawing/2014/main" id="{5827F50A-C41C-D0C2-EDBF-7A5496BB0A7A}"/>
              </a:ext>
            </a:extLst>
          </p:cNvPr>
          <p:cNvGrpSpPr/>
          <p:nvPr/>
        </p:nvGrpSpPr>
        <p:grpSpPr>
          <a:xfrm>
            <a:off x="419099" y="3005138"/>
            <a:ext cx="4509519" cy="3433762"/>
            <a:chOff x="419099" y="3005138"/>
            <a:chExt cx="4509519" cy="3433762"/>
          </a:xfrm>
        </p:grpSpPr>
        <p:sp>
          <p:nvSpPr>
            <p:cNvPr id="31" name="Rectangle: Rounded Corners 30">
              <a:extLst>
                <a:ext uri="{FF2B5EF4-FFF2-40B4-BE49-F238E27FC236}">
                  <a16:creationId xmlns:a16="http://schemas.microsoft.com/office/drawing/2014/main" id="{266D63D7-8AF5-26F4-1920-A2B9D627824F}"/>
                </a:ext>
              </a:extLst>
            </p:cNvPr>
            <p:cNvSpPr/>
            <p:nvPr/>
          </p:nvSpPr>
          <p:spPr>
            <a:xfrm>
              <a:off x="419099" y="3005138"/>
              <a:ext cx="4509519" cy="3433762"/>
            </a:xfrm>
            <a:prstGeom prst="roundRect">
              <a:avLst>
                <a:gd name="adj" fmla="val 3300"/>
              </a:avLst>
            </a:prstGeom>
            <a:solidFill>
              <a:schemeClr val="bg1">
                <a:alpha val="49000"/>
              </a:schemeClr>
            </a:solidFill>
          </p:spPr>
          <p:txBody>
            <a:bodyPr vert="horz" lIns="182880" tIns="182880" rIns="182880" bIns="91440" rtlCol="0">
              <a:noAutofit/>
            </a:bodyPr>
            <a:lstStyle/>
            <a:p>
              <a:pPr marL="0" marR="0" lvl="0" indent="0" algn="ctr" defTabSz="1371600" rtl="0" eaLnBrk="1" fontAlgn="auto" latinLnBrk="0" hangingPunct="1">
                <a:lnSpc>
                  <a:spcPct val="100000"/>
                </a:lnSpc>
                <a:spcBef>
                  <a:spcPts val="0"/>
                </a:spcBef>
                <a:spcAft>
                  <a:spcPts val="0"/>
                </a:spcAft>
                <a:buClrTx/>
                <a:buSzPct val="90000"/>
                <a:buFontTx/>
                <a:buNone/>
                <a:tabLst>
                  <a:tab pos="1371600" algn="l"/>
                </a:tabLst>
                <a:defRPr/>
              </a:pPr>
              <a:endParaRPr kumimoji="0" lang="en-US" sz="1600" b="0" i="0" u="none" strike="noStrike" kern="1200" cap="none" spc="0" normalizeH="0" baseline="0" noProof="0">
                <a:ln w="3175">
                  <a:noFill/>
                </a:ln>
                <a:solidFill>
                  <a:srgbClr val="000000"/>
                </a:solidFill>
                <a:effectLst/>
                <a:uLnTx/>
                <a:uFillTx/>
                <a:latin typeface="Segoe Sans Display"/>
                <a:ea typeface="+mn-ea"/>
                <a:cs typeface="Segoe UI" pitchFamily="34" charset="0"/>
              </a:endParaRPr>
            </a:p>
          </p:txBody>
        </p:sp>
        <p:sp>
          <p:nvSpPr>
            <p:cNvPr id="6" name="Rectangle: Rounded Corners 63">
              <a:extLst>
                <a:ext uri="{FF2B5EF4-FFF2-40B4-BE49-F238E27FC236}">
                  <a16:creationId xmlns:a16="http://schemas.microsoft.com/office/drawing/2014/main" id="{C32802C0-5D5F-ADE6-2FE0-0CC9FEBC8F75}"/>
                </a:ext>
              </a:extLst>
            </p:cNvPr>
            <p:cNvSpPr/>
            <p:nvPr/>
          </p:nvSpPr>
          <p:spPr bwMode="auto">
            <a:xfrm>
              <a:off x="545418" y="3142068"/>
              <a:ext cx="4256880" cy="633016"/>
            </a:xfrm>
            <a:prstGeom prst="roundRect">
              <a:avLst>
                <a:gd name="adj" fmla="val 13668"/>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0CD2877E-98DE-4061-B10B-049839B96786}"/>
                </a:ext>
              </a:extLst>
            </p:cNvPr>
            <p:cNvSpPr/>
            <p:nvPr/>
          </p:nvSpPr>
          <p:spPr bwMode="auto">
            <a:xfrm>
              <a:off x="1195525" y="3335466"/>
              <a:ext cx="2623391"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Semibold" pitchFamily="2" charset="0"/>
                  <a:ea typeface="+mn-ea"/>
                  <a:cs typeface="Segoe Sans Display Semibold" pitchFamily="2" charset="0"/>
                </a:rPr>
                <a:t>Hosted agent in Foundry</a:t>
              </a:r>
            </a:p>
          </p:txBody>
        </p:sp>
        <p:sp>
          <p:nvSpPr>
            <p:cNvPr id="9" name="Rectangle: Rounded Corners 63">
              <a:extLst>
                <a:ext uri="{FF2B5EF4-FFF2-40B4-BE49-F238E27FC236}">
                  <a16:creationId xmlns:a16="http://schemas.microsoft.com/office/drawing/2014/main" id="{C32F59B3-C80C-52D5-19D9-7A534265346B}"/>
                </a:ext>
              </a:extLst>
            </p:cNvPr>
            <p:cNvSpPr/>
            <p:nvPr/>
          </p:nvSpPr>
          <p:spPr bwMode="auto">
            <a:xfrm>
              <a:off x="536004" y="4208111"/>
              <a:ext cx="4275709" cy="2079572"/>
            </a:xfrm>
            <a:prstGeom prst="roundRect">
              <a:avLst>
                <a:gd name="adj" fmla="val 4917"/>
              </a:avLst>
            </a:prstGeom>
            <a:solidFill>
              <a:schemeClr val="bg1">
                <a:lumMod val="85000"/>
                <a:alpha val="40000"/>
              </a:schemeClr>
            </a:solidFill>
            <a:ln w="25400">
              <a:noFill/>
            </a:ln>
            <a:effectLst>
              <a:outerShdw blurRad="1043088" dist="225198" dir="2700000" algn="tl" rotWithShape="0">
                <a:schemeClr val="bg1"/>
              </a:outerShdw>
              <a:softEdge rad="12700"/>
            </a:effectLst>
          </p:spPr>
          <p:txBody>
            <a:bodyPr vert="horz" lIns="0" tIns="0" rIns="0" bIns="0" rtlCol="0" anchor="ctr">
              <a:normAutofit/>
            </a:bodyPr>
            <a:lstStyle/>
            <a:p>
              <a:pPr marL="0" marR="0" lvl="0" indent="0" algn="ctr" defTabSz="457109" rtl="0" eaLnBrk="1" fontAlgn="auto" latinLnBrk="0" hangingPunct="1">
                <a:lnSpc>
                  <a:spcPct val="100000"/>
                </a:lnSpc>
                <a:spcBef>
                  <a:spcPts val="600"/>
                </a:spcBef>
                <a:spcAft>
                  <a:spcPts val="0"/>
                </a:spcAft>
                <a:buClrTx/>
                <a:buSzTx/>
                <a:buFontTx/>
                <a:buNone/>
                <a:tabLst/>
                <a:defRPr/>
              </a:pPr>
              <a:endParaRPr kumimoji="0" lang="en-US" sz="900" b="0" i="0" u="none" strike="noStrike" kern="1200" cap="none" spc="-50" normalizeH="0" baseline="0" noProof="0">
                <a:ln>
                  <a:noFill/>
                </a:ln>
                <a:solidFill>
                  <a:srgbClr val="FEFFF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D728F924-9C08-61EF-2A07-8D898924EB23}"/>
                </a:ext>
              </a:extLst>
            </p:cNvPr>
            <p:cNvSpPr/>
            <p:nvPr/>
          </p:nvSpPr>
          <p:spPr bwMode="auto">
            <a:xfrm>
              <a:off x="660023" y="4292584"/>
              <a:ext cx="2965874" cy="21544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Agent optimizer </a:t>
              </a:r>
            </a:p>
          </p:txBody>
        </p:sp>
        <p:sp>
          <p:nvSpPr>
            <p:cNvPr id="22" name="Rectangle 21">
              <a:extLst>
                <a:ext uri="{FF2B5EF4-FFF2-40B4-BE49-F238E27FC236}">
                  <a16:creationId xmlns:a16="http://schemas.microsoft.com/office/drawing/2014/main" id="{F8F9F539-BB53-11A2-76D9-0CD893159318}"/>
                </a:ext>
              </a:extLst>
            </p:cNvPr>
            <p:cNvSpPr/>
            <p:nvPr/>
          </p:nvSpPr>
          <p:spPr bwMode="auto">
            <a:xfrm>
              <a:off x="660023" y="4552095"/>
              <a:ext cx="3675599"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Reads the current agent prompts and skills, and searches for configurations that increase agent quality</a:t>
              </a:r>
            </a:p>
          </p:txBody>
        </p:sp>
        <p:cxnSp>
          <p:nvCxnSpPr>
            <p:cNvPr id="25" name="Straight Arrow Connector 24">
              <a:extLst>
                <a:ext uri="{FF2B5EF4-FFF2-40B4-BE49-F238E27FC236}">
                  <a16:creationId xmlns:a16="http://schemas.microsoft.com/office/drawing/2014/main" id="{B7EAF3DE-CCE5-5B62-2430-BB662B69357C}"/>
                </a:ext>
                <a:ext uri="{C183D7F6-B498-43B3-948B-1728B52AA6E4}">
                  <adec:decorative xmlns:adec="http://schemas.microsoft.com/office/drawing/2017/decorative" val="1"/>
                </a:ext>
              </a:extLst>
            </p:cNvPr>
            <p:cNvCxnSpPr>
              <a:cxnSpLocks/>
            </p:cNvCxnSpPr>
            <p:nvPr/>
          </p:nvCxnSpPr>
          <p:spPr>
            <a:xfrm>
              <a:off x="2673858" y="3775084"/>
              <a:ext cx="1" cy="433027"/>
            </a:xfrm>
            <a:prstGeom prst="straightConnector1">
              <a:avLst/>
            </a:prstGeom>
            <a:ln w="19050">
              <a:solidFill>
                <a:schemeClr val="bg2"/>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C1188E4-45AD-47A3-4275-3353BF7CD8DB}"/>
                </a:ext>
              </a:extLst>
            </p:cNvPr>
            <p:cNvSpPr/>
            <p:nvPr/>
          </p:nvSpPr>
          <p:spPr bwMode="auto">
            <a:xfrm>
              <a:off x="2779908" y="3906959"/>
              <a:ext cx="1773447" cy="1692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light"/>
                  <a:ea typeface="+mn-ea"/>
                  <a:cs typeface="Segoe UI" panose="020B0502040204020203" pitchFamily="34" charset="0"/>
                </a:rPr>
                <a:t>Run evals and optimization</a:t>
              </a:r>
            </a:p>
          </p:txBody>
        </p:sp>
        <p:pic>
          <p:nvPicPr>
            <p:cNvPr id="28" name="Picture 27">
              <a:extLst>
                <a:ext uri="{FF2B5EF4-FFF2-40B4-BE49-F238E27FC236}">
                  <a16:creationId xmlns:a16="http://schemas.microsoft.com/office/drawing/2014/main" id="{B564FDC3-5208-FC93-08BF-8691E5492AF5}"/>
                </a:ext>
                <a:ext uri="{C183D7F6-B498-43B3-948B-1728B52AA6E4}">
                  <adec:decorative xmlns:adec="http://schemas.microsoft.com/office/drawing/2017/decorative" val="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5648" r="-5648"/>
            <a:stretch>
              <a:fillRect/>
            </a:stretch>
          </p:blipFill>
          <p:spPr>
            <a:xfrm>
              <a:off x="614206" y="3227355"/>
              <a:ext cx="535365" cy="462442"/>
            </a:xfrm>
            <a:prstGeom prst="rect">
              <a:avLst/>
            </a:prstGeom>
            <a:ln>
              <a:noFill/>
            </a:ln>
          </p:spPr>
        </p:pic>
        <p:sp>
          <p:nvSpPr>
            <p:cNvPr id="71" name="Rectangle: Rounded Corners 70">
              <a:extLst>
                <a:ext uri="{FF2B5EF4-FFF2-40B4-BE49-F238E27FC236}">
                  <a16:creationId xmlns:a16="http://schemas.microsoft.com/office/drawing/2014/main" id="{E56F38BF-D67B-5389-76B7-74C401195EE4}"/>
                </a:ext>
              </a:extLst>
            </p:cNvPr>
            <p:cNvSpPr>
              <a:spLocks/>
            </p:cNvSpPr>
            <p:nvPr/>
          </p:nvSpPr>
          <p:spPr>
            <a:xfrm>
              <a:off x="658338" y="4978057"/>
              <a:ext cx="1960656" cy="1192071"/>
            </a:xfrm>
            <a:prstGeom prst="roundRect">
              <a:avLst>
                <a:gd name="adj" fmla="val 6679"/>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txBody>
            <a:bodyPr vert="horz" lIns="91440" tIns="45720" rIns="91440" bIns="4572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candidate 1</a:t>
              </a:r>
            </a:p>
          </p:txBody>
        </p:sp>
        <p:sp>
          <p:nvSpPr>
            <p:cNvPr id="72" name="Rectangle: Rounded Corners 71">
              <a:extLst>
                <a:ext uri="{FF2B5EF4-FFF2-40B4-BE49-F238E27FC236}">
                  <a16:creationId xmlns:a16="http://schemas.microsoft.com/office/drawing/2014/main" id="{499C2C99-4181-788C-C471-3153F8699CC9}"/>
                </a:ext>
              </a:extLst>
            </p:cNvPr>
            <p:cNvSpPr>
              <a:spLocks/>
            </p:cNvSpPr>
            <p:nvPr/>
          </p:nvSpPr>
          <p:spPr>
            <a:xfrm>
              <a:off x="2728722" y="4978057"/>
              <a:ext cx="1960656" cy="1192071"/>
            </a:xfrm>
            <a:prstGeom prst="roundRect">
              <a:avLst>
                <a:gd name="adj" fmla="val 6679"/>
              </a:avLst>
            </a:prstGeom>
            <a:solidFill>
              <a:schemeClr val="bg1">
                <a:lumMod val="85000"/>
                <a:alpha val="40000"/>
              </a:schemeClr>
            </a:solidFill>
            <a:ln w="25400">
              <a:solidFill>
                <a:schemeClr val="bg1"/>
              </a:solidFill>
            </a:ln>
            <a:effectLst>
              <a:outerShdw blurRad="1043088" dist="225198" dir="2700000" algn="tl" rotWithShape="0">
                <a:schemeClr val="bg1"/>
              </a:outerShdw>
              <a:softEdge rad="12700"/>
            </a:effectLst>
          </p:spPr>
          <p:txBody>
            <a:bodyPr vert="horz" lIns="91440" tIns="45720" rIns="91440" bIns="4572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candidate 2</a:t>
              </a:r>
            </a:p>
          </p:txBody>
        </p:sp>
        <p:sp>
          <p:nvSpPr>
            <p:cNvPr id="74" name="Rectangle 73">
              <a:extLst>
                <a:ext uri="{FF2B5EF4-FFF2-40B4-BE49-F238E27FC236}">
                  <a16:creationId xmlns:a16="http://schemas.microsoft.com/office/drawing/2014/main" id="{1E003310-84C7-0BFA-0700-91D845621F9F}"/>
                </a:ext>
              </a:extLst>
            </p:cNvPr>
            <p:cNvSpPr/>
            <p:nvPr/>
          </p:nvSpPr>
          <p:spPr bwMode="auto">
            <a:xfrm>
              <a:off x="3194181" y="5317073"/>
              <a:ext cx="1027832"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prompt v5</a:t>
              </a:r>
              <a:r>
                <a:rPr kumimoji="0" lang="ja-JP" alt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gpt-5.4</a:t>
              </a:r>
              <a:r>
                <a:rPr kumimoji="0" lang="ja-JP" alt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4 skills</a:t>
              </a:r>
              <a:endPar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endParaRPr>
            </a:p>
          </p:txBody>
        </p:sp>
        <p:sp>
          <p:nvSpPr>
            <p:cNvPr id="75" name="Rectangle 74">
              <a:extLst>
                <a:ext uri="{FF2B5EF4-FFF2-40B4-BE49-F238E27FC236}">
                  <a16:creationId xmlns:a16="http://schemas.microsoft.com/office/drawing/2014/main" id="{50E566F7-EC21-B13E-8A4A-A968F90F18CB}"/>
                </a:ext>
              </a:extLst>
            </p:cNvPr>
            <p:cNvSpPr/>
            <p:nvPr/>
          </p:nvSpPr>
          <p:spPr bwMode="auto">
            <a:xfrm>
              <a:off x="1123797" y="5761943"/>
              <a:ext cx="1027832"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Quality </a:t>
              </a:r>
              <a:r>
                <a:rPr kumimoji="0" lang="en-US" sz="1000" b="0" i="0" u="none" strike="noStrike" kern="1200" cap="none" spc="0" normalizeH="0" baseline="0" noProof="0">
                  <a:ln>
                    <a:noFill/>
                  </a:ln>
                  <a:solidFill>
                    <a:srgbClr val="0A0B7E"/>
                  </a:solidFill>
                  <a:effectLst/>
                  <a:uLnTx/>
                  <a:uFillTx/>
                  <a:latin typeface="Segoe Sans Display"/>
                  <a:ea typeface="+mn-ea"/>
                  <a:cs typeface="Segoe UI" panose="020B0502040204020203" pitchFamily="34" charset="0"/>
                </a:rPr>
                <a:t>+ 26% </a:t>
              </a:r>
              <a:r>
                <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Cost </a:t>
              </a:r>
              <a:r>
                <a:rPr kumimoji="0" lang="en-US" sz="1000" b="0" i="0" u="none" strike="noStrike" kern="1200" cap="none" spc="0" normalizeH="0" baseline="0" noProof="0">
                  <a:ln>
                    <a:noFill/>
                  </a:ln>
                  <a:solidFill>
                    <a:srgbClr val="C00000"/>
                  </a:solidFill>
                  <a:effectLst/>
                  <a:uLnTx/>
                  <a:uFillTx/>
                  <a:latin typeface="Segoe Sans Display"/>
                  <a:ea typeface="+mn-ea"/>
                  <a:cs typeface="Segoe UI" panose="020B0502040204020203" pitchFamily="34" charset="0"/>
                </a:rPr>
                <a:t>-36%</a:t>
              </a:r>
            </a:p>
          </p:txBody>
        </p:sp>
        <p:sp>
          <p:nvSpPr>
            <p:cNvPr id="76" name="Rectangle 75">
              <a:extLst>
                <a:ext uri="{FF2B5EF4-FFF2-40B4-BE49-F238E27FC236}">
                  <a16:creationId xmlns:a16="http://schemas.microsoft.com/office/drawing/2014/main" id="{B66533CB-6B4E-8F36-04FA-62F9AF538A5F}"/>
                </a:ext>
              </a:extLst>
            </p:cNvPr>
            <p:cNvSpPr/>
            <p:nvPr/>
          </p:nvSpPr>
          <p:spPr bwMode="auto">
            <a:xfrm>
              <a:off x="3194181" y="5761943"/>
              <a:ext cx="1027832"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Quality </a:t>
              </a:r>
              <a:r>
                <a:rPr kumimoji="0" lang="en-US" sz="1000" b="0" i="0" u="none" strike="noStrike" kern="1200" cap="none" spc="0" normalizeH="0" baseline="0" noProof="0">
                  <a:ln>
                    <a:noFill/>
                  </a:ln>
                  <a:solidFill>
                    <a:srgbClr val="0A0B7E"/>
                  </a:solidFill>
                  <a:effectLst/>
                  <a:uLnTx/>
                  <a:uFillTx/>
                  <a:latin typeface="Segoe Sans Display"/>
                  <a:ea typeface="+mn-ea"/>
                  <a:cs typeface="Segoe UI" panose="020B0502040204020203" pitchFamily="34" charset="0"/>
                </a:rPr>
                <a:t>+ 16% </a:t>
              </a:r>
              <a:r>
                <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Cost </a:t>
              </a:r>
              <a:r>
                <a:rPr kumimoji="0" lang="en-US" sz="1000" b="0" i="0" u="none" strike="noStrike" kern="1200" cap="none" spc="0" normalizeH="0" baseline="0" noProof="0">
                  <a:ln>
                    <a:noFill/>
                  </a:ln>
                  <a:solidFill>
                    <a:srgbClr val="C00000"/>
                  </a:solidFill>
                  <a:effectLst/>
                  <a:uLnTx/>
                  <a:uFillTx/>
                  <a:latin typeface="Segoe Sans Display"/>
                  <a:ea typeface="+mn-ea"/>
                  <a:cs typeface="Segoe UI" panose="020B0502040204020203" pitchFamily="34" charset="0"/>
                </a:rPr>
                <a:t>-10%</a:t>
              </a:r>
            </a:p>
          </p:txBody>
        </p:sp>
        <p:pic>
          <p:nvPicPr>
            <p:cNvPr id="15" name="Graphic 112">
              <a:extLst>
                <a:ext uri="{FF2B5EF4-FFF2-40B4-BE49-F238E27FC236}">
                  <a16:creationId xmlns:a16="http://schemas.microsoft.com/office/drawing/2014/main" id="{C4E7E980-C257-296C-94D9-E5528B45DF2C}"/>
                </a:ext>
              </a:extLst>
            </p:cNvPr>
            <p:cNvPicPr>
              <a:picLocks noChangeAspect="1"/>
            </p:cNvPicPr>
            <p:nvPr/>
          </p:nvPicPr>
          <p:blipFill rotWithShape="1">
            <a:blip r:embed="rId9"/>
            <a:srcRect l="-5605" r="-5605"/>
            <a:stretch>
              <a:fillRect/>
            </a:stretch>
          </p:blipFill>
          <p:spPr>
            <a:xfrm>
              <a:off x="716520" y="5301042"/>
              <a:ext cx="377936" cy="339840"/>
            </a:xfrm>
            <a:prstGeom prst="rect">
              <a:avLst/>
            </a:prstGeom>
          </p:spPr>
        </p:pic>
        <p:sp>
          <p:nvSpPr>
            <p:cNvPr id="73" name="Rectangle 72">
              <a:extLst>
                <a:ext uri="{FF2B5EF4-FFF2-40B4-BE49-F238E27FC236}">
                  <a16:creationId xmlns:a16="http://schemas.microsoft.com/office/drawing/2014/main" id="{A2E3BDBE-B8E2-11B1-00A9-BB36B8B86826}"/>
                </a:ext>
              </a:extLst>
            </p:cNvPr>
            <p:cNvSpPr/>
            <p:nvPr/>
          </p:nvSpPr>
          <p:spPr bwMode="auto">
            <a:xfrm>
              <a:off x="1123797" y="5317073"/>
              <a:ext cx="1027832"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prompt v4</a:t>
              </a:r>
              <a:r>
                <a:rPr kumimoji="0" lang="ja-JP" alt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gpt-5.2</a:t>
              </a:r>
              <a:r>
                <a:rPr kumimoji="0" lang="ja-JP" alt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2 skills</a:t>
              </a:r>
              <a:endParaRPr kumimoji="0" lang="en-US" sz="10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endParaRPr>
            </a:p>
          </p:txBody>
        </p:sp>
        <p:pic>
          <p:nvPicPr>
            <p:cNvPr id="77" name="Graphic 112">
              <a:extLst>
                <a:ext uri="{FF2B5EF4-FFF2-40B4-BE49-F238E27FC236}">
                  <a16:creationId xmlns:a16="http://schemas.microsoft.com/office/drawing/2014/main" id="{E0C01FC4-10D0-1D33-FC3E-EB9C017838FB}"/>
                </a:ext>
              </a:extLst>
            </p:cNvPr>
            <p:cNvPicPr>
              <a:picLocks noChangeAspect="1"/>
            </p:cNvPicPr>
            <p:nvPr/>
          </p:nvPicPr>
          <p:blipFill rotWithShape="1">
            <a:blip r:embed="rId9"/>
            <a:srcRect l="-5605" r="-5605"/>
            <a:stretch>
              <a:fillRect/>
            </a:stretch>
          </p:blipFill>
          <p:spPr>
            <a:xfrm>
              <a:off x="2778834" y="5301042"/>
              <a:ext cx="377936" cy="339840"/>
            </a:xfrm>
            <a:prstGeom prst="rect">
              <a:avLst/>
            </a:prstGeom>
          </p:spPr>
        </p:pic>
      </p:grpSp>
    </p:spTree>
    <p:extLst>
      <p:ext uri="{BB962C8B-B14F-4D97-AF65-F5344CB8AC3E}">
        <p14:creationId xmlns:p14="http://schemas.microsoft.com/office/powerpoint/2010/main" val="37685558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42" presetClass="path" presetSubtype="0" decel="100000" fill="hold" grpId="1" nodeType="withEffect">
                                  <p:stCondLst>
                                    <p:cond delay="0"/>
                                  </p:stCondLst>
                                  <p:childTnLst>
                                    <p:animMotion origin="layout" path="M 4.58333E-6 0.03888 L 4.58333E-6 4.44444E-6 " pathEditMode="relative" rAng="0" ptsTypes="AA">
                                      <p:cBhvr>
                                        <p:cTn id="9" dur="500" fill="hold"/>
                                        <p:tgtEl>
                                          <p:spTgt spid="11"/>
                                        </p:tgtEl>
                                        <p:attrNameLst>
                                          <p:attrName>ppt_x</p:attrName>
                                          <p:attrName>ppt_y</p:attrName>
                                        </p:attrNameLst>
                                      </p:cBhvr>
                                      <p:rCtr x="0" y="-1944"/>
                                    </p:animMotion>
                                  </p:childTnLst>
                                </p:cTn>
                              </p:par>
                              <p:par>
                                <p:cTn id="10" presetID="10" presetClass="entr" presetSubtype="0" fill="hold" grpId="0" nodeType="withEffect">
                                  <p:stCondLst>
                                    <p:cond delay="10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200"/>
                                        <p:tgtEl>
                                          <p:spTgt spid="30"/>
                                        </p:tgtEl>
                                      </p:cBhvr>
                                    </p:animEffect>
                                  </p:childTnLst>
                                </p:cTn>
                              </p:par>
                              <p:par>
                                <p:cTn id="13" presetID="42" presetClass="path" presetSubtype="0" decel="100000" fill="hold" grpId="1" nodeType="withEffect">
                                  <p:stCondLst>
                                    <p:cond delay="100"/>
                                  </p:stCondLst>
                                  <p:childTnLst>
                                    <p:animMotion origin="layout" path="M 4.375E-6 0.03888 L 4.375E-6 4.07407E-6 " pathEditMode="relative" rAng="0" ptsTypes="AA">
                                      <p:cBhvr>
                                        <p:cTn id="14" dur="500" fill="hold"/>
                                        <p:tgtEl>
                                          <p:spTgt spid="30"/>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200"/>
                                        <p:tgtEl>
                                          <p:spTgt spid="80"/>
                                        </p:tgtEl>
                                      </p:cBhvr>
                                    </p:animEffect>
                                  </p:childTnLst>
                                </p:cTn>
                              </p:par>
                              <p:par>
                                <p:cTn id="18" presetID="42" presetClass="path" presetSubtype="0" decel="100000" fill="hold" nodeType="withEffect">
                                  <p:stCondLst>
                                    <p:cond delay="100"/>
                                  </p:stCondLst>
                                  <p:childTnLst>
                                    <p:animMotion origin="layout" path="M 5E-6 0.03888 L 5E-6 4.81481E-6 " pathEditMode="relative" rAng="0" ptsTypes="AA">
                                      <p:cBhvr>
                                        <p:cTn id="19" dur="500" fill="hold"/>
                                        <p:tgtEl>
                                          <p:spTgt spid="80"/>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30" grpId="0"/>
      <p:bldP spid="30" grpId="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4FC4E-1447-23FB-D7DB-61740D116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008E8-646A-FB29-FAF6-EBB467255BF6}"/>
              </a:ext>
            </a:extLst>
          </p:cNvPr>
          <p:cNvSpPr>
            <a:spLocks noGrp="1"/>
          </p:cNvSpPr>
          <p:nvPr>
            <p:ph type="title"/>
          </p:nvPr>
        </p:nvSpPr>
        <p:spPr>
          <a:xfrm>
            <a:off x="550633" y="1155505"/>
            <a:ext cx="5637483" cy="553998"/>
          </a:xfrm>
        </p:spPr>
        <p:txBody>
          <a:bodyPr/>
          <a:lstStyle/>
          <a:p>
            <a:r>
              <a:rPr lang="en-US">
                <a:cs typeface="Segoe UI"/>
              </a:rPr>
              <a:t>Agent optimizer </a:t>
            </a:r>
            <a:endParaRPr lang="en-US"/>
          </a:p>
        </p:txBody>
      </p:sp>
      <p:grpSp>
        <p:nvGrpSpPr>
          <p:cNvPr id="19" name="Group 18" descr="Public preview">
            <a:extLst>
              <a:ext uri="{FF2B5EF4-FFF2-40B4-BE49-F238E27FC236}">
                <a16:creationId xmlns:a16="http://schemas.microsoft.com/office/drawing/2014/main" id="{295511EE-BA46-24FB-E546-F363660D682D}"/>
              </a:ext>
            </a:extLst>
          </p:cNvPr>
          <p:cNvGrpSpPr/>
          <p:nvPr/>
        </p:nvGrpSpPr>
        <p:grpSpPr>
          <a:xfrm>
            <a:off x="559611" y="460264"/>
            <a:ext cx="2141860" cy="273934"/>
            <a:chOff x="11963499" y="5147428"/>
            <a:chExt cx="1934897" cy="273934"/>
          </a:xfrm>
        </p:grpSpPr>
        <p:sp>
          <p:nvSpPr>
            <p:cNvPr id="20" name="TextBox 19">
              <a:extLst>
                <a:ext uri="{FF2B5EF4-FFF2-40B4-BE49-F238E27FC236}">
                  <a16:creationId xmlns:a16="http://schemas.microsoft.com/office/drawing/2014/main" id="{91FD5B22-EA2C-3E1E-28E3-6A0CB9C1927F}"/>
                </a:ext>
              </a:extLst>
            </p:cNvPr>
            <p:cNvSpPr txBox="1"/>
            <p:nvPr/>
          </p:nvSpPr>
          <p:spPr>
            <a:xfrm>
              <a:off x="11963499" y="5147428"/>
              <a:ext cx="1747925" cy="273921"/>
            </a:xfrm>
            <a:prstGeom prst="rect">
              <a:avLst/>
            </a:prstGeom>
            <a:solidFill>
              <a:srgbClr val="36AAEE"/>
            </a:solidFill>
            <a:ln w="9525" cap="flat">
              <a:noFill/>
              <a:prstDash val="solid"/>
              <a:miter/>
            </a:ln>
          </p:spPr>
          <p:txBody>
            <a:bodyPr wrap="none" lIns="73152" tIns="9144" rIns="365760" bIns="18288" anchor="b" anchorCtr="0">
              <a:spAutoFit/>
            </a:bodyPr>
            <a:lstStyle>
              <a:defPPr>
                <a:defRPr lang="en-US"/>
              </a:defPPr>
              <a:lvl1pPr algn="r" defTabSz="914437" fontAlgn="base">
                <a:spcBef>
                  <a:spcPct val="0"/>
                </a:spcBef>
                <a:spcAft>
                  <a:spcPct val="0"/>
                </a:spcAft>
                <a:defRPr sz="1600" b="1">
                  <a:ln w="3175">
                    <a:noFill/>
                  </a:ln>
                  <a:gradFill>
                    <a:gsLst>
                      <a:gs pos="4587">
                        <a:srgbClr val="000000"/>
                      </a:gs>
                      <a:gs pos="19266">
                        <a:srgbClr val="000000"/>
                      </a:gs>
                    </a:gsLst>
                    <a:path path="circle">
                      <a:fillToRect l="100000" b="100000"/>
                    </a:path>
                  </a:gradFill>
                  <a:cs typeface="Segoe UI" pitchFamily="34" charset="0"/>
                </a:defRPr>
              </a:lvl1pPr>
            </a:lstStyle>
            <a:p>
              <a:pPr marL="0" marR="0" lvl="0" indent="0" algn="l" defTabSz="914437"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w="3175">
                    <a:noFill/>
                  </a:ln>
                  <a:gradFill>
                    <a:gsLst>
                      <a:gs pos="4587">
                        <a:srgbClr val="000000"/>
                      </a:gs>
                      <a:gs pos="19266">
                        <a:srgbClr val="000000"/>
                      </a:gs>
                    </a:gsLst>
                    <a:path path="circle">
                      <a:fillToRect l="100000" b="100000"/>
                    </a:path>
                  </a:gradFill>
                  <a:effectLst/>
                  <a:uLnTx/>
                  <a:uFillTx/>
                  <a:latin typeface="Segoe UI"/>
                  <a:ea typeface="+mn-ea"/>
                  <a:cs typeface="Segoe UI"/>
                </a:rPr>
                <a:t>Private Preview</a:t>
              </a:r>
              <a:endParaRPr kumimoji="0" lang="en-US" sz="1600" b="1" i="0" u="none" strike="noStrike" kern="1200" cap="none" spc="0" normalizeH="0" baseline="0" noProof="0">
                <a:ln w="3175">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endParaRPr>
            </a:p>
          </p:txBody>
        </p:sp>
        <p:grpSp>
          <p:nvGrpSpPr>
            <p:cNvPr id="21" name="Group 20">
              <a:extLst>
                <a:ext uri="{FF2B5EF4-FFF2-40B4-BE49-F238E27FC236}">
                  <a16:creationId xmlns:a16="http://schemas.microsoft.com/office/drawing/2014/main" id="{671C82DD-4692-4B39-0EE1-76441129493D}"/>
                </a:ext>
              </a:extLst>
            </p:cNvPr>
            <p:cNvGrpSpPr/>
            <p:nvPr/>
          </p:nvGrpSpPr>
          <p:grpSpPr>
            <a:xfrm>
              <a:off x="13624474" y="5147440"/>
              <a:ext cx="273922" cy="273922"/>
              <a:chOff x="2279014" y="3657600"/>
              <a:chExt cx="274320" cy="274320"/>
            </a:xfrm>
          </p:grpSpPr>
          <p:sp>
            <p:nvSpPr>
              <p:cNvPr id="22" name="Freeform: Shape 21">
                <a:extLst>
                  <a:ext uri="{FF2B5EF4-FFF2-40B4-BE49-F238E27FC236}">
                    <a16:creationId xmlns:a16="http://schemas.microsoft.com/office/drawing/2014/main" id="{475270FD-BAE0-18D8-0361-D09FCA9910F1}"/>
                  </a:ext>
                </a:extLst>
              </p:cNvPr>
              <p:cNvSpPr/>
              <p:nvPr/>
            </p:nvSpPr>
            <p:spPr>
              <a:xfrm>
                <a:off x="2416174" y="365760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316DA1"/>
              </a:solidFill>
              <a:ln w="9525" cap="flat">
                <a:noFill/>
                <a:prstDash val="solid"/>
                <a:miter/>
              </a:ln>
            </p:spPr>
            <p:txBody>
              <a:bodyPr lIns="73152" tIns="9144" bIns="18288" anchor="b"/>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sp>
            <p:nvSpPr>
              <p:cNvPr id="23" name="Freeform: Shape 22">
                <a:extLst>
                  <a:ext uri="{FF2B5EF4-FFF2-40B4-BE49-F238E27FC236}">
                    <a16:creationId xmlns:a16="http://schemas.microsoft.com/office/drawing/2014/main" id="{56B94E62-9D9F-6304-DE4E-20412139A351}"/>
                  </a:ext>
                </a:extLst>
              </p:cNvPr>
              <p:cNvSpPr/>
              <p:nvPr/>
            </p:nvSpPr>
            <p:spPr>
              <a:xfrm>
                <a:off x="2416174" y="379476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2E456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9144" rIns="182880" bIns="18288" numCol="1" spcCol="0" rtlCol="0" fromWordArt="0" anchor="b"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Segoe UI" pitchFamily="34" charset="0"/>
                </a:endParaRPr>
              </a:p>
            </p:txBody>
          </p:sp>
          <p:sp>
            <p:nvSpPr>
              <p:cNvPr id="24" name="Freeform: Shape 23">
                <a:extLst>
                  <a:ext uri="{FF2B5EF4-FFF2-40B4-BE49-F238E27FC236}">
                    <a16:creationId xmlns:a16="http://schemas.microsoft.com/office/drawing/2014/main" id="{27E55357-B09F-7FD7-9EB6-3F85CEE62D46}"/>
                  </a:ext>
                </a:extLst>
              </p:cNvPr>
              <p:cNvSpPr/>
              <p:nvPr/>
            </p:nvSpPr>
            <p:spPr>
              <a:xfrm>
                <a:off x="2279014" y="3794760"/>
                <a:ext cx="137160" cy="137160"/>
              </a:xfrm>
              <a:custGeom>
                <a:avLst/>
                <a:gdLst>
                  <a:gd name="csX0" fmla="*/ 0 w 1028700"/>
                  <a:gd name="csY0" fmla="*/ 0 h 1028700"/>
                  <a:gd name="csX1" fmla="*/ 1028700 w 1028700"/>
                  <a:gd name="csY1" fmla="*/ 0 h 1028700"/>
                  <a:gd name="csX2" fmla="*/ 1028700 w 1028700"/>
                  <a:gd name="csY2" fmla="*/ 1028700 h 1028700"/>
                  <a:gd name="csX3" fmla="*/ 0 w 1028700"/>
                  <a:gd name="csY3" fmla="*/ 1028700 h 1028700"/>
                  <a:gd name="csX4" fmla="*/ 0 w 1028700"/>
                  <a:gd name="csY4" fmla="*/ 0 h 1028700"/>
                  <a:gd name="csX5" fmla="*/ 0 w 1028700"/>
                  <a:gd name="csY5" fmla="*/ 0 h 1028700"/>
                </a:gdLst>
                <a:ahLst/>
                <a:cxnLst>
                  <a:cxn ang="0">
                    <a:pos x="csX0" y="csY0"/>
                  </a:cxn>
                  <a:cxn ang="0">
                    <a:pos x="csX1" y="csY1"/>
                  </a:cxn>
                  <a:cxn ang="0">
                    <a:pos x="csX2" y="csY2"/>
                  </a:cxn>
                  <a:cxn ang="0">
                    <a:pos x="csX3" y="csY3"/>
                  </a:cxn>
                  <a:cxn ang="0">
                    <a:pos x="csX4" y="csY4"/>
                  </a:cxn>
                  <a:cxn ang="0">
                    <a:pos x="csX5" y="csY5"/>
                  </a:cxn>
                </a:cxnLst>
                <a:rect l="l" t="t" r="r" b="b"/>
                <a:pathLst>
                  <a:path w="1028700" h="1028700">
                    <a:moveTo>
                      <a:pt x="0" y="0"/>
                    </a:moveTo>
                    <a:lnTo>
                      <a:pt x="1028700" y="0"/>
                    </a:lnTo>
                    <a:lnTo>
                      <a:pt x="1028700" y="1028700"/>
                    </a:lnTo>
                    <a:lnTo>
                      <a:pt x="0" y="1028700"/>
                    </a:lnTo>
                    <a:lnTo>
                      <a:pt x="0" y="0"/>
                    </a:lnTo>
                    <a:lnTo>
                      <a:pt x="0" y="0"/>
                    </a:lnTo>
                    <a:close/>
                  </a:path>
                </a:pathLst>
              </a:custGeom>
              <a:solidFill>
                <a:srgbClr val="3382BB"/>
              </a:solidFill>
              <a:ln w="9525" cap="flat">
                <a:noFill/>
                <a:prstDash val="solid"/>
                <a:miter/>
              </a:ln>
            </p:spPr>
            <p:txBody>
              <a:bodyPr lIns="73152" tIns="9144" bIns="18288" anchor="b"/>
              <a:lstStyle/>
              <a:p>
                <a:pPr marL="0" marR="0" lvl="0" indent="0" algn="r" defTabSz="914367"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gradFill>
                    <a:gsLst>
                      <a:gs pos="4587">
                        <a:srgbClr val="000000"/>
                      </a:gs>
                      <a:gs pos="19266">
                        <a:srgbClr val="000000"/>
                      </a:gs>
                    </a:gsLst>
                    <a:path path="circle">
                      <a:fillToRect l="100000" b="100000"/>
                    </a:path>
                  </a:gradFill>
                  <a:effectLst/>
                  <a:uLnTx/>
                  <a:uFillTx/>
                  <a:latin typeface="Segoe UI"/>
                  <a:ea typeface="+mn-ea"/>
                  <a:cs typeface="+mn-cs"/>
                </a:endParaRPr>
              </a:p>
            </p:txBody>
          </p:sp>
        </p:grpSp>
      </p:grpSp>
      <p:sp>
        <p:nvSpPr>
          <p:cNvPr id="14" name="Text Placeholder 3">
            <a:extLst>
              <a:ext uri="{FF2B5EF4-FFF2-40B4-BE49-F238E27FC236}">
                <a16:creationId xmlns:a16="http://schemas.microsoft.com/office/drawing/2014/main" id="{01B4A55D-DA27-C057-5264-0E5B7CBC625B}"/>
              </a:ext>
            </a:extLst>
          </p:cNvPr>
          <p:cNvSpPr txBox="1">
            <a:spLocks/>
          </p:cNvSpPr>
          <p:nvPr/>
        </p:nvSpPr>
        <p:spPr>
          <a:xfrm>
            <a:off x="550633" y="1993489"/>
            <a:ext cx="3996437" cy="584775"/>
          </a:xfrm>
          <a:prstGeom prst="rect">
            <a:avLst/>
          </a:prstGeom>
        </p:spPr>
        <p:txBody>
          <a:bodyPr wrap="square" lIns="0" tIns="45720" rIns="91440" bIns="45720" anchor="t">
            <a:spAutoFit/>
          </a:bodyPr>
          <a:lstStyle>
            <a:defPPr>
              <a:defRPr lang="en-US"/>
            </a:defPPr>
            <a:lvl1pPr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cs typeface="Segoe UI" panose="020B0502040204020203" pitchFamily="34"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Segoe UI"/>
              </a:rPr>
              <a:t>Improve agents in production through governed, evidence-backed optimization</a:t>
            </a:r>
          </a:p>
        </p:txBody>
      </p:sp>
      <p:sp>
        <p:nvSpPr>
          <p:cNvPr id="31" name="Rectangle: Rounded Corners 63">
            <a:extLst>
              <a:ext uri="{FF2B5EF4-FFF2-40B4-BE49-F238E27FC236}">
                <a16:creationId xmlns:a16="http://schemas.microsoft.com/office/drawing/2014/main" id="{039B570A-090E-B463-3D51-657F388A8423}"/>
              </a:ext>
              <a:ext uri="{C183D7F6-B498-43B3-948B-1728B52AA6E4}">
                <adec:decorative xmlns:adec="http://schemas.microsoft.com/office/drawing/2017/decorative" val="1"/>
              </a:ext>
            </a:extLst>
          </p:cNvPr>
          <p:cNvSpPr/>
          <p:nvPr/>
        </p:nvSpPr>
        <p:spPr bwMode="auto">
          <a:xfrm>
            <a:off x="582612" y="2738101"/>
            <a:ext cx="4118674" cy="633016"/>
          </a:xfrm>
          <a:prstGeom prst="roundRect">
            <a:avLst>
              <a:gd name="adj" fmla="val 0"/>
            </a:avLst>
          </a:prstGeom>
          <a:no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365712" rIns="0" bIns="0" rtlCol="0" anchor="ctr"/>
          <a:lstStyle/>
          <a:p>
            <a:pPr marL="0" marR="0" lvl="0" indent="0" algn="ctr" defTabSz="457109" rtl="0" eaLnBrk="1" fontAlgn="auto" latinLnBrk="0" hangingPunct="1">
              <a:lnSpc>
                <a:spcPts val="2829"/>
              </a:lnSpc>
              <a:spcBef>
                <a:spcPts val="0"/>
              </a:spcBef>
              <a:spcAft>
                <a:spcPts val="0"/>
              </a:spcAft>
              <a:buClrTx/>
              <a:buSzTx/>
              <a:buFontTx/>
              <a:buNone/>
              <a:tabLst/>
              <a:defRPr/>
            </a:pPr>
            <a:endParaRPr kumimoji="0" lang="en-US" sz="2400" b="1" i="0" u="none" strike="noStrike" kern="1200" cap="none" spc="0" normalizeH="0" baseline="0" noProof="0">
              <a:ln>
                <a:noFill/>
              </a:ln>
              <a:solidFill>
                <a:srgbClr val="FEFFFE"/>
              </a:solidFill>
              <a:effectLst/>
              <a:uLnTx/>
              <a:uFillTx/>
              <a:latin typeface="Segoe UI"/>
              <a:ea typeface="+mn-ea"/>
              <a:cs typeface="Segoe Sans Display Semibold" pitchFamily="2" charset="0"/>
            </a:endParaRPr>
          </a:p>
        </p:txBody>
      </p:sp>
      <p:pic>
        <p:nvPicPr>
          <p:cNvPr id="34" name="Picture 33">
            <a:extLst>
              <a:ext uri="{FF2B5EF4-FFF2-40B4-BE49-F238E27FC236}">
                <a16:creationId xmlns:a16="http://schemas.microsoft.com/office/drawing/2014/main" id="{77623927-83BB-E6DE-2D9E-442E7626F47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7507" y="2853665"/>
            <a:ext cx="418364" cy="401888"/>
          </a:xfrm>
          <a:prstGeom prst="rect">
            <a:avLst/>
          </a:prstGeom>
          <a:ln>
            <a:noFill/>
          </a:ln>
        </p:spPr>
      </p:pic>
      <p:sp>
        <p:nvSpPr>
          <p:cNvPr id="32" name="Rectangle 31">
            <a:extLst>
              <a:ext uri="{FF2B5EF4-FFF2-40B4-BE49-F238E27FC236}">
                <a16:creationId xmlns:a16="http://schemas.microsoft.com/office/drawing/2014/main" id="{CA687081-F6DA-AC86-3CAE-48E338C9C8ED}"/>
              </a:ext>
            </a:extLst>
          </p:cNvPr>
          <p:cNvSpPr/>
          <p:nvPr/>
        </p:nvSpPr>
        <p:spPr bwMode="auto">
          <a:xfrm>
            <a:off x="1330075" y="2897646"/>
            <a:ext cx="3117209" cy="3139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Hosted agent in Foundry</a:t>
            </a:r>
          </a:p>
        </p:txBody>
      </p:sp>
      <p:cxnSp>
        <p:nvCxnSpPr>
          <p:cNvPr id="45" name="Straight Arrow Connector 44" descr="arrow from foundry to agent optimizer">
            <a:extLst>
              <a:ext uri="{FF2B5EF4-FFF2-40B4-BE49-F238E27FC236}">
                <a16:creationId xmlns:a16="http://schemas.microsoft.com/office/drawing/2014/main" id="{FC69496C-B781-CE82-3363-87E0DBD76E34}"/>
              </a:ext>
            </a:extLst>
          </p:cNvPr>
          <p:cNvCxnSpPr>
            <a:cxnSpLocks/>
            <a:stCxn id="31" idx="2"/>
          </p:cNvCxnSpPr>
          <p:nvPr/>
        </p:nvCxnSpPr>
        <p:spPr>
          <a:xfrm>
            <a:off x="2641949" y="3371117"/>
            <a:ext cx="0" cy="393639"/>
          </a:xfrm>
          <a:prstGeom prst="straightConnector1">
            <a:avLst/>
          </a:prstGeom>
          <a:ln w="12700" cap="rnd">
            <a:solidFill>
              <a:schemeClr val="tx1"/>
            </a:solidFill>
            <a:prstDash val="solid"/>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BD32B0C-B09C-09B3-733B-B92FEE36FCF1}"/>
              </a:ext>
            </a:extLst>
          </p:cNvPr>
          <p:cNvSpPr/>
          <p:nvPr/>
        </p:nvSpPr>
        <p:spPr bwMode="auto">
          <a:xfrm>
            <a:off x="2797205" y="3507020"/>
            <a:ext cx="1889061" cy="184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Run evals and optimization</a:t>
            </a:r>
          </a:p>
        </p:txBody>
      </p:sp>
      <p:sp>
        <p:nvSpPr>
          <p:cNvPr id="28" name="Rectangle: Rounded Corners 63">
            <a:extLst>
              <a:ext uri="{FF2B5EF4-FFF2-40B4-BE49-F238E27FC236}">
                <a16:creationId xmlns:a16="http://schemas.microsoft.com/office/drawing/2014/main" id="{46DBCA70-345D-3EE5-AE86-050AD913A7F2}"/>
              </a:ext>
              <a:ext uri="{C183D7F6-B498-43B3-948B-1728B52AA6E4}">
                <adec:decorative xmlns:adec="http://schemas.microsoft.com/office/drawing/2017/decorative" val="1"/>
              </a:ext>
            </a:extLst>
          </p:cNvPr>
          <p:cNvSpPr/>
          <p:nvPr/>
        </p:nvSpPr>
        <p:spPr bwMode="auto">
          <a:xfrm>
            <a:off x="582612" y="3838575"/>
            <a:ext cx="4118674" cy="2430463"/>
          </a:xfrm>
          <a:prstGeom prst="roundRect">
            <a:avLst>
              <a:gd name="adj" fmla="val 0"/>
            </a:avLst>
          </a:prstGeom>
          <a:no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365712" rIns="0" bIns="0" rtlCol="0" anchor="ctr"/>
          <a:lstStyle/>
          <a:p>
            <a:pPr marL="0" marR="0" lvl="0" indent="0" algn="ctr" defTabSz="457109" rtl="0" eaLnBrk="1" fontAlgn="auto" latinLnBrk="0" hangingPunct="1">
              <a:lnSpc>
                <a:spcPts val="2829"/>
              </a:lnSpc>
              <a:spcBef>
                <a:spcPts val="0"/>
              </a:spcBef>
              <a:spcAft>
                <a:spcPts val="0"/>
              </a:spcAft>
              <a:buClrTx/>
              <a:buSzTx/>
              <a:buFontTx/>
              <a:buNone/>
              <a:tabLst/>
              <a:defRPr/>
            </a:pPr>
            <a:endParaRPr kumimoji="0" lang="en-US" sz="2400" b="1" i="0" u="none" strike="noStrike" kern="1200" cap="none" spc="0" normalizeH="0" baseline="0" noProof="0">
              <a:ln>
                <a:noFill/>
              </a:ln>
              <a:solidFill>
                <a:srgbClr val="FEFFFE"/>
              </a:solidFill>
              <a:effectLst/>
              <a:uLnTx/>
              <a:uFillTx/>
              <a:latin typeface="Segoe UI"/>
              <a:ea typeface="+mn-ea"/>
              <a:cs typeface="Segoe Sans Display Semibold" pitchFamily="2" charset="0"/>
            </a:endParaRPr>
          </a:p>
        </p:txBody>
      </p:sp>
      <p:sp>
        <p:nvSpPr>
          <p:cNvPr id="35" name="Rectangle 34">
            <a:extLst>
              <a:ext uri="{FF2B5EF4-FFF2-40B4-BE49-F238E27FC236}">
                <a16:creationId xmlns:a16="http://schemas.microsoft.com/office/drawing/2014/main" id="{2980340F-9967-D2C5-0BB8-77CDFA6F9186}"/>
              </a:ext>
            </a:extLst>
          </p:cNvPr>
          <p:cNvSpPr/>
          <p:nvPr/>
        </p:nvSpPr>
        <p:spPr bwMode="auto">
          <a:xfrm>
            <a:off x="714375" y="3955215"/>
            <a:ext cx="3870325" cy="2769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Agent optimizer </a:t>
            </a:r>
          </a:p>
        </p:txBody>
      </p:sp>
      <p:sp>
        <p:nvSpPr>
          <p:cNvPr id="36" name="Rectangle 35">
            <a:extLst>
              <a:ext uri="{FF2B5EF4-FFF2-40B4-BE49-F238E27FC236}">
                <a16:creationId xmlns:a16="http://schemas.microsoft.com/office/drawing/2014/main" id="{F7FA26C1-8E2F-8901-3917-680DE6A591F3}"/>
              </a:ext>
            </a:extLst>
          </p:cNvPr>
          <p:cNvSpPr/>
          <p:nvPr/>
        </p:nvSpPr>
        <p:spPr bwMode="auto">
          <a:xfrm>
            <a:off x="714374" y="4301989"/>
            <a:ext cx="3872611" cy="3139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Reads the current agent prompts and skills, and searches </a:t>
            </a:r>
            <a:br>
              <a:rPr kumimoji="0" lang="en-US" sz="11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1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for configurations that increase agent quality</a:t>
            </a:r>
          </a:p>
        </p:txBody>
      </p:sp>
      <p:sp>
        <p:nvSpPr>
          <p:cNvPr id="29" name="Rectangle: Rounded Corners 28">
            <a:extLst>
              <a:ext uri="{FF2B5EF4-FFF2-40B4-BE49-F238E27FC236}">
                <a16:creationId xmlns:a16="http://schemas.microsoft.com/office/drawing/2014/main" id="{843D269A-F918-C0CA-7D0F-B72844C4F5F4}"/>
              </a:ext>
              <a:ext uri="{C183D7F6-B498-43B3-948B-1728B52AA6E4}">
                <adec:decorative xmlns:adec="http://schemas.microsoft.com/office/drawing/2017/decorative" val="1"/>
              </a:ext>
            </a:extLst>
          </p:cNvPr>
          <p:cNvSpPr>
            <a:spLocks/>
          </p:cNvSpPr>
          <p:nvPr/>
        </p:nvSpPr>
        <p:spPr bwMode="auto">
          <a:xfrm>
            <a:off x="714375" y="4813300"/>
            <a:ext cx="1865148" cy="1327722"/>
          </a:xfrm>
          <a:prstGeom prst="roundRect">
            <a:avLst>
              <a:gd name="adj" fmla="val 0"/>
            </a:avLst>
          </a:prstGeom>
          <a:solidFill>
            <a:schemeClr val="tx1">
              <a:alpha val="2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914400" tIns="137160" rIns="182880" bIns="1371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mn-ea"/>
              <a:cs typeface="Segoe UI Semibold"/>
            </a:endParaRPr>
          </a:p>
        </p:txBody>
      </p:sp>
      <p:sp>
        <p:nvSpPr>
          <p:cNvPr id="37" name="Rectangle 36">
            <a:extLst>
              <a:ext uri="{FF2B5EF4-FFF2-40B4-BE49-F238E27FC236}">
                <a16:creationId xmlns:a16="http://schemas.microsoft.com/office/drawing/2014/main" id="{54170801-F7FA-2595-D7F5-541AD9BC09BC}"/>
              </a:ext>
            </a:extLst>
          </p:cNvPr>
          <p:cNvSpPr/>
          <p:nvPr/>
        </p:nvSpPr>
        <p:spPr bwMode="auto">
          <a:xfrm>
            <a:off x="815085" y="4917369"/>
            <a:ext cx="1370107" cy="1757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Candidate 1</a:t>
            </a:r>
          </a:p>
        </p:txBody>
      </p:sp>
      <p:pic>
        <p:nvPicPr>
          <p:cNvPr id="40" name="Graphic 112">
            <a:extLst>
              <a:ext uri="{FF2B5EF4-FFF2-40B4-BE49-F238E27FC236}">
                <a16:creationId xmlns:a16="http://schemas.microsoft.com/office/drawing/2014/main" id="{5AE0EC2E-F118-2B95-1FDA-53FAE438EE70}"/>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815085" y="5148784"/>
            <a:ext cx="379896" cy="379896"/>
          </a:xfrm>
          <a:prstGeom prst="rect">
            <a:avLst/>
          </a:prstGeom>
        </p:spPr>
      </p:pic>
      <p:sp>
        <p:nvSpPr>
          <p:cNvPr id="39" name="Rectangle 38">
            <a:extLst>
              <a:ext uri="{FF2B5EF4-FFF2-40B4-BE49-F238E27FC236}">
                <a16:creationId xmlns:a16="http://schemas.microsoft.com/office/drawing/2014/main" id="{ED68682F-07CD-C9DB-717F-D7B4167AB96A}"/>
              </a:ext>
            </a:extLst>
          </p:cNvPr>
          <p:cNvSpPr/>
          <p:nvPr/>
        </p:nvSpPr>
        <p:spPr bwMode="auto">
          <a:xfrm>
            <a:off x="1283423" y="5181770"/>
            <a:ext cx="1166723" cy="3139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Prompt v4・GPT-5.2・2 skills</a:t>
            </a:r>
          </a:p>
        </p:txBody>
      </p:sp>
      <p:sp>
        <p:nvSpPr>
          <p:cNvPr id="41" name="Rectangle 40">
            <a:extLst>
              <a:ext uri="{FF2B5EF4-FFF2-40B4-BE49-F238E27FC236}">
                <a16:creationId xmlns:a16="http://schemas.microsoft.com/office/drawing/2014/main" id="{B36EBBF5-139B-6AEC-F74D-953D2BB4C11D}"/>
              </a:ext>
            </a:extLst>
          </p:cNvPr>
          <p:cNvSpPr/>
          <p:nvPr/>
        </p:nvSpPr>
        <p:spPr bwMode="auto">
          <a:xfrm>
            <a:off x="1283423" y="5599719"/>
            <a:ext cx="1166723" cy="42062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Quality </a:t>
            </a:r>
            <a:r>
              <a:rPr kumimoji="0" lang="en-US" sz="1200" b="1" i="0" u="none" strike="noStrike" kern="1200" cap="none" spc="0" normalizeH="0" baseline="0" noProof="0">
                <a:ln>
                  <a:noFill/>
                </a:ln>
                <a:solidFill>
                  <a:srgbClr val="36AAEE"/>
                </a:solidFill>
                <a:effectLst/>
                <a:uLnTx/>
                <a:uFillTx/>
                <a:latin typeface="Segoe UI"/>
                <a:ea typeface="+mn-ea"/>
                <a:cs typeface="Segoe UI" panose="020B0502040204020203" pitchFamily="34" charset="0"/>
              </a:rPr>
              <a:t>+26%</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Cost </a:t>
            </a:r>
            <a:r>
              <a:rPr kumimoji="0" lang="en-US" sz="1200" b="1" i="0" u="none" strike="noStrike" kern="1200" cap="none" spc="0" normalizeH="0" baseline="0" noProof="0">
                <a:ln>
                  <a:noFill/>
                </a:ln>
                <a:solidFill>
                  <a:srgbClr val="EB462C"/>
                </a:solidFill>
                <a:effectLst/>
                <a:uLnTx/>
                <a:uFillTx/>
                <a:latin typeface="Segoe UI"/>
                <a:ea typeface="+mn-ea"/>
                <a:cs typeface="Segoe UI" panose="020B0502040204020203" pitchFamily="34" charset="0"/>
              </a:rPr>
              <a:t>-36%</a:t>
            </a:r>
            <a:endParaRPr kumimoji="0" lang="en-US" sz="1100" b="1" i="0" u="none" strike="noStrike" kern="1200" cap="none" spc="0" normalizeH="0" baseline="0" noProof="0">
              <a:ln>
                <a:noFill/>
              </a:ln>
              <a:solidFill>
                <a:srgbClr val="EB462C"/>
              </a:solidFill>
              <a:effectLst/>
              <a:uLnTx/>
              <a:uFillTx/>
              <a:latin typeface="Segoe UI"/>
              <a:ea typeface="+mn-ea"/>
              <a:cs typeface="Segoe UI" panose="020B0502040204020203" pitchFamily="34" charset="0"/>
            </a:endParaRPr>
          </a:p>
        </p:txBody>
      </p:sp>
      <p:sp>
        <p:nvSpPr>
          <p:cNvPr id="30" name="Rectangle: Rounded Corners 29">
            <a:extLst>
              <a:ext uri="{FF2B5EF4-FFF2-40B4-BE49-F238E27FC236}">
                <a16:creationId xmlns:a16="http://schemas.microsoft.com/office/drawing/2014/main" id="{6111EA34-F3C0-303A-DA85-62D1FE43BA70}"/>
              </a:ext>
              <a:ext uri="{C183D7F6-B498-43B3-948B-1728B52AA6E4}">
                <adec:decorative xmlns:adec="http://schemas.microsoft.com/office/drawing/2017/decorative" val="1"/>
              </a:ext>
            </a:extLst>
          </p:cNvPr>
          <p:cNvSpPr>
            <a:spLocks/>
          </p:cNvSpPr>
          <p:nvPr/>
        </p:nvSpPr>
        <p:spPr bwMode="auto">
          <a:xfrm>
            <a:off x="2707394" y="4813300"/>
            <a:ext cx="1866021" cy="1327722"/>
          </a:xfrm>
          <a:prstGeom prst="roundRect">
            <a:avLst>
              <a:gd name="adj" fmla="val 0"/>
            </a:avLst>
          </a:prstGeom>
          <a:solidFill>
            <a:schemeClr val="tx1">
              <a:alpha val="2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914400" tIns="137160" rIns="182880" bIns="1371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mn-ea"/>
              <a:cs typeface="Segoe UI Semibold"/>
            </a:endParaRPr>
          </a:p>
        </p:txBody>
      </p:sp>
      <p:sp>
        <p:nvSpPr>
          <p:cNvPr id="38" name="Rectangle 37">
            <a:extLst>
              <a:ext uri="{FF2B5EF4-FFF2-40B4-BE49-F238E27FC236}">
                <a16:creationId xmlns:a16="http://schemas.microsoft.com/office/drawing/2014/main" id="{1FF226DA-B685-D5D5-CDD2-C983B5B1B17D}"/>
              </a:ext>
            </a:extLst>
          </p:cNvPr>
          <p:cNvSpPr/>
          <p:nvPr/>
        </p:nvSpPr>
        <p:spPr bwMode="auto">
          <a:xfrm>
            <a:off x="2812224" y="4917369"/>
            <a:ext cx="1370107" cy="17576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Candidate 2</a:t>
            </a:r>
          </a:p>
        </p:txBody>
      </p:sp>
      <p:pic>
        <p:nvPicPr>
          <p:cNvPr id="43" name="Graphic 112">
            <a:extLst>
              <a:ext uri="{FF2B5EF4-FFF2-40B4-BE49-F238E27FC236}">
                <a16:creationId xmlns:a16="http://schemas.microsoft.com/office/drawing/2014/main" id="{EBAAF50F-0A59-3ACD-120A-EAE864E944D9}"/>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2812224" y="5148784"/>
            <a:ext cx="379896" cy="379896"/>
          </a:xfrm>
          <a:prstGeom prst="rect">
            <a:avLst/>
          </a:prstGeom>
        </p:spPr>
      </p:pic>
      <p:sp>
        <p:nvSpPr>
          <p:cNvPr id="42" name="Rectangle 41">
            <a:extLst>
              <a:ext uri="{FF2B5EF4-FFF2-40B4-BE49-F238E27FC236}">
                <a16:creationId xmlns:a16="http://schemas.microsoft.com/office/drawing/2014/main" id="{196E66DD-9971-8CD2-5FB3-16E9A4E9A02D}"/>
              </a:ext>
            </a:extLst>
          </p:cNvPr>
          <p:cNvSpPr/>
          <p:nvPr/>
        </p:nvSpPr>
        <p:spPr bwMode="auto">
          <a:xfrm>
            <a:off x="3280562" y="5181770"/>
            <a:ext cx="1166723" cy="3139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Prompt v5・GPT-5.4・4 skills</a:t>
            </a:r>
          </a:p>
        </p:txBody>
      </p:sp>
      <p:sp>
        <p:nvSpPr>
          <p:cNvPr id="44" name="Rectangle 43">
            <a:extLst>
              <a:ext uri="{FF2B5EF4-FFF2-40B4-BE49-F238E27FC236}">
                <a16:creationId xmlns:a16="http://schemas.microsoft.com/office/drawing/2014/main" id="{9F4B66F2-E28A-6443-5591-D340853AF07C}"/>
              </a:ext>
            </a:extLst>
          </p:cNvPr>
          <p:cNvSpPr/>
          <p:nvPr/>
        </p:nvSpPr>
        <p:spPr bwMode="auto">
          <a:xfrm>
            <a:off x="3280562" y="5584330"/>
            <a:ext cx="1166723" cy="45140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Quality</a:t>
            </a:r>
            <a:r>
              <a:rPr kumimoji="0" lang="en-US" sz="8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 </a:t>
            </a:r>
            <a:r>
              <a:rPr kumimoji="0" lang="en-US" sz="1400" b="1" i="0" u="none" strike="noStrike" kern="1200" cap="none" spc="0" normalizeH="0" baseline="0" noProof="0">
                <a:ln>
                  <a:noFill/>
                </a:ln>
                <a:solidFill>
                  <a:srgbClr val="36AAEE"/>
                </a:solidFill>
                <a:effectLst/>
                <a:uLnTx/>
                <a:uFillTx/>
                <a:latin typeface="Segoe UI"/>
                <a:ea typeface="+mn-ea"/>
                <a:cs typeface="Segoe UI" panose="020B0502040204020203" pitchFamily="34" charset="0"/>
              </a:rPr>
              <a:t>+16%</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Cost</a:t>
            </a:r>
            <a:r>
              <a:rPr kumimoji="0" lang="en-US" sz="8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 </a:t>
            </a:r>
            <a:r>
              <a:rPr kumimoji="0" lang="en-US" sz="1200" b="1" i="0" u="none" strike="noStrike" kern="1200" cap="none" spc="0" normalizeH="0" baseline="0" noProof="0">
                <a:ln>
                  <a:noFill/>
                </a:ln>
                <a:solidFill>
                  <a:srgbClr val="EB462C"/>
                </a:solidFill>
                <a:effectLst/>
                <a:uLnTx/>
                <a:uFillTx/>
                <a:latin typeface="Segoe UI"/>
                <a:ea typeface="+mn-ea"/>
                <a:cs typeface="Segoe UI" panose="020B0502040204020203" pitchFamily="34" charset="0"/>
              </a:rPr>
              <a:t>-10%</a:t>
            </a:r>
            <a:endParaRPr kumimoji="0" lang="en-US" sz="1100" b="1" i="0" u="none" strike="noStrike" kern="1200" cap="none" spc="0" normalizeH="0" baseline="0" noProof="0">
              <a:ln>
                <a:noFill/>
              </a:ln>
              <a:solidFill>
                <a:srgbClr val="EB462C"/>
              </a:solidFill>
              <a:effectLst/>
              <a:uLnTx/>
              <a:uFillTx/>
              <a:latin typeface="Segoe UI"/>
              <a:ea typeface="+mn-ea"/>
              <a:cs typeface="Segoe UI" panose="020B0502040204020203" pitchFamily="34" charset="0"/>
            </a:endParaRPr>
          </a:p>
        </p:txBody>
      </p:sp>
      <p:pic>
        <p:nvPicPr>
          <p:cNvPr id="4" name="Picture 3" descr="screenshot of foundry dashboard">
            <a:extLst>
              <a:ext uri="{FF2B5EF4-FFF2-40B4-BE49-F238E27FC236}">
                <a16:creationId xmlns:a16="http://schemas.microsoft.com/office/drawing/2014/main" id="{2ED026F7-E12C-3635-0AF2-F4A198C84A89}"/>
              </a:ext>
            </a:extLst>
          </p:cNvPr>
          <p:cNvPicPr>
            <a:picLocks noChangeAspect="1"/>
          </p:cNvPicPr>
          <p:nvPr/>
        </p:nvPicPr>
        <p:blipFill>
          <a:blip r:embed="rId5"/>
          <a:stretch>
            <a:fillRect/>
          </a:stretch>
        </p:blipFill>
        <p:spPr>
          <a:xfrm>
            <a:off x="4994739" y="1899489"/>
            <a:ext cx="6932566" cy="3336893"/>
          </a:xfrm>
          <a:prstGeom prst="roundRect">
            <a:avLst>
              <a:gd name="adj" fmla="val 4004"/>
            </a:avLst>
          </a:prstGeom>
          <a:ln w="19050">
            <a:solidFill>
              <a:srgbClr val="808080"/>
            </a:solidFill>
          </a:ln>
        </p:spPr>
      </p:pic>
      <p:sp>
        <p:nvSpPr>
          <p:cNvPr id="5" name="Shape 9">
            <a:extLst>
              <a:ext uri="{FF2B5EF4-FFF2-40B4-BE49-F238E27FC236}">
                <a16:creationId xmlns:a16="http://schemas.microsoft.com/office/drawing/2014/main" id="{F538E588-588F-61E9-DD30-B9BF15563F69}"/>
              </a:ext>
            </a:extLst>
          </p:cNvPr>
          <p:cNvSpPr/>
          <p:nvPr/>
        </p:nvSpPr>
        <p:spPr>
          <a:xfrm>
            <a:off x="9912314" y="5536546"/>
            <a:ext cx="1992525" cy="773343"/>
          </a:xfrm>
          <a:prstGeom prst="rect">
            <a:avLst/>
          </a:prstGeom>
          <a:solidFill>
            <a:srgbClr val="F6F8FD"/>
          </a:solidFill>
          <a:ln w="12700">
            <a:solidFill>
              <a:srgbClr val="E5E9F5"/>
            </a:solidFill>
            <a:prstDash val="solid"/>
          </a:ln>
          <a:effectLst>
            <a:outerShdw blurRad="114300" dist="38100" dir="5400000" algn="bl" rotWithShape="0">
              <a:srgbClr val="1B2A6B">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Text 13">
            <a:extLst>
              <a:ext uri="{FF2B5EF4-FFF2-40B4-BE49-F238E27FC236}">
                <a16:creationId xmlns:a16="http://schemas.microsoft.com/office/drawing/2014/main" id="{8B1F4236-A863-4460-9CE2-AFBF8080E8F6}"/>
              </a:ext>
            </a:extLst>
          </p:cNvPr>
          <p:cNvSpPr/>
          <p:nvPr/>
        </p:nvSpPr>
        <p:spPr>
          <a:xfrm>
            <a:off x="10087737" y="5660962"/>
            <a:ext cx="2779776" cy="608076"/>
          </a:xfrm>
          <a:prstGeom prst="rect">
            <a:avLst/>
          </a:prstGeom>
          <a:noFill/>
          <a:ln/>
        </p:spPr>
        <p:txBody>
          <a:bodyPr wrap="squar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it-IT" sz="1080" b="0" i="1" u="none" strike="noStrike" kern="1200" cap="none" spc="0" normalizeH="0" baseline="0" noProof="0">
                <a:ln>
                  <a:noFill/>
                </a:ln>
                <a:solidFill>
                  <a:srgbClr val="000000"/>
                </a:solidFill>
                <a:effectLst/>
                <a:uLnTx/>
                <a:uFillTx/>
                <a:latin typeface="Segoe UI" pitchFamily="34" charset="0"/>
                <a:ea typeface="Segoe UI" pitchFamily="34" charset="-122"/>
                <a:cs typeface="Segoe UI" pitchFamily="34" charset="-120"/>
              </a:rPr>
              <a:t>azd ai agent eval init</a:t>
            </a:r>
          </a:p>
          <a:p>
            <a:pPr marL="0" marR="0" lvl="0" indent="0" algn="l" defTabSz="914400" rtl="0" eaLnBrk="1" fontAlgn="auto" latinLnBrk="0" hangingPunct="1">
              <a:lnSpc>
                <a:spcPct val="104000"/>
              </a:lnSpc>
              <a:spcBef>
                <a:spcPts val="0"/>
              </a:spcBef>
              <a:spcAft>
                <a:spcPts val="0"/>
              </a:spcAft>
              <a:buClrTx/>
              <a:buSzTx/>
              <a:buFontTx/>
              <a:buNone/>
              <a:tabLst/>
              <a:defRPr/>
            </a:pPr>
            <a:r>
              <a:rPr kumimoji="0" lang="it-IT" sz="1080" b="0" i="1" u="none" strike="noStrike" kern="1200" cap="none" spc="0" normalizeH="0" baseline="0" noProof="0">
                <a:ln>
                  <a:noFill/>
                </a:ln>
                <a:solidFill>
                  <a:srgbClr val="000000"/>
                </a:solidFill>
                <a:effectLst/>
                <a:uLnTx/>
                <a:uFillTx/>
                <a:latin typeface="Segoe UI"/>
                <a:ea typeface="+mn-ea"/>
                <a:cs typeface="+mn-cs"/>
              </a:rPr>
              <a:t>azd ai agent eval run</a:t>
            </a:r>
          </a:p>
          <a:p>
            <a:pPr marL="0" marR="0" lvl="0" indent="0" algn="l" defTabSz="914400" rtl="0" eaLnBrk="1" fontAlgn="auto" latinLnBrk="0" hangingPunct="1">
              <a:lnSpc>
                <a:spcPct val="104000"/>
              </a:lnSpc>
              <a:spcBef>
                <a:spcPts val="0"/>
              </a:spcBef>
              <a:spcAft>
                <a:spcPts val="0"/>
              </a:spcAft>
              <a:buClrTx/>
              <a:buSzTx/>
              <a:buFontTx/>
              <a:buNone/>
              <a:tabLst/>
              <a:defRPr/>
            </a:pPr>
            <a:r>
              <a:rPr kumimoji="0" lang="it-IT" sz="1080" b="0" i="1" u="none" strike="noStrike" kern="1200" cap="none" spc="0" normalizeH="0" baseline="0" noProof="0">
                <a:ln>
                  <a:noFill/>
                </a:ln>
                <a:solidFill>
                  <a:srgbClr val="000000"/>
                </a:solidFill>
                <a:effectLst/>
                <a:uLnTx/>
                <a:uFillTx/>
                <a:latin typeface="Segoe UI"/>
                <a:ea typeface="+mn-ea"/>
                <a:cs typeface="+mn-cs"/>
              </a:rPr>
              <a:t>azd ai agent optimize</a:t>
            </a:r>
          </a:p>
          <a:p>
            <a:pPr marL="0" marR="0" lvl="0" indent="0" algn="l" defTabSz="914400" rtl="0" eaLnBrk="1" fontAlgn="auto" latinLnBrk="0" hangingPunct="1">
              <a:lnSpc>
                <a:spcPct val="104000"/>
              </a:lnSpc>
              <a:spcBef>
                <a:spcPts val="0"/>
              </a:spcBef>
              <a:spcAft>
                <a:spcPts val="0"/>
              </a:spcAft>
              <a:buClrTx/>
              <a:buSzTx/>
              <a:buFontTx/>
              <a:buNone/>
              <a:tabLst/>
              <a:defRPr/>
            </a:pPr>
            <a:endParaRPr kumimoji="0" lang="en-US" sz="1080" b="0" i="1"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885977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2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200"/>
                                        <p:tgtEl>
                                          <p:spTgt spid="19"/>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00"/>
                                        <p:tgtEl>
                                          <p:spTgt spid="1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200"/>
                                        <p:tgtEl>
                                          <p:spTgt spid="32"/>
                                        </p:tgtEl>
                                      </p:cBhvr>
                                    </p:animEffect>
                                  </p:childTnLst>
                                </p:cTn>
                              </p:par>
                              <p:par>
                                <p:cTn id="17" presetID="10" presetClass="entr" presetSubtype="0" fill="hold" nodeType="withEffect">
                                  <p:stCondLst>
                                    <p:cond delay="20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200"/>
                                        <p:tgtEl>
                                          <p:spTgt spid="34"/>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30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200"/>
                                        <p:tgtEl>
                                          <p:spTgt spid="45"/>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200"/>
                                        <p:tgtEl>
                                          <p:spTgt spid="33"/>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200"/>
                                        <p:tgtEl>
                                          <p:spTgt spid="28"/>
                                        </p:tgtEl>
                                      </p:cBhvr>
                                    </p:animEffect>
                                  </p:childTnLst>
                                </p:cTn>
                              </p:par>
                              <p:par>
                                <p:cTn id="32" presetID="10" presetClass="entr" presetSubtype="0" fill="hold" grpId="0" nodeType="withEffect">
                                  <p:stCondLst>
                                    <p:cond delay="40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200"/>
                                        <p:tgtEl>
                                          <p:spTgt spid="35"/>
                                        </p:tgtEl>
                                      </p:cBhvr>
                                    </p:animEffect>
                                  </p:childTnLst>
                                </p:cTn>
                              </p:par>
                              <p:par>
                                <p:cTn id="35" presetID="10" presetClass="entr" presetSubtype="0" fill="hold" grpId="0" nodeType="withEffect">
                                  <p:stCondLst>
                                    <p:cond delay="40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200"/>
                                        <p:tgtEl>
                                          <p:spTgt spid="36"/>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200"/>
                                        <p:tgtEl>
                                          <p:spTgt spid="29"/>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200"/>
                                        <p:tgtEl>
                                          <p:spTgt spid="37"/>
                                        </p:tgtEl>
                                      </p:cBhvr>
                                    </p:animEffect>
                                  </p:childTnLst>
                                </p:cTn>
                              </p:par>
                              <p:par>
                                <p:cTn id="44" presetID="10" presetClass="entr" presetSubtype="0" fill="hold" nodeType="withEffect">
                                  <p:stCondLst>
                                    <p:cond delay="50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200"/>
                                        <p:tgtEl>
                                          <p:spTgt spid="40"/>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200"/>
                                        <p:tgtEl>
                                          <p:spTgt spid="39"/>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200"/>
                                        <p:tgtEl>
                                          <p:spTgt spid="41"/>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00"/>
                                        <p:tgtEl>
                                          <p:spTgt spid="38"/>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200"/>
                                        <p:tgtEl>
                                          <p:spTgt spid="30"/>
                                        </p:tgtEl>
                                      </p:cBhvr>
                                    </p:animEffect>
                                  </p:childTnLst>
                                </p:cTn>
                              </p:par>
                              <p:par>
                                <p:cTn id="59" presetID="10" presetClass="entr" presetSubtype="0" fill="hold" nodeType="withEffect">
                                  <p:stCondLst>
                                    <p:cond delay="50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200"/>
                                        <p:tgtEl>
                                          <p:spTgt spid="43"/>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200"/>
                                        <p:tgtEl>
                                          <p:spTgt spid="42"/>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2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31" grpId="0" animBg="1"/>
      <p:bldP spid="32" grpId="0"/>
      <p:bldP spid="33" grpId="0"/>
      <p:bldP spid="28" grpId="0" animBg="1"/>
      <p:bldP spid="35" grpId="0"/>
      <p:bldP spid="36" grpId="0"/>
      <p:bldP spid="29" grpId="0" animBg="1"/>
      <p:bldP spid="37" grpId="0"/>
      <p:bldP spid="39" grpId="0"/>
      <p:bldP spid="41" grpId="0"/>
      <p:bldP spid="30" grpId="0" animBg="1"/>
      <p:bldP spid="38" grpId="0"/>
      <p:bldP spid="42" grpId="0"/>
      <p:bldP spid="44" grpId="0"/>
    </p:bld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98CDA6-7869-8E00-63DB-57FBD354A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ED17E-8123-8A4C-2A2F-438978BEEE48}"/>
              </a:ext>
            </a:extLst>
          </p:cNvPr>
          <p:cNvSpPr>
            <a:spLocks noGrp="1"/>
          </p:cNvSpPr>
          <p:nvPr>
            <p:ph type="title"/>
          </p:nvPr>
        </p:nvSpPr>
        <p:spPr/>
        <p:txBody>
          <a:bodyPr/>
          <a:lstStyle/>
          <a:p>
            <a:r>
              <a:rPr lang="en-US"/>
              <a:t>Agent optimizer</a:t>
            </a:r>
          </a:p>
        </p:txBody>
      </p:sp>
      <p:sp>
        <p:nvSpPr>
          <p:cNvPr id="3" name="Rectangle: Rounded Corners 11">
            <a:extLst>
              <a:ext uri="{FF2B5EF4-FFF2-40B4-BE49-F238E27FC236}">
                <a16:creationId xmlns:a16="http://schemas.microsoft.com/office/drawing/2014/main" id="{44379FB9-91FE-E305-DA1C-4137F18B92D8}"/>
              </a:ext>
              <a:ext uri="{C183D7F6-B498-43B3-948B-1728B52AA6E4}">
                <adec:decorative xmlns:adec="http://schemas.microsoft.com/office/drawing/2017/decorative" val="1"/>
              </a:ext>
            </a:extLst>
          </p:cNvPr>
          <p:cNvSpPr>
            <a:spLocks/>
          </p:cNvSpPr>
          <p:nvPr/>
        </p:nvSpPr>
        <p:spPr>
          <a:xfrm>
            <a:off x="5025913" y="585788"/>
            <a:ext cx="6583475" cy="5683250"/>
          </a:xfrm>
          <a:prstGeom prst="roundRect">
            <a:avLst>
              <a:gd name="adj" fmla="val 3678"/>
            </a:avLst>
          </a:prstGeom>
          <a:gradFill flip="none" rotWithShape="1">
            <a:gsLst>
              <a:gs pos="20000">
                <a:srgbClr val="702573">
                  <a:alpha val="10000"/>
                </a:srgbClr>
              </a:gs>
              <a:gs pos="80000">
                <a:srgbClr val="2A446F">
                  <a:alpha val="10000"/>
                </a:srgbClr>
              </a:gs>
            </a:gsLst>
            <a:path path="circle">
              <a:fillToRect l="100000" t="100000"/>
            </a:path>
            <a:tileRect r="-100000" b="-100000"/>
          </a:gradFill>
          <a:ln w="9525" cap="flat" cmpd="sng" algn="ctr">
            <a:noFill/>
            <a:prstDash val="solid"/>
            <a:headEnd type="none" w="med" len="med"/>
            <a:tailEnd type="none" w="med" len="med"/>
          </a:ln>
          <a:effectLst/>
        </p:spPr>
        <p:txBody>
          <a:bodyPr rot="0" spcFirstLastPara="0" vertOverflow="overflow" horzOverflow="overflow" vert="horz" wrap="square" lIns="85725" tIns="68580" rIns="85725" bIns="68580" numCol="1" spcCol="0" rtlCol="0" fromWordArt="0" anchor="t" anchorCtr="0" forceAA="0" compatLnSpc="1">
            <a:prstTxWarp prst="textNoShape">
              <a:avLst/>
            </a:prstTxWarp>
            <a:noAutofit/>
          </a:bodyPr>
          <a:lstStyle/>
          <a:p>
            <a:pPr marL="0" marR="0" lvl="0" indent="0" algn="l" defTabSz="437143" rtl="0" eaLnBrk="1" fontAlgn="base" latinLnBrk="0" hangingPunct="1">
              <a:lnSpc>
                <a:spcPct val="100000"/>
              </a:lnSpc>
              <a:spcBef>
                <a:spcPct val="0"/>
              </a:spcBef>
              <a:spcAft>
                <a:spcPct val="0"/>
              </a:spcAft>
              <a:buClrTx/>
              <a:buSzTx/>
              <a:buFontTx/>
              <a:buNone/>
              <a:tabLst/>
              <a:defRPr/>
            </a:pPr>
            <a:endParaRPr kumimoji="0" lang="en-US" sz="1875" b="0" i="0" u="none" strike="noStrike" kern="0" cap="none" spc="0" normalizeH="0" baseline="0" noProof="0">
              <a:ln>
                <a:noFill/>
              </a:ln>
              <a:solidFill>
                <a:srgbClr val="F4F3F5"/>
              </a:solidFill>
              <a:effectLst/>
              <a:uLnTx/>
              <a:uFillTx/>
              <a:latin typeface="Segoe Sans Display" pitchFamily="2" charset="0"/>
              <a:ea typeface="+mn-ea"/>
              <a:cs typeface="Segoe Sans Display" pitchFamily="2" charset="0"/>
            </a:endParaRPr>
          </a:p>
        </p:txBody>
      </p:sp>
      <p:sp>
        <p:nvSpPr>
          <p:cNvPr id="4" name="Text Placeholder 6">
            <a:extLst>
              <a:ext uri="{FF2B5EF4-FFF2-40B4-BE49-F238E27FC236}">
                <a16:creationId xmlns:a16="http://schemas.microsoft.com/office/drawing/2014/main" id="{4D5A0E21-1BF1-9069-4FFB-BF701C6F2BDB}"/>
              </a:ext>
            </a:extLst>
          </p:cNvPr>
          <p:cNvSpPr txBox="1">
            <a:spLocks/>
          </p:cNvSpPr>
          <p:nvPr/>
        </p:nvSpPr>
        <p:spPr>
          <a:xfrm>
            <a:off x="584200" y="1412756"/>
            <a:ext cx="3671137" cy="939427"/>
          </a:xfrm>
          <a:prstGeom prst="rect">
            <a:avLst/>
          </a:prstGeom>
        </p:spPr>
        <p:txBody>
          <a:bodyPr l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Tx/>
              <a:buSzPct val="90000"/>
              <a:buFont typeface="Wingdings" panose="05000000000000000000" pitchFamily="2" charset="2"/>
              <a:buNone/>
              <a:tabLst>
                <a:tab pos="1371600" algn="l"/>
              </a:tabLst>
              <a:defRPr/>
            </a:pPr>
            <a:r>
              <a:rPr kumimoji="0" lang="en-US" sz="1800" b="0" i="0" u="none" strike="noStrike" kern="1200" cap="none" spc="0" normalizeH="0" baseline="0" noProof="0">
                <a:ln w="3175">
                  <a:noFill/>
                </a:ln>
                <a:gradFill flip="none" rotWithShape="1">
                  <a:gsLst>
                    <a:gs pos="95000">
                      <a:srgbClr val="0078D4"/>
                    </a:gs>
                    <a:gs pos="5000">
                      <a:srgbClr val="C03BC4"/>
                    </a:gs>
                  </a:gsLst>
                  <a:path path="circle">
                    <a:fillToRect l="100000" t="100000"/>
                  </a:path>
                  <a:tileRect r="-100000" b="-100000"/>
                </a:gradFill>
                <a:effectLst/>
                <a:uLnTx/>
                <a:uFillTx/>
                <a:latin typeface="Segoe Sans Display Semibold"/>
                <a:ea typeface="+mn-ea"/>
                <a:cs typeface="Segoe Sans Text" pitchFamily="2" charset="0"/>
              </a:rPr>
              <a:t>Continuously improve agents in </a:t>
            </a:r>
            <a:br>
              <a:rPr kumimoji="0" lang="en-US" sz="1800" b="0" i="0" u="none" strike="noStrike" kern="1200" cap="none" spc="0" normalizeH="0" baseline="0" noProof="0">
                <a:ln w="3175">
                  <a:noFill/>
                </a:ln>
                <a:gradFill flip="none" rotWithShape="1">
                  <a:gsLst>
                    <a:gs pos="95000">
                      <a:srgbClr val="0078D4"/>
                    </a:gs>
                    <a:gs pos="5000">
                      <a:srgbClr val="C03BC4"/>
                    </a:gs>
                  </a:gsLst>
                  <a:path path="circle">
                    <a:fillToRect l="100000" t="100000"/>
                  </a:path>
                  <a:tileRect r="-100000" b="-100000"/>
                </a:gradFill>
                <a:effectLst/>
                <a:uLnTx/>
                <a:uFillTx/>
                <a:latin typeface="Segoe Sans Display Semibold"/>
                <a:ea typeface="+mn-ea"/>
                <a:cs typeface="Segoe Sans Text" pitchFamily="2" charset="0"/>
              </a:rPr>
            </a:br>
            <a:r>
              <a:rPr kumimoji="0" lang="en-US" sz="1800" b="0" i="0" u="none" strike="noStrike" kern="1200" cap="none" spc="0" normalizeH="0" baseline="0" noProof="0">
                <a:ln w="3175">
                  <a:noFill/>
                </a:ln>
                <a:gradFill flip="none" rotWithShape="1">
                  <a:gsLst>
                    <a:gs pos="95000">
                      <a:srgbClr val="0078D4"/>
                    </a:gs>
                    <a:gs pos="5000">
                      <a:srgbClr val="C03BC4"/>
                    </a:gs>
                  </a:gsLst>
                  <a:path path="circle">
                    <a:fillToRect l="100000" t="100000"/>
                  </a:path>
                  <a:tileRect r="-100000" b="-100000"/>
                </a:gradFill>
                <a:effectLst/>
                <a:uLnTx/>
                <a:uFillTx/>
                <a:latin typeface="Segoe Sans Display Semibold"/>
                <a:ea typeface="+mn-ea"/>
                <a:cs typeface="Segoe Sans Text" pitchFamily="2" charset="0"/>
              </a:rPr>
              <a:t>production through governed, evidence-backed optimization</a:t>
            </a:r>
          </a:p>
        </p:txBody>
      </p:sp>
      <p:pic>
        <p:nvPicPr>
          <p:cNvPr id="26" name="Picture 25">
            <a:extLst>
              <a:ext uri="{FF2B5EF4-FFF2-40B4-BE49-F238E27FC236}">
                <a16:creationId xmlns:a16="http://schemas.microsoft.com/office/drawing/2014/main" id="{626C0002-A00D-6E6F-D36E-3AAA3C57C66C}"/>
              </a:ext>
            </a:extLst>
          </p:cNvPr>
          <p:cNvPicPr>
            <a:picLocks noChangeAspect="1"/>
          </p:cNvPicPr>
          <p:nvPr/>
        </p:nvPicPr>
        <p:blipFill>
          <a:blip r:embed="rId4"/>
          <a:stretch>
            <a:fillRect/>
          </a:stretch>
        </p:blipFill>
        <p:spPr>
          <a:xfrm>
            <a:off x="5393539" y="1555303"/>
            <a:ext cx="5848221" cy="3744219"/>
          </a:xfrm>
          <a:prstGeom prst="rect">
            <a:avLst/>
          </a:prstGeom>
        </p:spPr>
      </p:pic>
      <p:grpSp>
        <p:nvGrpSpPr>
          <p:cNvPr id="52" name="Group 51">
            <a:extLst>
              <a:ext uri="{FF2B5EF4-FFF2-40B4-BE49-F238E27FC236}">
                <a16:creationId xmlns:a16="http://schemas.microsoft.com/office/drawing/2014/main" id="{13010237-003A-C3D9-2C7E-2A0814875AD5}"/>
              </a:ext>
            </a:extLst>
          </p:cNvPr>
          <p:cNvGrpSpPr/>
          <p:nvPr/>
        </p:nvGrpSpPr>
        <p:grpSpPr>
          <a:xfrm>
            <a:off x="582612" y="2753741"/>
            <a:ext cx="3844716" cy="633016"/>
            <a:chOff x="584201" y="2542804"/>
            <a:chExt cx="3844716" cy="633016"/>
          </a:xfrm>
        </p:grpSpPr>
        <p:sp>
          <p:nvSpPr>
            <p:cNvPr id="49" name="Rectangle: Rounded Corners 63">
              <a:extLst>
                <a:ext uri="{FF2B5EF4-FFF2-40B4-BE49-F238E27FC236}">
                  <a16:creationId xmlns:a16="http://schemas.microsoft.com/office/drawing/2014/main" id="{2AF9BD0A-BC35-E063-9633-6CECE44884C3}"/>
                </a:ext>
              </a:extLst>
            </p:cNvPr>
            <p:cNvSpPr/>
            <p:nvPr/>
          </p:nvSpPr>
          <p:spPr bwMode="auto">
            <a:xfrm>
              <a:off x="584201" y="2542804"/>
              <a:ext cx="3844716" cy="633016"/>
            </a:xfrm>
            <a:prstGeom prst="roundRect">
              <a:avLst>
                <a:gd name="adj" fmla="val 9154"/>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Segoe Sans Display Semibold" pitchFamily="2" charset="0"/>
                <a:ea typeface="+mn-ea"/>
                <a:cs typeface="+mn-cs"/>
              </a:endParaRPr>
            </a:p>
          </p:txBody>
        </p:sp>
        <p:sp>
          <p:nvSpPr>
            <p:cNvPr id="51" name="Rectangle: Rounded Corners 50">
              <a:extLst>
                <a:ext uri="{FF2B5EF4-FFF2-40B4-BE49-F238E27FC236}">
                  <a16:creationId xmlns:a16="http://schemas.microsoft.com/office/drawing/2014/main" id="{1A773880-C7D3-EF0B-5B75-731D02CF5065}"/>
                </a:ext>
              </a:extLst>
            </p:cNvPr>
            <p:cNvSpPr/>
            <p:nvPr/>
          </p:nvSpPr>
          <p:spPr bwMode="auto">
            <a:xfrm>
              <a:off x="695719" y="2753740"/>
              <a:ext cx="2666913" cy="313925"/>
            </a:xfrm>
            <a:prstGeom prst="roundRect">
              <a:avLst>
                <a:gd name="adj" fmla="val 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      Hosted agent in Foundry</a:t>
              </a:r>
              <a:endParaRPr kumimoji="0" lang="en-US" sz="1600" b="0" i="0" u="none" strike="noStrike" kern="1200" cap="none" spc="0" normalizeH="0" baseline="0" noProof="0">
                <a:ln>
                  <a:noFill/>
                </a:ln>
                <a:solidFill>
                  <a:srgbClr val="091F2C"/>
                </a:solidFill>
                <a:effectLst/>
                <a:uLnTx/>
                <a:uFillTx/>
                <a:latin typeface="Segoe UI"/>
                <a:ea typeface="+mn-ea"/>
                <a:cs typeface="Segoe UI" panose="020B0502040204020203" pitchFamily="34" charset="0"/>
              </a:endParaRPr>
            </a:p>
          </p:txBody>
        </p:sp>
      </p:grpSp>
      <p:grpSp>
        <p:nvGrpSpPr>
          <p:cNvPr id="53" name="Group 52">
            <a:extLst>
              <a:ext uri="{FF2B5EF4-FFF2-40B4-BE49-F238E27FC236}">
                <a16:creationId xmlns:a16="http://schemas.microsoft.com/office/drawing/2014/main" id="{718B4C3F-C14F-5C30-7904-C88A36622C39}"/>
              </a:ext>
            </a:extLst>
          </p:cNvPr>
          <p:cNvGrpSpPr/>
          <p:nvPr/>
        </p:nvGrpSpPr>
        <p:grpSpPr>
          <a:xfrm>
            <a:off x="582612" y="3805497"/>
            <a:ext cx="3844716" cy="2079572"/>
            <a:chOff x="584201" y="2542804"/>
            <a:chExt cx="3844716" cy="633016"/>
          </a:xfrm>
        </p:grpSpPr>
        <p:sp>
          <p:nvSpPr>
            <p:cNvPr id="54" name="Rectangle: Rounded Corners 63">
              <a:extLst>
                <a:ext uri="{FF2B5EF4-FFF2-40B4-BE49-F238E27FC236}">
                  <a16:creationId xmlns:a16="http://schemas.microsoft.com/office/drawing/2014/main" id="{EAC51A9D-D9AB-9928-BF7D-ED63FCDE9058}"/>
                </a:ext>
              </a:extLst>
            </p:cNvPr>
            <p:cNvSpPr/>
            <p:nvPr/>
          </p:nvSpPr>
          <p:spPr bwMode="auto">
            <a:xfrm>
              <a:off x="584201" y="2542804"/>
              <a:ext cx="3844716" cy="633016"/>
            </a:xfrm>
            <a:prstGeom prst="roundRect">
              <a:avLst>
                <a:gd name="adj" fmla="val 9154"/>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Segoe Sans Display Semibold" pitchFamily="2" charset="0"/>
                <a:ea typeface="+mn-ea"/>
                <a:cs typeface="+mn-cs"/>
              </a:endParaRPr>
            </a:p>
          </p:txBody>
        </p:sp>
        <p:sp>
          <p:nvSpPr>
            <p:cNvPr id="55" name="Rectangle: Rounded Corners 54">
              <a:extLst>
                <a:ext uri="{FF2B5EF4-FFF2-40B4-BE49-F238E27FC236}">
                  <a16:creationId xmlns:a16="http://schemas.microsoft.com/office/drawing/2014/main" id="{492EA0DA-C5CD-DDDC-9E51-89E6592E6E37}"/>
                </a:ext>
              </a:extLst>
            </p:cNvPr>
            <p:cNvSpPr/>
            <p:nvPr/>
          </p:nvSpPr>
          <p:spPr bwMode="auto">
            <a:xfrm>
              <a:off x="695719" y="2584175"/>
              <a:ext cx="2666913" cy="313925"/>
            </a:xfrm>
            <a:prstGeom prst="roundRect">
              <a:avLst>
                <a:gd name="adj" fmla="val 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Agent optimizer </a:t>
              </a:r>
              <a:endParaRPr kumimoji="0" lang="en-US" sz="1600" b="0" i="0" u="none" strike="noStrike" kern="1200" cap="none" spc="0" normalizeH="0" baseline="0" noProof="0">
                <a:ln>
                  <a:noFill/>
                </a:ln>
                <a:solidFill>
                  <a:srgbClr val="091F2C"/>
                </a:solidFill>
                <a:effectLst/>
                <a:uLnTx/>
                <a:uFillTx/>
                <a:latin typeface="Segoe UI"/>
                <a:ea typeface="+mn-ea"/>
                <a:cs typeface="Segoe UI" panose="020B0502040204020203" pitchFamily="34" charset="0"/>
              </a:endParaRPr>
            </a:p>
          </p:txBody>
        </p:sp>
      </p:grpSp>
      <p:grpSp>
        <p:nvGrpSpPr>
          <p:cNvPr id="58" name="Group 57">
            <a:extLst>
              <a:ext uri="{FF2B5EF4-FFF2-40B4-BE49-F238E27FC236}">
                <a16:creationId xmlns:a16="http://schemas.microsoft.com/office/drawing/2014/main" id="{F0462D70-FFFB-0AE0-A1B0-C687C50DB9BD}"/>
              </a:ext>
            </a:extLst>
          </p:cNvPr>
          <p:cNvGrpSpPr/>
          <p:nvPr/>
        </p:nvGrpSpPr>
        <p:grpSpPr>
          <a:xfrm>
            <a:off x="890383" y="4616586"/>
            <a:ext cx="1500828" cy="1129911"/>
            <a:chOff x="584201" y="2542804"/>
            <a:chExt cx="3844716" cy="633016"/>
          </a:xfrm>
          <a:solidFill>
            <a:schemeClr val="bg1">
              <a:lumMod val="95000"/>
            </a:schemeClr>
          </a:solidFill>
        </p:grpSpPr>
        <p:sp>
          <p:nvSpPr>
            <p:cNvPr id="59" name="Rectangle: Rounded Corners 63">
              <a:extLst>
                <a:ext uri="{FF2B5EF4-FFF2-40B4-BE49-F238E27FC236}">
                  <a16:creationId xmlns:a16="http://schemas.microsoft.com/office/drawing/2014/main" id="{D7621F95-A3CC-3FFB-450C-7E8E59995AAC}"/>
                </a:ext>
              </a:extLst>
            </p:cNvPr>
            <p:cNvSpPr/>
            <p:nvPr/>
          </p:nvSpPr>
          <p:spPr bwMode="auto">
            <a:xfrm>
              <a:off x="584201" y="2542804"/>
              <a:ext cx="3844716" cy="633016"/>
            </a:xfrm>
            <a:prstGeom prst="roundRect">
              <a:avLst>
                <a:gd name="adj" fmla="val 9154"/>
              </a:avLst>
            </a:prstGeom>
            <a:grpFill/>
            <a:ln w="12700" cap="flat" cmpd="sng" algn="ctr">
              <a:solidFill>
                <a:schemeClr val="accent1"/>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Segoe Sans Display Semibold" pitchFamily="2" charset="0"/>
                <a:ea typeface="+mn-ea"/>
                <a:cs typeface="+mn-cs"/>
              </a:endParaRPr>
            </a:p>
          </p:txBody>
        </p:sp>
        <p:sp>
          <p:nvSpPr>
            <p:cNvPr id="60" name="Rectangle: Rounded Corners 59">
              <a:extLst>
                <a:ext uri="{FF2B5EF4-FFF2-40B4-BE49-F238E27FC236}">
                  <a16:creationId xmlns:a16="http://schemas.microsoft.com/office/drawing/2014/main" id="{DCD5408C-6120-A755-6578-13562D53E825}"/>
                </a:ext>
              </a:extLst>
            </p:cNvPr>
            <p:cNvSpPr/>
            <p:nvPr/>
          </p:nvSpPr>
          <p:spPr bwMode="auto">
            <a:xfrm>
              <a:off x="821211" y="2595582"/>
              <a:ext cx="2666913" cy="313925"/>
            </a:xfrm>
            <a:prstGeom prst="roundRect">
              <a:avLst>
                <a:gd name="adj" fmla="val 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candidate 1</a:t>
              </a:r>
              <a:endParaRPr kumimoji="0" lang="en-US" sz="1200" b="0" i="0" u="none" strike="noStrike" kern="1200" cap="none" spc="0" normalizeH="0" baseline="0" noProof="0">
                <a:ln>
                  <a:noFill/>
                </a:ln>
                <a:solidFill>
                  <a:srgbClr val="091F2C"/>
                </a:solidFill>
                <a:effectLst/>
                <a:uLnTx/>
                <a:uFillTx/>
                <a:latin typeface="Segoe UI"/>
                <a:ea typeface="+mn-ea"/>
                <a:cs typeface="Segoe UI" panose="020B0502040204020203" pitchFamily="34" charset="0"/>
              </a:endParaRPr>
            </a:p>
          </p:txBody>
        </p:sp>
      </p:grpSp>
      <p:pic>
        <p:nvPicPr>
          <p:cNvPr id="62" name="Graphic 112">
            <a:extLst>
              <a:ext uri="{FF2B5EF4-FFF2-40B4-BE49-F238E27FC236}">
                <a16:creationId xmlns:a16="http://schemas.microsoft.com/office/drawing/2014/main" id="{3F9348EE-81EF-AF16-EBF9-F384AC5599F3}"/>
              </a:ext>
            </a:extLst>
          </p:cNvPr>
          <p:cNvPicPr>
            <a:picLocks noChangeAspect="1"/>
          </p:cNvPicPr>
          <p:nvPr/>
        </p:nvPicPr>
        <p:blipFill>
          <a:blip r:embed="rId5"/>
          <a:srcRect/>
          <a:stretch/>
        </p:blipFill>
        <p:spPr>
          <a:xfrm>
            <a:off x="929997" y="4981684"/>
            <a:ext cx="286854" cy="286854"/>
          </a:xfrm>
          <a:prstGeom prst="rect">
            <a:avLst/>
          </a:prstGeom>
        </p:spPr>
      </p:pic>
      <p:grpSp>
        <p:nvGrpSpPr>
          <p:cNvPr id="63" name="Group 62">
            <a:extLst>
              <a:ext uri="{FF2B5EF4-FFF2-40B4-BE49-F238E27FC236}">
                <a16:creationId xmlns:a16="http://schemas.microsoft.com/office/drawing/2014/main" id="{5EF722F2-105A-DBD3-ABA0-C5E2B484DD90}"/>
              </a:ext>
            </a:extLst>
          </p:cNvPr>
          <p:cNvGrpSpPr/>
          <p:nvPr/>
        </p:nvGrpSpPr>
        <p:grpSpPr>
          <a:xfrm>
            <a:off x="2620958" y="4616586"/>
            <a:ext cx="1500828" cy="1129911"/>
            <a:chOff x="584201" y="2542804"/>
            <a:chExt cx="3844716" cy="633016"/>
          </a:xfrm>
          <a:solidFill>
            <a:schemeClr val="bg1">
              <a:lumMod val="95000"/>
            </a:schemeClr>
          </a:solidFill>
        </p:grpSpPr>
        <p:sp>
          <p:nvSpPr>
            <p:cNvPr id="64" name="Rectangle: Rounded Corners 63">
              <a:extLst>
                <a:ext uri="{FF2B5EF4-FFF2-40B4-BE49-F238E27FC236}">
                  <a16:creationId xmlns:a16="http://schemas.microsoft.com/office/drawing/2014/main" id="{468E5CF0-6431-AFA4-EDB4-0948D28CEC4E}"/>
                </a:ext>
              </a:extLst>
            </p:cNvPr>
            <p:cNvSpPr/>
            <p:nvPr/>
          </p:nvSpPr>
          <p:spPr bwMode="auto">
            <a:xfrm>
              <a:off x="584201" y="2542804"/>
              <a:ext cx="3844716" cy="633016"/>
            </a:xfrm>
            <a:prstGeom prst="roundRect">
              <a:avLst>
                <a:gd name="adj" fmla="val 9154"/>
              </a:avLst>
            </a:prstGeom>
            <a:grp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Segoe Sans Display Semibold" pitchFamily="2" charset="0"/>
                <a:ea typeface="+mn-ea"/>
                <a:cs typeface="+mn-cs"/>
              </a:endParaRPr>
            </a:p>
          </p:txBody>
        </p:sp>
        <p:sp>
          <p:nvSpPr>
            <p:cNvPr id="65" name="Rectangle: Rounded Corners 64">
              <a:extLst>
                <a:ext uri="{FF2B5EF4-FFF2-40B4-BE49-F238E27FC236}">
                  <a16:creationId xmlns:a16="http://schemas.microsoft.com/office/drawing/2014/main" id="{519B87BA-C07B-8A19-F4C0-C49A1627494F}"/>
                </a:ext>
              </a:extLst>
            </p:cNvPr>
            <p:cNvSpPr/>
            <p:nvPr/>
          </p:nvSpPr>
          <p:spPr bwMode="auto">
            <a:xfrm>
              <a:off x="821211" y="2595582"/>
              <a:ext cx="2666913" cy="313925"/>
            </a:xfrm>
            <a:prstGeom prst="roundRect">
              <a:avLst>
                <a:gd name="adj" fmla="val 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candidate 2</a:t>
              </a:r>
              <a:endParaRPr kumimoji="0" lang="en-US" sz="1200" b="0" i="0" u="none" strike="noStrike" kern="1200" cap="none" spc="0" normalizeH="0" baseline="0" noProof="0">
                <a:ln>
                  <a:noFill/>
                </a:ln>
                <a:solidFill>
                  <a:srgbClr val="091F2C"/>
                </a:solidFill>
                <a:effectLst/>
                <a:uLnTx/>
                <a:uFillTx/>
                <a:latin typeface="Segoe UI"/>
                <a:ea typeface="+mn-ea"/>
                <a:cs typeface="Segoe UI" panose="020B0502040204020203" pitchFamily="34" charset="0"/>
              </a:endParaRPr>
            </a:p>
          </p:txBody>
        </p:sp>
      </p:grpSp>
      <p:pic>
        <p:nvPicPr>
          <p:cNvPr id="66" name="Graphic 112">
            <a:extLst>
              <a:ext uri="{FF2B5EF4-FFF2-40B4-BE49-F238E27FC236}">
                <a16:creationId xmlns:a16="http://schemas.microsoft.com/office/drawing/2014/main" id="{F066335D-C20F-CF39-1F52-E961FE9B125D}"/>
              </a:ext>
            </a:extLst>
          </p:cNvPr>
          <p:cNvPicPr>
            <a:picLocks noChangeAspect="1"/>
          </p:cNvPicPr>
          <p:nvPr/>
        </p:nvPicPr>
        <p:blipFill>
          <a:blip r:embed="rId5"/>
          <a:srcRect/>
          <a:stretch/>
        </p:blipFill>
        <p:spPr>
          <a:xfrm>
            <a:off x="2660572" y="5011180"/>
            <a:ext cx="286854" cy="286854"/>
          </a:xfrm>
          <a:prstGeom prst="rect">
            <a:avLst/>
          </a:prstGeom>
        </p:spPr>
      </p:pic>
      <p:sp>
        <p:nvSpPr>
          <p:cNvPr id="68" name="Rectangle: Rounded Corners 67">
            <a:extLst>
              <a:ext uri="{FF2B5EF4-FFF2-40B4-BE49-F238E27FC236}">
                <a16:creationId xmlns:a16="http://schemas.microsoft.com/office/drawing/2014/main" id="{3DB0C14B-B1D3-0A55-F40E-3F1233692374}"/>
              </a:ext>
            </a:extLst>
          </p:cNvPr>
          <p:cNvSpPr/>
          <p:nvPr/>
        </p:nvSpPr>
        <p:spPr bwMode="auto">
          <a:xfrm>
            <a:off x="1340718" y="4918105"/>
            <a:ext cx="922015" cy="419903"/>
          </a:xfrm>
          <a:prstGeom prst="roundRect">
            <a:avLst>
              <a:gd name="adj"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prompt v4</a:t>
            </a:r>
            <a:r>
              <a:rPr kumimoji="0" lang="ja-JP" alt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gpt-5.2</a:t>
            </a:r>
            <a:r>
              <a:rPr kumimoji="0" lang="ja-JP" alt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2 skills</a:t>
            </a:r>
            <a:endPar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98862C19-92E6-1DAB-DE49-432763EBAA20}"/>
              </a:ext>
            </a:extLst>
          </p:cNvPr>
          <p:cNvSpPr/>
          <p:nvPr/>
        </p:nvSpPr>
        <p:spPr bwMode="auto">
          <a:xfrm>
            <a:off x="3073598" y="4915159"/>
            <a:ext cx="922015" cy="419903"/>
          </a:xfrm>
          <a:prstGeom prst="roundRect">
            <a:avLst>
              <a:gd name="adj"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prompt v5</a:t>
            </a:r>
            <a:r>
              <a:rPr kumimoji="0" lang="ja-JP" alt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gpt-5.4</a:t>
            </a:r>
            <a:r>
              <a:rPr kumimoji="0" lang="ja-JP" alt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a:t>
            </a:r>
            <a:r>
              <a:rPr kumimoji="0" lang="en-US" altLang="ja-JP"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4 skills</a:t>
            </a:r>
            <a:endPar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endParaRPr>
          </a:p>
        </p:txBody>
      </p:sp>
      <p:sp>
        <p:nvSpPr>
          <p:cNvPr id="72" name="Rectangle: Rounded Corners 71">
            <a:extLst>
              <a:ext uri="{FF2B5EF4-FFF2-40B4-BE49-F238E27FC236}">
                <a16:creationId xmlns:a16="http://schemas.microsoft.com/office/drawing/2014/main" id="{AAF55842-1EF4-EEDC-3938-B49BAE2ED985}"/>
              </a:ext>
            </a:extLst>
          </p:cNvPr>
          <p:cNvSpPr/>
          <p:nvPr/>
        </p:nvSpPr>
        <p:spPr bwMode="auto">
          <a:xfrm>
            <a:off x="890383" y="4243786"/>
            <a:ext cx="3305097" cy="419903"/>
          </a:xfrm>
          <a:prstGeom prst="roundRect">
            <a:avLst>
              <a:gd name="adj" fmla="val 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Reads the current agent prompts and skills, and searches for configurations that increase agent quality</a:t>
            </a:r>
          </a:p>
        </p:txBody>
      </p:sp>
      <p:sp>
        <p:nvSpPr>
          <p:cNvPr id="78" name="Rectangle: Rounded Corners 77">
            <a:extLst>
              <a:ext uri="{FF2B5EF4-FFF2-40B4-BE49-F238E27FC236}">
                <a16:creationId xmlns:a16="http://schemas.microsoft.com/office/drawing/2014/main" id="{51882505-72F9-7761-A325-11FB960E7FCA}"/>
              </a:ext>
            </a:extLst>
          </p:cNvPr>
          <p:cNvSpPr/>
          <p:nvPr/>
        </p:nvSpPr>
        <p:spPr bwMode="auto">
          <a:xfrm>
            <a:off x="1340718" y="5360029"/>
            <a:ext cx="922015" cy="419903"/>
          </a:xfrm>
          <a:prstGeom prst="roundRect">
            <a:avLst>
              <a:gd name="adj" fmla="val 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Quality </a:t>
            </a:r>
            <a:r>
              <a:rPr kumimoji="0" lang="en-US" sz="1000" b="0" i="0" u="none" strike="noStrike" kern="1200" cap="none" spc="0" normalizeH="0" baseline="0" noProof="0">
                <a:ln>
                  <a:noFill/>
                </a:ln>
                <a:solidFill>
                  <a:srgbClr val="0078D4"/>
                </a:solidFill>
                <a:effectLst/>
                <a:uLnTx/>
                <a:uFillTx/>
                <a:latin typeface="Segoe Sans Text Semibold"/>
                <a:ea typeface="+mn-ea"/>
                <a:cs typeface="Segoe UI" panose="020B0502040204020203" pitchFamily="34" charset="0"/>
              </a:rPr>
              <a:t>+ 26% </a:t>
            </a: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Cost </a:t>
            </a:r>
            <a:r>
              <a:rPr kumimoji="0" lang="en-US" sz="1000" b="0" i="0" u="none" strike="noStrike" kern="1200" cap="none" spc="0" normalizeH="0" baseline="0" noProof="0">
                <a:ln>
                  <a:noFill/>
                </a:ln>
                <a:solidFill>
                  <a:srgbClr val="C00000"/>
                </a:solidFill>
                <a:effectLst/>
                <a:uLnTx/>
                <a:uFillTx/>
                <a:latin typeface="Segoe Sans Text Semibold"/>
                <a:ea typeface="+mn-ea"/>
                <a:cs typeface="Segoe UI" panose="020B0502040204020203" pitchFamily="34" charset="0"/>
              </a:rPr>
              <a:t>-36%</a:t>
            </a:r>
          </a:p>
        </p:txBody>
      </p:sp>
      <p:sp>
        <p:nvSpPr>
          <p:cNvPr id="80" name="Rectangle: Rounded Corners 79">
            <a:extLst>
              <a:ext uri="{FF2B5EF4-FFF2-40B4-BE49-F238E27FC236}">
                <a16:creationId xmlns:a16="http://schemas.microsoft.com/office/drawing/2014/main" id="{E6555E0B-C5B6-DD7D-E85F-2F6FAC7E1F1C}"/>
              </a:ext>
            </a:extLst>
          </p:cNvPr>
          <p:cNvSpPr/>
          <p:nvPr/>
        </p:nvSpPr>
        <p:spPr bwMode="auto">
          <a:xfrm>
            <a:off x="3020839" y="5354953"/>
            <a:ext cx="922015" cy="419903"/>
          </a:xfrm>
          <a:prstGeom prst="roundRect">
            <a:avLst>
              <a:gd name="adj" fmla="val 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Quality </a:t>
            </a:r>
            <a:r>
              <a:rPr kumimoji="0" lang="en-US" sz="1000" b="0" i="0" u="none" strike="noStrike" kern="1200" cap="none" spc="0" normalizeH="0" baseline="0" noProof="0">
                <a:ln>
                  <a:noFill/>
                </a:ln>
                <a:solidFill>
                  <a:srgbClr val="0078D4"/>
                </a:solidFill>
                <a:effectLst/>
                <a:uLnTx/>
                <a:uFillTx/>
                <a:latin typeface="Segoe Sans Text Semibold"/>
                <a:ea typeface="+mn-ea"/>
                <a:cs typeface="Segoe UI" panose="020B0502040204020203" pitchFamily="34" charset="0"/>
              </a:rPr>
              <a:t>+ 16% </a:t>
            </a: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Cost </a:t>
            </a:r>
            <a:r>
              <a:rPr kumimoji="0" lang="en-US" sz="1000" b="0" i="0" u="none" strike="noStrike" kern="1200" cap="none" spc="0" normalizeH="0" baseline="0" noProof="0">
                <a:ln>
                  <a:noFill/>
                </a:ln>
                <a:solidFill>
                  <a:srgbClr val="C00000"/>
                </a:solidFill>
                <a:effectLst/>
                <a:uLnTx/>
                <a:uFillTx/>
                <a:latin typeface="Segoe Sans Text Semibold"/>
                <a:ea typeface="+mn-ea"/>
                <a:cs typeface="Segoe UI" panose="020B0502040204020203" pitchFamily="34" charset="0"/>
              </a:rPr>
              <a:t>-10%</a:t>
            </a:r>
          </a:p>
        </p:txBody>
      </p:sp>
      <p:cxnSp>
        <p:nvCxnSpPr>
          <p:cNvPr id="81" name="Straight Arrow Connector 80">
            <a:extLst>
              <a:ext uri="{FF2B5EF4-FFF2-40B4-BE49-F238E27FC236}">
                <a16:creationId xmlns:a16="http://schemas.microsoft.com/office/drawing/2014/main" id="{008F1EDB-FC96-33C6-C699-CDAAD9AD67FB}"/>
              </a:ext>
              <a:ext uri="{C183D7F6-B498-43B3-948B-1728B52AA6E4}">
                <adec:decorative xmlns:adec="http://schemas.microsoft.com/office/drawing/2017/decorative" val="1"/>
              </a:ext>
            </a:extLst>
          </p:cNvPr>
          <p:cNvCxnSpPr>
            <a:cxnSpLocks/>
          </p:cNvCxnSpPr>
          <p:nvPr/>
        </p:nvCxnSpPr>
        <p:spPr>
          <a:xfrm>
            <a:off x="2504970" y="3386757"/>
            <a:ext cx="0" cy="418740"/>
          </a:xfrm>
          <a:prstGeom prst="straightConnector1">
            <a:avLst/>
          </a:prstGeom>
          <a:ln w="19050" cap="rnd">
            <a:solidFill>
              <a:schemeClr val="tx1"/>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87" name="Rectangle: Rounded Corners 86">
            <a:extLst>
              <a:ext uri="{FF2B5EF4-FFF2-40B4-BE49-F238E27FC236}">
                <a16:creationId xmlns:a16="http://schemas.microsoft.com/office/drawing/2014/main" id="{BBAFA476-0585-3956-8FB0-8AD601A31236}"/>
              </a:ext>
            </a:extLst>
          </p:cNvPr>
          <p:cNvSpPr/>
          <p:nvPr/>
        </p:nvSpPr>
        <p:spPr bwMode="auto">
          <a:xfrm>
            <a:off x="2600330" y="3515150"/>
            <a:ext cx="1594683" cy="560345"/>
          </a:xfrm>
          <a:prstGeom prst="roundRect">
            <a:avLst>
              <a:gd name="adj" fmla="val 0"/>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91F2C"/>
                </a:solidFill>
                <a:effectLst/>
                <a:uLnTx/>
                <a:uFillTx/>
                <a:latin typeface="Segoe Sans Text Semibold"/>
                <a:ea typeface="+mn-ea"/>
                <a:cs typeface="Segoe UI" panose="020B0502040204020203" pitchFamily="34" charset="0"/>
              </a:rPr>
              <a:t>Run evals and optimization</a:t>
            </a:r>
          </a:p>
        </p:txBody>
      </p:sp>
      <p:pic>
        <p:nvPicPr>
          <p:cNvPr id="92" name="Picture 91">
            <a:extLst>
              <a:ext uri="{FF2B5EF4-FFF2-40B4-BE49-F238E27FC236}">
                <a16:creationId xmlns:a16="http://schemas.microsoft.com/office/drawing/2014/main" id="{D63552CE-85C2-C397-62BC-136E82AC6F22}"/>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94130" y="2955701"/>
            <a:ext cx="285816" cy="274560"/>
          </a:xfrm>
          <a:prstGeom prst="rect">
            <a:avLst/>
          </a:prstGeom>
          <a:ln>
            <a:noFill/>
          </a:ln>
        </p:spPr>
      </p:pic>
      <p:pic>
        <p:nvPicPr>
          <p:cNvPr id="5" name="foundry-optimization">
            <a:hlinkClick r:id="" action="ppaction://media"/>
            <a:extLst>
              <a:ext uri="{FF2B5EF4-FFF2-40B4-BE49-F238E27FC236}">
                <a16:creationId xmlns:a16="http://schemas.microsoft.com/office/drawing/2014/main" id="{83D9296F-0118-1D9F-9506-2056A7877B07}"/>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9734" y="0"/>
            <a:ext cx="12192000" cy="6858000"/>
          </a:xfrm>
          <a:prstGeom prst="rect">
            <a:avLst/>
          </a:prstGeom>
        </p:spPr>
      </p:pic>
    </p:spTree>
    <p:extLst>
      <p:ext uri="{BB962C8B-B14F-4D97-AF65-F5344CB8AC3E}">
        <p14:creationId xmlns:p14="http://schemas.microsoft.com/office/powerpoint/2010/main" val="5126303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42" presetClass="path" presetSubtype="0" decel="100000" fill="hold" grpId="1" nodeType="withEffect">
                                  <p:stCondLst>
                                    <p:cond delay="0"/>
                                  </p:stCondLst>
                                  <p:childTnLst>
                                    <p:animMotion origin="layout" path="M 2.5E-6 0.03889 L 2.5E-6 2.96296E-6 " pathEditMode="relative" rAng="0" ptsTypes="AA">
                                      <p:cBhvr>
                                        <p:cTn id="9" dur="500" fill="hold"/>
                                        <p:tgtEl>
                                          <p:spTgt spid="4"/>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
                                        <p:tgtEl>
                                          <p:spTgt spid="3"/>
                                        </p:tgtEl>
                                      </p:cBhvr>
                                    </p:animEffect>
                                  </p:childTnLst>
                                </p:cTn>
                              </p:par>
                              <p:par>
                                <p:cTn id="13" presetID="42" presetClass="path" presetSubtype="0" decel="100000" fill="hold" grpId="1" nodeType="withEffect">
                                  <p:stCondLst>
                                    <p:cond delay="200"/>
                                  </p:stCondLst>
                                  <p:childTnLst>
                                    <p:animMotion origin="layout" path="M -2.08333E-7 0.03889 L -2.08333E-7 1.11111E-6 " pathEditMode="relative" rAng="0" ptsTypes="AA">
                                      <p:cBhvr>
                                        <p:cTn id="14" dur="500" fill="hold"/>
                                        <p:tgtEl>
                                          <p:spTgt spid="3"/>
                                        </p:tgtEl>
                                        <p:attrNameLst>
                                          <p:attrName>ppt_x</p:attrName>
                                          <p:attrName>ppt_y</p:attrName>
                                        </p:attrNameLst>
                                      </p:cBhvr>
                                      <p:rCtr x="0" y="-1944"/>
                                    </p:animMotion>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5012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5"/>
                </p:tgtEl>
              </p:cMediaNode>
            </p:video>
            <p:seq concurrent="1" nextAc="seek">
              <p:cTn id="20" restart="whenNotActive" fill="hold" evtFilter="cancelBubble" nodeType="interactiveSeq">
                <p:stCondLst>
                  <p:cond evt="onClick" delay="0">
                    <p:tgtEl>
                      <p:spTgt spid="5"/>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5"/>
                                        </p:tgtEl>
                                      </p:cBhvr>
                                    </p:cmd>
                                  </p:childTnLst>
                                </p:cTn>
                              </p:par>
                            </p:childTnLst>
                          </p:cTn>
                        </p:par>
                      </p:childTnLst>
                    </p:cTn>
                  </p:par>
                </p:childTnLst>
              </p:cTn>
              <p:nextCondLst>
                <p:cond evt="onClick" delay="0">
                  <p:tgtEl>
                    <p:spTgt spid="5"/>
                  </p:tgtEl>
                </p:cond>
              </p:nextCondLst>
            </p:seq>
          </p:childTnLst>
        </p:cTn>
      </p:par>
    </p:tnLst>
    <p:bldLst>
      <p:bldP spid="3" grpId="0" animBg="1"/>
      <p:bldP spid="3" grpId="1" animBg="1"/>
      <p:bldP spid="4" grpId="0"/>
      <p:bldP spid="4" grpId="1"/>
    </p:bld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20D0B9-06C3-CFF0-BE71-FAE0145AFE0C}"/>
            </a:ext>
          </a:extLst>
        </p:cNvPr>
        <p:cNvGrpSpPr/>
        <p:nvPr/>
      </p:nvGrpSpPr>
      <p:grpSpPr>
        <a:xfrm>
          <a:off x="0" y="0"/>
          <a:ext cx="0" cy="0"/>
          <a:chOff x="0" y="0"/>
          <a:chExt cx="0" cy="0"/>
        </a:xfrm>
      </p:grpSpPr>
      <p:sp>
        <p:nvSpPr>
          <p:cNvPr id="34" name="Title 33">
            <a:extLst>
              <a:ext uri="{FF2B5EF4-FFF2-40B4-BE49-F238E27FC236}">
                <a16:creationId xmlns:a16="http://schemas.microsoft.com/office/drawing/2014/main" id="{B5C8B371-CB76-DD81-6B90-8812E5CD5929}"/>
              </a:ext>
            </a:extLst>
          </p:cNvPr>
          <p:cNvSpPr>
            <a:spLocks noGrp="1"/>
          </p:cNvSpPr>
          <p:nvPr>
            <p:ph type="title"/>
          </p:nvPr>
        </p:nvSpPr>
        <p:spPr>
          <a:xfrm>
            <a:off x="337563" y="1102637"/>
            <a:ext cx="3845828" cy="1107996"/>
          </a:xfrm>
        </p:spPr>
        <p:txBody>
          <a:bodyPr/>
          <a:lstStyle/>
          <a:p>
            <a:pPr algn="ctr"/>
            <a:r>
              <a:rPr lang="en-US">
                <a:solidFill>
                  <a:schemeClr val="tx1"/>
                </a:solidFill>
              </a:rPr>
              <a:t>Foundry Agent Service</a:t>
            </a:r>
          </a:p>
        </p:txBody>
      </p:sp>
      <p:cxnSp>
        <p:nvCxnSpPr>
          <p:cNvPr id="51" name="Straight Arrow Connector 50">
            <a:extLst>
              <a:ext uri="{FF2B5EF4-FFF2-40B4-BE49-F238E27FC236}">
                <a16:creationId xmlns:a16="http://schemas.microsoft.com/office/drawing/2014/main" id="{798E1A52-B372-EB96-6700-826A7BA7A30E}"/>
              </a:ext>
            </a:extLst>
          </p:cNvPr>
          <p:cNvCxnSpPr>
            <a:cxnSpLocks/>
          </p:cNvCxnSpPr>
          <p:nvPr/>
        </p:nvCxnSpPr>
        <p:spPr>
          <a:xfrm>
            <a:off x="5079536" y="6496617"/>
            <a:ext cx="5005237" cy="0"/>
          </a:xfrm>
          <a:prstGeom prst="straightConnector1">
            <a:avLst/>
          </a:prstGeom>
          <a:ln w="38100" cap="rnd">
            <a:solidFill>
              <a:schemeClr val="accent2"/>
            </a:solidFill>
            <a:round/>
            <a:headEnd type="arrow" w="lg" len="sm"/>
            <a:tailEnd type="arrow" w="lg" len="sm"/>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1FE4A57-3AA4-62A6-B1B3-8B1EC3CD702F}"/>
              </a:ext>
            </a:extLst>
          </p:cNvPr>
          <p:cNvGrpSpPr/>
          <p:nvPr/>
        </p:nvGrpSpPr>
        <p:grpSpPr>
          <a:xfrm>
            <a:off x="5106010" y="265150"/>
            <a:ext cx="6746170" cy="5790131"/>
            <a:chOff x="4907902" y="265150"/>
            <a:chExt cx="6944278" cy="6044918"/>
          </a:xfrm>
        </p:grpSpPr>
        <p:sp>
          <p:nvSpPr>
            <p:cNvPr id="133" name="Rounded Rectangle 16">
              <a:extLst>
                <a:ext uri="{FF2B5EF4-FFF2-40B4-BE49-F238E27FC236}">
                  <a16:creationId xmlns:a16="http://schemas.microsoft.com/office/drawing/2014/main" id="{9D09875C-366E-49B4-F2FB-3962EF669548}"/>
                </a:ext>
                <a:ext uri="{C183D7F6-B498-43B3-948B-1728B52AA6E4}">
                  <adec:decorative xmlns:adec="http://schemas.microsoft.com/office/drawing/2017/decorative" val="1"/>
                </a:ext>
              </a:extLst>
            </p:cNvPr>
            <p:cNvSpPr>
              <a:spLocks/>
            </p:cNvSpPr>
            <p:nvPr/>
          </p:nvSpPr>
          <p:spPr>
            <a:xfrm>
              <a:off x="4907902" y="265150"/>
              <a:ext cx="5152221" cy="5874300"/>
            </a:xfrm>
            <a:prstGeom prst="roundRect">
              <a:avLst>
                <a:gd name="adj" fmla="val 3468"/>
              </a:avLst>
            </a:prstGeom>
            <a:noFill/>
            <a:ln w="25400">
              <a:gradFill>
                <a:gsLst>
                  <a:gs pos="0">
                    <a:schemeClr val="accent3"/>
                  </a:gs>
                  <a:gs pos="19000">
                    <a:schemeClr val="accent1"/>
                  </a:gs>
                  <a:gs pos="100000">
                    <a:schemeClr val="accent6"/>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endParaRPr>
            </a:p>
          </p:txBody>
        </p:sp>
        <p:grpSp>
          <p:nvGrpSpPr>
            <p:cNvPr id="9" name="Group 8">
              <a:extLst>
                <a:ext uri="{FF2B5EF4-FFF2-40B4-BE49-F238E27FC236}">
                  <a16:creationId xmlns:a16="http://schemas.microsoft.com/office/drawing/2014/main" id="{E8671053-EF4F-A6B3-520E-B11751B2B6E4}"/>
                </a:ext>
              </a:extLst>
            </p:cNvPr>
            <p:cNvGrpSpPr/>
            <p:nvPr/>
          </p:nvGrpSpPr>
          <p:grpSpPr>
            <a:xfrm>
              <a:off x="5021894" y="515188"/>
              <a:ext cx="4924051" cy="5794880"/>
              <a:chOff x="6534636" y="256818"/>
              <a:chExt cx="5314983" cy="5926953"/>
            </a:xfrm>
          </p:grpSpPr>
          <p:cxnSp>
            <p:nvCxnSpPr>
              <p:cNvPr id="11" name="Straight Connector 10">
                <a:extLst>
                  <a:ext uri="{FF2B5EF4-FFF2-40B4-BE49-F238E27FC236}">
                    <a16:creationId xmlns:a16="http://schemas.microsoft.com/office/drawing/2014/main" id="{217B72A4-1B24-55F6-6B20-934FA63F3ABD}"/>
                  </a:ext>
                </a:extLst>
              </p:cNvPr>
              <p:cNvCxnSpPr/>
              <p:nvPr/>
            </p:nvCxnSpPr>
            <p:spPr>
              <a:xfrm>
                <a:off x="6563383" y="4104534"/>
                <a:ext cx="5241566" cy="0"/>
              </a:xfrm>
              <a:prstGeom prst="line">
                <a:avLst/>
              </a:prstGeom>
              <a:ln w="28575" cap="rnd">
                <a:solidFill>
                  <a:schemeClr val="tx2">
                    <a:lumMod val="75000"/>
                  </a:schemeClr>
                </a:solidFill>
                <a:round/>
                <a:tailEnd type="none" w="lg" len="sm"/>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720BA40-202C-9F4D-5D4E-4FF621A5D9A7}"/>
                  </a:ext>
                </a:extLst>
              </p:cNvPr>
              <p:cNvSpPr/>
              <p:nvPr/>
            </p:nvSpPr>
            <p:spPr>
              <a:xfrm>
                <a:off x="6563385" y="2874615"/>
                <a:ext cx="2564443" cy="1036118"/>
              </a:xfrm>
              <a:prstGeom prst="rect">
                <a:avLst/>
              </a:prstGeom>
              <a:solidFill>
                <a:srgbClr val="E5E5E5"/>
              </a:solidFill>
              <a:ln>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bIns="9144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0" b="0" i="0" u="none" strike="noStrike" kern="1200" cap="none" spc="0" normalizeH="0" baseline="0" noProof="0">
                  <a:ln>
                    <a:noFill/>
                  </a:ln>
                  <a:solidFill>
                    <a:sysClr val="windowText" lastClr="000000"/>
                  </a:solidFill>
                  <a:effectLst/>
                  <a:uLnTx/>
                  <a:uFillTx/>
                  <a:latin typeface="Segoe Sans Text"/>
                  <a:ea typeface="+mn-ea"/>
                  <a:cs typeface="+mn-cs"/>
                </a:endParaRPr>
              </a:p>
            </p:txBody>
          </p:sp>
          <p:sp>
            <p:nvSpPr>
              <p:cNvPr id="13" name="Rectangle 12">
                <a:extLst>
                  <a:ext uri="{FF2B5EF4-FFF2-40B4-BE49-F238E27FC236}">
                    <a16:creationId xmlns:a16="http://schemas.microsoft.com/office/drawing/2014/main" id="{A0843CA3-4332-C6CD-8CC7-50C3074ADB58}"/>
                  </a:ext>
                </a:extLst>
              </p:cNvPr>
              <p:cNvSpPr/>
              <p:nvPr/>
            </p:nvSpPr>
            <p:spPr>
              <a:xfrm>
                <a:off x="10062637" y="4260659"/>
                <a:ext cx="1713565" cy="1402445"/>
              </a:xfrm>
              <a:prstGeom prst="rect">
                <a:avLst/>
              </a:prstGeom>
              <a:solidFill>
                <a:srgbClr val="E5E5E5"/>
              </a:solidFill>
              <a:ln>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tIns="274320" rtlCol="0" anchor="t" anchorCtr="0"/>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400" b="0" i="0" u="none" strike="noStrike" kern="1200" cap="none" spc="0" normalizeH="0" baseline="0" noProof="0">
                  <a:ln>
                    <a:noFill/>
                  </a:ln>
                  <a:solidFill>
                    <a:sysClr val="windowText" lastClr="000000"/>
                  </a:solidFill>
                  <a:effectLst/>
                  <a:uLnTx/>
                  <a:uFillTx/>
                  <a:latin typeface="Segoe Sans Text"/>
                  <a:ea typeface="+mn-ea"/>
                  <a:cs typeface="+mn-cs"/>
                </a:endParaRPr>
              </a:p>
            </p:txBody>
          </p:sp>
          <p:sp>
            <p:nvSpPr>
              <p:cNvPr id="14" name="Rectangle 13">
                <a:extLst>
                  <a:ext uri="{FF2B5EF4-FFF2-40B4-BE49-F238E27FC236}">
                    <a16:creationId xmlns:a16="http://schemas.microsoft.com/office/drawing/2014/main" id="{18D2EA99-72DC-1D2F-2A9E-3C6D2DB432F9}"/>
                  </a:ext>
                </a:extLst>
              </p:cNvPr>
              <p:cNvSpPr/>
              <p:nvPr/>
            </p:nvSpPr>
            <p:spPr>
              <a:xfrm>
                <a:off x="6548552" y="4260659"/>
                <a:ext cx="1713565" cy="1402446"/>
              </a:xfrm>
              <a:prstGeom prst="rect">
                <a:avLst/>
              </a:prstGeom>
              <a:solidFill>
                <a:srgbClr val="E5E5E5"/>
              </a:solidFill>
              <a:ln>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tIns="274320" rtlCol="0" anchor="t" anchorCtr="0"/>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400" b="0" i="0" u="none" strike="noStrike" kern="1200" cap="none" spc="0" normalizeH="0" baseline="0" noProof="0">
                  <a:ln>
                    <a:noFill/>
                  </a:ln>
                  <a:solidFill>
                    <a:sysClr val="windowText" lastClr="000000"/>
                  </a:solidFill>
                  <a:effectLst/>
                  <a:uLnTx/>
                  <a:uFillTx/>
                  <a:latin typeface="Segoe Sans Text"/>
                  <a:ea typeface="+mn-ea"/>
                  <a:cs typeface="+mn-cs"/>
                </a:endParaRPr>
              </a:p>
            </p:txBody>
          </p:sp>
          <p:sp>
            <p:nvSpPr>
              <p:cNvPr id="15" name="Rectangle 14">
                <a:extLst>
                  <a:ext uri="{FF2B5EF4-FFF2-40B4-BE49-F238E27FC236}">
                    <a16:creationId xmlns:a16="http://schemas.microsoft.com/office/drawing/2014/main" id="{7AFFAE0A-F630-1106-0664-BAB491402D97}"/>
                  </a:ext>
                </a:extLst>
              </p:cNvPr>
              <p:cNvSpPr/>
              <p:nvPr/>
            </p:nvSpPr>
            <p:spPr>
              <a:xfrm>
                <a:off x="8305589" y="4260659"/>
                <a:ext cx="1713565" cy="1402446"/>
              </a:xfrm>
              <a:prstGeom prst="rect">
                <a:avLst/>
              </a:prstGeom>
              <a:solidFill>
                <a:srgbClr val="E5E5E5"/>
              </a:solidFill>
              <a:ln>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tIns="274320" rtlCol="0" anchor="t" anchorCtr="0"/>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400" b="0" i="0" u="none" strike="noStrike" kern="1200" cap="none" spc="0" normalizeH="0" baseline="0" noProof="0">
                  <a:ln>
                    <a:noFill/>
                  </a:ln>
                  <a:solidFill>
                    <a:sysClr val="windowText" lastClr="000000"/>
                  </a:solidFill>
                  <a:effectLst/>
                  <a:uLnTx/>
                  <a:uFillTx/>
                  <a:latin typeface="Segoe Sans Text"/>
                  <a:ea typeface="+mn-ea"/>
                  <a:cs typeface="+mn-cs"/>
                </a:endParaRPr>
              </a:p>
            </p:txBody>
          </p:sp>
          <p:cxnSp>
            <p:nvCxnSpPr>
              <p:cNvPr id="16" name="Straight Connector 15">
                <a:extLst>
                  <a:ext uri="{FF2B5EF4-FFF2-40B4-BE49-F238E27FC236}">
                    <a16:creationId xmlns:a16="http://schemas.microsoft.com/office/drawing/2014/main" id="{5C60F18F-9758-47A2-E424-72036FE66FDB}"/>
                  </a:ext>
                </a:extLst>
              </p:cNvPr>
              <p:cNvCxnSpPr>
                <a:cxnSpLocks/>
              </p:cNvCxnSpPr>
              <p:nvPr/>
            </p:nvCxnSpPr>
            <p:spPr>
              <a:xfrm>
                <a:off x="6556428" y="2674009"/>
                <a:ext cx="5241566" cy="0"/>
              </a:xfrm>
              <a:prstGeom prst="line">
                <a:avLst/>
              </a:prstGeom>
              <a:ln w="28575" cap="rnd">
                <a:solidFill>
                  <a:schemeClr val="tx2">
                    <a:lumMod val="75000"/>
                  </a:schemeClr>
                </a:solidFill>
                <a:round/>
                <a:tailEnd type="none" w="lg" len="sm"/>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2E7221B-2EC6-7FAC-D3AC-99AEFBB7BF23}"/>
                  </a:ext>
                </a:extLst>
              </p:cNvPr>
              <p:cNvSpPr/>
              <p:nvPr/>
            </p:nvSpPr>
            <p:spPr>
              <a:xfrm>
                <a:off x="6563383" y="1495917"/>
                <a:ext cx="5241566" cy="1047971"/>
              </a:xfrm>
              <a:prstGeom prst="rect">
                <a:avLst/>
              </a:prstGeom>
              <a:solidFill>
                <a:srgbClr val="E5E5E5"/>
              </a:solidFill>
              <a:ln>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bIns="9144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400" b="0" i="0" u="none" strike="noStrike" kern="1200" cap="none" spc="0" normalizeH="0" baseline="0" noProof="0">
                  <a:ln>
                    <a:noFill/>
                  </a:ln>
                  <a:solidFill>
                    <a:sysClr val="windowText" lastClr="000000"/>
                  </a:solidFill>
                  <a:effectLst/>
                  <a:uLnTx/>
                  <a:uFillTx/>
                  <a:latin typeface="Segoe Sans Text"/>
                  <a:ea typeface="+mn-ea"/>
                  <a:cs typeface="+mn-cs"/>
                </a:endParaRPr>
              </a:p>
            </p:txBody>
          </p:sp>
          <p:sp>
            <p:nvSpPr>
              <p:cNvPr id="19" name="Rounded Rectangle 13">
                <a:extLst>
                  <a:ext uri="{FF2B5EF4-FFF2-40B4-BE49-F238E27FC236}">
                    <a16:creationId xmlns:a16="http://schemas.microsoft.com/office/drawing/2014/main" id="{F8B2FC8A-89FD-BAEA-A43A-49BD639186CE}"/>
                  </a:ext>
                </a:extLst>
              </p:cNvPr>
              <p:cNvSpPr/>
              <p:nvPr/>
            </p:nvSpPr>
            <p:spPr>
              <a:xfrm>
                <a:off x="6550234" y="258918"/>
                <a:ext cx="2577593" cy="328779"/>
              </a:xfrm>
              <a:prstGeom prst="roundRect">
                <a:avLst>
                  <a:gd name="adj"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mn-cs"/>
                  </a:rPr>
                  <a:t>Activity Protocol</a:t>
                </a:r>
              </a:p>
            </p:txBody>
          </p:sp>
          <p:sp>
            <p:nvSpPr>
              <p:cNvPr id="20" name="Rectangle 19">
                <a:extLst>
                  <a:ext uri="{FF2B5EF4-FFF2-40B4-BE49-F238E27FC236}">
                    <a16:creationId xmlns:a16="http://schemas.microsoft.com/office/drawing/2014/main" id="{5305DCCC-09F0-CE2C-A92C-1D0C2FBC669E}"/>
                  </a:ext>
                </a:extLst>
              </p:cNvPr>
              <p:cNvSpPr/>
              <p:nvPr/>
            </p:nvSpPr>
            <p:spPr>
              <a:xfrm>
                <a:off x="9213442" y="2881713"/>
                <a:ext cx="2564443" cy="1036118"/>
              </a:xfrm>
              <a:prstGeom prst="rect">
                <a:avLst/>
              </a:prstGeom>
              <a:solidFill>
                <a:srgbClr val="E5E5E5"/>
              </a:solidFill>
              <a:ln>
                <a:solidFill>
                  <a:srgbClr val="E5E5E5"/>
                </a:solidFill>
              </a:ln>
            </p:spPr>
            <p:style>
              <a:lnRef idx="2">
                <a:schemeClr val="accent1">
                  <a:shade val="15000"/>
                </a:schemeClr>
              </a:lnRef>
              <a:fillRef idx="1">
                <a:schemeClr val="accent1"/>
              </a:fillRef>
              <a:effectRef idx="0">
                <a:schemeClr val="accent1"/>
              </a:effectRef>
              <a:fontRef idx="minor">
                <a:schemeClr val="lt1"/>
              </a:fontRef>
            </p:style>
            <p:txBody>
              <a:bodyPr tIns="45720" bIns="91440" rtlCol="0" anchor="ctr" anchorCtr="0"/>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US" sz="1000" b="0" i="0" u="none" strike="noStrike" kern="1200" cap="none" spc="0" normalizeH="0" baseline="0" noProof="0">
                  <a:ln>
                    <a:noFill/>
                  </a:ln>
                  <a:solidFill>
                    <a:sysClr val="windowText" lastClr="000000"/>
                  </a:solidFill>
                  <a:effectLst/>
                  <a:uLnTx/>
                  <a:uFillTx/>
                  <a:latin typeface="Segoe Sans Text"/>
                  <a:ea typeface="+mn-ea"/>
                  <a:cs typeface="+mn-cs"/>
                </a:endParaRPr>
              </a:p>
            </p:txBody>
          </p:sp>
          <p:sp>
            <p:nvSpPr>
              <p:cNvPr id="21" name="Rounded Rectangle 28">
                <a:extLst>
                  <a:ext uri="{FF2B5EF4-FFF2-40B4-BE49-F238E27FC236}">
                    <a16:creationId xmlns:a16="http://schemas.microsoft.com/office/drawing/2014/main" id="{E2473A3F-A26E-1345-8907-131E3C19298E}"/>
                  </a:ext>
                </a:extLst>
              </p:cNvPr>
              <p:cNvSpPr/>
              <p:nvPr/>
            </p:nvSpPr>
            <p:spPr>
              <a:xfrm>
                <a:off x="6974605" y="5808899"/>
                <a:ext cx="4321647" cy="374872"/>
              </a:xfrm>
              <a:prstGeom prst="roundRect">
                <a:avLst>
                  <a:gd name="adj" fmla="val 4403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Text Semibold"/>
                    <a:ea typeface="+mn-ea"/>
                    <a:cs typeface="+mn-cs"/>
                  </a:rPr>
                  <a:t>Agent-first SDK, API, and UI</a:t>
                </a:r>
              </a:p>
            </p:txBody>
          </p:sp>
          <p:sp>
            <p:nvSpPr>
              <p:cNvPr id="23" name="Rounded Rectangle 13">
                <a:extLst>
                  <a:ext uri="{FF2B5EF4-FFF2-40B4-BE49-F238E27FC236}">
                    <a16:creationId xmlns:a16="http://schemas.microsoft.com/office/drawing/2014/main" id="{D256C1BC-27F1-6033-7462-B062B42B8112}"/>
                  </a:ext>
                </a:extLst>
              </p:cNvPr>
              <p:cNvSpPr/>
              <p:nvPr/>
            </p:nvSpPr>
            <p:spPr>
              <a:xfrm>
                <a:off x="9266468" y="256818"/>
                <a:ext cx="2583151" cy="328779"/>
              </a:xfrm>
              <a:prstGeom prst="roundRect">
                <a:avLst>
                  <a:gd name="adj"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Text Semibold"/>
                    <a:ea typeface="+mn-ea"/>
                    <a:cs typeface="+mn-cs"/>
                  </a:rPr>
                  <a:t>A2A</a:t>
                </a:r>
              </a:p>
            </p:txBody>
          </p:sp>
          <p:cxnSp>
            <p:nvCxnSpPr>
              <p:cNvPr id="25" name="Straight Connector 24">
                <a:extLst>
                  <a:ext uri="{FF2B5EF4-FFF2-40B4-BE49-F238E27FC236}">
                    <a16:creationId xmlns:a16="http://schemas.microsoft.com/office/drawing/2014/main" id="{5881E4CA-4F92-30BA-8565-6F91BAE9D814}"/>
                  </a:ext>
                </a:extLst>
              </p:cNvPr>
              <p:cNvCxnSpPr/>
              <p:nvPr/>
            </p:nvCxnSpPr>
            <p:spPr>
              <a:xfrm>
                <a:off x="6534636" y="1300082"/>
                <a:ext cx="5241566" cy="0"/>
              </a:xfrm>
              <a:prstGeom prst="line">
                <a:avLst/>
              </a:prstGeom>
              <a:ln w="28575" cap="rnd">
                <a:solidFill>
                  <a:schemeClr val="tx2">
                    <a:lumMod val="75000"/>
                  </a:schemeClr>
                </a:solidFill>
                <a:round/>
                <a:tailEnd type="none" w="lg" len="sm"/>
              </a:ln>
            </p:spPr>
            <p:style>
              <a:lnRef idx="1">
                <a:schemeClr val="accent1"/>
              </a:lnRef>
              <a:fillRef idx="0">
                <a:schemeClr val="accent1"/>
              </a:fillRef>
              <a:effectRef idx="0">
                <a:schemeClr val="accent1"/>
              </a:effectRef>
              <a:fontRef idx="minor">
                <a:schemeClr val="tx1"/>
              </a:fontRef>
            </p:style>
          </p:cxnSp>
          <p:sp>
            <p:nvSpPr>
              <p:cNvPr id="26" name="Rounded Rectangle 28">
                <a:extLst>
                  <a:ext uri="{FF2B5EF4-FFF2-40B4-BE49-F238E27FC236}">
                    <a16:creationId xmlns:a16="http://schemas.microsoft.com/office/drawing/2014/main" id="{6C5E0A13-4A65-0969-0620-FD3E8BBBBE00}"/>
                  </a:ext>
                </a:extLst>
              </p:cNvPr>
              <p:cNvSpPr/>
              <p:nvPr/>
            </p:nvSpPr>
            <p:spPr>
              <a:xfrm>
                <a:off x="7030032" y="766095"/>
                <a:ext cx="4321647" cy="374872"/>
              </a:xfrm>
              <a:prstGeom prst="roundRect">
                <a:avLst>
                  <a:gd name="adj" fmla="val 4403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Text Semibold"/>
                    <a:ea typeface="+mn-ea"/>
                    <a:cs typeface="+mn-cs"/>
                  </a:rPr>
                  <a:t>One-click publishing to M365/A365</a:t>
                </a:r>
              </a:p>
            </p:txBody>
          </p:sp>
        </p:grpSp>
        <p:grpSp>
          <p:nvGrpSpPr>
            <p:cNvPr id="27" name="Group 26">
              <a:extLst>
                <a:ext uri="{FF2B5EF4-FFF2-40B4-BE49-F238E27FC236}">
                  <a16:creationId xmlns:a16="http://schemas.microsoft.com/office/drawing/2014/main" id="{ED63EAC0-9AAD-1607-F3C1-3C4C87980469}"/>
                </a:ext>
              </a:extLst>
            </p:cNvPr>
            <p:cNvGrpSpPr/>
            <p:nvPr/>
          </p:nvGrpSpPr>
          <p:grpSpPr>
            <a:xfrm>
              <a:off x="10296946" y="3010593"/>
              <a:ext cx="1555234" cy="1149289"/>
              <a:chOff x="10604855" y="2842654"/>
              <a:chExt cx="1555234" cy="1149289"/>
            </a:xfrm>
          </p:grpSpPr>
          <p:sp>
            <p:nvSpPr>
              <p:cNvPr id="29" name="Rounded Rectangle 6">
                <a:extLst>
                  <a:ext uri="{FF2B5EF4-FFF2-40B4-BE49-F238E27FC236}">
                    <a16:creationId xmlns:a16="http://schemas.microsoft.com/office/drawing/2014/main" id="{19BCBA8F-1007-D674-A684-9DB2AFAD40A3}"/>
                  </a:ext>
                  <a:ext uri="{C183D7F6-B498-43B3-948B-1728B52AA6E4}">
                    <adec:decorative xmlns:adec="http://schemas.microsoft.com/office/drawing/2017/decorative" val="1"/>
                  </a:ext>
                </a:extLst>
              </p:cNvPr>
              <p:cNvSpPr/>
              <p:nvPr/>
            </p:nvSpPr>
            <p:spPr bwMode="auto">
              <a:xfrm>
                <a:off x="10648254" y="2842654"/>
                <a:ext cx="1474615" cy="1149289"/>
              </a:xfrm>
              <a:prstGeom prst="roundRect">
                <a:avLst>
                  <a:gd name="adj" fmla="val 6508"/>
                </a:avLst>
              </a:prstGeom>
              <a:solidFill>
                <a:schemeClr val="bg1">
                  <a:lumMod val="75000"/>
                </a:schemeClr>
              </a:solidFill>
              <a:ln w="12700" cap="rnd" cmpd="sng" algn="ctr">
                <a:solidFill>
                  <a:srgbClr val="FFFFFF">
                    <a:alpha val="50000"/>
                  </a:srgbClr>
                </a:solidFill>
                <a:prstDash val="solid"/>
                <a:headEnd type="none" w="lg" len="sm"/>
                <a:tailEnd type="none" w="lg" len="sm"/>
              </a:ln>
              <a:effectLst/>
            </p:spPr>
            <p:txBody>
              <a:bodyPr wrap="square" lIns="0" tIns="457200" rIns="0" bIns="0" rtlCol="0" anchor="t" anchorCtr="0">
                <a:noAutofit/>
              </a:bodyPr>
              <a:lstStyle/>
              <a:p>
                <a:pPr marL="0" marR="0" lvl="0" indent="0" algn="ctr" defTabSz="1427220" rtl="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gradFill>
                    <a:gsLst>
                      <a:gs pos="9174">
                        <a:srgbClr val="FFFFFF"/>
                      </a:gs>
                      <a:gs pos="42000">
                        <a:srgbClr val="FFFFFF"/>
                      </a:gs>
                    </a:gsLst>
                    <a:path path="circle">
                      <a:fillToRect l="100000" t="100000"/>
                    </a:path>
                  </a:gradFill>
                  <a:effectLst/>
                  <a:uLnTx/>
                  <a:uFillTx/>
                  <a:latin typeface="Segoe UI Variable Display Semibold" pitchFamily="2" charset="0"/>
                  <a:ea typeface="+mn-ea"/>
                  <a:cs typeface="+mn-cs"/>
                </a:endParaRPr>
              </a:p>
            </p:txBody>
          </p:sp>
          <p:pic>
            <p:nvPicPr>
              <p:cNvPr id="30" name="Picture 29" descr="A purple molecule structure on a black background&#10;&#10;AI-generated content may be incorrect.">
                <a:extLst>
                  <a:ext uri="{FF2B5EF4-FFF2-40B4-BE49-F238E27FC236}">
                    <a16:creationId xmlns:a16="http://schemas.microsoft.com/office/drawing/2014/main" id="{CC5E220B-2C13-F6FF-E8B5-8D89036F0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9461" y="2877615"/>
                <a:ext cx="667966" cy="667966"/>
              </a:xfrm>
              <a:prstGeom prst="rect">
                <a:avLst/>
              </a:prstGeom>
            </p:spPr>
          </p:pic>
          <p:pic>
            <p:nvPicPr>
              <p:cNvPr id="31" name="Picture 30" descr="LangGraph (LangChain) Logo Free Down... · LobeHub">
                <a:extLst>
                  <a:ext uri="{FF2B5EF4-FFF2-40B4-BE49-F238E27FC236}">
                    <a16:creationId xmlns:a16="http://schemas.microsoft.com/office/drawing/2014/main" id="{3ABBA17D-38FE-A553-DA33-E2F3F23BCBB6}"/>
                  </a:ext>
                </a:extLst>
              </p:cNvPr>
              <p:cNvPicPr>
                <a:picLocks noChangeAspect="1"/>
              </p:cNvPicPr>
              <p:nvPr/>
            </p:nvPicPr>
            <p:blipFill>
              <a:blip r:embed="rId4"/>
              <a:stretch>
                <a:fillRect/>
              </a:stretch>
            </p:blipFill>
            <p:spPr>
              <a:xfrm>
                <a:off x="11433354" y="2927650"/>
                <a:ext cx="579675" cy="579675"/>
              </a:xfrm>
              <a:prstGeom prst="rect">
                <a:avLst/>
              </a:prstGeom>
            </p:spPr>
          </p:pic>
          <p:sp>
            <p:nvSpPr>
              <p:cNvPr id="32" name="TextBox 31">
                <a:extLst>
                  <a:ext uri="{FF2B5EF4-FFF2-40B4-BE49-F238E27FC236}">
                    <a16:creationId xmlns:a16="http://schemas.microsoft.com/office/drawing/2014/main" id="{9B75D4F9-A8A3-6329-F1D0-56F9F23C93F7}"/>
                  </a:ext>
                </a:extLst>
              </p:cNvPr>
              <p:cNvSpPr txBox="1"/>
              <p:nvPr/>
            </p:nvSpPr>
            <p:spPr>
              <a:xfrm>
                <a:off x="10604855" y="3476688"/>
                <a:ext cx="155523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Agent frameworks</a:t>
                </a:r>
              </a:p>
            </p:txBody>
          </p:sp>
        </p:grpSp>
        <p:cxnSp>
          <p:nvCxnSpPr>
            <p:cNvPr id="33" name="Straight Arrow Connector 32">
              <a:extLst>
                <a:ext uri="{FF2B5EF4-FFF2-40B4-BE49-F238E27FC236}">
                  <a16:creationId xmlns:a16="http://schemas.microsoft.com/office/drawing/2014/main" id="{E1450E35-6678-E745-F129-2C4CB6B46980}"/>
                </a:ext>
              </a:extLst>
            </p:cNvPr>
            <p:cNvCxnSpPr>
              <a:cxnSpLocks/>
              <a:stCxn id="29" idx="1"/>
              <a:endCxn id="20" idx="3"/>
            </p:cNvCxnSpPr>
            <p:nvPr/>
          </p:nvCxnSpPr>
          <p:spPr>
            <a:xfrm flipH="1">
              <a:off x="9879487" y="3585238"/>
              <a:ext cx="460858" cy="2868"/>
            </a:xfrm>
            <a:prstGeom prst="straightConnector1">
              <a:avLst/>
            </a:prstGeom>
            <a:ln w="19050">
              <a:solidFill>
                <a:srgbClr val="8DC8E8"/>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1A356F2D-9609-4462-1548-B61CB3DDD334}"/>
                </a:ext>
              </a:extLst>
            </p:cNvPr>
            <p:cNvGrpSpPr/>
            <p:nvPr/>
          </p:nvGrpSpPr>
          <p:grpSpPr>
            <a:xfrm>
              <a:off x="10340345" y="1696844"/>
              <a:ext cx="1496708" cy="1079315"/>
              <a:chOff x="10648254" y="1451752"/>
              <a:chExt cx="1496708" cy="1079315"/>
            </a:xfrm>
          </p:grpSpPr>
          <p:sp>
            <p:nvSpPr>
              <p:cNvPr id="37" name="Rounded Rectangle 6">
                <a:extLst>
                  <a:ext uri="{FF2B5EF4-FFF2-40B4-BE49-F238E27FC236}">
                    <a16:creationId xmlns:a16="http://schemas.microsoft.com/office/drawing/2014/main" id="{7769CF4C-9A39-E34D-B694-6C83C2964973}"/>
                  </a:ext>
                  <a:ext uri="{C183D7F6-B498-43B3-948B-1728B52AA6E4}">
                    <adec:decorative xmlns:adec="http://schemas.microsoft.com/office/drawing/2017/decorative" val="1"/>
                  </a:ext>
                </a:extLst>
              </p:cNvPr>
              <p:cNvSpPr/>
              <p:nvPr/>
            </p:nvSpPr>
            <p:spPr bwMode="auto">
              <a:xfrm>
                <a:off x="10648254" y="1451752"/>
                <a:ext cx="1496708" cy="1079315"/>
              </a:xfrm>
              <a:prstGeom prst="roundRect">
                <a:avLst>
                  <a:gd name="adj" fmla="val 6508"/>
                </a:avLst>
              </a:prstGeom>
              <a:solidFill>
                <a:schemeClr val="bg1">
                  <a:lumMod val="75000"/>
                </a:schemeClr>
              </a:solidFill>
              <a:ln w="12700" cap="rnd" cmpd="sng" algn="ctr">
                <a:solidFill>
                  <a:srgbClr val="FFFFFF">
                    <a:alpha val="50000"/>
                  </a:srgbClr>
                </a:solidFill>
                <a:prstDash val="solid"/>
                <a:headEnd type="none" w="lg" len="sm"/>
                <a:tailEnd type="none" w="lg" len="sm"/>
              </a:ln>
              <a:effectLst/>
            </p:spPr>
            <p:txBody>
              <a:bodyPr wrap="square" lIns="0" tIns="457200" rIns="0" bIns="0" rtlCol="0" anchor="t" anchorCtr="0">
                <a:noAutofit/>
              </a:bodyPr>
              <a:lstStyle/>
              <a:p>
                <a:pPr marL="0" marR="0" lvl="0" indent="0" algn="ctr" defTabSz="1427220" rtl="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gradFill>
                    <a:gsLst>
                      <a:gs pos="9174">
                        <a:srgbClr val="FFFFFF"/>
                      </a:gs>
                      <a:gs pos="42000">
                        <a:srgbClr val="FFFFFF"/>
                      </a:gs>
                    </a:gsLst>
                    <a:path path="circle">
                      <a:fillToRect l="100000" t="100000"/>
                    </a:path>
                  </a:gradFill>
                  <a:effectLst/>
                  <a:uLnTx/>
                  <a:uFillTx/>
                  <a:latin typeface="Segoe UI Variable Display Semibold" pitchFamily="2" charset="0"/>
                  <a:ea typeface="+mn-ea"/>
                  <a:cs typeface="+mn-cs"/>
                </a:endParaRPr>
              </a:p>
            </p:txBody>
          </p:sp>
          <p:pic>
            <p:nvPicPr>
              <p:cNvPr id="38" name="Picture 37">
                <a:extLst>
                  <a:ext uri="{FF2B5EF4-FFF2-40B4-BE49-F238E27FC236}">
                    <a16:creationId xmlns:a16="http://schemas.microsoft.com/office/drawing/2014/main" id="{BA8EEB36-9E2C-07D3-385E-CC2B2EEA9D6A}"/>
                  </a:ext>
                </a:extLst>
              </p:cNvPr>
              <p:cNvPicPr>
                <a:picLocks noChangeAspect="1"/>
              </p:cNvPicPr>
              <p:nvPr/>
            </p:nvPicPr>
            <p:blipFill>
              <a:blip r:embed="rId5"/>
              <a:stretch>
                <a:fillRect/>
              </a:stretch>
            </p:blipFill>
            <p:spPr>
              <a:xfrm>
                <a:off x="11119508" y="1515221"/>
                <a:ext cx="554200" cy="554200"/>
              </a:xfrm>
              <a:prstGeom prst="rect">
                <a:avLst/>
              </a:prstGeom>
            </p:spPr>
          </p:pic>
          <p:sp>
            <p:nvSpPr>
              <p:cNvPr id="39" name="TextBox 38">
                <a:extLst>
                  <a:ext uri="{FF2B5EF4-FFF2-40B4-BE49-F238E27FC236}">
                    <a16:creationId xmlns:a16="http://schemas.microsoft.com/office/drawing/2014/main" id="{73ECDBB8-11DB-A5E9-3C80-F095DA0E248D}"/>
                  </a:ext>
                </a:extLst>
              </p:cNvPr>
              <p:cNvSpPr txBox="1"/>
              <p:nvPr/>
            </p:nvSpPr>
            <p:spPr>
              <a:xfrm>
                <a:off x="10769673" y="2116413"/>
                <a:ext cx="125386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Copilot Studio</a:t>
                </a:r>
              </a:p>
            </p:txBody>
          </p:sp>
        </p:grpSp>
        <p:cxnSp>
          <p:nvCxnSpPr>
            <p:cNvPr id="40" name="Straight Arrow Connector 39">
              <a:extLst>
                <a:ext uri="{FF2B5EF4-FFF2-40B4-BE49-F238E27FC236}">
                  <a16:creationId xmlns:a16="http://schemas.microsoft.com/office/drawing/2014/main" id="{F857DF9C-9EEE-135F-7C92-040DD0EFD7DE}"/>
                </a:ext>
              </a:extLst>
            </p:cNvPr>
            <p:cNvCxnSpPr>
              <a:cxnSpLocks/>
              <a:stCxn id="37" idx="1"/>
            </p:cNvCxnSpPr>
            <p:nvPr/>
          </p:nvCxnSpPr>
          <p:spPr>
            <a:xfrm flipH="1">
              <a:off x="9889728" y="2236502"/>
              <a:ext cx="450617" cy="0"/>
            </a:xfrm>
            <a:prstGeom prst="straightConnector1">
              <a:avLst/>
            </a:prstGeom>
            <a:ln w="19050">
              <a:solidFill>
                <a:srgbClr val="8DC8E8"/>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2728FF2E-642D-869E-34EC-D437D088C1FC}"/>
                </a:ext>
              </a:extLst>
            </p:cNvPr>
            <p:cNvGrpSpPr/>
            <p:nvPr/>
          </p:nvGrpSpPr>
          <p:grpSpPr>
            <a:xfrm>
              <a:off x="10326206" y="520920"/>
              <a:ext cx="1496708" cy="1079315"/>
              <a:chOff x="10648254" y="1451752"/>
              <a:chExt cx="1496708" cy="1079315"/>
            </a:xfrm>
          </p:grpSpPr>
          <p:sp>
            <p:nvSpPr>
              <p:cNvPr id="46" name="Rounded Rectangle 6">
                <a:extLst>
                  <a:ext uri="{FF2B5EF4-FFF2-40B4-BE49-F238E27FC236}">
                    <a16:creationId xmlns:a16="http://schemas.microsoft.com/office/drawing/2014/main" id="{6E6B76A5-F681-0A65-1208-3DE79E32AC8B}"/>
                  </a:ext>
                  <a:ext uri="{C183D7F6-B498-43B3-948B-1728B52AA6E4}">
                    <adec:decorative xmlns:adec="http://schemas.microsoft.com/office/drawing/2017/decorative" val="1"/>
                  </a:ext>
                </a:extLst>
              </p:cNvPr>
              <p:cNvSpPr/>
              <p:nvPr/>
            </p:nvSpPr>
            <p:spPr bwMode="auto">
              <a:xfrm>
                <a:off x="10648254" y="1451752"/>
                <a:ext cx="1496708" cy="1079315"/>
              </a:xfrm>
              <a:prstGeom prst="roundRect">
                <a:avLst>
                  <a:gd name="adj" fmla="val 6508"/>
                </a:avLst>
              </a:prstGeom>
              <a:solidFill>
                <a:schemeClr val="bg1">
                  <a:lumMod val="75000"/>
                </a:schemeClr>
              </a:solidFill>
              <a:ln w="12700" cap="rnd" cmpd="sng" algn="ctr">
                <a:solidFill>
                  <a:srgbClr val="FFFFFF">
                    <a:alpha val="50000"/>
                  </a:srgbClr>
                </a:solidFill>
                <a:prstDash val="solid"/>
                <a:headEnd type="none" w="lg" len="sm"/>
                <a:tailEnd type="none" w="lg" len="sm"/>
              </a:ln>
              <a:effectLst/>
            </p:spPr>
            <p:txBody>
              <a:bodyPr wrap="square" lIns="0" tIns="457200" rIns="0" bIns="0" rtlCol="0" anchor="t" anchorCtr="0">
                <a:noAutofit/>
              </a:bodyPr>
              <a:lstStyle/>
              <a:p>
                <a:pPr marL="0" marR="0" lvl="0" indent="0" algn="ctr" defTabSz="1427220" rtl="0" eaLnBrk="1" fontAlgn="auto" latinLnBrk="0" hangingPunct="1">
                  <a:lnSpc>
                    <a:spcPct val="100000"/>
                  </a:lnSpc>
                  <a:spcBef>
                    <a:spcPts val="400"/>
                  </a:spcBef>
                  <a:spcAft>
                    <a:spcPts val="0"/>
                  </a:spcAft>
                  <a:buClrTx/>
                  <a:buSzTx/>
                  <a:buFontTx/>
                  <a:buNone/>
                  <a:tabLst/>
                  <a:defRPr/>
                </a:pPr>
                <a:endParaRPr kumimoji="0" lang="en-US" sz="4000" b="0" i="0" u="none" strike="noStrike" kern="0" cap="none" spc="-50" normalizeH="0" baseline="0" noProof="0">
                  <a:ln>
                    <a:noFill/>
                  </a:ln>
                  <a:gradFill>
                    <a:gsLst>
                      <a:gs pos="9174">
                        <a:srgbClr val="FFFFFF"/>
                      </a:gs>
                      <a:gs pos="42000">
                        <a:srgbClr val="FFFFFF"/>
                      </a:gs>
                    </a:gsLst>
                    <a:path path="circle">
                      <a:fillToRect l="100000" t="100000"/>
                    </a:path>
                  </a:gradFill>
                  <a:effectLst/>
                  <a:uLnTx/>
                  <a:uFillTx/>
                  <a:latin typeface="Segoe UI Variable Display Semibold" pitchFamily="2" charset="0"/>
                  <a:ea typeface="+mn-ea"/>
                  <a:cs typeface="+mn-cs"/>
                </a:endParaRPr>
              </a:p>
            </p:txBody>
          </p:sp>
          <p:sp>
            <p:nvSpPr>
              <p:cNvPr id="47" name="TextBox 46">
                <a:extLst>
                  <a:ext uri="{FF2B5EF4-FFF2-40B4-BE49-F238E27FC236}">
                    <a16:creationId xmlns:a16="http://schemas.microsoft.com/office/drawing/2014/main" id="{E99957AA-3101-6D56-BC02-B2F75F10B181}"/>
                  </a:ext>
                </a:extLst>
              </p:cNvPr>
              <p:cNvSpPr txBox="1"/>
              <p:nvPr/>
            </p:nvSpPr>
            <p:spPr>
              <a:xfrm>
                <a:off x="10861846" y="2116413"/>
                <a:ext cx="106952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M365/A365</a:t>
                </a:r>
              </a:p>
            </p:txBody>
          </p:sp>
        </p:grpSp>
        <p:pic>
          <p:nvPicPr>
            <p:cNvPr id="48" name="Picture 2" descr="Boost Productivity with Microsoft Copilot - CallTower">
              <a:extLst>
                <a:ext uri="{FF2B5EF4-FFF2-40B4-BE49-F238E27FC236}">
                  <a16:creationId xmlns:a16="http://schemas.microsoft.com/office/drawing/2014/main" id="{9A570DAF-E898-2F62-153A-066A1F7E8E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96158" y="757451"/>
              <a:ext cx="313697" cy="31696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Microsoft Teams Logo, symbol, meaning, history, PNG, brand">
              <a:extLst>
                <a:ext uri="{FF2B5EF4-FFF2-40B4-BE49-F238E27FC236}">
                  <a16:creationId xmlns:a16="http://schemas.microsoft.com/office/drawing/2014/main" id="{3EA53D58-2D0C-AF78-7FB3-F6955DDC12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19849" y="763333"/>
              <a:ext cx="536982" cy="305195"/>
            </a:xfrm>
            <a:prstGeom prst="rect">
              <a:avLst/>
            </a:prstGeom>
            <a:noFill/>
            <a:extLst>
              <a:ext uri="{909E8E84-426E-40DD-AFC4-6F175D3DCCD1}">
                <a14:hiddenFill xmlns:a14="http://schemas.microsoft.com/office/drawing/2010/main">
                  <a:solidFill>
                    <a:srgbClr val="FFFFFF"/>
                  </a:solidFill>
                </a14:hiddenFill>
              </a:ext>
            </a:extLst>
          </p:spPr>
        </p:pic>
        <p:cxnSp>
          <p:nvCxnSpPr>
            <p:cNvPr id="50" name="Straight Arrow Connector 49">
              <a:extLst>
                <a:ext uri="{FF2B5EF4-FFF2-40B4-BE49-F238E27FC236}">
                  <a16:creationId xmlns:a16="http://schemas.microsoft.com/office/drawing/2014/main" id="{BDA48D6D-54B0-C538-49D7-34C4BAA796DF}"/>
                </a:ext>
              </a:extLst>
            </p:cNvPr>
            <p:cNvCxnSpPr>
              <a:cxnSpLocks/>
              <a:stCxn id="26" idx="3"/>
            </p:cNvCxnSpPr>
            <p:nvPr/>
          </p:nvCxnSpPr>
          <p:spPr>
            <a:xfrm>
              <a:off x="9484631" y="1196377"/>
              <a:ext cx="841575" cy="0"/>
            </a:xfrm>
            <a:prstGeom prst="straightConnector1">
              <a:avLst/>
            </a:prstGeom>
            <a:ln w="19050">
              <a:solidFill>
                <a:srgbClr val="8DC8E8"/>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8" name="Text Placeholder 20">
              <a:extLst>
                <a:ext uri="{FF2B5EF4-FFF2-40B4-BE49-F238E27FC236}">
                  <a16:creationId xmlns:a16="http://schemas.microsoft.com/office/drawing/2014/main" id="{D3C2F434-421F-CB4B-7787-DC4C237BCBEE}"/>
                </a:ext>
              </a:extLst>
            </p:cNvPr>
            <p:cNvSpPr txBox="1">
              <a:spLocks/>
            </p:cNvSpPr>
            <p:nvPr/>
          </p:nvSpPr>
          <p:spPr>
            <a:xfrm>
              <a:off x="5163638" y="4503124"/>
              <a:ext cx="1299492" cy="307777"/>
            </a:xfrm>
            <a:prstGeom prst="rect">
              <a:avLst/>
            </a:prstGeom>
          </p:spPr>
          <p:txBody>
            <a:bodyPr wrap="square" lIns="9144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400" b="0" i="0" u="none" strike="noStrike" kern="0" cap="none" spc="0" normalizeH="0" baseline="0" noProof="0">
                  <a:ln>
                    <a:noFill/>
                  </a:ln>
                  <a:solidFill>
                    <a:srgbClr val="0078D4"/>
                  </a:solidFill>
                  <a:effectLst/>
                  <a:uLnTx/>
                  <a:uFillTx/>
                  <a:latin typeface="Segoe UI Semibold"/>
                  <a:ea typeface="+mn-ea"/>
                  <a:cs typeface="Segoe Sans Text Semibold"/>
                </a:rPr>
                <a:t>Models</a:t>
              </a:r>
              <a:endParaRPr kumimoji="0" lang="en-US" sz="1400" b="0" i="0" u="none" strike="noStrike" kern="0" cap="none" spc="0" normalizeH="0" baseline="0" noProof="0">
                <a:ln>
                  <a:noFill/>
                </a:ln>
                <a:solidFill>
                  <a:srgbClr val="0078D4"/>
                </a:solidFill>
                <a:effectLst/>
                <a:uLnTx/>
                <a:uFillTx/>
                <a:latin typeface="Segoe UI Semibold"/>
                <a:ea typeface="+mn-ea"/>
                <a:cs typeface="Segoe Sans Text Semibold" pitchFamily="2" charset="0"/>
              </a:endParaRPr>
            </a:p>
          </p:txBody>
        </p:sp>
        <p:sp>
          <p:nvSpPr>
            <p:cNvPr id="60" name="Text Placeholder 20">
              <a:extLst>
                <a:ext uri="{FF2B5EF4-FFF2-40B4-BE49-F238E27FC236}">
                  <a16:creationId xmlns:a16="http://schemas.microsoft.com/office/drawing/2014/main" id="{7D2D6C28-994C-6151-598B-71809EABF4D9}"/>
                </a:ext>
              </a:extLst>
            </p:cNvPr>
            <p:cNvSpPr txBox="1">
              <a:spLocks/>
            </p:cNvSpPr>
            <p:nvPr/>
          </p:nvSpPr>
          <p:spPr>
            <a:xfrm>
              <a:off x="6800165" y="4503124"/>
              <a:ext cx="1299492" cy="307777"/>
            </a:xfrm>
            <a:prstGeom prst="rect">
              <a:avLst/>
            </a:prstGeom>
          </p:spPr>
          <p:txBody>
            <a:bodyPr wrap="square" lIns="9144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400" b="0" i="0" u="none" strike="noStrike" kern="0" cap="none" spc="0" normalizeH="0" baseline="0" noProof="0">
                  <a:ln>
                    <a:noFill/>
                  </a:ln>
                  <a:solidFill>
                    <a:srgbClr val="0078D4"/>
                  </a:solidFill>
                  <a:effectLst/>
                  <a:uLnTx/>
                  <a:uFillTx/>
                  <a:latin typeface="Segoe UI Semibold"/>
                  <a:ea typeface="+mn-ea"/>
                  <a:cs typeface="Segoe Sans Text Semibold"/>
                </a:rPr>
                <a:t>Memory</a:t>
              </a:r>
              <a:endParaRPr kumimoji="0" lang="en-US" sz="1400" b="0" i="0" u="none" strike="noStrike" kern="0" cap="none" spc="0" normalizeH="0" baseline="0" noProof="0">
                <a:ln>
                  <a:noFill/>
                </a:ln>
                <a:solidFill>
                  <a:srgbClr val="0078D4"/>
                </a:solidFill>
                <a:effectLst/>
                <a:uLnTx/>
                <a:uFillTx/>
                <a:latin typeface="Segoe UI Semibold"/>
                <a:ea typeface="+mn-ea"/>
                <a:cs typeface="Segoe Sans Text Semibold" pitchFamily="2" charset="0"/>
              </a:endParaRPr>
            </a:p>
          </p:txBody>
        </p:sp>
        <p:sp>
          <p:nvSpPr>
            <p:cNvPr id="64" name="Text Placeholder 20">
              <a:extLst>
                <a:ext uri="{FF2B5EF4-FFF2-40B4-BE49-F238E27FC236}">
                  <a16:creationId xmlns:a16="http://schemas.microsoft.com/office/drawing/2014/main" id="{A2162485-3C1B-096D-B095-897F33861E93}"/>
                </a:ext>
              </a:extLst>
            </p:cNvPr>
            <p:cNvSpPr txBox="1">
              <a:spLocks/>
            </p:cNvSpPr>
            <p:nvPr/>
          </p:nvSpPr>
          <p:spPr>
            <a:xfrm>
              <a:off x="8434418" y="4498570"/>
              <a:ext cx="1299492" cy="307777"/>
            </a:xfrm>
            <a:prstGeom prst="rect">
              <a:avLst/>
            </a:prstGeom>
          </p:spPr>
          <p:txBody>
            <a:bodyPr wrap="square" lIns="9144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400" b="0" i="0" u="none" strike="noStrike" kern="0" cap="none" spc="0" normalizeH="0" baseline="0" noProof="0">
                  <a:ln>
                    <a:noFill/>
                  </a:ln>
                  <a:solidFill>
                    <a:srgbClr val="0078D4"/>
                  </a:solidFill>
                  <a:effectLst/>
                  <a:uLnTx/>
                  <a:uFillTx/>
                  <a:latin typeface="Segoe UI Semibold"/>
                  <a:ea typeface="+mn-ea"/>
                  <a:cs typeface="Segoe Sans Text Semibold"/>
                </a:rPr>
                <a:t>Tools</a:t>
              </a:r>
              <a:endParaRPr kumimoji="0" lang="en-US" sz="1400" b="0" i="0" u="none" strike="noStrike" kern="0" cap="none" spc="0" normalizeH="0" baseline="0" noProof="0">
                <a:ln>
                  <a:noFill/>
                </a:ln>
                <a:solidFill>
                  <a:srgbClr val="0078D4"/>
                </a:solidFill>
                <a:effectLst/>
                <a:uLnTx/>
                <a:uFillTx/>
                <a:latin typeface="Segoe UI Semibold"/>
                <a:ea typeface="+mn-ea"/>
                <a:cs typeface="Segoe Sans Text Semibold" pitchFamily="2" charset="0"/>
              </a:endParaRPr>
            </a:p>
          </p:txBody>
        </p:sp>
        <p:sp>
          <p:nvSpPr>
            <p:cNvPr id="74" name="Rectangle 73">
              <a:extLst>
                <a:ext uri="{FF2B5EF4-FFF2-40B4-BE49-F238E27FC236}">
                  <a16:creationId xmlns:a16="http://schemas.microsoft.com/office/drawing/2014/main" id="{034E89F3-17B1-1EF4-3D60-8B4AB9DE1BE4}"/>
                </a:ext>
              </a:extLst>
            </p:cNvPr>
            <p:cNvSpPr/>
            <p:nvPr/>
          </p:nvSpPr>
          <p:spPr>
            <a:xfrm>
              <a:off x="5274840" y="5411245"/>
              <a:ext cx="1663000" cy="3798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Segoe Sans Display" pitchFamily="2" charset="0"/>
                <a:ea typeface="+mn-ea"/>
                <a:cs typeface="Segoe Sans Display" pitchFamily="2" charset="0"/>
              </a:endParaRPr>
            </a:p>
          </p:txBody>
        </p:sp>
        <p:grpSp>
          <p:nvGrpSpPr>
            <p:cNvPr id="76" name="Group 75">
              <a:extLst>
                <a:ext uri="{FF2B5EF4-FFF2-40B4-BE49-F238E27FC236}">
                  <a16:creationId xmlns:a16="http://schemas.microsoft.com/office/drawing/2014/main" id="{223254B7-2912-8580-C35E-29C85441A7B1}"/>
                </a:ext>
              </a:extLst>
            </p:cNvPr>
            <p:cNvGrpSpPr/>
            <p:nvPr/>
          </p:nvGrpSpPr>
          <p:grpSpPr>
            <a:xfrm>
              <a:off x="5058299" y="4952522"/>
              <a:ext cx="2112492" cy="655171"/>
              <a:chOff x="9505364" y="1114655"/>
              <a:chExt cx="2112492" cy="655171"/>
            </a:xfrm>
          </p:grpSpPr>
          <p:grpSp>
            <p:nvGrpSpPr>
              <p:cNvPr id="78" name="Group 77">
                <a:extLst>
                  <a:ext uri="{FF2B5EF4-FFF2-40B4-BE49-F238E27FC236}">
                    <a16:creationId xmlns:a16="http://schemas.microsoft.com/office/drawing/2014/main" id="{85107196-5FB7-EA9A-8827-4C722789B15D}"/>
                  </a:ext>
                </a:extLst>
              </p:cNvPr>
              <p:cNvGrpSpPr/>
              <p:nvPr/>
            </p:nvGrpSpPr>
            <p:grpSpPr>
              <a:xfrm>
                <a:off x="9505364" y="1114655"/>
                <a:ext cx="997001" cy="245175"/>
                <a:chOff x="9223921" y="1191993"/>
                <a:chExt cx="997001" cy="245175"/>
              </a:xfrm>
            </p:grpSpPr>
            <p:pic>
              <p:nvPicPr>
                <p:cNvPr id="104" name="Picture 103" descr="A blue square with a black star&#10;&#10;">
                  <a:extLst>
                    <a:ext uri="{FF2B5EF4-FFF2-40B4-BE49-F238E27FC236}">
                      <a16:creationId xmlns:a16="http://schemas.microsoft.com/office/drawing/2014/main" id="{8F9D7249-9D37-5652-8210-B93437C40787}"/>
                    </a:ext>
                  </a:extLst>
                </p:cNvPr>
                <p:cNvPicPr>
                  <a:picLocks noChangeAspect="1"/>
                </p:cNvPicPr>
                <p:nvPr/>
              </p:nvPicPr>
              <p:blipFill>
                <a:blip r:embed="rId8"/>
                <a:stretch>
                  <a:fillRect/>
                </a:stretch>
              </p:blipFill>
              <p:spPr>
                <a:xfrm>
                  <a:off x="9223921" y="1191993"/>
                  <a:ext cx="217526" cy="241133"/>
                </a:xfrm>
                <a:prstGeom prst="rect">
                  <a:avLst/>
                </a:prstGeom>
              </p:spPr>
            </p:pic>
            <p:sp>
              <p:nvSpPr>
                <p:cNvPr id="106" name="TextBox 105">
                  <a:extLst>
                    <a:ext uri="{FF2B5EF4-FFF2-40B4-BE49-F238E27FC236}">
                      <a16:creationId xmlns:a16="http://schemas.microsoft.com/office/drawing/2014/main" id="{D96B7416-3184-0373-E242-D92E6A152AD6}"/>
                    </a:ext>
                  </a:extLst>
                </p:cNvPr>
                <p:cNvSpPr txBox="1"/>
                <p:nvPr/>
              </p:nvSpPr>
              <p:spPr>
                <a:xfrm>
                  <a:off x="9348512" y="1221724"/>
                  <a:ext cx="87241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OpenAI</a:t>
                  </a:r>
                </a:p>
              </p:txBody>
            </p:sp>
          </p:grpSp>
          <p:grpSp>
            <p:nvGrpSpPr>
              <p:cNvPr id="80" name="Group 79">
                <a:extLst>
                  <a:ext uri="{FF2B5EF4-FFF2-40B4-BE49-F238E27FC236}">
                    <a16:creationId xmlns:a16="http://schemas.microsoft.com/office/drawing/2014/main" id="{32AEA900-56EE-EBCB-B9B5-EAB16ABF62E5}"/>
                  </a:ext>
                </a:extLst>
              </p:cNvPr>
              <p:cNvGrpSpPr/>
              <p:nvPr/>
            </p:nvGrpSpPr>
            <p:grpSpPr>
              <a:xfrm>
                <a:off x="10050643" y="1131770"/>
                <a:ext cx="707686" cy="238921"/>
                <a:chOff x="9882940" y="1209108"/>
                <a:chExt cx="707686" cy="238921"/>
              </a:xfrm>
            </p:grpSpPr>
            <p:pic>
              <p:nvPicPr>
                <p:cNvPr id="94" name="Picture 93">
                  <a:extLst>
                    <a:ext uri="{FF2B5EF4-FFF2-40B4-BE49-F238E27FC236}">
                      <a16:creationId xmlns:a16="http://schemas.microsoft.com/office/drawing/2014/main" id="{788BCF71-8049-60FD-2DEB-6C5C714D66A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82940" y="1209108"/>
                  <a:ext cx="287375" cy="238921"/>
                </a:xfrm>
                <a:prstGeom prst="rect">
                  <a:avLst/>
                </a:prstGeom>
              </p:spPr>
            </p:pic>
            <p:sp>
              <p:nvSpPr>
                <p:cNvPr id="96" name="TextBox 95">
                  <a:extLst>
                    <a:ext uri="{FF2B5EF4-FFF2-40B4-BE49-F238E27FC236}">
                      <a16:creationId xmlns:a16="http://schemas.microsoft.com/office/drawing/2014/main" id="{485B0F69-16E9-61DB-9FD2-3197BC6F3670}"/>
                    </a:ext>
                  </a:extLst>
                </p:cNvPr>
                <p:cNvSpPr txBox="1"/>
                <p:nvPr/>
              </p:nvSpPr>
              <p:spPr>
                <a:xfrm>
                  <a:off x="10098043" y="1217060"/>
                  <a:ext cx="492583"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Llama</a:t>
                  </a:r>
                </a:p>
              </p:txBody>
            </p:sp>
          </p:grpSp>
          <p:grpSp>
            <p:nvGrpSpPr>
              <p:cNvPr id="82" name="Group 81">
                <a:extLst>
                  <a:ext uri="{FF2B5EF4-FFF2-40B4-BE49-F238E27FC236}">
                    <a16:creationId xmlns:a16="http://schemas.microsoft.com/office/drawing/2014/main" id="{62BDB390-DDF6-E542-CAE7-B1582C176109}"/>
                  </a:ext>
                </a:extLst>
              </p:cNvPr>
              <p:cNvGrpSpPr/>
              <p:nvPr/>
            </p:nvGrpSpPr>
            <p:grpSpPr>
              <a:xfrm>
                <a:off x="10267246" y="1501485"/>
                <a:ext cx="798864" cy="268341"/>
                <a:chOff x="10104083" y="1578823"/>
                <a:chExt cx="798864" cy="268341"/>
              </a:xfrm>
            </p:grpSpPr>
            <p:pic>
              <p:nvPicPr>
                <p:cNvPr id="90" name="Picture 89">
                  <a:extLst>
                    <a:ext uri="{FF2B5EF4-FFF2-40B4-BE49-F238E27FC236}">
                      <a16:creationId xmlns:a16="http://schemas.microsoft.com/office/drawing/2014/main" id="{687C32F9-0807-D6B4-6998-84B4D03C02B7}"/>
                    </a:ext>
                  </a:extLst>
                </p:cNvPr>
                <p:cNvPicPr>
                  <a:picLocks noChangeAspect="1"/>
                </p:cNvPicPr>
                <p:nvPr/>
              </p:nvPicPr>
              <p:blipFill>
                <a:blip r:embed="rId10"/>
                <a:stretch>
                  <a:fillRect/>
                </a:stretch>
              </p:blipFill>
              <p:spPr>
                <a:xfrm>
                  <a:off x="10104083" y="1578823"/>
                  <a:ext cx="242070" cy="268341"/>
                </a:xfrm>
                <a:prstGeom prst="rect">
                  <a:avLst/>
                </a:prstGeom>
              </p:spPr>
            </p:pic>
            <p:sp>
              <p:nvSpPr>
                <p:cNvPr id="92" name="TextBox 91">
                  <a:extLst>
                    <a:ext uri="{FF2B5EF4-FFF2-40B4-BE49-F238E27FC236}">
                      <a16:creationId xmlns:a16="http://schemas.microsoft.com/office/drawing/2014/main" id="{E50C10BB-AF04-BDD0-072A-03905C650EEA}"/>
                    </a:ext>
                  </a:extLst>
                </p:cNvPr>
                <p:cNvSpPr txBox="1"/>
                <p:nvPr/>
              </p:nvSpPr>
              <p:spPr>
                <a:xfrm>
                  <a:off x="10331296" y="1589222"/>
                  <a:ext cx="571651"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Mistral</a:t>
                  </a:r>
                </a:p>
              </p:txBody>
            </p:sp>
          </p:grpSp>
          <p:grpSp>
            <p:nvGrpSpPr>
              <p:cNvPr id="84" name="Group 83">
                <a:extLst>
                  <a:ext uri="{FF2B5EF4-FFF2-40B4-BE49-F238E27FC236}">
                    <a16:creationId xmlns:a16="http://schemas.microsoft.com/office/drawing/2014/main" id="{55FB8CC6-C9DB-1019-7552-6BFB25541841}"/>
                  </a:ext>
                </a:extLst>
              </p:cNvPr>
              <p:cNvGrpSpPr/>
              <p:nvPr/>
            </p:nvGrpSpPr>
            <p:grpSpPr>
              <a:xfrm>
                <a:off x="10619962" y="1130753"/>
                <a:ext cx="997894" cy="220020"/>
                <a:chOff x="10338519" y="1208091"/>
                <a:chExt cx="997894" cy="220020"/>
              </a:xfrm>
            </p:grpSpPr>
            <p:pic>
              <p:nvPicPr>
                <p:cNvPr id="86" name="Picture 2" descr="Grok (xAI) Logo Free Download SVG, P... · LobeHub">
                  <a:extLst>
                    <a:ext uri="{FF2B5EF4-FFF2-40B4-BE49-F238E27FC236}">
                      <a16:creationId xmlns:a16="http://schemas.microsoft.com/office/drawing/2014/main" id="{8CC64B3A-4277-FBA1-1F18-02D83A06E7E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38519" y="1216178"/>
                  <a:ext cx="191185" cy="211933"/>
                </a:xfrm>
                <a:prstGeom prst="rect">
                  <a:avLst/>
                </a:prstGeom>
                <a:noFill/>
                <a:extLst>
                  <a:ext uri="{909E8E84-426E-40DD-AFC4-6F175D3DCCD1}">
                    <a14:hiddenFill xmlns:a14="http://schemas.microsoft.com/office/drawing/2010/main">
                      <a:solidFill>
                        <a:srgbClr val="FFFFFF"/>
                      </a:solidFill>
                    </a14:hiddenFill>
                  </a:ext>
                </a:extLst>
              </p:spPr>
            </p:pic>
            <p:sp>
              <p:nvSpPr>
                <p:cNvPr id="88" name="TextBox 87">
                  <a:extLst>
                    <a:ext uri="{FF2B5EF4-FFF2-40B4-BE49-F238E27FC236}">
                      <a16:creationId xmlns:a16="http://schemas.microsoft.com/office/drawing/2014/main" id="{342DCA0C-683C-5D4E-025F-BE21BA5BAA85}"/>
                    </a:ext>
                  </a:extLst>
                </p:cNvPr>
                <p:cNvSpPr txBox="1"/>
                <p:nvPr/>
              </p:nvSpPr>
              <p:spPr>
                <a:xfrm>
                  <a:off x="10464003" y="1208091"/>
                  <a:ext cx="87241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Grok</a:t>
                  </a:r>
                </a:p>
              </p:txBody>
            </p:sp>
          </p:grpSp>
        </p:grpSp>
        <p:pic>
          <p:nvPicPr>
            <p:cNvPr id="108" name="Picture 2" descr="Jobs at Black Forest Labs">
              <a:extLst>
                <a:ext uri="{FF2B5EF4-FFF2-40B4-BE49-F238E27FC236}">
                  <a16:creationId xmlns:a16="http://schemas.microsoft.com/office/drawing/2014/main" id="{2BF85279-36DE-BD76-A952-E1E73CA0996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15665" y="5345480"/>
              <a:ext cx="283743" cy="249951"/>
            </a:xfrm>
            <a:prstGeom prst="rect">
              <a:avLst/>
            </a:prstGeom>
            <a:noFill/>
            <a:extLst>
              <a:ext uri="{909E8E84-426E-40DD-AFC4-6F175D3DCCD1}">
                <a14:hiddenFill xmlns:a14="http://schemas.microsoft.com/office/drawing/2010/main">
                  <a:solidFill>
                    <a:srgbClr val="FFFFFF"/>
                  </a:solidFill>
                </a14:hiddenFill>
              </a:ext>
            </a:extLst>
          </p:spPr>
        </p:pic>
        <p:sp>
          <p:nvSpPr>
            <p:cNvPr id="110" name="TextBox 109">
              <a:extLst>
                <a:ext uri="{FF2B5EF4-FFF2-40B4-BE49-F238E27FC236}">
                  <a16:creationId xmlns:a16="http://schemas.microsoft.com/office/drawing/2014/main" id="{3FC7838F-69B5-E7AF-FE2B-D6EB93522F52}"/>
                </a:ext>
              </a:extLst>
            </p:cNvPr>
            <p:cNvSpPr txBox="1"/>
            <p:nvPr/>
          </p:nvSpPr>
          <p:spPr>
            <a:xfrm>
              <a:off x="5373589" y="5357270"/>
              <a:ext cx="571651"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Flux</a:t>
              </a:r>
            </a:p>
          </p:txBody>
        </p:sp>
        <p:pic>
          <p:nvPicPr>
            <p:cNvPr id="111" name="Graphic 89">
              <a:extLst>
                <a:ext uri="{FF2B5EF4-FFF2-40B4-BE49-F238E27FC236}">
                  <a16:creationId xmlns:a16="http://schemas.microsoft.com/office/drawing/2014/main" id="{7BF0D090-B145-1289-0AAD-4D80E68B0A62}"/>
                </a:ext>
              </a:extLst>
            </p:cNvPr>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8389176" y="4916533"/>
              <a:ext cx="299094" cy="299094"/>
            </a:xfrm>
            <a:prstGeom prst="rect">
              <a:avLst/>
            </a:prstGeom>
          </p:spPr>
        </p:pic>
        <p:pic>
          <p:nvPicPr>
            <p:cNvPr id="112" name="Picture 4" descr="A green and grey circular logo">
              <a:extLst>
                <a:ext uri="{FF2B5EF4-FFF2-40B4-BE49-F238E27FC236}">
                  <a16:creationId xmlns:a16="http://schemas.microsoft.com/office/drawing/2014/main" id="{E4255BD6-E9C1-E277-63AE-2B564649B5EB}"/>
                </a:ext>
                <a:ext uri="{C183D7F6-B498-43B3-948B-1728B52AA6E4}">
                  <adec:decorative xmlns:adec="http://schemas.microsoft.com/office/drawing/2017/decorative" val="0"/>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85088" y="4888936"/>
              <a:ext cx="295128" cy="295128"/>
            </a:xfrm>
            <a:prstGeom prst="rect">
              <a:avLst/>
            </a:prstGeom>
            <a:noFill/>
            <a:extLst>
              <a:ext uri="{909E8E84-426E-40DD-AFC4-6F175D3DCCD1}">
                <a14:hiddenFill xmlns:a14="http://schemas.microsoft.com/office/drawing/2010/main">
                  <a:solidFill>
                    <a:srgbClr val="FFFFFF"/>
                  </a:solidFill>
                </a14:hiddenFill>
              </a:ext>
            </a:extLst>
          </p:spPr>
        </p:pic>
        <p:sp>
          <p:nvSpPr>
            <p:cNvPr id="113" name="TextBox 112">
              <a:extLst>
                <a:ext uri="{FF2B5EF4-FFF2-40B4-BE49-F238E27FC236}">
                  <a16:creationId xmlns:a16="http://schemas.microsoft.com/office/drawing/2014/main" id="{6C33EA01-ED56-4BA6-319E-0537C54D26DD}"/>
                </a:ext>
              </a:extLst>
            </p:cNvPr>
            <p:cNvSpPr txBox="1"/>
            <p:nvPr/>
          </p:nvSpPr>
          <p:spPr>
            <a:xfrm>
              <a:off x="8634129" y="4967770"/>
              <a:ext cx="404278"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MCP</a:t>
              </a:r>
            </a:p>
          </p:txBody>
        </p:sp>
        <p:sp>
          <p:nvSpPr>
            <p:cNvPr id="115" name="TextBox 114">
              <a:extLst>
                <a:ext uri="{FF2B5EF4-FFF2-40B4-BE49-F238E27FC236}">
                  <a16:creationId xmlns:a16="http://schemas.microsoft.com/office/drawing/2014/main" id="{DBCDBF9E-EDCD-9737-630D-9E087227D153}"/>
                </a:ext>
              </a:extLst>
            </p:cNvPr>
            <p:cNvSpPr txBox="1"/>
            <p:nvPr/>
          </p:nvSpPr>
          <p:spPr>
            <a:xfrm>
              <a:off x="9325339" y="4959686"/>
              <a:ext cx="580608" cy="21544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OpenAPI</a:t>
              </a:r>
              <a:endPar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endParaRPr>
            </a:p>
          </p:txBody>
        </p:sp>
        <p:sp>
          <p:nvSpPr>
            <p:cNvPr id="116" name="TextBox 115">
              <a:extLst>
                <a:ext uri="{FF2B5EF4-FFF2-40B4-BE49-F238E27FC236}">
                  <a16:creationId xmlns:a16="http://schemas.microsoft.com/office/drawing/2014/main" id="{76BF0265-C208-72C6-6807-C88B5D8E01E0}"/>
                </a:ext>
              </a:extLst>
            </p:cNvPr>
            <p:cNvSpPr txBox="1"/>
            <p:nvPr/>
          </p:nvSpPr>
          <p:spPr>
            <a:xfrm>
              <a:off x="6753975" y="4919820"/>
              <a:ext cx="14144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Managed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Managed Conversations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BYO-Mem</a:t>
              </a:r>
              <a:r>
                <a:rPr kumimoji="0" lang="en-US" sz="800" b="0" i="0" u="none" strike="noStrike" kern="1200" cap="none" spc="0" normalizeH="0" baseline="0" noProof="0" err="1">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ory</a:t>
              </a:r>
              <a:r>
                <a:rPr kumimoji="0" lang="en-US" sz="800" b="0" i="0" u="none" strike="noStrike" kern="1200" cap="none" spc="0" normalizeH="0" baseline="0" noProof="0">
                  <a:ln>
                    <a:noFill/>
                  </a:ln>
                  <a:gradFill>
                    <a:gsLst>
                      <a:gs pos="99000">
                        <a:srgbClr val="73262F"/>
                      </a:gs>
                      <a:gs pos="0">
                        <a:srgbClr val="2A446F"/>
                      </a:gs>
                    </a:gsLst>
                    <a:lin ang="2700000" scaled="1"/>
                  </a:gradFill>
                  <a:effectLst/>
                  <a:uLnTx/>
                  <a:uFillTx/>
                  <a:latin typeface="Segoe Sans Display" pitchFamily="2" charset="0"/>
                  <a:ea typeface="+mn-ea"/>
                  <a:cs typeface="Segoe Sans Display" pitchFamily="2" charset="0"/>
                </a:rPr>
                <a:t> Store</a:t>
              </a:r>
            </a:p>
          </p:txBody>
        </p:sp>
        <p:pic>
          <p:nvPicPr>
            <p:cNvPr id="117" name="Picture 6" descr="Logic App Service | Microsoft Azure">
              <a:extLst>
                <a:ext uri="{FF2B5EF4-FFF2-40B4-BE49-F238E27FC236}">
                  <a16:creationId xmlns:a16="http://schemas.microsoft.com/office/drawing/2014/main" id="{6DDF7174-B3B7-F34E-1967-F92884C62F5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76350" y="5328859"/>
              <a:ext cx="256024" cy="134412"/>
            </a:xfrm>
            <a:prstGeom prst="rect">
              <a:avLst/>
            </a:prstGeom>
            <a:noFill/>
            <a:extLst>
              <a:ext uri="{909E8E84-426E-40DD-AFC4-6F175D3DCCD1}">
                <a14:hiddenFill xmlns:a14="http://schemas.microsoft.com/office/drawing/2010/main">
                  <a:solidFill>
                    <a:srgbClr val="FFFFFF"/>
                  </a:solidFill>
                </a14:hiddenFill>
              </a:ext>
            </a:extLst>
          </p:spPr>
        </p:pic>
        <p:sp>
          <p:nvSpPr>
            <p:cNvPr id="118" name="TextBox 117">
              <a:extLst>
                <a:ext uri="{FF2B5EF4-FFF2-40B4-BE49-F238E27FC236}">
                  <a16:creationId xmlns:a16="http://schemas.microsoft.com/office/drawing/2014/main" id="{0456E8CC-3AF1-E16C-2258-95A0A488A257}"/>
                </a:ext>
              </a:extLst>
            </p:cNvPr>
            <p:cNvSpPr txBox="1"/>
            <p:nvPr/>
          </p:nvSpPr>
          <p:spPr>
            <a:xfrm>
              <a:off x="8520065" y="5298784"/>
              <a:ext cx="11821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F4152"/>
                  </a:solidFill>
                  <a:effectLst/>
                  <a:uLnTx/>
                  <a:uFillTx/>
                  <a:latin typeface="Segoe Pro Display" panose="020B0502040504020203" pitchFamily="34" charset="0"/>
                  <a:ea typeface="+mn-ea"/>
                  <a:cs typeface="+mn-cs"/>
                </a:rPr>
                <a:t>Logic Apps</a:t>
              </a:r>
            </a:p>
          </p:txBody>
        </p:sp>
        <p:pic>
          <p:nvPicPr>
            <p:cNvPr id="119" name="Picture 2" descr="Azure Functions logo">
              <a:extLst>
                <a:ext uri="{FF2B5EF4-FFF2-40B4-BE49-F238E27FC236}">
                  <a16:creationId xmlns:a16="http://schemas.microsoft.com/office/drawing/2014/main" id="{8A5751AA-6985-EB2E-B36A-9744F994AAE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82304" y="5286060"/>
              <a:ext cx="246223" cy="246222"/>
            </a:xfrm>
            <a:prstGeom prst="rect">
              <a:avLst/>
            </a:prstGeom>
            <a:noFill/>
            <a:extLst>
              <a:ext uri="{909E8E84-426E-40DD-AFC4-6F175D3DCCD1}">
                <a14:hiddenFill xmlns:a14="http://schemas.microsoft.com/office/drawing/2010/main">
                  <a:solidFill>
                    <a:srgbClr val="FFFFFF"/>
                  </a:solidFill>
                </a14:hiddenFill>
              </a:ext>
            </a:extLst>
          </p:spPr>
        </p:pic>
        <p:sp>
          <p:nvSpPr>
            <p:cNvPr id="120" name="TextBox 119">
              <a:extLst>
                <a:ext uri="{FF2B5EF4-FFF2-40B4-BE49-F238E27FC236}">
                  <a16:creationId xmlns:a16="http://schemas.microsoft.com/office/drawing/2014/main" id="{4C9D3B7A-FF84-5FCA-7517-461305EA73BE}"/>
                </a:ext>
              </a:extLst>
            </p:cNvPr>
            <p:cNvSpPr txBox="1"/>
            <p:nvPr/>
          </p:nvSpPr>
          <p:spPr>
            <a:xfrm>
              <a:off x="9311222" y="5298784"/>
              <a:ext cx="11821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F4152"/>
                  </a:solidFill>
                  <a:effectLst/>
                  <a:uLnTx/>
                  <a:uFillTx/>
                  <a:latin typeface="Segoe Pro Display" panose="020B0502040504020203" pitchFamily="34" charset="0"/>
                  <a:ea typeface="+mn-ea"/>
                  <a:cs typeface="+mn-cs"/>
                </a:rPr>
                <a:t>Functions</a:t>
              </a:r>
            </a:p>
          </p:txBody>
        </p:sp>
        <p:grpSp>
          <p:nvGrpSpPr>
            <p:cNvPr id="121" name="Group 120">
              <a:extLst>
                <a:ext uri="{FF2B5EF4-FFF2-40B4-BE49-F238E27FC236}">
                  <a16:creationId xmlns:a16="http://schemas.microsoft.com/office/drawing/2014/main" id="{19A60B69-9BB7-B10A-A988-74E2FB294E17}"/>
                </a:ext>
                <a:ext uri="{C183D7F6-B498-43B3-948B-1728B52AA6E4}">
                  <adec:decorative xmlns:adec="http://schemas.microsoft.com/office/drawing/2017/decorative" val="1"/>
                </a:ext>
              </a:extLst>
            </p:cNvPr>
            <p:cNvGrpSpPr/>
            <p:nvPr/>
          </p:nvGrpSpPr>
          <p:grpSpPr>
            <a:xfrm>
              <a:off x="8526601" y="5563099"/>
              <a:ext cx="1154382" cy="237525"/>
              <a:chOff x="8600202" y="3720881"/>
              <a:chExt cx="2719435" cy="625176"/>
            </a:xfrm>
          </p:grpSpPr>
          <p:pic>
            <p:nvPicPr>
              <p:cNvPr id="122" name="Picture 2" descr="Microsoft Fabric logo">
                <a:extLst>
                  <a:ext uri="{FF2B5EF4-FFF2-40B4-BE49-F238E27FC236}">
                    <a16:creationId xmlns:a16="http://schemas.microsoft.com/office/drawing/2014/main" id="{46BB44F9-F358-A9A5-283A-0212CAE5FD86}"/>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600202" y="3801682"/>
                <a:ext cx="437624" cy="437624"/>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6" descr="SharePoint logo">
                <a:extLst>
                  <a:ext uri="{FF2B5EF4-FFF2-40B4-BE49-F238E27FC236}">
                    <a16:creationId xmlns:a16="http://schemas.microsoft.com/office/drawing/2014/main" id="{63B89C61-ABAE-C469-7854-9E1EC745612C}"/>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982639" y="3720881"/>
                <a:ext cx="937762" cy="625176"/>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4" descr="Bing Search logo">
                <a:extLst>
                  <a:ext uri="{FF2B5EF4-FFF2-40B4-BE49-F238E27FC236}">
                    <a16:creationId xmlns:a16="http://schemas.microsoft.com/office/drawing/2014/main" id="{D44C8F90-F717-740A-7693-4F0996DA6971}"/>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0020031" y="3820928"/>
                <a:ext cx="271659" cy="410339"/>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4" descr="Azure AI Search logo">
                <a:extLst>
                  <a:ext uri="{FF2B5EF4-FFF2-40B4-BE49-F238E27FC236}">
                    <a16:creationId xmlns:a16="http://schemas.microsoft.com/office/drawing/2014/main" id="{01A3B761-1C96-5C90-B650-6AEB214BD5F7}"/>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0379112" y="3788881"/>
                <a:ext cx="940525" cy="493776"/>
              </a:xfrm>
              <a:prstGeom prst="rect">
                <a:avLst/>
              </a:prstGeom>
              <a:noFill/>
              <a:extLst>
                <a:ext uri="{909E8E84-426E-40DD-AFC4-6F175D3DCCD1}">
                  <a14:hiddenFill xmlns:a14="http://schemas.microsoft.com/office/drawing/2010/main">
                    <a:solidFill>
                      <a:srgbClr val="FFFFFF"/>
                    </a:solidFill>
                  </a14:hiddenFill>
                </a:ext>
              </a:extLst>
            </p:spPr>
          </p:pic>
        </p:grpSp>
        <p:sp>
          <p:nvSpPr>
            <p:cNvPr id="127" name="Text Placeholder 20">
              <a:extLst>
                <a:ext uri="{FF2B5EF4-FFF2-40B4-BE49-F238E27FC236}">
                  <a16:creationId xmlns:a16="http://schemas.microsoft.com/office/drawing/2014/main" id="{C4C4CA1B-5322-8D5A-B958-D8DDEF30E6EF}"/>
                </a:ext>
              </a:extLst>
            </p:cNvPr>
            <p:cNvSpPr txBox="1">
              <a:spLocks/>
            </p:cNvSpPr>
            <p:nvPr/>
          </p:nvSpPr>
          <p:spPr>
            <a:xfrm>
              <a:off x="5105641" y="3324529"/>
              <a:ext cx="2216060" cy="538609"/>
            </a:xfrm>
            <a:prstGeom prst="rect">
              <a:avLst/>
            </a:prstGeom>
          </p:spPr>
          <p:txBody>
            <a:bodyPr wrap="square" lIns="9144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400" b="0" i="0" u="none" strike="noStrike" kern="0" cap="none" spc="0" normalizeH="0" baseline="0" noProof="0">
                  <a:ln>
                    <a:noFill/>
                  </a:ln>
                  <a:solidFill>
                    <a:srgbClr val="0078D4"/>
                  </a:solidFill>
                  <a:effectLst/>
                  <a:uLnTx/>
                  <a:uFillTx/>
                  <a:latin typeface="Segoe UI Semibold"/>
                  <a:ea typeface="+mn-ea"/>
                  <a:cs typeface="Segoe Sans Text Semibold"/>
                </a:rPr>
                <a:t>Declarative Agents</a:t>
              </a:r>
            </a:p>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000" b="0" i="0" u="none" strike="noStrike" kern="0" cap="none" spc="0" normalizeH="0" baseline="0" noProof="0">
                  <a:ln>
                    <a:noFill/>
                  </a:ln>
                  <a:solidFill>
                    <a:srgbClr val="0078D4"/>
                  </a:solidFill>
                  <a:effectLst/>
                  <a:uLnTx/>
                  <a:uFillTx/>
                  <a:latin typeface="Segoe UI Semibold"/>
                  <a:ea typeface="+mn-ea"/>
                  <a:cs typeface="Segoe Sans Text Semibold"/>
                </a:rPr>
                <a:t>(Single prompt agents)</a:t>
              </a:r>
              <a:endParaRPr kumimoji="0" lang="en-US" sz="1000" b="0" i="0" u="none" strike="noStrike" kern="0" cap="none" spc="0" normalizeH="0" baseline="0" noProof="0">
                <a:ln>
                  <a:noFill/>
                </a:ln>
                <a:solidFill>
                  <a:srgbClr val="0078D4"/>
                </a:solidFill>
                <a:effectLst/>
                <a:uLnTx/>
                <a:uFillTx/>
                <a:latin typeface="Segoe UI Semibold"/>
                <a:ea typeface="+mn-ea"/>
                <a:cs typeface="Segoe Sans Text Semibold" pitchFamily="2" charset="0"/>
              </a:endParaRPr>
            </a:p>
          </p:txBody>
        </p:sp>
        <p:sp>
          <p:nvSpPr>
            <p:cNvPr id="128" name="Text Placeholder 20">
              <a:extLst>
                <a:ext uri="{FF2B5EF4-FFF2-40B4-BE49-F238E27FC236}">
                  <a16:creationId xmlns:a16="http://schemas.microsoft.com/office/drawing/2014/main" id="{7810E961-BE1B-36BF-468B-A59A3F4B7B83}"/>
                </a:ext>
              </a:extLst>
            </p:cNvPr>
            <p:cNvSpPr txBox="1">
              <a:spLocks/>
            </p:cNvSpPr>
            <p:nvPr/>
          </p:nvSpPr>
          <p:spPr>
            <a:xfrm>
              <a:off x="7604339" y="3319978"/>
              <a:ext cx="2216060" cy="538609"/>
            </a:xfrm>
            <a:prstGeom prst="rect">
              <a:avLst/>
            </a:prstGeom>
          </p:spPr>
          <p:txBody>
            <a:bodyPr wrap="square" lIns="9144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400" b="0" i="0" u="none" strike="noStrike" kern="0" cap="none" spc="0" normalizeH="0" baseline="0" noProof="0">
                  <a:ln>
                    <a:noFill/>
                  </a:ln>
                  <a:solidFill>
                    <a:srgbClr val="0078D4"/>
                  </a:solidFill>
                  <a:effectLst/>
                  <a:uLnTx/>
                  <a:uFillTx/>
                  <a:latin typeface="Segoe UI Semibold"/>
                  <a:ea typeface="+mn-ea"/>
                  <a:cs typeface="Segoe Sans Text Semibold"/>
                </a:rPr>
                <a:t>Hosted Agents</a:t>
              </a:r>
            </a:p>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000" b="0" i="0" u="none" strike="noStrike" kern="0" cap="none" spc="0" normalizeH="0" baseline="0" noProof="0">
                  <a:ln>
                    <a:noFill/>
                  </a:ln>
                  <a:solidFill>
                    <a:srgbClr val="0078D4"/>
                  </a:solidFill>
                  <a:effectLst/>
                  <a:uLnTx/>
                  <a:uFillTx/>
                  <a:latin typeface="Segoe UI Semibold"/>
                  <a:ea typeface="+mn-ea"/>
                  <a:cs typeface="Segoe Sans Text Semibold"/>
                </a:rPr>
                <a:t>(Multi-agent hosting)</a:t>
              </a:r>
              <a:endParaRPr kumimoji="0" lang="en-US" sz="1000" b="0" i="0" u="none" strike="noStrike" kern="0" cap="none" spc="0" normalizeH="0" baseline="0" noProof="0">
                <a:ln>
                  <a:noFill/>
                </a:ln>
                <a:solidFill>
                  <a:srgbClr val="0078D4"/>
                </a:solidFill>
                <a:effectLst/>
                <a:uLnTx/>
                <a:uFillTx/>
                <a:latin typeface="Segoe UI Semibold"/>
                <a:ea typeface="+mn-ea"/>
                <a:cs typeface="Segoe Sans Text Semibold" pitchFamily="2" charset="0"/>
              </a:endParaRPr>
            </a:p>
          </p:txBody>
        </p:sp>
        <p:sp>
          <p:nvSpPr>
            <p:cNvPr id="129" name="Text Placeholder 20">
              <a:extLst>
                <a:ext uri="{FF2B5EF4-FFF2-40B4-BE49-F238E27FC236}">
                  <a16:creationId xmlns:a16="http://schemas.microsoft.com/office/drawing/2014/main" id="{50621BDD-ACCA-5966-39D5-1BB5430CF4F2}"/>
                </a:ext>
              </a:extLst>
            </p:cNvPr>
            <p:cNvSpPr txBox="1">
              <a:spLocks/>
            </p:cNvSpPr>
            <p:nvPr/>
          </p:nvSpPr>
          <p:spPr>
            <a:xfrm>
              <a:off x="5619095" y="1976226"/>
              <a:ext cx="3643697" cy="538609"/>
            </a:xfrm>
            <a:prstGeom prst="rect">
              <a:avLst/>
            </a:prstGeom>
          </p:spPr>
          <p:txBody>
            <a:bodyPr wrap="square" lIns="91440" tIns="45720" rIns="91440" bIns="45720" anchor="t">
              <a:spAutoFit/>
            </a:bodyPr>
            <a:lst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2"/>
                  </a:solidFill>
                  <a:latin typeface="+mn-lt"/>
                  <a:ea typeface="+mn-ea"/>
                  <a:cs typeface="Segoe UI Light" panose="020B0502040204020203" pitchFamily="34" charset="0"/>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Segoe UI Light" panose="020B0502040204020203" pitchFamily="34" charset="0"/>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Segoe UI Light" panose="020B0502040204020203" pitchFamily="34" charset="0"/>
                </a:defRPr>
              </a:lvl6pPr>
              <a:lvl7pPr marL="0" indent="0" algn="l" defTabSz="932742" rtl="0" eaLnBrk="1" latinLnBrk="0" hangingPunct="1">
                <a:spcBef>
                  <a:spcPts val="0"/>
                </a:spcBef>
                <a:spcAft>
                  <a:spcPts val="600"/>
                </a:spcAft>
                <a:buFont typeface="Arial" pitchFamily="34" charset="0"/>
                <a:buNone/>
                <a:defRPr sz="1400" kern="1200">
                  <a:solidFill>
                    <a:schemeClr val="accent2"/>
                  </a:solidFill>
                  <a:latin typeface="+mn-lt"/>
                  <a:ea typeface="+mn-ea"/>
                  <a:cs typeface="Segoe UI Light" panose="020B0502040204020203" pitchFamily="34" charset="0"/>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400" b="0" i="0" u="none" strike="noStrike" kern="0" cap="none" spc="0" normalizeH="0" baseline="0" noProof="0">
                  <a:ln>
                    <a:noFill/>
                  </a:ln>
                  <a:solidFill>
                    <a:srgbClr val="0078D4"/>
                  </a:solidFill>
                  <a:effectLst/>
                  <a:uLnTx/>
                  <a:uFillTx/>
                  <a:latin typeface="Segoe UI Semibold"/>
                  <a:ea typeface="+mn-ea"/>
                  <a:cs typeface="Segoe Sans Text Semibold"/>
                </a:rPr>
                <a:t>Multi-agent workflows</a:t>
              </a:r>
            </a:p>
            <a:p>
              <a:pPr marL="0" marR="0" lvl="0" indent="0" algn="ctr"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000" b="0" i="0" u="none" strike="noStrike" kern="0" cap="none" spc="0" normalizeH="0" baseline="0" noProof="0">
                  <a:ln>
                    <a:noFill/>
                  </a:ln>
                  <a:solidFill>
                    <a:srgbClr val="0078D4"/>
                  </a:solidFill>
                  <a:effectLst/>
                  <a:uLnTx/>
                  <a:uFillTx/>
                  <a:latin typeface="Segoe UI Semibold"/>
                  <a:ea typeface="+mn-ea"/>
                  <a:cs typeface="Segoe Sans Text Semibold"/>
                </a:rPr>
                <a:t>(Multi-step, deterministic workflows)</a:t>
              </a:r>
              <a:endParaRPr kumimoji="0" lang="en-US" sz="1000" b="0" i="0" u="none" strike="noStrike" kern="0" cap="none" spc="0" normalizeH="0" baseline="0" noProof="0">
                <a:ln>
                  <a:noFill/>
                </a:ln>
                <a:solidFill>
                  <a:srgbClr val="0078D4"/>
                </a:solidFill>
                <a:effectLst/>
                <a:uLnTx/>
                <a:uFillTx/>
                <a:latin typeface="Segoe UI Semibold"/>
                <a:ea typeface="+mn-ea"/>
                <a:cs typeface="Segoe Sans Text Semibold" pitchFamily="2" charset="0"/>
              </a:endParaRPr>
            </a:p>
          </p:txBody>
        </p:sp>
      </p:grpSp>
      <p:sp>
        <p:nvSpPr>
          <p:cNvPr id="131" name="Rounded Rectangle 25">
            <a:extLst>
              <a:ext uri="{FF2B5EF4-FFF2-40B4-BE49-F238E27FC236}">
                <a16:creationId xmlns:a16="http://schemas.microsoft.com/office/drawing/2014/main" id="{D640B5FA-63C3-8DE1-EFCB-E97C34C96641}"/>
              </a:ext>
            </a:extLst>
          </p:cNvPr>
          <p:cNvSpPr/>
          <p:nvPr/>
        </p:nvSpPr>
        <p:spPr>
          <a:xfrm>
            <a:off x="5273045" y="6125754"/>
            <a:ext cx="4709353" cy="664117"/>
          </a:xfrm>
          <a:prstGeom prst="roundRect">
            <a:avLst>
              <a:gd name="adj" fmla="val 50000"/>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Security, compliance, and governance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BYO-resources, </a:t>
            </a:r>
            <a:r>
              <a:rPr kumimoji="0" lang="en-US" sz="1000" b="0" i="0" u="none" strike="noStrike" kern="1200" cap="none" spc="0" normalizeH="0" baseline="0" noProof="0" err="1">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VNet</a:t>
            </a:r>
            <a:r>
              <a:rPr kumimoji="0" lang="en-US" sz="1000" b="0" i="0" u="none" strike="noStrike" kern="1200" cap="none" spc="0" normalizeH="0" baseline="0" noProof="0">
                <a:ln>
                  <a:noFill/>
                </a:ln>
                <a:gradFill>
                  <a:gsLst>
                    <a:gs pos="0">
                      <a:srgbClr val="49C5B1"/>
                    </a:gs>
                    <a:gs pos="19000">
                      <a:srgbClr val="0078D4"/>
                    </a:gs>
                    <a:gs pos="100000">
                      <a:srgbClr val="C03BC4"/>
                    </a:gs>
                  </a:gsLst>
                  <a:lin ang="2700000" scaled="0"/>
                </a:gradFill>
                <a:effectLst/>
                <a:uLnTx/>
                <a:uFillTx/>
                <a:latin typeface="Segoe Sans Text Semibold"/>
                <a:ea typeface="+mn-ea"/>
                <a:cs typeface="+mn-cs"/>
              </a:rPr>
              <a:t>, Encryption, Guardrails, Entra Agent ID, Observability</a:t>
            </a:r>
          </a:p>
        </p:txBody>
      </p:sp>
      <p:grpSp>
        <p:nvGrpSpPr>
          <p:cNvPr id="135" name="Group 134">
            <a:extLst>
              <a:ext uri="{FF2B5EF4-FFF2-40B4-BE49-F238E27FC236}">
                <a16:creationId xmlns:a16="http://schemas.microsoft.com/office/drawing/2014/main" id="{732ADCC2-210B-C0C6-C62C-FA3BD751BDF2}"/>
              </a:ext>
              <a:ext uri="{C183D7F6-B498-43B3-948B-1728B52AA6E4}">
                <adec:decorative xmlns:adec="http://schemas.microsoft.com/office/drawing/2017/decorative" val="1"/>
              </a:ext>
            </a:extLst>
          </p:cNvPr>
          <p:cNvGrpSpPr/>
          <p:nvPr/>
        </p:nvGrpSpPr>
        <p:grpSpPr>
          <a:xfrm>
            <a:off x="480368" y="2862970"/>
            <a:ext cx="3899855" cy="3447098"/>
            <a:chOff x="618705" y="1905932"/>
            <a:chExt cx="4092191" cy="3447098"/>
          </a:xfrm>
        </p:grpSpPr>
        <p:sp>
          <p:nvSpPr>
            <p:cNvPr id="136" name="TextBox 135">
              <a:extLst>
                <a:ext uri="{FF2B5EF4-FFF2-40B4-BE49-F238E27FC236}">
                  <a16:creationId xmlns:a16="http://schemas.microsoft.com/office/drawing/2014/main" id="{07702592-40AD-9647-09C0-D18A685CA860}"/>
                </a:ext>
              </a:extLst>
            </p:cNvPr>
            <p:cNvSpPr txBox="1"/>
            <p:nvPr/>
          </p:nvSpPr>
          <p:spPr>
            <a:xfrm>
              <a:off x="618705" y="1905932"/>
              <a:ext cx="3915529" cy="34470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a:ea typeface="+mn-ea"/>
                  <a:cs typeface="+mn-cs"/>
                </a:rPr>
                <a:t>Open by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Build with any framework or protocol </a:t>
              </a: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Segoe UI"/>
                  <a:ea typeface="+mn-ea"/>
                  <a:cs typeface="Segoe UI" pitchFamily="34" charset="0"/>
                </a:rPr>
                <a:t>Connected Intelligence Everywhere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a:ea typeface="+mn-ea"/>
                  <a:cs typeface="Segoe UI" pitchFamily="34" charset="0"/>
                </a:rPr>
                <a:t>Empower agents with memory, knowledge, and over 1,400 MCP-enabled connectors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Segoe UI"/>
                  <a:ea typeface="+mn-ea"/>
                  <a:cs typeface="Segoe UI" pitchFamily="34" charset="0"/>
                </a:rPr>
                <a:t>Enterprise-Grade Trust and Reach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a:ea typeface="+mn-ea"/>
                  <a:cs typeface="Segoe UI" pitchFamily="34" charset="0"/>
                </a:rPr>
                <a:t>Deploy confidently &amp; securely, and one-click publishing to Microsoft 365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Segoe UI"/>
                <a:ea typeface="+mn-ea"/>
                <a:cs typeface="Segoe UI" pitchFamily="34" charset="0"/>
              </a:endParaRPr>
            </a:p>
          </p:txBody>
        </p:sp>
        <p:cxnSp>
          <p:nvCxnSpPr>
            <p:cNvPr id="137" name="Straight Connector 136">
              <a:extLst>
                <a:ext uri="{FF2B5EF4-FFF2-40B4-BE49-F238E27FC236}">
                  <a16:creationId xmlns:a16="http://schemas.microsoft.com/office/drawing/2014/main" id="{6E168A75-91B3-E0E8-4BBD-881778C337C6}"/>
                </a:ext>
                <a:ext uri="{C183D7F6-B498-43B3-948B-1728B52AA6E4}">
                  <adec:decorative xmlns:adec="http://schemas.microsoft.com/office/drawing/2017/decorative" val="1"/>
                </a:ext>
              </a:extLst>
            </p:cNvPr>
            <p:cNvCxnSpPr>
              <a:cxnSpLocks/>
            </p:cNvCxnSpPr>
            <p:nvPr/>
          </p:nvCxnSpPr>
          <p:spPr>
            <a:xfrm>
              <a:off x="618705" y="2654041"/>
              <a:ext cx="4092191" cy="0"/>
            </a:xfrm>
            <a:prstGeom prst="line">
              <a:avLst/>
            </a:prstGeom>
            <a:ln>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0C98513-B580-6DA1-6737-5CB7FF6AF48C}"/>
                </a:ext>
                <a:ext uri="{C183D7F6-B498-43B3-948B-1728B52AA6E4}">
                  <adec:decorative xmlns:adec="http://schemas.microsoft.com/office/drawing/2017/decorative" val="1"/>
                </a:ext>
              </a:extLst>
            </p:cNvPr>
            <p:cNvCxnSpPr>
              <a:cxnSpLocks/>
            </p:cNvCxnSpPr>
            <p:nvPr/>
          </p:nvCxnSpPr>
          <p:spPr>
            <a:xfrm>
              <a:off x="618705" y="3958565"/>
              <a:ext cx="4092191" cy="0"/>
            </a:xfrm>
            <a:prstGeom prst="line">
              <a:avLst/>
            </a:prstGeom>
            <a:ln>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61407514-2EC6-E7E1-2DE2-7DE52A2DF01D}"/>
              </a:ext>
              <a:ext uri="{C183D7F6-B498-43B3-948B-1728B52AA6E4}">
                <adec:decorative xmlns:adec="http://schemas.microsoft.com/office/drawing/2017/decorative" val="1"/>
              </a:ext>
            </a:extLst>
          </p:cNvPr>
          <p:cNvPicPr>
            <a:picLocks noChangeAspect="1"/>
          </p:cNvPicPr>
          <p:nvPr/>
        </p:nvPicPr>
        <p:blipFill>
          <a:blip r:embed="rId21">
            <a:extLst>
              <a:ext uri="{28A0092B-C50C-407E-A947-70E740481C1C}">
                <a14:useLocalDpi xmlns:a14="http://schemas.microsoft.com/office/drawing/2010/main" val="0"/>
              </a:ext>
            </a:extLst>
          </a:blip>
          <a:srcRect/>
          <a:stretch/>
        </p:blipFill>
        <p:spPr>
          <a:xfrm>
            <a:off x="1767792" y="265150"/>
            <a:ext cx="747967" cy="747967"/>
          </a:xfrm>
          <a:prstGeom prst="rect">
            <a:avLst/>
          </a:prstGeom>
          <a:ln>
            <a:noFill/>
          </a:ln>
        </p:spPr>
      </p:pic>
    </p:spTree>
    <p:extLst>
      <p:ext uri="{BB962C8B-B14F-4D97-AF65-F5344CB8AC3E}">
        <p14:creationId xmlns:p14="http://schemas.microsoft.com/office/powerpoint/2010/main" val="22360459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CE228795-96D9-2B53-4D35-531B0918AAC9}"/>
              </a:ext>
            </a:extLst>
          </p:cNvPr>
          <p:cNvGrpSpPr/>
          <p:nvPr/>
        </p:nvGrpSpPr>
        <p:grpSpPr>
          <a:xfrm>
            <a:off x="3572391" y="3400190"/>
            <a:ext cx="2038660" cy="2011680"/>
            <a:chOff x="4745445" y="2790045"/>
            <a:chExt cx="2038660" cy="2011680"/>
          </a:xfrm>
        </p:grpSpPr>
        <p:sp>
          <p:nvSpPr>
            <p:cNvPr id="57" name="Rectangle: Rounded Corners 56">
              <a:extLst>
                <a:ext uri="{FF2B5EF4-FFF2-40B4-BE49-F238E27FC236}">
                  <a16:creationId xmlns:a16="http://schemas.microsoft.com/office/drawing/2014/main" id="{4536572A-FCA3-913E-E30D-B00AB9886629}"/>
                </a:ext>
              </a:extLst>
            </p:cNvPr>
            <p:cNvSpPr/>
            <p:nvPr/>
          </p:nvSpPr>
          <p:spPr bwMode="auto">
            <a:xfrm>
              <a:off x="4745445" y="2790045"/>
              <a:ext cx="2038660" cy="2011680"/>
            </a:xfrm>
            <a:prstGeom prst="roundRect">
              <a:avLst>
                <a:gd name="adj" fmla="val 13522"/>
              </a:avLst>
            </a:prstGeom>
            <a:gradFill flip="none" rotWithShape="1">
              <a:gsLst>
                <a:gs pos="0">
                  <a:srgbClr val="0078D4">
                    <a:alpha val="10000"/>
                  </a:srgbClr>
                </a:gs>
                <a:gs pos="100000">
                  <a:srgbClr val="C03BC4">
                    <a:alpha val="20000"/>
                  </a:srgbClr>
                </a:gs>
              </a:gsLst>
              <a:lin ang="16200000" scaled="1"/>
              <a:tileRect/>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Observability </a:t>
              </a:r>
            </a:p>
          </p:txBody>
        </p:sp>
        <p:sp>
          <p:nvSpPr>
            <p:cNvPr id="58" name="Rectangle: Rounded Corners 57">
              <a:extLst>
                <a:ext uri="{FF2B5EF4-FFF2-40B4-BE49-F238E27FC236}">
                  <a16:creationId xmlns:a16="http://schemas.microsoft.com/office/drawing/2014/main" id="{7A9628F9-FFEE-BB09-29DA-2F7EF2ABDED1}"/>
                </a:ext>
              </a:extLst>
            </p:cNvPr>
            <p:cNvSpPr/>
            <p:nvPr/>
          </p:nvSpPr>
          <p:spPr bwMode="auto">
            <a:xfrm>
              <a:off x="4890903" y="3136181"/>
              <a:ext cx="1747508" cy="1497830"/>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Tracing</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Logging</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Monitoring</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Evaluation</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Experimentation</a:t>
              </a:r>
            </a:p>
          </p:txBody>
        </p:sp>
      </p:grpSp>
      <p:grpSp>
        <p:nvGrpSpPr>
          <p:cNvPr id="59" name="Group 58">
            <a:extLst>
              <a:ext uri="{FF2B5EF4-FFF2-40B4-BE49-F238E27FC236}">
                <a16:creationId xmlns:a16="http://schemas.microsoft.com/office/drawing/2014/main" id="{52825709-3305-B90C-B5B0-1D136F7AEDCC}"/>
              </a:ext>
            </a:extLst>
          </p:cNvPr>
          <p:cNvGrpSpPr/>
          <p:nvPr/>
        </p:nvGrpSpPr>
        <p:grpSpPr>
          <a:xfrm>
            <a:off x="9161930" y="2784983"/>
            <a:ext cx="2038660" cy="3809777"/>
            <a:chOff x="9899174" y="2781081"/>
            <a:chExt cx="2038660" cy="3728902"/>
          </a:xfrm>
        </p:grpSpPr>
        <p:sp>
          <p:nvSpPr>
            <p:cNvPr id="60" name="Rectangle: Rounded Corners 59">
              <a:extLst>
                <a:ext uri="{FF2B5EF4-FFF2-40B4-BE49-F238E27FC236}">
                  <a16:creationId xmlns:a16="http://schemas.microsoft.com/office/drawing/2014/main" id="{DC85B77C-9CAB-EA77-35BC-9ADD54A12CBB}"/>
                </a:ext>
              </a:extLst>
            </p:cNvPr>
            <p:cNvSpPr/>
            <p:nvPr/>
          </p:nvSpPr>
          <p:spPr bwMode="auto">
            <a:xfrm>
              <a:off x="9899174" y="2781081"/>
              <a:ext cx="2038660" cy="3728902"/>
            </a:xfrm>
            <a:prstGeom prst="roundRect">
              <a:avLst>
                <a:gd name="adj" fmla="val 13522"/>
              </a:avLst>
            </a:prstGeom>
            <a:gradFill flip="none" rotWithShape="1">
              <a:gsLst>
                <a:gs pos="0">
                  <a:srgbClr val="0078D4">
                    <a:alpha val="10000"/>
                  </a:srgbClr>
                </a:gs>
                <a:gs pos="100000">
                  <a:srgbClr val="C03BC4">
                    <a:alpha val="20000"/>
                  </a:srgbClr>
                </a:gs>
              </a:gsLst>
              <a:lin ang="16200000" scaled="1"/>
              <a:tileRect/>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Knowledge &amp; Tools</a:t>
              </a:r>
            </a:p>
          </p:txBody>
        </p:sp>
        <p:sp>
          <p:nvSpPr>
            <p:cNvPr id="61" name="Rectangle: Rounded Corners 60">
              <a:extLst>
                <a:ext uri="{FF2B5EF4-FFF2-40B4-BE49-F238E27FC236}">
                  <a16:creationId xmlns:a16="http://schemas.microsoft.com/office/drawing/2014/main" id="{B138D959-61C6-B97D-6847-473F5D9A3B7E}"/>
                </a:ext>
              </a:extLst>
            </p:cNvPr>
            <p:cNvSpPr/>
            <p:nvPr/>
          </p:nvSpPr>
          <p:spPr bwMode="auto">
            <a:xfrm>
              <a:off x="10044750" y="3087860"/>
              <a:ext cx="1747508" cy="3422122"/>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Custom Tools</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MCP tools</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t>
              </a: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OpenAPI</a:t>
              </a: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tools</a:t>
              </a:r>
            </a:p>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Built-in tools</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Bing</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Azure AI Search</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SharePoint</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Microsoft Fabric</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Cosmos</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Logic Apps</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Azure Functions</a:t>
              </a:r>
            </a:p>
          </p:txBody>
        </p:sp>
      </p:grpSp>
      <p:grpSp>
        <p:nvGrpSpPr>
          <p:cNvPr id="62" name="Group 61">
            <a:extLst>
              <a:ext uri="{FF2B5EF4-FFF2-40B4-BE49-F238E27FC236}">
                <a16:creationId xmlns:a16="http://schemas.microsoft.com/office/drawing/2014/main" id="{FDBD0AE3-B958-FFBA-97F3-9212E7D97ECF}"/>
              </a:ext>
            </a:extLst>
          </p:cNvPr>
          <p:cNvGrpSpPr/>
          <p:nvPr/>
        </p:nvGrpSpPr>
        <p:grpSpPr>
          <a:xfrm>
            <a:off x="9161930" y="478530"/>
            <a:ext cx="2038660" cy="2103120"/>
            <a:chOff x="7423312" y="3320347"/>
            <a:chExt cx="2038660" cy="2103120"/>
          </a:xfrm>
        </p:grpSpPr>
        <p:sp>
          <p:nvSpPr>
            <p:cNvPr id="63" name="Rectangle: Rounded Corners 62">
              <a:extLst>
                <a:ext uri="{FF2B5EF4-FFF2-40B4-BE49-F238E27FC236}">
                  <a16:creationId xmlns:a16="http://schemas.microsoft.com/office/drawing/2014/main" id="{40B67E9E-3267-A14B-173A-68BBDF51084B}"/>
                </a:ext>
              </a:extLst>
            </p:cNvPr>
            <p:cNvSpPr/>
            <p:nvPr/>
          </p:nvSpPr>
          <p:spPr bwMode="auto">
            <a:xfrm>
              <a:off x="7423312" y="3320347"/>
              <a:ext cx="2038660" cy="2103120"/>
            </a:xfrm>
            <a:prstGeom prst="roundRect">
              <a:avLst>
                <a:gd name="adj" fmla="val 13522"/>
              </a:avLst>
            </a:prstGeom>
            <a:gradFill flip="none" rotWithShape="1">
              <a:gsLst>
                <a:gs pos="0">
                  <a:srgbClr val="0078D4">
                    <a:alpha val="10000"/>
                  </a:srgbClr>
                </a:gs>
                <a:gs pos="100000">
                  <a:srgbClr val="C03BC4">
                    <a:alpha val="20000"/>
                  </a:srgbClr>
                </a:gs>
              </a:gsLst>
              <a:lin ang="16200000" scaled="1"/>
              <a:tileRect/>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Agent protocols &amp; APIs</a:t>
              </a:r>
            </a:p>
          </p:txBody>
        </p:sp>
        <p:sp>
          <p:nvSpPr>
            <p:cNvPr id="64" name="Rectangle: Rounded Corners 63">
              <a:extLst>
                <a:ext uri="{FF2B5EF4-FFF2-40B4-BE49-F238E27FC236}">
                  <a16:creationId xmlns:a16="http://schemas.microsoft.com/office/drawing/2014/main" id="{8BC731EA-DE35-309C-04CA-94E82438D9E0}"/>
                </a:ext>
              </a:extLst>
            </p:cNvPr>
            <p:cNvSpPr/>
            <p:nvPr/>
          </p:nvSpPr>
          <p:spPr bwMode="auto">
            <a:xfrm>
              <a:off x="7568888" y="3662713"/>
              <a:ext cx="1747508" cy="1621722"/>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Assistants API</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Responses API</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Activity Protocol</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A2A</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Agent Protocol*</a:t>
              </a:r>
            </a:p>
          </p:txBody>
        </p:sp>
      </p:grpSp>
      <p:pic>
        <p:nvPicPr>
          <p:cNvPr id="65" name="Picture 2" descr="LangChain Logo Free Download SVG, PN... · LobeHub">
            <a:extLst>
              <a:ext uri="{FF2B5EF4-FFF2-40B4-BE49-F238E27FC236}">
                <a16:creationId xmlns:a16="http://schemas.microsoft.com/office/drawing/2014/main" id="{1BFBDBFC-1E2F-6A74-1EF1-6EB0DC670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5151" y="2017668"/>
            <a:ext cx="228600" cy="228600"/>
          </a:xfrm>
          <a:prstGeom prst="rect">
            <a:avLst/>
          </a:prstGeom>
          <a:noFill/>
          <a:extLst>
            <a:ext uri="{909E8E84-426E-40DD-AFC4-6F175D3DCCD1}">
              <a14:hiddenFill xmlns:a14="http://schemas.microsoft.com/office/drawing/2010/main">
                <a:solidFill>
                  <a:srgbClr val="FFFFFF"/>
                </a:solidFill>
              </a14:hiddenFill>
            </a:ext>
          </a:extLst>
        </p:spPr>
      </p:pic>
      <p:sp>
        <p:nvSpPr>
          <p:cNvPr id="66" name="Rectangle: Rounded Corners 65">
            <a:extLst>
              <a:ext uri="{FF2B5EF4-FFF2-40B4-BE49-F238E27FC236}">
                <a16:creationId xmlns:a16="http://schemas.microsoft.com/office/drawing/2014/main" id="{D5CD2A59-714F-602F-D38A-C26C4BA39311}"/>
              </a:ext>
            </a:extLst>
          </p:cNvPr>
          <p:cNvSpPr/>
          <p:nvPr/>
        </p:nvSpPr>
        <p:spPr bwMode="auto">
          <a:xfrm>
            <a:off x="6091224" y="4513510"/>
            <a:ext cx="2623642" cy="2081254"/>
          </a:xfrm>
          <a:prstGeom prst="roundRect">
            <a:avLst>
              <a:gd name="adj" fmla="val 13522"/>
            </a:avLst>
          </a:prstGeom>
          <a:gradFill flip="none" rotWithShape="1">
            <a:gsLst>
              <a:gs pos="0">
                <a:srgbClr val="0078D4">
                  <a:alpha val="10000"/>
                </a:srgbClr>
              </a:gs>
              <a:gs pos="100000">
                <a:srgbClr val="C03BC4">
                  <a:alpha val="20000"/>
                </a:srgbClr>
              </a:gs>
            </a:gsLst>
            <a:lin ang="16200000" scaled="1"/>
            <a:tileRect/>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Models</a:t>
            </a:r>
          </a:p>
        </p:txBody>
      </p:sp>
      <p:sp>
        <p:nvSpPr>
          <p:cNvPr id="67" name="Rectangle: Rounded Corners 66">
            <a:extLst>
              <a:ext uri="{FF2B5EF4-FFF2-40B4-BE49-F238E27FC236}">
                <a16:creationId xmlns:a16="http://schemas.microsoft.com/office/drawing/2014/main" id="{77B280C6-8192-6175-E59C-366A50BB0EEB}"/>
              </a:ext>
            </a:extLst>
          </p:cNvPr>
          <p:cNvSpPr/>
          <p:nvPr/>
        </p:nvSpPr>
        <p:spPr bwMode="auto">
          <a:xfrm>
            <a:off x="6522170" y="4818391"/>
            <a:ext cx="1747508" cy="1695494"/>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Azure OpenAI </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Llama </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Mistral </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Grok </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Flux</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and </a:t>
            </a:r>
            <a:r>
              <a:rPr kumimoji="0" lang="en-US" sz="1300" b="1"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11,000+</a:t>
            </a: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models    </a:t>
            </a:r>
          </a:p>
        </p:txBody>
      </p:sp>
      <p:grpSp>
        <p:nvGrpSpPr>
          <p:cNvPr id="70" name="Group 69">
            <a:extLst>
              <a:ext uri="{FF2B5EF4-FFF2-40B4-BE49-F238E27FC236}">
                <a16:creationId xmlns:a16="http://schemas.microsoft.com/office/drawing/2014/main" id="{0E3A0634-7C28-AFD4-507D-809C4EF1F054}"/>
              </a:ext>
            </a:extLst>
          </p:cNvPr>
          <p:cNvGrpSpPr/>
          <p:nvPr/>
        </p:nvGrpSpPr>
        <p:grpSpPr>
          <a:xfrm>
            <a:off x="6096000" y="994768"/>
            <a:ext cx="2623643" cy="2997301"/>
            <a:chOff x="4946978" y="708172"/>
            <a:chExt cx="2038660" cy="2997301"/>
          </a:xfrm>
        </p:grpSpPr>
        <p:sp>
          <p:nvSpPr>
            <p:cNvPr id="71" name="Rectangle: Rounded Corners 70">
              <a:extLst>
                <a:ext uri="{FF2B5EF4-FFF2-40B4-BE49-F238E27FC236}">
                  <a16:creationId xmlns:a16="http://schemas.microsoft.com/office/drawing/2014/main" id="{83F55283-5C70-431C-E8E3-FE5DDC232E6B}"/>
                </a:ext>
              </a:extLst>
            </p:cNvPr>
            <p:cNvSpPr/>
            <p:nvPr/>
          </p:nvSpPr>
          <p:spPr bwMode="auto">
            <a:xfrm>
              <a:off x="4946978" y="708172"/>
              <a:ext cx="2038660" cy="2997301"/>
            </a:xfrm>
            <a:prstGeom prst="roundRect">
              <a:avLst>
                <a:gd name="adj" fmla="val 13522"/>
              </a:avLst>
            </a:prstGeom>
            <a:gradFill flip="none" rotWithShape="1">
              <a:gsLst>
                <a:gs pos="0">
                  <a:srgbClr val="0078D4">
                    <a:alpha val="10000"/>
                  </a:srgbClr>
                </a:gs>
                <a:gs pos="100000">
                  <a:srgbClr val="C03BC4">
                    <a:alpha val="20000"/>
                  </a:srgbClr>
                </a:gs>
              </a:gsLst>
              <a:lin ang="16200000" scaled="1"/>
              <a:tileRect/>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Agent frameworks</a:t>
              </a:r>
            </a:p>
          </p:txBody>
        </p:sp>
        <p:sp>
          <p:nvSpPr>
            <p:cNvPr id="72" name="Rectangle: Rounded Corners 71">
              <a:extLst>
                <a:ext uri="{FF2B5EF4-FFF2-40B4-BE49-F238E27FC236}">
                  <a16:creationId xmlns:a16="http://schemas.microsoft.com/office/drawing/2014/main" id="{E7392DFC-B897-711D-A7AF-5FD499C66D12}"/>
                </a:ext>
              </a:extLst>
            </p:cNvPr>
            <p:cNvSpPr/>
            <p:nvPr/>
          </p:nvSpPr>
          <p:spPr bwMode="auto">
            <a:xfrm>
              <a:off x="5092317" y="1052677"/>
              <a:ext cx="1747508" cy="10462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Microsoft Agent Framework</a:t>
              </a:r>
              <a:b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b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AutoGen</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Semantic Kernel</a:t>
              </a:r>
            </a:p>
          </p:txBody>
        </p:sp>
        <p:sp>
          <p:nvSpPr>
            <p:cNvPr id="73" name="Rectangle: Rounded Corners 72">
              <a:extLst>
                <a:ext uri="{FF2B5EF4-FFF2-40B4-BE49-F238E27FC236}">
                  <a16:creationId xmlns:a16="http://schemas.microsoft.com/office/drawing/2014/main" id="{B47D2B0A-5D00-23B3-6994-7DE832427823}"/>
                </a:ext>
              </a:extLst>
            </p:cNvPr>
            <p:cNvSpPr/>
            <p:nvPr/>
          </p:nvSpPr>
          <p:spPr bwMode="auto">
            <a:xfrm>
              <a:off x="5092317" y="2257997"/>
              <a:ext cx="1747508" cy="1262101"/>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t>
              </a: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LangGraph</a:t>
              </a: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t>
              </a: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LangChain</a:t>
              </a: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t>
              </a: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LlamaIndex</a:t>
              </a: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t>
              </a: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Crewai</a:t>
              </a: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t>
              </a:r>
            </a:p>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p:txBody>
        </p:sp>
      </p:grpSp>
      <p:cxnSp>
        <p:nvCxnSpPr>
          <p:cNvPr id="74" name="Straight Arrow Connector 73">
            <a:extLst>
              <a:ext uri="{FF2B5EF4-FFF2-40B4-BE49-F238E27FC236}">
                <a16:creationId xmlns:a16="http://schemas.microsoft.com/office/drawing/2014/main" id="{AB3A4A33-5CB4-1A5C-FCB9-02C06855D4A9}"/>
              </a:ext>
            </a:extLst>
          </p:cNvPr>
          <p:cNvCxnSpPr>
            <a:cxnSpLocks/>
            <a:stCxn id="57" idx="0"/>
            <a:endCxn id="68" idx="2"/>
          </p:cNvCxnSpPr>
          <p:nvPr/>
        </p:nvCxnSpPr>
        <p:spPr>
          <a:xfrm flipV="1">
            <a:off x="4591721" y="3057399"/>
            <a:ext cx="40" cy="342791"/>
          </a:xfrm>
          <a:prstGeom prst="straightConnector1">
            <a:avLst/>
          </a:prstGeom>
          <a:noFill/>
          <a:ln w="9525" cap="flat" cmpd="sng" algn="ctr">
            <a:solidFill>
              <a:srgbClr val="000000"/>
            </a:solidFill>
            <a:prstDash val="solid"/>
            <a:headEnd type="none" w="lg" len="med"/>
            <a:tailEnd type="triangle"/>
          </a:ln>
          <a:effectLst/>
        </p:spPr>
      </p:cxnSp>
      <p:cxnSp>
        <p:nvCxnSpPr>
          <p:cNvPr id="75" name="Connector: Elbow 74">
            <a:extLst>
              <a:ext uri="{FF2B5EF4-FFF2-40B4-BE49-F238E27FC236}">
                <a16:creationId xmlns:a16="http://schemas.microsoft.com/office/drawing/2014/main" id="{06462D1D-D870-66C0-96B1-AC23525BE691}"/>
              </a:ext>
            </a:extLst>
          </p:cNvPr>
          <p:cNvCxnSpPr>
            <a:cxnSpLocks/>
            <a:stCxn id="57" idx="2"/>
          </p:cNvCxnSpPr>
          <p:nvPr/>
        </p:nvCxnSpPr>
        <p:spPr>
          <a:xfrm rot="16200000" flipH="1">
            <a:off x="5232299" y="4771291"/>
            <a:ext cx="218348" cy="1499505"/>
          </a:xfrm>
          <a:prstGeom prst="bentConnector2">
            <a:avLst/>
          </a:prstGeom>
          <a:noFill/>
          <a:ln w="9525" cap="flat" cmpd="sng" algn="ctr">
            <a:solidFill>
              <a:srgbClr val="000000"/>
            </a:solidFill>
            <a:prstDash val="solid"/>
            <a:headEnd type="none" w="lg" len="med"/>
            <a:tailEnd type="triangle"/>
          </a:ln>
          <a:effectLst/>
        </p:spPr>
      </p:cxnSp>
      <p:cxnSp>
        <p:nvCxnSpPr>
          <p:cNvPr id="76" name="Straight Arrow Connector 75">
            <a:extLst>
              <a:ext uri="{FF2B5EF4-FFF2-40B4-BE49-F238E27FC236}">
                <a16:creationId xmlns:a16="http://schemas.microsoft.com/office/drawing/2014/main" id="{DFF126FE-DAA7-4926-66F8-F220E1D06CA3}"/>
              </a:ext>
            </a:extLst>
          </p:cNvPr>
          <p:cNvCxnSpPr>
            <a:cxnSpLocks/>
          </p:cNvCxnSpPr>
          <p:nvPr/>
        </p:nvCxnSpPr>
        <p:spPr>
          <a:xfrm flipH="1">
            <a:off x="5611091" y="1486513"/>
            <a:ext cx="480133" cy="0"/>
          </a:xfrm>
          <a:prstGeom prst="straightConnector1">
            <a:avLst/>
          </a:prstGeom>
          <a:noFill/>
          <a:ln w="9525" cap="flat" cmpd="sng" algn="ctr">
            <a:solidFill>
              <a:srgbClr val="000000"/>
            </a:solidFill>
            <a:prstDash val="solid"/>
            <a:headEnd type="none" w="lg" len="med"/>
            <a:tailEnd type="triangle"/>
          </a:ln>
          <a:effectLst/>
        </p:spPr>
      </p:cxnSp>
      <p:cxnSp>
        <p:nvCxnSpPr>
          <p:cNvPr id="77" name="Straight Arrow Connector 76">
            <a:extLst>
              <a:ext uri="{FF2B5EF4-FFF2-40B4-BE49-F238E27FC236}">
                <a16:creationId xmlns:a16="http://schemas.microsoft.com/office/drawing/2014/main" id="{CC41B6BC-29A3-5D3D-27EA-B25DAC318F55}"/>
              </a:ext>
            </a:extLst>
          </p:cNvPr>
          <p:cNvCxnSpPr>
            <a:cxnSpLocks/>
          </p:cNvCxnSpPr>
          <p:nvPr/>
        </p:nvCxnSpPr>
        <p:spPr>
          <a:xfrm flipH="1">
            <a:off x="8714866" y="1461493"/>
            <a:ext cx="438656" cy="0"/>
          </a:xfrm>
          <a:prstGeom prst="straightConnector1">
            <a:avLst/>
          </a:prstGeom>
          <a:noFill/>
          <a:ln w="9525" cap="flat" cmpd="sng" algn="ctr">
            <a:solidFill>
              <a:srgbClr val="000000"/>
            </a:solidFill>
            <a:prstDash val="solid"/>
            <a:headEnd type="none" w="lg" len="med"/>
            <a:tailEnd type="triangle"/>
          </a:ln>
          <a:effectLst/>
        </p:spPr>
      </p:cxnSp>
      <p:cxnSp>
        <p:nvCxnSpPr>
          <p:cNvPr id="78" name="Straight Arrow Connector 77">
            <a:extLst>
              <a:ext uri="{FF2B5EF4-FFF2-40B4-BE49-F238E27FC236}">
                <a16:creationId xmlns:a16="http://schemas.microsoft.com/office/drawing/2014/main" id="{F9CA7A78-1A9B-E17B-8C5B-49CDEF618044}"/>
              </a:ext>
            </a:extLst>
          </p:cNvPr>
          <p:cNvCxnSpPr>
            <a:cxnSpLocks/>
          </p:cNvCxnSpPr>
          <p:nvPr/>
        </p:nvCxnSpPr>
        <p:spPr>
          <a:xfrm flipH="1">
            <a:off x="8714866" y="3330567"/>
            <a:ext cx="438656" cy="0"/>
          </a:xfrm>
          <a:prstGeom prst="straightConnector1">
            <a:avLst/>
          </a:prstGeom>
          <a:noFill/>
          <a:ln w="9525" cap="flat" cmpd="sng" algn="ctr">
            <a:solidFill>
              <a:srgbClr val="000000"/>
            </a:solidFill>
            <a:prstDash val="solid"/>
            <a:headEnd type="none" w="lg" len="med"/>
            <a:tailEnd type="triangle"/>
          </a:ln>
          <a:effectLst/>
        </p:spPr>
      </p:cxnSp>
      <p:cxnSp>
        <p:nvCxnSpPr>
          <p:cNvPr id="79" name="Straight Arrow Connector 78">
            <a:extLst>
              <a:ext uri="{FF2B5EF4-FFF2-40B4-BE49-F238E27FC236}">
                <a16:creationId xmlns:a16="http://schemas.microsoft.com/office/drawing/2014/main" id="{97268303-E07A-1D87-C5A1-0382E5FB9143}"/>
              </a:ext>
            </a:extLst>
          </p:cNvPr>
          <p:cNvCxnSpPr>
            <a:cxnSpLocks/>
            <a:stCxn id="66" idx="0"/>
          </p:cNvCxnSpPr>
          <p:nvPr/>
        </p:nvCxnSpPr>
        <p:spPr>
          <a:xfrm flipH="1" flipV="1">
            <a:off x="7391957" y="3992069"/>
            <a:ext cx="11088" cy="521441"/>
          </a:xfrm>
          <a:prstGeom prst="straightConnector1">
            <a:avLst/>
          </a:prstGeom>
          <a:noFill/>
          <a:ln w="9525" cap="flat" cmpd="sng" algn="ctr">
            <a:solidFill>
              <a:srgbClr val="000000"/>
            </a:solidFill>
            <a:prstDash val="solid"/>
            <a:headEnd type="none" w="lg" len="med"/>
            <a:tailEnd type="triangle"/>
          </a:ln>
          <a:effectLst/>
        </p:spPr>
      </p:cxnSp>
      <p:pic>
        <p:nvPicPr>
          <p:cNvPr id="80" name="Picture 2">
            <a:extLst>
              <a:ext uri="{FF2B5EF4-FFF2-40B4-BE49-F238E27FC236}">
                <a16:creationId xmlns:a16="http://schemas.microsoft.com/office/drawing/2014/main" id="{BB65A2D4-AE82-F593-57D5-FCBB94ACE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9846" y="3746326"/>
            <a:ext cx="2286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 descr="Logic App Service | Microsoft Azure">
            <a:extLst>
              <a:ext uri="{FF2B5EF4-FFF2-40B4-BE49-F238E27FC236}">
                <a16:creationId xmlns:a16="http://schemas.microsoft.com/office/drawing/2014/main" id="{D36963BD-9DE6-B4A5-D764-2BC9871AE6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46976" y="5990680"/>
            <a:ext cx="344437" cy="180829"/>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Azure Functions logo">
            <a:extLst>
              <a:ext uri="{FF2B5EF4-FFF2-40B4-BE49-F238E27FC236}">
                <a16:creationId xmlns:a16="http://schemas.microsoft.com/office/drawing/2014/main" id="{587BCE2D-CDAC-9F4C-943D-AA8DD6DFBB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2344" y="6196039"/>
            <a:ext cx="353701" cy="353700"/>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6" descr="Azure Cosmos DB – グローバル分散データベース サービス | Microsoft Azure">
            <a:extLst>
              <a:ext uri="{FF2B5EF4-FFF2-40B4-BE49-F238E27FC236}">
                <a16:creationId xmlns:a16="http://schemas.microsoft.com/office/drawing/2014/main" id="{56BF77B6-BD5E-0598-C3F0-23D9EF92E0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93528" y="5685925"/>
            <a:ext cx="451333" cy="23695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Microsoft Fabric logo">
            <a:extLst>
              <a:ext uri="{FF2B5EF4-FFF2-40B4-BE49-F238E27FC236}">
                <a16:creationId xmlns:a16="http://schemas.microsoft.com/office/drawing/2014/main" id="{D7D3D80A-3F02-EE23-BE2E-2DFA98F5DF9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04894" y="5407630"/>
            <a:ext cx="228601" cy="228600"/>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4" descr="Bing Search logo">
            <a:extLst>
              <a:ext uri="{FF2B5EF4-FFF2-40B4-BE49-F238E27FC236}">
                <a16:creationId xmlns:a16="http://schemas.microsoft.com/office/drawing/2014/main" id="{BDF13EE5-4129-C971-3C6E-ED5C7C11B0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43523" y="4539120"/>
            <a:ext cx="151342" cy="22860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4" descr="Azure AI Search logo">
            <a:extLst>
              <a:ext uri="{FF2B5EF4-FFF2-40B4-BE49-F238E27FC236}">
                <a16:creationId xmlns:a16="http://schemas.microsoft.com/office/drawing/2014/main" id="{B5759777-D319-9B41-002C-5FF51E4CA8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69238" y="4839968"/>
            <a:ext cx="499912" cy="26245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6" descr="SharePoint logo">
            <a:extLst>
              <a:ext uri="{FF2B5EF4-FFF2-40B4-BE49-F238E27FC236}">
                <a16:creationId xmlns:a16="http://schemas.microsoft.com/office/drawing/2014/main" id="{E203CAE0-A771-BF3C-42C1-9F41D8752D0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80775" y="5101102"/>
            <a:ext cx="476838" cy="317892"/>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Model Context Protocol · GitHub">
            <a:extLst>
              <a:ext uri="{FF2B5EF4-FFF2-40B4-BE49-F238E27FC236}">
                <a16:creationId xmlns:a16="http://schemas.microsoft.com/office/drawing/2014/main" id="{357DB9EE-84A9-8087-B96E-F26CA517A3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72251" y="3492975"/>
            <a:ext cx="241086" cy="241086"/>
          </a:xfrm>
          <a:prstGeom prst="ellipse">
            <a:avLst/>
          </a:prstGeom>
          <a:noFill/>
          <a:extLst>
            <a:ext uri="{909E8E84-426E-40DD-AFC4-6F175D3DCCD1}">
              <a14:hiddenFill xmlns:a14="http://schemas.microsoft.com/office/drawing/2010/main">
                <a:solidFill>
                  <a:srgbClr val="FFFFFF"/>
                </a:solidFill>
              </a14:hiddenFill>
            </a:ext>
          </a:extLst>
        </p:spPr>
      </p:pic>
      <p:pic>
        <p:nvPicPr>
          <p:cNvPr id="89" name="Picture 8" descr="Marc Bostian —Microsoft Bot Framework Composer">
            <a:extLst>
              <a:ext uri="{FF2B5EF4-FFF2-40B4-BE49-F238E27FC236}">
                <a16:creationId xmlns:a16="http://schemas.microsoft.com/office/drawing/2014/main" id="{3F5B95DE-C076-383D-8667-9AA9E6C89CA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85151" y="1462434"/>
            <a:ext cx="2286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6" descr="Semantic Kernel's new icon and the art of teamwork | Semantic Kernel">
            <a:extLst>
              <a:ext uri="{FF2B5EF4-FFF2-40B4-BE49-F238E27FC236}">
                <a16:creationId xmlns:a16="http://schemas.microsoft.com/office/drawing/2014/main" id="{E6D6BD5A-3DF6-7CEF-02DD-93C032534D5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6363902" y="2004442"/>
            <a:ext cx="211895" cy="211895"/>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 descr="Openai Chatbot">
            <a:extLst>
              <a:ext uri="{FF2B5EF4-FFF2-40B4-BE49-F238E27FC236}">
                <a16:creationId xmlns:a16="http://schemas.microsoft.com/office/drawing/2014/main" id="{3790F6E5-67AF-6A36-8CC7-828CFBFA366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85151" y="933076"/>
            <a:ext cx="2286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4" descr="Openai Chatbot">
            <a:extLst>
              <a:ext uri="{FF2B5EF4-FFF2-40B4-BE49-F238E27FC236}">
                <a16:creationId xmlns:a16="http://schemas.microsoft.com/office/drawing/2014/main" id="{443591E0-95A6-80AD-739A-1FE86CFC7E1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85151" y="1194714"/>
            <a:ext cx="2286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92" descr="A close-up of a logo&#10;&#10;AI-generated content may be incorrect.">
            <a:extLst>
              <a:ext uri="{FF2B5EF4-FFF2-40B4-BE49-F238E27FC236}">
                <a16:creationId xmlns:a16="http://schemas.microsoft.com/office/drawing/2014/main" id="{5A86CB75-CF83-2E28-2023-F74ABC03AF9A}"/>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338892" y="1724207"/>
            <a:ext cx="278619" cy="166100"/>
          </a:xfrm>
          <a:prstGeom prst="rect">
            <a:avLst/>
          </a:prstGeom>
        </p:spPr>
      </p:pic>
      <p:pic>
        <p:nvPicPr>
          <p:cNvPr id="96" name="Picture 6">
            <a:extLst>
              <a:ext uri="{FF2B5EF4-FFF2-40B4-BE49-F238E27FC236}">
                <a16:creationId xmlns:a16="http://schemas.microsoft.com/office/drawing/2014/main" id="{040F239A-5E0B-E58A-E05A-2A323FDBF8F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80243" y="1757937"/>
            <a:ext cx="238417" cy="191926"/>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LangChain Logo Free Download SVG, PN... · LobeHub">
            <a:extLst>
              <a:ext uri="{FF2B5EF4-FFF2-40B4-BE49-F238E27FC236}">
                <a16:creationId xmlns:a16="http://schemas.microsoft.com/office/drawing/2014/main" id="{70594EEC-9D3D-E43E-18B6-571ABA0D6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3902" y="2897537"/>
            <a:ext cx="2286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LlamaIndex 🦙 Logo &amp; Brand Assets (SVG, PNG and vector) - Brandfetch">
            <a:extLst>
              <a:ext uri="{FF2B5EF4-FFF2-40B4-BE49-F238E27FC236}">
                <a16:creationId xmlns:a16="http://schemas.microsoft.com/office/drawing/2014/main" id="{AA08520C-B757-81F3-5031-4131BD960FE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63902" y="3181538"/>
            <a:ext cx="228600" cy="228600"/>
          </a:xfrm>
          <a:prstGeom prst="ellipse">
            <a:avLst/>
          </a:prstGeom>
          <a:noFill/>
          <a:extLst>
            <a:ext uri="{909E8E84-426E-40DD-AFC4-6F175D3DCCD1}">
              <a14:hiddenFill xmlns:a14="http://schemas.microsoft.com/office/drawing/2010/main">
                <a:solidFill>
                  <a:srgbClr val="FFFFFF"/>
                </a:solidFill>
              </a14:hiddenFill>
            </a:ext>
          </a:extLst>
        </p:spPr>
      </p:pic>
      <p:pic>
        <p:nvPicPr>
          <p:cNvPr id="99" name="Picture 10" descr="CrewAI - Crunchbase Company Profile &amp; Funding">
            <a:extLst>
              <a:ext uri="{FF2B5EF4-FFF2-40B4-BE49-F238E27FC236}">
                <a16:creationId xmlns:a16="http://schemas.microsoft.com/office/drawing/2014/main" id="{674AEDD4-A4FA-02AD-0DAF-5EB9DA6C7A5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63902" y="3459825"/>
            <a:ext cx="2286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LangChain Logo Free Download SVG, PN... · LobeHub">
            <a:extLst>
              <a:ext uri="{FF2B5EF4-FFF2-40B4-BE49-F238E27FC236}">
                <a16:creationId xmlns:a16="http://schemas.microsoft.com/office/drawing/2014/main" id="{EB11C5AA-E4F5-2904-B6E3-90E441E17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3902" y="2627184"/>
            <a:ext cx="228600" cy="22860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Group 100">
            <a:extLst>
              <a:ext uri="{FF2B5EF4-FFF2-40B4-BE49-F238E27FC236}">
                <a16:creationId xmlns:a16="http://schemas.microsoft.com/office/drawing/2014/main" id="{3DC99278-0929-CD87-5988-5748DB7B3BA7}"/>
              </a:ext>
            </a:extLst>
          </p:cNvPr>
          <p:cNvGrpSpPr/>
          <p:nvPr/>
        </p:nvGrpSpPr>
        <p:grpSpPr>
          <a:xfrm>
            <a:off x="1133680" y="3199889"/>
            <a:ext cx="2038660" cy="3349850"/>
            <a:chOff x="4745445" y="2790044"/>
            <a:chExt cx="2038660" cy="3108960"/>
          </a:xfrm>
        </p:grpSpPr>
        <p:sp>
          <p:nvSpPr>
            <p:cNvPr id="102" name="Rectangle: Rounded Corners 101">
              <a:extLst>
                <a:ext uri="{FF2B5EF4-FFF2-40B4-BE49-F238E27FC236}">
                  <a16:creationId xmlns:a16="http://schemas.microsoft.com/office/drawing/2014/main" id="{87438B30-5CA9-9188-A05E-31AE2FBE901C}"/>
                </a:ext>
              </a:extLst>
            </p:cNvPr>
            <p:cNvSpPr/>
            <p:nvPr/>
          </p:nvSpPr>
          <p:spPr bwMode="auto">
            <a:xfrm>
              <a:off x="4745445" y="2790044"/>
              <a:ext cx="2038660" cy="3108960"/>
            </a:xfrm>
            <a:prstGeom prst="roundRect">
              <a:avLst>
                <a:gd name="adj" fmla="val 13522"/>
              </a:avLst>
            </a:prstGeom>
            <a:gradFill flip="none" rotWithShape="1">
              <a:gsLst>
                <a:gs pos="0">
                  <a:srgbClr val="0078D4">
                    <a:alpha val="10000"/>
                  </a:srgbClr>
                </a:gs>
                <a:gs pos="100000">
                  <a:srgbClr val="C03BC4">
                    <a:alpha val="20000"/>
                  </a:srgbClr>
                </a:gs>
              </a:gsLst>
              <a:lin ang="16200000" scaled="1"/>
              <a:tileRect/>
            </a:grad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Trust</a:t>
              </a:r>
            </a:p>
          </p:txBody>
        </p:sp>
        <p:sp>
          <p:nvSpPr>
            <p:cNvPr id="103" name="Rectangle: Rounded Corners 102">
              <a:extLst>
                <a:ext uri="{FF2B5EF4-FFF2-40B4-BE49-F238E27FC236}">
                  <a16:creationId xmlns:a16="http://schemas.microsoft.com/office/drawing/2014/main" id="{85CDA7F3-920D-3755-0D36-0BF6231C4455}"/>
                </a:ext>
              </a:extLst>
            </p:cNvPr>
            <p:cNvSpPr/>
            <p:nvPr/>
          </p:nvSpPr>
          <p:spPr bwMode="auto">
            <a:xfrm>
              <a:off x="4890903" y="3136181"/>
              <a:ext cx="1747508" cy="2606040"/>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Network isolation</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Identity </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Access control</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Data protection</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Policies</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Compliance </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Cost management</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Governance</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Enterprise Security</a:t>
              </a:r>
            </a:p>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p:txBody>
        </p:sp>
      </p:grpSp>
      <p:cxnSp>
        <p:nvCxnSpPr>
          <p:cNvPr id="106" name="Connector: Elbow 105">
            <a:extLst>
              <a:ext uri="{FF2B5EF4-FFF2-40B4-BE49-F238E27FC236}">
                <a16:creationId xmlns:a16="http://schemas.microsoft.com/office/drawing/2014/main" id="{968D1FFD-67F1-7CCC-AB19-89B61F0E7CB1}"/>
              </a:ext>
            </a:extLst>
          </p:cNvPr>
          <p:cNvCxnSpPr>
            <a:cxnSpLocks/>
            <a:stCxn id="102" idx="0"/>
            <a:endCxn id="68" idx="1"/>
          </p:cNvCxnSpPr>
          <p:nvPr/>
        </p:nvCxnSpPr>
        <p:spPr>
          <a:xfrm rot="5400000" flipH="1" flipV="1">
            <a:off x="2232349" y="1859808"/>
            <a:ext cx="1260742" cy="1419421"/>
          </a:xfrm>
          <a:prstGeom prst="bentConnector2">
            <a:avLst/>
          </a:prstGeom>
          <a:noFill/>
          <a:ln w="9525" cap="flat" cmpd="sng" algn="ctr">
            <a:solidFill>
              <a:srgbClr val="000000"/>
            </a:solidFill>
            <a:prstDash val="solid"/>
            <a:headEnd type="none" w="lg" len="med"/>
            <a:tailEnd type="triangle"/>
          </a:ln>
          <a:effectLst/>
        </p:spPr>
      </p:cxnSp>
      <p:cxnSp>
        <p:nvCxnSpPr>
          <p:cNvPr id="107" name="Straight Arrow Connector 106">
            <a:extLst>
              <a:ext uri="{FF2B5EF4-FFF2-40B4-BE49-F238E27FC236}">
                <a16:creationId xmlns:a16="http://schemas.microsoft.com/office/drawing/2014/main" id="{8CCC7013-5905-DE60-D29F-4FBC60A4F2E0}"/>
              </a:ext>
            </a:extLst>
          </p:cNvPr>
          <p:cNvCxnSpPr>
            <a:cxnSpLocks/>
          </p:cNvCxnSpPr>
          <p:nvPr/>
        </p:nvCxnSpPr>
        <p:spPr>
          <a:xfrm>
            <a:off x="3172340" y="5997383"/>
            <a:ext cx="2918884" cy="0"/>
          </a:xfrm>
          <a:prstGeom prst="straightConnector1">
            <a:avLst/>
          </a:prstGeom>
          <a:noFill/>
          <a:ln w="9525" cap="flat" cmpd="sng" algn="ctr">
            <a:solidFill>
              <a:srgbClr val="000000"/>
            </a:solidFill>
            <a:prstDash val="solid"/>
            <a:headEnd type="none" w="lg" len="med"/>
            <a:tailEnd type="triangle"/>
          </a:ln>
          <a:effectLst/>
        </p:spPr>
      </p:cxnSp>
      <p:pic>
        <p:nvPicPr>
          <p:cNvPr id="3" name="Picture 2" descr="A purple molecule structure on a black background&#10;&#10;AI-generated content may be incorrect.">
            <a:extLst>
              <a:ext uri="{FF2B5EF4-FFF2-40B4-BE49-F238E27FC236}">
                <a16:creationId xmlns:a16="http://schemas.microsoft.com/office/drawing/2014/main" id="{AC8F622E-29C4-CFCE-0919-542F76B4980C}"/>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6276918" y="1325698"/>
            <a:ext cx="394391" cy="394391"/>
          </a:xfrm>
          <a:prstGeom prst="rect">
            <a:avLst/>
          </a:prstGeom>
        </p:spPr>
      </p:pic>
      <p:sp>
        <p:nvSpPr>
          <p:cNvPr id="68" name="Rectangle: Rounded Corners 67">
            <a:extLst>
              <a:ext uri="{FF2B5EF4-FFF2-40B4-BE49-F238E27FC236}">
                <a16:creationId xmlns:a16="http://schemas.microsoft.com/office/drawing/2014/main" id="{051C7E64-B57D-0019-D6E3-556A1232C505}"/>
              </a:ext>
            </a:extLst>
          </p:cNvPr>
          <p:cNvSpPr/>
          <p:nvPr/>
        </p:nvSpPr>
        <p:spPr bwMode="auto">
          <a:xfrm>
            <a:off x="3572431" y="820895"/>
            <a:ext cx="2038660" cy="2236504"/>
          </a:xfrm>
          <a:prstGeom prst="roundRect">
            <a:avLst>
              <a:gd name="adj" fmla="val 11313"/>
            </a:avLst>
          </a:prstGeom>
          <a:gradFill flip="none" rotWithShape="1">
            <a:gsLst>
              <a:gs pos="0">
                <a:srgbClr val="0078D4">
                  <a:alpha val="10000"/>
                </a:srgbClr>
              </a:gs>
              <a:gs pos="100000">
                <a:srgbClr val="C03BC4">
                  <a:alpha val="20000"/>
                </a:srgbClr>
              </a:gs>
            </a:gsLst>
            <a:lin ang="16200000" scaled="1"/>
            <a:tileRect/>
          </a:gradFill>
          <a:ln w="28575" cap="flat" cmpd="sng" algn="ctr">
            <a:solidFill>
              <a:srgbClr val="C03BC4"/>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Segoe UI Light"/>
                <a:ea typeface="+mn-ea"/>
                <a:cs typeface="Segoe UI Light" panose="020B0502040204020203" pitchFamily="34" charset="0"/>
              </a:rPr>
              <a:t>Agent Service</a:t>
            </a:r>
          </a:p>
        </p:txBody>
      </p:sp>
      <p:sp>
        <p:nvSpPr>
          <p:cNvPr id="69" name="Rectangle: Rounded Corners 68">
            <a:extLst>
              <a:ext uri="{FF2B5EF4-FFF2-40B4-BE49-F238E27FC236}">
                <a16:creationId xmlns:a16="http://schemas.microsoft.com/office/drawing/2014/main" id="{1361B513-919F-E1E9-588E-54A6D52402A9}"/>
              </a:ext>
            </a:extLst>
          </p:cNvPr>
          <p:cNvSpPr/>
          <p:nvPr/>
        </p:nvSpPr>
        <p:spPr bwMode="auto">
          <a:xfrm>
            <a:off x="3717967" y="1169394"/>
            <a:ext cx="1747272" cy="1738726"/>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Managed Runtime</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Hosted Agents</a:t>
            </a:r>
            <a:b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b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Managed Memory</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Managed Thread</a:t>
            </a: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Agent Catalog</a:t>
            </a:r>
          </a:p>
        </p:txBody>
      </p:sp>
      <p:sp>
        <p:nvSpPr>
          <p:cNvPr id="105" name="TextBox 104">
            <a:extLst>
              <a:ext uri="{FF2B5EF4-FFF2-40B4-BE49-F238E27FC236}">
                <a16:creationId xmlns:a16="http://schemas.microsoft.com/office/drawing/2014/main" id="{CB921464-AE6E-5E8B-B456-291B3585A9E4}"/>
              </a:ext>
            </a:extLst>
          </p:cNvPr>
          <p:cNvSpPr txBox="1"/>
          <p:nvPr/>
        </p:nvSpPr>
        <p:spPr>
          <a:xfrm>
            <a:off x="985423" y="412911"/>
            <a:ext cx="320507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Segoe UI Semilight"/>
                <a:ea typeface="+mn-ea"/>
                <a:cs typeface="Segoe UI" panose="020B0502040204020203" pitchFamily="34" charset="0"/>
              </a:rPr>
              <a:t>Microsoft Foundry</a:t>
            </a:r>
            <a:endParaRPr kumimoji="0" lang="en-US" sz="2400" b="0" i="0" u="none" strike="noStrike" kern="1200" cap="none" spc="0" normalizeH="0" baseline="0" noProof="0">
              <a:ln>
                <a:noFill/>
              </a:ln>
              <a:solidFill>
                <a:srgbClr val="FFFFFF"/>
              </a:solidFill>
              <a:effectLst/>
              <a:uLnTx/>
              <a:uFillTx/>
              <a:latin typeface="Segoe UI Light"/>
              <a:ea typeface="+mn-ea"/>
              <a:cs typeface="+mn-cs"/>
            </a:endParaRPr>
          </a:p>
        </p:txBody>
      </p:sp>
      <p:pic>
        <p:nvPicPr>
          <p:cNvPr id="2" name="Picture 1" descr="A blue ribbon on a black background&#10;&#10;AI-generated content may be incorrect.">
            <a:extLst>
              <a:ext uri="{FF2B5EF4-FFF2-40B4-BE49-F238E27FC236}">
                <a16:creationId xmlns:a16="http://schemas.microsoft.com/office/drawing/2014/main" id="{45F0AE9D-D650-3A25-D4D9-5EE314620247}"/>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26392" y="188616"/>
            <a:ext cx="1729883" cy="973060"/>
          </a:xfrm>
          <a:prstGeom prst="rect">
            <a:avLst/>
          </a:prstGeom>
        </p:spPr>
      </p:pic>
    </p:spTree>
    <p:extLst>
      <p:ext uri="{BB962C8B-B14F-4D97-AF65-F5344CB8AC3E}">
        <p14:creationId xmlns:p14="http://schemas.microsoft.com/office/powerpoint/2010/main" val="2185243980"/>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E54E2-7744-F354-F27C-001B2522D29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AFDC995-996F-8679-5B42-2649837286FB}"/>
              </a:ext>
            </a:extLst>
          </p:cNvPr>
          <p:cNvSpPr>
            <a:spLocks noGrp="1"/>
          </p:cNvSpPr>
          <p:nvPr>
            <p:ph type="title"/>
          </p:nvPr>
        </p:nvSpPr>
        <p:spPr>
          <a:xfrm>
            <a:off x="655045" y="-232243"/>
            <a:ext cx="10515600" cy="1060704"/>
          </a:xfrm>
        </p:spPr>
        <p:txBody>
          <a:bodyPr/>
          <a:lstStyle/>
          <a:p>
            <a:pPr algn="ctr"/>
            <a:r>
              <a:rPr lang="en-US">
                <a:solidFill>
                  <a:schemeClr val="tx1"/>
                </a:solidFill>
                <a:cs typeface="Segoe UI"/>
              </a:rPr>
              <a:t>The AI App and Agent Factory</a:t>
            </a:r>
          </a:p>
        </p:txBody>
      </p:sp>
      <p:cxnSp>
        <p:nvCxnSpPr>
          <p:cNvPr id="4" name="Straight Connector 3">
            <a:extLst>
              <a:ext uri="{FF2B5EF4-FFF2-40B4-BE49-F238E27FC236}">
                <a16:creationId xmlns:a16="http://schemas.microsoft.com/office/drawing/2014/main" id="{39BE801F-9ADA-DDDF-E18F-ACAF30182F4D}"/>
              </a:ext>
              <a:ext uri="{C183D7F6-B498-43B3-948B-1728B52AA6E4}">
                <adec:decorative xmlns:adec="http://schemas.microsoft.com/office/drawing/2017/decorative" val="1"/>
              </a:ext>
            </a:extLst>
          </p:cNvPr>
          <p:cNvCxnSpPr>
            <a:cxnSpLocks/>
          </p:cNvCxnSpPr>
          <p:nvPr/>
        </p:nvCxnSpPr>
        <p:spPr>
          <a:xfrm>
            <a:off x="-24714" y="2110033"/>
            <a:ext cx="12216714" cy="0"/>
          </a:xfrm>
          <a:prstGeom prst="line">
            <a:avLst/>
          </a:prstGeom>
          <a:ln w="19050">
            <a:gradFill>
              <a:gsLst>
                <a:gs pos="0">
                  <a:schemeClr val="accent1">
                    <a:lumMod val="5000"/>
                    <a:lumOff val="95000"/>
                  </a:schemeClr>
                </a:gs>
                <a:gs pos="77000">
                  <a:srgbClr val="BD65FF">
                    <a:alpha val="45000"/>
                  </a:srgbClr>
                </a:gs>
              </a:gsLst>
              <a:lin ang="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96CA7B6-7894-EF37-B24F-87D04D823572}"/>
              </a:ext>
            </a:extLst>
          </p:cNvPr>
          <p:cNvSpPr/>
          <p:nvPr/>
        </p:nvSpPr>
        <p:spPr bwMode="auto">
          <a:xfrm>
            <a:off x="400578" y="1279036"/>
            <a:ext cx="2391349" cy="830997"/>
          </a:xfrm>
          <a:prstGeom prst="rect">
            <a:avLst/>
          </a:prstGeom>
          <a:noFill/>
        </p:spPr>
        <p:txBody>
          <a:bodyPr wrap="square" lIns="0" tIns="0" rIns="0" bIns="274320" rtlCol="0" anchor="b" anchorCtr="0">
            <a:spAutoFit/>
          </a:bodyPr>
          <a:lstStyle/>
          <a:p>
            <a:pPr marL="0" marR="0" lvl="0" indent="0" algn="ctr" defTabSz="914437" rtl="0" eaLnBrk="1" fontAlgn="auto" latinLnBrk="0" hangingPunct="1">
              <a:lnSpc>
                <a:spcPct val="100000"/>
              </a:lnSpc>
              <a:spcBef>
                <a:spcPts val="30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000000"/>
                </a:solidFill>
                <a:effectLst/>
                <a:uLnTx/>
                <a:uFillTx/>
                <a:latin typeface="Segoe Pro Display Semibold"/>
                <a:ea typeface="+mn-ea"/>
                <a:cs typeface="Segoe UI Semibold"/>
              </a:rPr>
              <a:t>AI app and agent orchestration </a:t>
            </a:r>
            <a:endParaRPr kumimoji="0" lang="en-US" sz="1800" b="1" i="0" u="none" strike="noStrike" kern="1200" cap="none" spc="0" normalizeH="0" baseline="0" noProof="0">
              <a:ln w="3175">
                <a:noFill/>
              </a:ln>
              <a:solidFill>
                <a:srgbClr val="000000"/>
              </a:solidFill>
              <a:effectLst/>
              <a:uLnTx/>
              <a:uFillTx/>
              <a:latin typeface="Segoe Pro Display Semibold" panose="020B0502040504020203" pitchFamily="34" charset="0"/>
              <a:ea typeface="+mn-ea"/>
              <a:cs typeface="Segoe UI Semibold"/>
            </a:endParaRPr>
          </a:p>
        </p:txBody>
      </p:sp>
      <p:sp>
        <p:nvSpPr>
          <p:cNvPr id="15" name="Oval 14">
            <a:extLst>
              <a:ext uri="{FF2B5EF4-FFF2-40B4-BE49-F238E27FC236}">
                <a16:creationId xmlns:a16="http://schemas.microsoft.com/office/drawing/2014/main" id="{34EC8C81-D77C-E8DF-6FBD-F50B3FC1D67E}"/>
              </a:ext>
            </a:extLst>
          </p:cNvPr>
          <p:cNvSpPr/>
          <p:nvPr/>
        </p:nvSpPr>
        <p:spPr bwMode="auto">
          <a:xfrm>
            <a:off x="1414276" y="1937389"/>
            <a:ext cx="362188" cy="362188"/>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Variable Display Semib" pitchFamily="2" charset="0"/>
                <a:ea typeface="Segoe UI" pitchFamily="34" charset="0"/>
                <a:cs typeface="Segoe UI" pitchFamily="34" charset="0"/>
              </a:rPr>
              <a:t>1</a:t>
            </a:r>
          </a:p>
        </p:txBody>
      </p:sp>
      <p:sp>
        <p:nvSpPr>
          <p:cNvPr id="20" name="Rectangle: Rounded Corners 19">
            <a:extLst>
              <a:ext uri="{FF2B5EF4-FFF2-40B4-BE49-F238E27FC236}">
                <a16:creationId xmlns:a16="http://schemas.microsoft.com/office/drawing/2014/main" id="{2A324498-C417-0736-4422-86503578B0B4}"/>
              </a:ext>
            </a:extLst>
          </p:cNvPr>
          <p:cNvSpPr/>
          <p:nvPr/>
        </p:nvSpPr>
        <p:spPr bwMode="auto">
          <a:xfrm>
            <a:off x="729499" y="2546959"/>
            <a:ext cx="1747508" cy="40229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Declarative agents</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Hosted agents</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Workflow agents</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Built-I memory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Agent controls</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Channel integration</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Open frameworks and protocols</a:t>
            </a:r>
          </a:p>
        </p:txBody>
      </p:sp>
      <p:sp>
        <p:nvSpPr>
          <p:cNvPr id="23" name="Rectangle 22">
            <a:extLst>
              <a:ext uri="{FF2B5EF4-FFF2-40B4-BE49-F238E27FC236}">
                <a16:creationId xmlns:a16="http://schemas.microsoft.com/office/drawing/2014/main" id="{3276D21D-4858-3369-4699-86E58AABF93B}"/>
              </a:ext>
            </a:extLst>
          </p:cNvPr>
          <p:cNvSpPr/>
          <p:nvPr/>
        </p:nvSpPr>
        <p:spPr bwMode="auto">
          <a:xfrm>
            <a:off x="2295030" y="1556035"/>
            <a:ext cx="2391349" cy="553998"/>
          </a:xfrm>
          <a:prstGeom prst="rect">
            <a:avLst/>
          </a:prstGeom>
          <a:noFill/>
        </p:spPr>
        <p:txBody>
          <a:bodyPr wrap="square" lIns="0" tIns="0" rIns="0" bIns="274320" rtlCol="0" anchor="b" anchorCtr="0">
            <a:spAutoFit/>
          </a:bodyPr>
          <a:lstStyle/>
          <a:p>
            <a:pPr marL="0" marR="0" lvl="0" indent="0" algn="ctr" defTabSz="914437" rtl="0" eaLnBrk="1" fontAlgn="auto" latinLnBrk="0" hangingPunct="1">
              <a:lnSpc>
                <a:spcPct val="100000"/>
              </a:lnSpc>
              <a:spcBef>
                <a:spcPts val="30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000000"/>
                </a:solidFill>
                <a:effectLst/>
                <a:uLnTx/>
                <a:uFillTx/>
                <a:latin typeface="Segoe Pro Display Semibold"/>
                <a:ea typeface="+mn-ea"/>
                <a:cs typeface="Segoe UI Semibold"/>
              </a:rPr>
              <a:t>Models</a:t>
            </a:r>
            <a:endParaRPr kumimoji="0" lang="en-US" sz="1800" b="1" i="0" u="none" strike="noStrike" kern="1200" cap="none" spc="0" normalizeH="0" baseline="0" noProof="0">
              <a:ln w="3175">
                <a:noFill/>
              </a:ln>
              <a:solidFill>
                <a:srgbClr val="000000"/>
              </a:solidFill>
              <a:effectLst/>
              <a:uLnTx/>
              <a:uFillTx/>
              <a:latin typeface="Segoe Pro Display Semibold" panose="020B0502040504020203" pitchFamily="34" charset="0"/>
              <a:ea typeface="+mn-ea"/>
              <a:cs typeface="Segoe UI Semibold"/>
            </a:endParaRPr>
          </a:p>
        </p:txBody>
      </p:sp>
      <p:sp>
        <p:nvSpPr>
          <p:cNvPr id="27" name="Oval 26">
            <a:extLst>
              <a:ext uri="{FF2B5EF4-FFF2-40B4-BE49-F238E27FC236}">
                <a16:creationId xmlns:a16="http://schemas.microsoft.com/office/drawing/2014/main" id="{06D59DC4-83D0-E63B-91AF-966F8C19A679}"/>
              </a:ext>
            </a:extLst>
          </p:cNvPr>
          <p:cNvSpPr/>
          <p:nvPr/>
        </p:nvSpPr>
        <p:spPr bwMode="auto">
          <a:xfrm>
            <a:off x="3308728" y="1937389"/>
            <a:ext cx="362188" cy="362188"/>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Variable Display Semib" pitchFamily="2" charset="0"/>
                <a:ea typeface="Segoe UI" pitchFamily="34" charset="0"/>
                <a:cs typeface="Segoe UI" pitchFamily="34" charset="0"/>
              </a:rPr>
              <a:t>2</a:t>
            </a:r>
          </a:p>
        </p:txBody>
      </p:sp>
      <p:sp>
        <p:nvSpPr>
          <p:cNvPr id="32" name="Rectangle: Rounded Corners 31">
            <a:extLst>
              <a:ext uri="{FF2B5EF4-FFF2-40B4-BE49-F238E27FC236}">
                <a16:creationId xmlns:a16="http://schemas.microsoft.com/office/drawing/2014/main" id="{18ED0B61-A0F6-0344-63D3-57B5B383742E}"/>
              </a:ext>
            </a:extLst>
          </p:cNvPr>
          <p:cNvSpPr/>
          <p:nvPr/>
        </p:nvSpPr>
        <p:spPr bwMode="auto">
          <a:xfrm>
            <a:off x="2616951" y="2546959"/>
            <a:ext cx="1747508" cy="40229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Azure OpenAI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Anthropic Claude</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Meta Llama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DeepSeek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Mistral AI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xAI</a:t>
            </a: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Grok</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Black Forest Labs</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Microsoft Phi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p:txBody>
      </p:sp>
      <p:sp>
        <p:nvSpPr>
          <p:cNvPr id="35" name="Rectangle 34">
            <a:extLst>
              <a:ext uri="{FF2B5EF4-FFF2-40B4-BE49-F238E27FC236}">
                <a16:creationId xmlns:a16="http://schemas.microsoft.com/office/drawing/2014/main" id="{89CD85B3-631D-377E-8117-CF24CB337F10}"/>
              </a:ext>
            </a:extLst>
          </p:cNvPr>
          <p:cNvSpPr/>
          <p:nvPr/>
        </p:nvSpPr>
        <p:spPr bwMode="auto">
          <a:xfrm>
            <a:off x="4666221" y="1303428"/>
            <a:ext cx="1443161" cy="830997"/>
          </a:xfrm>
          <a:prstGeom prst="rect">
            <a:avLst/>
          </a:prstGeom>
          <a:noFill/>
        </p:spPr>
        <p:txBody>
          <a:bodyPr wrap="square" lIns="0" tIns="0" rIns="0" bIns="274320" rtlCol="0" anchor="b" anchorCtr="0">
            <a:spAutoFit/>
          </a:bodyPr>
          <a:lstStyle/>
          <a:p>
            <a:pPr marL="0" marR="0" lvl="0" indent="0" algn="ctr" defTabSz="914437" rtl="0" eaLnBrk="1" fontAlgn="auto" latinLnBrk="0" hangingPunct="1">
              <a:lnSpc>
                <a:spcPct val="100000"/>
              </a:lnSpc>
              <a:spcBef>
                <a:spcPts val="30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000000"/>
                </a:solidFill>
                <a:effectLst/>
                <a:uLnTx/>
                <a:uFillTx/>
                <a:latin typeface="Segoe Pro Display Semibold"/>
                <a:ea typeface="+mn-ea"/>
                <a:cs typeface="Segoe UI Semibold"/>
              </a:rPr>
              <a:t>Knowledge and Tools</a:t>
            </a:r>
            <a:endParaRPr kumimoji="0" lang="en-US" sz="1800" b="1" i="0" u="none" strike="noStrike" kern="1200" cap="none" spc="0" normalizeH="0" baseline="0" noProof="0">
              <a:ln w="3175">
                <a:noFill/>
              </a:ln>
              <a:solidFill>
                <a:srgbClr val="000000"/>
              </a:solidFill>
              <a:effectLst/>
              <a:uLnTx/>
              <a:uFillTx/>
              <a:latin typeface="Segoe Pro Display Semibold" panose="020B0502040504020203" pitchFamily="34" charset="0"/>
              <a:ea typeface="+mn-ea"/>
              <a:cs typeface="Segoe UI Semibold"/>
            </a:endParaRPr>
          </a:p>
        </p:txBody>
      </p:sp>
      <p:sp>
        <p:nvSpPr>
          <p:cNvPr id="36" name="Oval 35">
            <a:extLst>
              <a:ext uri="{FF2B5EF4-FFF2-40B4-BE49-F238E27FC236}">
                <a16:creationId xmlns:a16="http://schemas.microsoft.com/office/drawing/2014/main" id="{9099AA98-6B9E-B39A-850B-CCED76FDBB1F}"/>
              </a:ext>
            </a:extLst>
          </p:cNvPr>
          <p:cNvSpPr/>
          <p:nvPr/>
        </p:nvSpPr>
        <p:spPr bwMode="auto">
          <a:xfrm>
            <a:off x="5206708" y="1937389"/>
            <a:ext cx="362188" cy="362188"/>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Variable Display Semib" pitchFamily="2" charset="0"/>
                <a:ea typeface="Segoe UI" pitchFamily="34" charset="0"/>
                <a:cs typeface="Segoe UI" pitchFamily="34" charset="0"/>
              </a:rPr>
              <a:t>3</a:t>
            </a:r>
          </a:p>
        </p:txBody>
      </p:sp>
      <p:sp>
        <p:nvSpPr>
          <p:cNvPr id="37" name="Rectangle: Rounded Corners 36">
            <a:extLst>
              <a:ext uri="{FF2B5EF4-FFF2-40B4-BE49-F238E27FC236}">
                <a16:creationId xmlns:a16="http://schemas.microsoft.com/office/drawing/2014/main" id="{73A9913E-C7C6-4758-1E4C-99AB36729841}"/>
              </a:ext>
            </a:extLst>
          </p:cNvPr>
          <p:cNvSpPr/>
          <p:nvPr/>
        </p:nvSpPr>
        <p:spPr bwMode="auto">
          <a:xfrm>
            <a:off x="4514931" y="2546959"/>
            <a:ext cx="1747508" cy="40229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SharePoint</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Bing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OneLake</a:t>
            </a: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Cosmos DB</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err="1">
                <a:ln>
                  <a:noFill/>
                </a:ln>
                <a:solidFill>
                  <a:srgbClr val="000000"/>
                </a:solidFill>
                <a:effectLst/>
                <a:uLnTx/>
                <a:uFillTx/>
                <a:latin typeface="Segoe UI Light"/>
                <a:ea typeface="+mn-ea"/>
                <a:cs typeface="Segoe UI" panose="020B0502040204020203" pitchFamily="34" charset="0"/>
              </a:rPr>
              <a:t>PostregreSQL</a:t>
            </a: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Blob Storage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Azure Functions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MCP server</a:t>
            </a:r>
          </a:p>
          <a:p>
            <a:pPr marL="171450" marR="0" lvl="0" indent="-171450" algn="l" defTabSz="2320060" rtl="0" eaLnBrk="1" fontAlgn="base" latinLnBrk="0" hangingPunct="1">
              <a:lnSpc>
                <a:spcPct val="150000"/>
              </a:lnSpc>
              <a:spcBef>
                <a:spcPct val="0"/>
              </a:spcBef>
              <a:spcAft>
                <a:spcPct val="0"/>
              </a:spcAft>
              <a:buClrTx/>
              <a:buSzTx/>
              <a:buFontTx/>
              <a:buChar char="-"/>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0" marR="0" lvl="0" indent="0" algn="l" defTabSz="2320060" rtl="0" eaLnBrk="1" fontAlgn="base" latinLnBrk="0" hangingPunct="1">
              <a:lnSpc>
                <a:spcPct val="15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+ 1,400+ connectors to biz applications</a:t>
            </a:r>
          </a:p>
          <a:p>
            <a:pPr marL="171450" marR="0" lvl="0" indent="-171450" algn="l" defTabSz="2320060" rtl="0" eaLnBrk="1" fontAlgn="base" latinLnBrk="0" hangingPunct="1">
              <a:lnSpc>
                <a:spcPct val="150000"/>
              </a:lnSpc>
              <a:spcBef>
                <a:spcPct val="0"/>
              </a:spcBef>
              <a:spcAft>
                <a:spcPct val="0"/>
              </a:spcAft>
              <a:buClrTx/>
              <a:buSzTx/>
              <a:buFontTx/>
              <a:buChar char="-"/>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p:txBody>
      </p:sp>
      <p:sp>
        <p:nvSpPr>
          <p:cNvPr id="41" name="Rectangle 40">
            <a:extLst>
              <a:ext uri="{FF2B5EF4-FFF2-40B4-BE49-F238E27FC236}">
                <a16:creationId xmlns:a16="http://schemas.microsoft.com/office/drawing/2014/main" id="{10870CEA-CF5B-30D1-DB7B-0E2811A812E7}"/>
              </a:ext>
            </a:extLst>
          </p:cNvPr>
          <p:cNvSpPr/>
          <p:nvPr/>
        </p:nvSpPr>
        <p:spPr bwMode="auto">
          <a:xfrm>
            <a:off x="6564201" y="1279036"/>
            <a:ext cx="1443161" cy="830997"/>
          </a:xfrm>
          <a:prstGeom prst="rect">
            <a:avLst/>
          </a:prstGeom>
          <a:noFill/>
        </p:spPr>
        <p:txBody>
          <a:bodyPr wrap="square" lIns="0" tIns="0" rIns="0" bIns="274320" rtlCol="0" anchor="b" anchorCtr="0">
            <a:spAutoFit/>
          </a:bodyPr>
          <a:lstStyle/>
          <a:p>
            <a:pPr marL="0" marR="0" lvl="0" indent="0" algn="ctr" defTabSz="914437" rtl="0" eaLnBrk="1" fontAlgn="auto" latinLnBrk="0" hangingPunct="1">
              <a:lnSpc>
                <a:spcPct val="100000"/>
              </a:lnSpc>
              <a:spcBef>
                <a:spcPts val="30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000000"/>
                </a:solidFill>
                <a:effectLst/>
                <a:uLnTx/>
                <a:uFillTx/>
                <a:latin typeface="Segoe Pro Display Semibold"/>
                <a:ea typeface="+mn-ea"/>
                <a:cs typeface="Segoe UI Semibold"/>
              </a:rPr>
              <a:t>Observability and controls</a:t>
            </a:r>
            <a:endParaRPr kumimoji="0" lang="en-US" sz="1800" b="1" i="0" u="none" strike="noStrike" kern="1200" cap="none" spc="0" normalizeH="0" baseline="0" noProof="0">
              <a:ln w="3175">
                <a:noFill/>
              </a:ln>
              <a:solidFill>
                <a:srgbClr val="000000"/>
              </a:solidFill>
              <a:effectLst/>
              <a:uLnTx/>
              <a:uFillTx/>
              <a:latin typeface="Segoe Pro Display Semibold" panose="020B0502040504020203" pitchFamily="34" charset="0"/>
              <a:ea typeface="+mn-ea"/>
              <a:cs typeface="Segoe UI Semibold"/>
            </a:endParaRPr>
          </a:p>
        </p:txBody>
      </p:sp>
      <p:sp>
        <p:nvSpPr>
          <p:cNvPr id="42" name="Oval 41">
            <a:extLst>
              <a:ext uri="{FF2B5EF4-FFF2-40B4-BE49-F238E27FC236}">
                <a16:creationId xmlns:a16="http://schemas.microsoft.com/office/drawing/2014/main" id="{3E19F2D0-465D-19F5-4B96-06AF937DACD2}"/>
              </a:ext>
            </a:extLst>
          </p:cNvPr>
          <p:cNvSpPr/>
          <p:nvPr/>
        </p:nvSpPr>
        <p:spPr bwMode="auto">
          <a:xfrm>
            <a:off x="7104688" y="1912997"/>
            <a:ext cx="362188" cy="362188"/>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Variable Display Semib" pitchFamily="2" charset="0"/>
                <a:ea typeface="Segoe UI" pitchFamily="34" charset="0"/>
                <a:cs typeface="Segoe UI" pitchFamily="34" charset="0"/>
              </a:rPr>
              <a:t>4</a:t>
            </a:r>
          </a:p>
        </p:txBody>
      </p:sp>
      <p:sp>
        <p:nvSpPr>
          <p:cNvPr id="43" name="Rectangle: Rounded Corners 42">
            <a:extLst>
              <a:ext uri="{FF2B5EF4-FFF2-40B4-BE49-F238E27FC236}">
                <a16:creationId xmlns:a16="http://schemas.microsoft.com/office/drawing/2014/main" id="{9D9AFBF3-8CE2-9ADE-C55A-5A5E6F0D187C}"/>
              </a:ext>
            </a:extLst>
          </p:cNvPr>
          <p:cNvSpPr/>
          <p:nvPr/>
        </p:nvSpPr>
        <p:spPr bwMode="auto">
          <a:xfrm>
            <a:off x="6412911" y="2522567"/>
            <a:ext cx="1747508" cy="40229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Tracing/logging</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Evaluations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Monitoring</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Quality, safety, security</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Cost &amp; Throughput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Compliance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p:txBody>
      </p:sp>
      <p:sp>
        <p:nvSpPr>
          <p:cNvPr id="44" name="Rectangle 43">
            <a:extLst>
              <a:ext uri="{FF2B5EF4-FFF2-40B4-BE49-F238E27FC236}">
                <a16:creationId xmlns:a16="http://schemas.microsoft.com/office/drawing/2014/main" id="{F817A543-5424-D774-C073-7D9BDA96AA05}"/>
              </a:ext>
            </a:extLst>
          </p:cNvPr>
          <p:cNvSpPr/>
          <p:nvPr/>
        </p:nvSpPr>
        <p:spPr bwMode="auto">
          <a:xfrm>
            <a:off x="8462181" y="1279036"/>
            <a:ext cx="1443161" cy="830997"/>
          </a:xfrm>
          <a:prstGeom prst="rect">
            <a:avLst/>
          </a:prstGeom>
          <a:noFill/>
        </p:spPr>
        <p:txBody>
          <a:bodyPr wrap="square" lIns="0" tIns="0" rIns="0" bIns="274320" rtlCol="0" anchor="b" anchorCtr="0">
            <a:spAutoFit/>
          </a:bodyPr>
          <a:lstStyle/>
          <a:p>
            <a:pPr marL="0" marR="0" lvl="0" indent="0" algn="ctr" defTabSz="914437" rtl="0" eaLnBrk="1" fontAlgn="auto" latinLnBrk="0" hangingPunct="1">
              <a:lnSpc>
                <a:spcPct val="100000"/>
              </a:lnSpc>
              <a:spcBef>
                <a:spcPts val="30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000000"/>
                </a:solidFill>
                <a:effectLst/>
                <a:uLnTx/>
                <a:uFillTx/>
                <a:latin typeface="Segoe Pro Display Semibold"/>
                <a:ea typeface="+mn-ea"/>
                <a:cs typeface="Segoe UI Semibold"/>
              </a:rPr>
              <a:t>Security and governance</a:t>
            </a:r>
            <a:endParaRPr kumimoji="0" lang="en-US" sz="1800" b="1" i="0" u="none" strike="noStrike" kern="1200" cap="none" spc="0" normalizeH="0" baseline="0" noProof="0">
              <a:ln w="3175">
                <a:noFill/>
              </a:ln>
              <a:solidFill>
                <a:srgbClr val="000000"/>
              </a:solidFill>
              <a:effectLst/>
              <a:uLnTx/>
              <a:uFillTx/>
              <a:latin typeface="Segoe Pro Display Semibold" panose="020B0502040504020203" pitchFamily="34" charset="0"/>
              <a:ea typeface="+mn-ea"/>
              <a:cs typeface="Segoe UI Semibold"/>
            </a:endParaRPr>
          </a:p>
        </p:txBody>
      </p:sp>
      <p:sp>
        <p:nvSpPr>
          <p:cNvPr id="45" name="Oval 44">
            <a:extLst>
              <a:ext uri="{FF2B5EF4-FFF2-40B4-BE49-F238E27FC236}">
                <a16:creationId xmlns:a16="http://schemas.microsoft.com/office/drawing/2014/main" id="{B38FB6A5-3566-E5E5-FEFE-DF7932EB8166}"/>
              </a:ext>
            </a:extLst>
          </p:cNvPr>
          <p:cNvSpPr/>
          <p:nvPr/>
        </p:nvSpPr>
        <p:spPr bwMode="auto">
          <a:xfrm>
            <a:off x="9002668" y="1912997"/>
            <a:ext cx="362188" cy="362188"/>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Variable Display Semib" pitchFamily="2" charset="0"/>
                <a:ea typeface="Segoe UI" pitchFamily="34" charset="0"/>
                <a:cs typeface="Segoe UI" pitchFamily="34" charset="0"/>
              </a:rPr>
              <a:t>5</a:t>
            </a:r>
          </a:p>
        </p:txBody>
      </p:sp>
      <p:sp>
        <p:nvSpPr>
          <p:cNvPr id="46" name="Rectangle: Rounded Corners 45">
            <a:extLst>
              <a:ext uri="{FF2B5EF4-FFF2-40B4-BE49-F238E27FC236}">
                <a16:creationId xmlns:a16="http://schemas.microsoft.com/office/drawing/2014/main" id="{2D7608B0-F8EB-3142-A47C-C9CF531D2AA5}"/>
              </a:ext>
            </a:extLst>
          </p:cNvPr>
          <p:cNvSpPr/>
          <p:nvPr/>
        </p:nvSpPr>
        <p:spPr bwMode="auto">
          <a:xfrm>
            <a:off x="8310891" y="2522567"/>
            <a:ext cx="1747508" cy="40229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VNET</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BYO-resources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AI Gateway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Entra Agent ID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AI red teaming</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Access controls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Data classification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Policies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Compliance </a:t>
            </a:r>
          </a:p>
        </p:txBody>
      </p:sp>
      <p:sp>
        <p:nvSpPr>
          <p:cNvPr id="47" name="Rectangle 46">
            <a:extLst>
              <a:ext uri="{FF2B5EF4-FFF2-40B4-BE49-F238E27FC236}">
                <a16:creationId xmlns:a16="http://schemas.microsoft.com/office/drawing/2014/main" id="{798047DF-BADD-56AE-8FD1-0724E75E03BA}"/>
              </a:ext>
            </a:extLst>
          </p:cNvPr>
          <p:cNvSpPr/>
          <p:nvPr/>
        </p:nvSpPr>
        <p:spPr bwMode="auto">
          <a:xfrm>
            <a:off x="10360161" y="1279036"/>
            <a:ext cx="1443161" cy="830997"/>
          </a:xfrm>
          <a:prstGeom prst="rect">
            <a:avLst/>
          </a:prstGeom>
          <a:noFill/>
        </p:spPr>
        <p:txBody>
          <a:bodyPr wrap="square" lIns="0" tIns="0" rIns="0" bIns="274320" rtlCol="0" anchor="b" anchorCtr="0">
            <a:spAutoFit/>
          </a:bodyPr>
          <a:lstStyle/>
          <a:p>
            <a:pPr marL="0" marR="0" lvl="0" indent="0" algn="ctr" defTabSz="914437" rtl="0" eaLnBrk="1" fontAlgn="auto" latinLnBrk="0" hangingPunct="1">
              <a:lnSpc>
                <a:spcPct val="100000"/>
              </a:lnSpc>
              <a:spcBef>
                <a:spcPts val="300"/>
              </a:spcBef>
              <a:spcAft>
                <a:spcPct val="0"/>
              </a:spcAft>
              <a:buClrTx/>
              <a:buSzTx/>
              <a:buFontTx/>
              <a:buNone/>
              <a:tabLst>
                <a:tab pos="1487158" algn="l"/>
              </a:tabLst>
              <a:defRPr/>
            </a:pPr>
            <a:r>
              <a:rPr kumimoji="0" lang="en-US" sz="1800" b="1" i="0" u="none" strike="noStrike" kern="1200" cap="none" spc="0" normalizeH="0" baseline="0" noProof="0">
                <a:ln w="3175">
                  <a:noFill/>
                </a:ln>
                <a:solidFill>
                  <a:srgbClr val="000000"/>
                </a:solidFill>
                <a:effectLst/>
                <a:uLnTx/>
                <a:uFillTx/>
                <a:latin typeface="Segoe Pro Display Semibold"/>
                <a:ea typeface="+mn-ea"/>
                <a:cs typeface="Segoe UI Semibold"/>
              </a:rPr>
              <a:t>Deploy anywhere</a:t>
            </a:r>
            <a:endParaRPr kumimoji="0" lang="en-US" sz="1800" b="1" i="0" u="none" strike="noStrike" kern="1200" cap="none" spc="0" normalizeH="0" baseline="0" noProof="0">
              <a:ln w="3175">
                <a:noFill/>
              </a:ln>
              <a:solidFill>
                <a:srgbClr val="000000"/>
              </a:solidFill>
              <a:effectLst/>
              <a:uLnTx/>
              <a:uFillTx/>
              <a:latin typeface="Segoe Pro Display Semibold" panose="020B0502040504020203" pitchFamily="34" charset="0"/>
              <a:ea typeface="+mn-ea"/>
              <a:cs typeface="Segoe UI Semibold"/>
            </a:endParaRPr>
          </a:p>
        </p:txBody>
      </p:sp>
      <p:sp>
        <p:nvSpPr>
          <p:cNvPr id="48" name="Oval 47">
            <a:extLst>
              <a:ext uri="{FF2B5EF4-FFF2-40B4-BE49-F238E27FC236}">
                <a16:creationId xmlns:a16="http://schemas.microsoft.com/office/drawing/2014/main" id="{048FE01C-6D84-B0F1-8E57-6C532FD7681D}"/>
              </a:ext>
            </a:extLst>
          </p:cNvPr>
          <p:cNvSpPr/>
          <p:nvPr/>
        </p:nvSpPr>
        <p:spPr bwMode="auto">
          <a:xfrm>
            <a:off x="10900648" y="1912997"/>
            <a:ext cx="362188" cy="362188"/>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Variable Display Semib" pitchFamily="2" charset="0"/>
                <a:ea typeface="Segoe UI" pitchFamily="34" charset="0"/>
                <a:cs typeface="Segoe UI" pitchFamily="34" charset="0"/>
              </a:rPr>
              <a:t>5</a:t>
            </a:r>
          </a:p>
        </p:txBody>
      </p:sp>
      <p:sp>
        <p:nvSpPr>
          <p:cNvPr id="49" name="Rectangle: Rounded Corners 48">
            <a:extLst>
              <a:ext uri="{FF2B5EF4-FFF2-40B4-BE49-F238E27FC236}">
                <a16:creationId xmlns:a16="http://schemas.microsoft.com/office/drawing/2014/main" id="{45EF7DF8-57E4-3DD0-D220-62CEB637F4B5}"/>
              </a:ext>
            </a:extLst>
          </p:cNvPr>
          <p:cNvSpPr/>
          <p:nvPr/>
        </p:nvSpPr>
        <p:spPr bwMode="auto">
          <a:xfrm>
            <a:off x="10208871" y="2522567"/>
            <a:ext cx="1747508" cy="4022929"/>
          </a:xfrm>
          <a:prstGeom prst="roundRect">
            <a:avLst>
              <a:gd name="adj" fmla="val 13522"/>
            </a:avLst>
          </a:prstGeom>
          <a:solidFill>
            <a:srgbClr val="FFFFFF"/>
          </a:solidFill>
          <a:ln w="12700" cap="flat" cmpd="sng" algn="ctr">
            <a:solidFill>
              <a:srgbClr val="FFFFFF">
                <a:lumMod val="85000"/>
              </a:srgbClr>
            </a:solid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0" marR="0" lvl="0" indent="0" algn="l" defTabSz="2320060" rtl="0" eaLnBrk="1" fontAlgn="base" latinLnBrk="0" hangingPunct="1">
              <a:lnSpc>
                <a:spcPct val="15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Foundry Local</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On-prem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Multi-cloud</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Microsoft 365 Copilot</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Teams  </a:t>
            </a:r>
          </a:p>
          <a:p>
            <a:pPr marL="171450" marR="0" lvl="0" indent="-171450" algn="l" defTabSz="2320060" rtl="0" eaLnBrk="1" fontAlgn="base" latinLnBrk="0" hangingPunct="1">
              <a:lnSpc>
                <a:spcPct val="150000"/>
              </a:lnSpc>
              <a:spcBef>
                <a:spcPct val="0"/>
              </a:spcBef>
              <a:spcAft>
                <a:spcPct val="0"/>
              </a:spcAft>
              <a:buClrTx/>
              <a:buSzTx/>
              <a:buFontTx/>
              <a:buChar char="-"/>
              <a:tabLst/>
              <a:defRPr/>
            </a:pPr>
            <a:r>
              <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rPr>
              <a:t>Agent 365</a:t>
            </a:r>
          </a:p>
          <a:p>
            <a:pPr marL="171450" marR="0" lvl="0" indent="-171450" algn="l" defTabSz="2320060" rtl="0" eaLnBrk="1" fontAlgn="base" latinLnBrk="0" hangingPunct="1">
              <a:lnSpc>
                <a:spcPct val="150000"/>
              </a:lnSpc>
              <a:spcBef>
                <a:spcPct val="0"/>
              </a:spcBef>
              <a:spcAft>
                <a:spcPct val="0"/>
              </a:spcAft>
              <a:buClrTx/>
              <a:buSzTx/>
              <a:buFontTx/>
              <a:buChar char="-"/>
              <a:tabLst/>
              <a:defRPr/>
            </a:pPr>
            <a:endParaRPr kumimoji="0" lang="en-US" sz="1200" b="0" i="0" u="none" strike="noStrike" kern="0" cap="none" spc="0" normalizeH="0" baseline="0" noProof="0">
              <a:ln>
                <a:noFill/>
              </a:ln>
              <a:solidFill>
                <a:srgbClr val="000000"/>
              </a:solidFill>
              <a:effectLst/>
              <a:uLnTx/>
              <a:uFillTx/>
              <a:latin typeface="Segoe UI Light"/>
              <a:ea typeface="+mn-ea"/>
              <a:cs typeface="Segoe UI" panose="020B0502040204020203" pitchFamily="34" charset="0"/>
            </a:endParaRPr>
          </a:p>
        </p:txBody>
      </p:sp>
    </p:spTree>
    <p:extLst>
      <p:ext uri="{BB962C8B-B14F-4D97-AF65-F5344CB8AC3E}">
        <p14:creationId xmlns:p14="http://schemas.microsoft.com/office/powerpoint/2010/main" val="410346068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42" presetClass="path" presetSubtype="0" decel="100000" fill="hold" grpId="1" nodeType="withEffect">
                                  <p:stCondLst>
                                    <p:cond delay="500"/>
                                  </p:stCondLst>
                                  <p:childTnLst>
                                    <p:animMotion origin="layout" path="M 4.375E-6 -5.55112E-17 L -0.02539 0.00463 " pathEditMode="relative" rAng="0" ptsTypes="AA">
                                      <p:cBhvr>
                                        <p:cTn id="13" dur="700" spd="-100000" fill="hold"/>
                                        <p:tgtEl>
                                          <p:spTgt spid="15"/>
                                        </p:tgtEl>
                                        <p:attrNameLst>
                                          <p:attrName>ppt_x</p:attrName>
                                          <p:attrName>ppt_y</p:attrName>
                                        </p:attrNameLst>
                                      </p:cBhvr>
                                      <p:rCtr x="-1276" y="231"/>
                                    </p:animMotion>
                                  </p:childTnLst>
                                </p:cTn>
                              </p:par>
                              <p:par>
                                <p:cTn id="14" presetID="10" presetClass="entr" presetSubtype="0" fill="hold" grpId="0" nodeType="withEffect">
                                  <p:stCondLst>
                                    <p:cond delay="5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42" presetClass="path" presetSubtype="0" decel="100000" fill="hold" grpId="1" nodeType="withEffect">
                                  <p:stCondLst>
                                    <p:cond delay="500"/>
                                  </p:stCondLst>
                                  <p:childTnLst>
                                    <p:animMotion origin="layout" path="M 4.79167E-6 1.11111E-6 L -0.0254 0.00463 " pathEditMode="relative" rAng="0" ptsTypes="AA">
                                      <p:cBhvr>
                                        <p:cTn id="18" dur="700" spd="-100000" fill="hold"/>
                                        <p:tgtEl>
                                          <p:spTgt spid="11"/>
                                        </p:tgtEl>
                                        <p:attrNameLst>
                                          <p:attrName>ppt_x</p:attrName>
                                          <p:attrName>ppt_y</p:attrName>
                                        </p:attrNameLst>
                                      </p:cBhvr>
                                      <p:rCtr x="-1276" y="231"/>
                                    </p:animMotion>
                                  </p:childTnLst>
                                </p:cTn>
                              </p:par>
                              <p:par>
                                <p:cTn id="19" presetID="10" presetClass="entr" presetSubtype="0" fill="hold" grpId="0" nodeType="withEffect">
                                  <p:stCondLst>
                                    <p:cond delay="50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par>
                                <p:cTn id="22" presetID="42" presetClass="path" presetSubtype="0" decel="100000" fill="hold" grpId="1" nodeType="withEffect">
                                  <p:stCondLst>
                                    <p:cond delay="500"/>
                                  </p:stCondLst>
                                  <p:childTnLst>
                                    <p:animMotion origin="layout" path="M 4.375E-6 -5.55112E-17 L -0.02539 0.00463 " pathEditMode="relative" rAng="0" ptsTypes="AA">
                                      <p:cBhvr>
                                        <p:cTn id="23" dur="700" spd="-100000" fill="hold"/>
                                        <p:tgtEl>
                                          <p:spTgt spid="27"/>
                                        </p:tgtEl>
                                        <p:attrNameLst>
                                          <p:attrName>ppt_x</p:attrName>
                                          <p:attrName>ppt_y</p:attrName>
                                        </p:attrNameLst>
                                      </p:cBhvr>
                                      <p:rCtr x="-1276" y="231"/>
                                    </p:animMotion>
                                  </p:childTnLst>
                                </p:cTn>
                              </p:par>
                              <p:par>
                                <p:cTn id="24" presetID="10" presetClass="entr" presetSubtype="0" fill="hold" grpId="0" nodeType="withEffect">
                                  <p:stCondLst>
                                    <p:cond delay="50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par>
                                <p:cTn id="27" presetID="42" presetClass="path" presetSubtype="0" decel="100000" fill="hold" grpId="1" nodeType="withEffect">
                                  <p:stCondLst>
                                    <p:cond delay="500"/>
                                  </p:stCondLst>
                                  <p:childTnLst>
                                    <p:animMotion origin="layout" path="M 4.79167E-6 1.11111E-6 L -0.0254 0.00463 " pathEditMode="relative" rAng="0" ptsTypes="AA">
                                      <p:cBhvr>
                                        <p:cTn id="28" dur="700" spd="-100000" fill="hold"/>
                                        <p:tgtEl>
                                          <p:spTgt spid="23"/>
                                        </p:tgtEl>
                                        <p:attrNameLst>
                                          <p:attrName>ppt_x</p:attrName>
                                          <p:attrName>ppt_y</p:attrName>
                                        </p:attrNameLst>
                                      </p:cBhvr>
                                      <p:rCtr x="-1276" y="231"/>
                                    </p:animMotion>
                                  </p:childTnLst>
                                </p:cTn>
                              </p:par>
                              <p:par>
                                <p:cTn id="29" presetID="10" presetClass="entr" presetSubtype="0" fill="hold" grpId="0" nodeType="withEffect">
                                  <p:stCondLst>
                                    <p:cond delay="50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42" presetClass="path" presetSubtype="0" decel="100000" fill="hold" grpId="1" nodeType="withEffect">
                                  <p:stCondLst>
                                    <p:cond delay="500"/>
                                  </p:stCondLst>
                                  <p:childTnLst>
                                    <p:animMotion origin="layout" path="M 4.375E-6 -5.55112E-17 L -0.02539 0.00463 " pathEditMode="relative" rAng="0" ptsTypes="AA">
                                      <p:cBhvr>
                                        <p:cTn id="33" dur="700" spd="-100000" fill="hold"/>
                                        <p:tgtEl>
                                          <p:spTgt spid="36"/>
                                        </p:tgtEl>
                                        <p:attrNameLst>
                                          <p:attrName>ppt_x</p:attrName>
                                          <p:attrName>ppt_y</p:attrName>
                                        </p:attrNameLst>
                                      </p:cBhvr>
                                      <p:rCtr x="-1276" y="231"/>
                                    </p:animMotion>
                                  </p:childTnLst>
                                </p:cTn>
                              </p:par>
                              <p:par>
                                <p:cTn id="34" presetID="10" presetClass="entr" presetSubtype="0" fill="hold" grpId="0" nodeType="withEffect">
                                  <p:stCondLst>
                                    <p:cond delay="50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par>
                                <p:cTn id="37" presetID="42" presetClass="path" presetSubtype="0" decel="100000" fill="hold" grpId="1" nodeType="withEffect">
                                  <p:stCondLst>
                                    <p:cond delay="500"/>
                                  </p:stCondLst>
                                  <p:childTnLst>
                                    <p:animMotion origin="layout" path="M 4.79167E-6 1.11111E-6 L -0.0254 0.00463 " pathEditMode="relative" rAng="0" ptsTypes="AA">
                                      <p:cBhvr>
                                        <p:cTn id="38" dur="700" spd="-100000" fill="hold"/>
                                        <p:tgtEl>
                                          <p:spTgt spid="35"/>
                                        </p:tgtEl>
                                        <p:attrNameLst>
                                          <p:attrName>ppt_x</p:attrName>
                                          <p:attrName>ppt_y</p:attrName>
                                        </p:attrNameLst>
                                      </p:cBhvr>
                                      <p:rCtr x="-1276" y="231"/>
                                    </p:animMotion>
                                  </p:childTnLst>
                                </p:cTn>
                              </p:par>
                              <p:par>
                                <p:cTn id="39" presetID="10" presetClass="entr" presetSubtype="0" fill="hold" grpId="0" nodeType="withEffect">
                                  <p:stCondLst>
                                    <p:cond delay="50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par>
                                <p:cTn id="42" presetID="42" presetClass="path" presetSubtype="0" decel="100000" fill="hold" grpId="1" nodeType="withEffect">
                                  <p:stCondLst>
                                    <p:cond delay="500"/>
                                  </p:stCondLst>
                                  <p:childTnLst>
                                    <p:animMotion origin="layout" path="M 4.375E-6 -5.55112E-17 L -0.02539 0.00463 " pathEditMode="relative" rAng="0" ptsTypes="AA">
                                      <p:cBhvr>
                                        <p:cTn id="43" dur="700" spd="-100000" fill="hold"/>
                                        <p:tgtEl>
                                          <p:spTgt spid="42"/>
                                        </p:tgtEl>
                                        <p:attrNameLst>
                                          <p:attrName>ppt_x</p:attrName>
                                          <p:attrName>ppt_y</p:attrName>
                                        </p:attrNameLst>
                                      </p:cBhvr>
                                      <p:rCtr x="-1276" y="231"/>
                                    </p:animMotion>
                                  </p:childTnLst>
                                </p:cTn>
                              </p:par>
                              <p:par>
                                <p:cTn id="44" presetID="10" presetClass="entr" presetSubtype="0" fill="hold" grpId="0" nodeType="withEffect">
                                  <p:stCondLst>
                                    <p:cond delay="50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500"/>
                                        <p:tgtEl>
                                          <p:spTgt spid="41"/>
                                        </p:tgtEl>
                                      </p:cBhvr>
                                    </p:animEffect>
                                  </p:childTnLst>
                                </p:cTn>
                              </p:par>
                              <p:par>
                                <p:cTn id="47" presetID="42" presetClass="path" presetSubtype="0" decel="100000" fill="hold" grpId="1" nodeType="withEffect">
                                  <p:stCondLst>
                                    <p:cond delay="500"/>
                                  </p:stCondLst>
                                  <p:childTnLst>
                                    <p:animMotion origin="layout" path="M 4.79167E-6 1.11111E-6 L -0.0254 0.00463 " pathEditMode="relative" rAng="0" ptsTypes="AA">
                                      <p:cBhvr>
                                        <p:cTn id="48" dur="700" spd="-100000" fill="hold"/>
                                        <p:tgtEl>
                                          <p:spTgt spid="41"/>
                                        </p:tgtEl>
                                        <p:attrNameLst>
                                          <p:attrName>ppt_x</p:attrName>
                                          <p:attrName>ppt_y</p:attrName>
                                        </p:attrNameLst>
                                      </p:cBhvr>
                                      <p:rCtr x="-1276" y="231"/>
                                    </p:animMotion>
                                  </p:childTnLst>
                                </p:cTn>
                              </p:par>
                              <p:par>
                                <p:cTn id="49" presetID="10" presetClass="entr" presetSubtype="0" fill="hold" grpId="0" nodeType="withEffect">
                                  <p:stCondLst>
                                    <p:cond delay="50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500"/>
                                        <p:tgtEl>
                                          <p:spTgt spid="45"/>
                                        </p:tgtEl>
                                      </p:cBhvr>
                                    </p:animEffect>
                                  </p:childTnLst>
                                </p:cTn>
                              </p:par>
                              <p:par>
                                <p:cTn id="52" presetID="42" presetClass="path" presetSubtype="0" decel="100000" fill="hold" grpId="1" nodeType="withEffect">
                                  <p:stCondLst>
                                    <p:cond delay="500"/>
                                  </p:stCondLst>
                                  <p:childTnLst>
                                    <p:animMotion origin="layout" path="M 4.375E-6 -5.55112E-17 L -0.02539 0.00463 " pathEditMode="relative" rAng="0" ptsTypes="AA">
                                      <p:cBhvr>
                                        <p:cTn id="53" dur="700" spd="-100000" fill="hold"/>
                                        <p:tgtEl>
                                          <p:spTgt spid="45"/>
                                        </p:tgtEl>
                                        <p:attrNameLst>
                                          <p:attrName>ppt_x</p:attrName>
                                          <p:attrName>ppt_y</p:attrName>
                                        </p:attrNameLst>
                                      </p:cBhvr>
                                      <p:rCtr x="-1276" y="231"/>
                                    </p:animMotion>
                                  </p:childTnLst>
                                </p:cTn>
                              </p:par>
                              <p:par>
                                <p:cTn id="54" presetID="10" presetClass="entr" presetSubtype="0" fill="hold" grpId="0" nodeType="withEffect">
                                  <p:stCondLst>
                                    <p:cond delay="50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500"/>
                                        <p:tgtEl>
                                          <p:spTgt spid="44"/>
                                        </p:tgtEl>
                                      </p:cBhvr>
                                    </p:animEffect>
                                  </p:childTnLst>
                                </p:cTn>
                              </p:par>
                              <p:par>
                                <p:cTn id="57" presetID="42" presetClass="path" presetSubtype="0" decel="100000" fill="hold" grpId="1" nodeType="withEffect">
                                  <p:stCondLst>
                                    <p:cond delay="500"/>
                                  </p:stCondLst>
                                  <p:childTnLst>
                                    <p:animMotion origin="layout" path="M 4.79167E-6 1.11111E-6 L -0.0254 0.00463 " pathEditMode="relative" rAng="0" ptsTypes="AA">
                                      <p:cBhvr>
                                        <p:cTn id="58" dur="700" spd="-100000" fill="hold"/>
                                        <p:tgtEl>
                                          <p:spTgt spid="44"/>
                                        </p:tgtEl>
                                        <p:attrNameLst>
                                          <p:attrName>ppt_x</p:attrName>
                                          <p:attrName>ppt_y</p:attrName>
                                        </p:attrNameLst>
                                      </p:cBhvr>
                                      <p:rCtr x="-1276" y="231"/>
                                    </p:animMotion>
                                  </p:childTnLst>
                                </p:cTn>
                              </p:par>
                              <p:par>
                                <p:cTn id="59" presetID="10" presetClass="entr" presetSubtype="0" fill="hold" grpId="0" nodeType="withEffect">
                                  <p:stCondLst>
                                    <p:cond delay="50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childTnLst>
                                </p:cTn>
                              </p:par>
                              <p:par>
                                <p:cTn id="62" presetID="42" presetClass="path" presetSubtype="0" decel="100000" fill="hold" grpId="1" nodeType="withEffect">
                                  <p:stCondLst>
                                    <p:cond delay="500"/>
                                  </p:stCondLst>
                                  <p:childTnLst>
                                    <p:animMotion origin="layout" path="M 4.375E-6 -5.55112E-17 L -0.02539 0.00463 " pathEditMode="relative" rAng="0" ptsTypes="AA">
                                      <p:cBhvr>
                                        <p:cTn id="63" dur="700" spd="-100000" fill="hold"/>
                                        <p:tgtEl>
                                          <p:spTgt spid="48"/>
                                        </p:tgtEl>
                                        <p:attrNameLst>
                                          <p:attrName>ppt_x</p:attrName>
                                          <p:attrName>ppt_y</p:attrName>
                                        </p:attrNameLst>
                                      </p:cBhvr>
                                      <p:rCtr x="-1276" y="231"/>
                                    </p:animMotion>
                                  </p:childTnLst>
                                </p:cTn>
                              </p:par>
                              <p:par>
                                <p:cTn id="64" presetID="10" presetClass="entr" presetSubtype="0" fill="hold" grpId="0" nodeType="withEffect">
                                  <p:stCondLst>
                                    <p:cond delay="50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500"/>
                                        <p:tgtEl>
                                          <p:spTgt spid="47"/>
                                        </p:tgtEl>
                                      </p:cBhvr>
                                    </p:animEffect>
                                  </p:childTnLst>
                                </p:cTn>
                              </p:par>
                              <p:par>
                                <p:cTn id="67" presetID="42" presetClass="path" presetSubtype="0" decel="100000" fill="hold" grpId="1" nodeType="withEffect">
                                  <p:stCondLst>
                                    <p:cond delay="500"/>
                                  </p:stCondLst>
                                  <p:childTnLst>
                                    <p:animMotion origin="layout" path="M 4.79167E-6 1.11111E-6 L -0.0254 0.00463 " pathEditMode="relative" rAng="0" ptsTypes="AA">
                                      <p:cBhvr>
                                        <p:cTn id="68" dur="700" spd="-100000" fill="hold"/>
                                        <p:tgtEl>
                                          <p:spTgt spid="47"/>
                                        </p:tgtEl>
                                        <p:attrNameLst>
                                          <p:attrName>ppt_x</p:attrName>
                                          <p:attrName>ppt_y</p:attrName>
                                        </p:attrNameLst>
                                      </p:cBhvr>
                                      <p:rCtr x="-1276" y="2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5" grpId="0" animBg="1"/>
      <p:bldP spid="15" grpId="1" animBg="1"/>
      <p:bldP spid="23" grpId="0"/>
      <p:bldP spid="23" grpId="1"/>
      <p:bldP spid="27" grpId="0" animBg="1"/>
      <p:bldP spid="27" grpId="1" animBg="1"/>
      <p:bldP spid="35" grpId="0"/>
      <p:bldP spid="35" grpId="1"/>
      <p:bldP spid="36" grpId="0" animBg="1"/>
      <p:bldP spid="36" grpId="1" animBg="1"/>
      <p:bldP spid="41" grpId="0"/>
      <p:bldP spid="41" grpId="1"/>
      <p:bldP spid="42" grpId="0" animBg="1"/>
      <p:bldP spid="42" grpId="1" animBg="1"/>
      <p:bldP spid="44" grpId="0"/>
      <p:bldP spid="44" grpId="1"/>
      <p:bldP spid="45" grpId="0" animBg="1"/>
      <p:bldP spid="45" grpId="1" animBg="1"/>
      <p:bldP spid="47" grpId="0"/>
      <p:bldP spid="47" grpId="1"/>
      <p:bldP spid="48" grpId="0" animBg="1"/>
      <p:bldP spid="48" grpId="1"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D2778-C124-73B8-6B99-291631D0A520}"/>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DAAAA115-9075-7578-5639-88F26C3FCBE5}"/>
              </a:ext>
              <a:ext uri="{C183D7F6-B498-43B3-948B-1728B52AA6E4}">
                <adec:decorative xmlns:adec="http://schemas.microsoft.com/office/drawing/2017/decorative" val="1"/>
              </a:ext>
            </a:extLst>
          </p:cNvPr>
          <p:cNvSpPr txBox="1">
            <a:spLocks/>
          </p:cNvSpPr>
          <p:nvPr/>
        </p:nvSpPr>
        <p:spPr>
          <a:xfrm>
            <a:off x="881033" y="1972507"/>
            <a:ext cx="3502558" cy="1846659"/>
          </a:xfrm>
          <a:prstGeom prst="rect">
            <a:avLst/>
          </a:prstGeom>
          <a:noFill/>
          <a:ln>
            <a:noFill/>
            <a:prstDash/>
          </a:ln>
          <a:effectLst/>
        </p:spPr>
        <p:txBody>
          <a:bodyPr rot="0" spcFirstLastPara="0" vertOverflow="overflow" horzOverflow="overflow" vert="horz" wrap="square" lIns="0" tIns="0" rIns="0" bIns="18288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br>
              <a:rPr kumimoji="0" lang="en-US" sz="3600" b="1" i="0" u="none" strike="noStrike" kern="1200" cap="none" spc="-50" normalizeH="0" baseline="0" noProof="0">
                <a:ln w="3175">
                  <a:noFill/>
                </a:ln>
                <a:gradFill>
                  <a:gsLst>
                    <a:gs pos="0">
                      <a:srgbClr val="000000"/>
                    </a:gs>
                    <a:gs pos="100000">
                      <a:srgbClr val="000000"/>
                    </a:gs>
                  </a:gsLst>
                  <a:path path="circle">
                    <a:fillToRect l="100000" t="100000"/>
                  </a:path>
                </a:gradFill>
                <a:effectLst/>
                <a:uLnTx/>
                <a:uFillTx/>
                <a:latin typeface="Segoe Sans Text Semibold" pitchFamily="2" charset="0"/>
                <a:ea typeface="+mn-ea"/>
                <a:cs typeface="Segoe Sans Text" pitchFamily="2" charset="0"/>
              </a:rPr>
            </a:br>
            <a:br>
              <a:rPr kumimoji="0" lang="en-US" sz="3600" b="1" i="0" u="none" strike="noStrike" kern="1200" cap="none" spc="-50" normalizeH="0" baseline="0" noProof="0">
                <a:ln w="3175">
                  <a:noFill/>
                </a:ln>
                <a:gradFill>
                  <a:gsLst>
                    <a:gs pos="0">
                      <a:srgbClr val="000000"/>
                    </a:gs>
                    <a:gs pos="100000">
                      <a:srgbClr val="000000"/>
                    </a:gs>
                  </a:gsLst>
                  <a:path path="circle">
                    <a:fillToRect l="100000" t="100000"/>
                  </a:path>
                </a:gradFill>
                <a:effectLst/>
                <a:uLnTx/>
                <a:uFillTx/>
                <a:latin typeface="Segoe Sans Text Semibold" pitchFamily="2" charset="0"/>
                <a:ea typeface="+mn-ea"/>
                <a:cs typeface="Segoe Sans Text" pitchFamily="2" charset="0"/>
              </a:rPr>
            </a:br>
            <a:endParaRPr kumimoji="0" lang="en-US" sz="3600" b="1" i="0" u="none" strike="noStrike" kern="1200" cap="none" spc="-50" normalizeH="0" baseline="0" noProof="0">
              <a:ln w="3175">
                <a:noFill/>
              </a:ln>
              <a:gradFill>
                <a:gsLst>
                  <a:gs pos="0">
                    <a:srgbClr val="000000"/>
                  </a:gs>
                  <a:gs pos="100000">
                    <a:srgbClr val="000000"/>
                  </a:gs>
                </a:gsLst>
                <a:path path="circle">
                  <a:fillToRect l="100000" t="100000"/>
                </a:path>
              </a:gradFill>
              <a:effectLst/>
              <a:uLnTx/>
              <a:uFillTx/>
              <a:latin typeface="Segoe Sans Text Semibold" pitchFamily="2" charset="0"/>
              <a:ea typeface="+mn-ea"/>
              <a:cs typeface="Segoe Sans Text" pitchFamily="2" charset="0"/>
            </a:endParaRPr>
          </a:p>
        </p:txBody>
      </p:sp>
      <p:sp>
        <p:nvSpPr>
          <p:cNvPr id="10" name="Rectangle: Rounded Corners 1">
            <a:extLst>
              <a:ext uri="{FF2B5EF4-FFF2-40B4-BE49-F238E27FC236}">
                <a16:creationId xmlns:a16="http://schemas.microsoft.com/office/drawing/2014/main" id="{35646317-6205-C324-4821-F85BDE3D6F9C}"/>
              </a:ext>
              <a:ext uri="{C183D7F6-B498-43B3-948B-1728B52AA6E4}">
                <adec:decorative xmlns:adec="http://schemas.microsoft.com/office/drawing/2017/decorative" val="1"/>
              </a:ext>
            </a:extLst>
          </p:cNvPr>
          <p:cNvSpPr/>
          <p:nvPr/>
        </p:nvSpPr>
        <p:spPr bwMode="auto">
          <a:xfrm>
            <a:off x="591162" y="2941978"/>
            <a:ext cx="4172036" cy="659975"/>
          </a:xfrm>
          <a:prstGeom prst="roundRect">
            <a:avLst>
              <a:gd name="adj" fmla="val 22146"/>
            </a:avLst>
          </a:prstGeom>
          <a:gradFill flip="none" rotWithShape="1">
            <a:gsLst>
              <a:gs pos="0">
                <a:schemeClr val="accent6"/>
              </a:gs>
              <a:gs pos="100000">
                <a:schemeClr val="tx2"/>
              </a:gs>
            </a:gsLst>
            <a:lin ang="0" scaled="1"/>
            <a:tileRect/>
          </a:gradFill>
        </p:spPr>
        <p:txBody>
          <a:bodyPr wrap="none" lIns="108857" tIns="21771" rIns="108857" bIns="43543" rtlCol="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CA" sz="1400"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Sans Text Semibold" pitchFamily="2" charset="0"/>
              <a:ea typeface="+mn-ea"/>
              <a:cs typeface="Segoe Sans Text" pitchFamily="2" charset="0"/>
            </a:endParaRPr>
          </a:p>
        </p:txBody>
      </p:sp>
      <p:sp>
        <p:nvSpPr>
          <p:cNvPr id="11" name="Title 10">
            <a:extLst>
              <a:ext uri="{FF2B5EF4-FFF2-40B4-BE49-F238E27FC236}">
                <a16:creationId xmlns:a16="http://schemas.microsoft.com/office/drawing/2014/main" id="{04DE5EB1-2935-1FD7-21CC-26B3A2793CF2}"/>
              </a:ext>
            </a:extLst>
          </p:cNvPr>
          <p:cNvSpPr txBox="1">
            <a:spLocks noGrp="1"/>
          </p:cNvSpPr>
          <p:nvPr>
            <p:ph type="title" idx="4294967295"/>
          </p:nvPr>
        </p:nvSpPr>
        <p:spPr>
          <a:xfrm>
            <a:off x="700697" y="2876101"/>
            <a:ext cx="4163602" cy="1549527"/>
          </a:xfrm>
          <a:prstGeom prst="rect">
            <a:avLst/>
          </a:prstGeom>
          <a:noFill/>
          <a:ln>
            <a:noFill/>
            <a:prstDash/>
          </a:ln>
          <a:effectLst/>
        </p:spPr>
        <p:txBody>
          <a:bodyPr rot="0" spcFirstLastPara="0" vertOverflow="overflow" horzOverflow="overflow" vert="horz" wrap="square" lIns="0" tIns="0" rIns="0" bIns="182880" numCol="1" spcCol="0" rtlCol="0" fromWordArt="0" anchor="ctr" anchorCtr="0" forceAA="0" compatLnSpc="1">
            <a:prstTxWarp prst="textNoShape">
              <a:avLst/>
            </a:prstTxWarp>
            <a:spAutoFit/>
          </a:bodyPr>
          <a:lstStyle>
            <a:lvl1pPr defTabSz="932742">
              <a:lnSpc>
                <a:spcPct val="100000"/>
              </a:lnSpc>
              <a:spcBef>
                <a:spcPct val="0"/>
              </a:spcBef>
              <a:buNone/>
              <a:defRPr lang="en-US" sz="3600" b="0" cap="none" spc="-50" baseline="0" dirty="0" smtClean="0">
                <a:ln w="3175">
                  <a:noFill/>
                </a:ln>
                <a:effectLst/>
                <a:latin typeface="+mj-lt"/>
                <a:cs typeface="Segoe UI" pitchFamily="34" charset="0"/>
              </a:defRPr>
            </a:lvl1pPr>
          </a:lstStyle>
          <a:p>
            <a:pPr marL="0" marR="0" lvl="0" indent="0" algn="l" defTabSz="932742" rtl="0" eaLnBrk="1" fontAlgn="auto" latinLnBrk="0" hangingPunct="1">
              <a:lnSpc>
                <a:spcPct val="130000"/>
              </a:lnSpc>
              <a:spcBef>
                <a:spcPct val="0"/>
              </a:spcBef>
              <a:spcAft>
                <a:spcPts val="0"/>
              </a:spcAft>
              <a:buClrTx/>
              <a:buSzTx/>
              <a:buFontTx/>
              <a:buNone/>
              <a:tabLst/>
              <a:defRPr/>
            </a:pPr>
            <a:r>
              <a:rPr kumimoji="0" lang="en-US" sz="3600" b="1" i="0" u="none" strike="noStrike" kern="1200" cap="none" spc="-50" normalizeH="0" baseline="0" noProof="0">
                <a:ln w="3175">
                  <a:noFill/>
                </a:ln>
                <a:solidFill>
                  <a:srgbClr val="FFFFFF"/>
                </a:solidFill>
                <a:effectLst/>
                <a:uLnTx/>
                <a:uFillTx/>
                <a:latin typeface="Segoe Sans Text Semibold" pitchFamily="2" charset="0"/>
                <a:ea typeface="+mn-ea"/>
                <a:cs typeface="Segoe Sans Text" pitchFamily="2" charset="0"/>
              </a:rPr>
              <a:t>AI transformation</a:t>
            </a:r>
            <a:endParaRPr kumimoji="0" lang="en-US" sz="3600" b="1" i="0" u="none" strike="noStrike" kern="1200" cap="none" spc="-50" normalizeH="0" baseline="0" noProof="0">
              <a:ln w="3175">
                <a:noFill/>
              </a:ln>
              <a:gradFill>
                <a:gsLst>
                  <a:gs pos="0">
                    <a:srgbClr val="000000"/>
                  </a:gs>
                  <a:gs pos="100000">
                    <a:srgbClr val="000000"/>
                  </a:gs>
                </a:gsLst>
                <a:path path="circle">
                  <a:fillToRect l="100000" t="100000"/>
                </a:path>
              </a:gradFill>
              <a:effectLst/>
              <a:uLnTx/>
              <a:uFillTx/>
              <a:latin typeface="Segoe Sans Text Semibold" pitchFamily="2" charset="0"/>
              <a:ea typeface="+mn-ea"/>
              <a:cs typeface="Segoe Sans Text" pitchFamily="2" charset="0"/>
            </a:endParaRPr>
          </a:p>
          <a:p>
            <a:pPr marL="0" marR="0" lvl="0" indent="0" algn="l" defTabSz="932742" rtl="0" eaLnBrk="1" fontAlgn="auto" latinLnBrk="0" hangingPunct="1">
              <a:lnSpc>
                <a:spcPct val="130000"/>
              </a:lnSpc>
              <a:spcBef>
                <a:spcPct val="0"/>
              </a:spcBef>
              <a:spcAft>
                <a:spcPts val="0"/>
              </a:spcAft>
              <a:buClrTx/>
              <a:buSzTx/>
              <a:buFontTx/>
              <a:buNone/>
              <a:tabLst/>
              <a:defRPr/>
            </a:pPr>
            <a:r>
              <a:rPr kumimoji="0" lang="en-US" sz="3600" b="1" i="0" u="none" strike="noStrike" kern="1200" cap="none" spc="-50" normalizeH="0" baseline="0" noProof="0">
                <a:ln w="3175">
                  <a:noFill/>
                </a:ln>
                <a:gradFill>
                  <a:gsLst>
                    <a:gs pos="0">
                      <a:srgbClr val="000000"/>
                    </a:gs>
                    <a:gs pos="100000">
                      <a:srgbClr val="000000"/>
                    </a:gs>
                  </a:gsLst>
                  <a:path path="circle">
                    <a:fillToRect l="100000" t="100000"/>
                  </a:path>
                </a:gradFill>
                <a:effectLst/>
                <a:uLnTx/>
                <a:uFillTx/>
                <a:latin typeface="Segoe Sans Text Semibold" pitchFamily="2" charset="0"/>
                <a:ea typeface="+mn-ea"/>
                <a:cs typeface="Segoe Sans Text" pitchFamily="2" charset="0"/>
              </a:rPr>
              <a:t>with Microsoft</a:t>
            </a:r>
          </a:p>
        </p:txBody>
      </p:sp>
      <p:sp>
        <p:nvSpPr>
          <p:cNvPr id="12" name="TextBox 11">
            <a:extLst>
              <a:ext uri="{FF2B5EF4-FFF2-40B4-BE49-F238E27FC236}">
                <a16:creationId xmlns:a16="http://schemas.microsoft.com/office/drawing/2014/main" id="{572557F4-9CD1-9C8B-95D9-5D3D41BE47E8}"/>
              </a:ext>
            </a:extLst>
          </p:cNvPr>
          <p:cNvSpPr txBox="1"/>
          <p:nvPr/>
        </p:nvSpPr>
        <p:spPr>
          <a:xfrm>
            <a:off x="626716" y="3324976"/>
            <a:ext cx="4163602" cy="829330"/>
          </a:xfrm>
          <a:prstGeom prst="rect">
            <a:avLst/>
          </a:prstGeom>
        </p:spPr>
        <p:txBody>
          <a:bodyPr vert="horz" wrap="square" lIns="0" tIns="0" rIns="0" bIns="182880" rtlCol="0" anchor="ctr">
            <a:spAutoFit/>
          </a:bodyPr>
          <a:lstStyle>
            <a:lvl1pPr defTabSz="932742">
              <a:lnSpc>
                <a:spcPct val="100000"/>
              </a:lnSpc>
              <a:spcBef>
                <a:spcPct val="0"/>
              </a:spcBef>
              <a:buNone/>
              <a:defRPr lang="en-US" sz="3600" b="0" cap="none" spc="-50" baseline="0" dirty="0" smtClean="0">
                <a:ln w="3175">
                  <a:noFill/>
                </a:ln>
                <a:effectLst/>
                <a:latin typeface="+mj-lt"/>
                <a:cs typeface="Segoe UI" pitchFamily="34" charset="0"/>
              </a:defRPr>
            </a:lvl1pPr>
          </a:lstStyle>
          <a:p>
            <a:pPr marL="0" marR="0" lvl="0" indent="0" algn="l" defTabSz="932742" rtl="0" eaLnBrk="1" fontAlgn="auto" latinLnBrk="0" hangingPunct="1">
              <a:lnSpc>
                <a:spcPct val="130000"/>
              </a:lnSpc>
              <a:spcBef>
                <a:spcPct val="0"/>
              </a:spcBef>
              <a:spcAft>
                <a:spcPts val="0"/>
              </a:spcAft>
              <a:buClrTx/>
              <a:buSzTx/>
              <a:buFontTx/>
              <a:buNone/>
              <a:tabLst/>
              <a:defRPr/>
            </a:pPr>
            <a:r>
              <a:rPr kumimoji="0" lang="en-US" sz="3600" b="1" i="0" u="none" strike="noStrike" kern="1200" cap="none" spc="-50" normalizeH="0" baseline="0" noProof="0">
                <a:ln w="3175">
                  <a:noFill/>
                </a:ln>
                <a:solidFill>
                  <a:srgbClr val="FFFFFF">
                    <a:alpha val="0"/>
                  </a:srgbClr>
                </a:solidFill>
                <a:effectLst/>
                <a:uLnTx/>
                <a:uFillTx/>
                <a:latin typeface="Segoe Sans Text Semibold" pitchFamily="2" charset="0"/>
                <a:ea typeface="+mn-ea"/>
                <a:cs typeface="Segoe Sans Text" pitchFamily="2" charset="0"/>
              </a:rPr>
              <a:t>entire organization</a:t>
            </a:r>
          </a:p>
        </p:txBody>
      </p:sp>
      <p:grpSp>
        <p:nvGrpSpPr>
          <p:cNvPr id="58" name="Group 57" descr="inner circle: copilot, azure AI foundry, microsoft fabric&#10;&#10;outer circle: Microsoft defender, Microsoft Entra, Microsoft purview, Microsoft sentinel, Microsoft intune">
            <a:extLst>
              <a:ext uri="{FF2B5EF4-FFF2-40B4-BE49-F238E27FC236}">
                <a16:creationId xmlns:a16="http://schemas.microsoft.com/office/drawing/2014/main" id="{2250C8CF-C9F7-5335-CE22-0C6B33B80F7E}"/>
              </a:ext>
            </a:extLst>
          </p:cNvPr>
          <p:cNvGrpSpPr/>
          <p:nvPr/>
        </p:nvGrpSpPr>
        <p:grpSpPr>
          <a:xfrm>
            <a:off x="5789669" y="722772"/>
            <a:ext cx="5300466" cy="5303520"/>
            <a:chOff x="5789669" y="722772"/>
            <a:chExt cx="5300466" cy="5303520"/>
          </a:xfrm>
        </p:grpSpPr>
        <p:sp>
          <p:nvSpPr>
            <p:cNvPr id="15" name="Donut 37">
              <a:extLst>
                <a:ext uri="{FF2B5EF4-FFF2-40B4-BE49-F238E27FC236}">
                  <a16:creationId xmlns:a16="http://schemas.microsoft.com/office/drawing/2014/main" id="{6B90D714-7440-AF18-26B8-8AAD5F594F6E}"/>
                </a:ext>
                <a:ext uri="{C183D7F6-B498-43B3-948B-1728B52AA6E4}">
                  <adec:decorative xmlns:adec="http://schemas.microsoft.com/office/drawing/2017/decorative" val="1"/>
                </a:ext>
              </a:extLst>
            </p:cNvPr>
            <p:cNvSpPr/>
            <p:nvPr/>
          </p:nvSpPr>
          <p:spPr bwMode="auto">
            <a:xfrm>
              <a:off x="5789669" y="722772"/>
              <a:ext cx="5300466" cy="5303520"/>
            </a:xfrm>
            <a:prstGeom prst="donut">
              <a:avLst>
                <a:gd name="adj" fmla="val 11959"/>
              </a:avLst>
            </a:prstGeom>
            <a:solidFill>
              <a:srgbClr val="F9F6FC"/>
            </a:solidFill>
            <a:effectLst>
              <a:outerShdw blurRad="50800" dist="38100" dir="2700000" algn="tl" rotWithShape="0">
                <a:prstClr val="black">
                  <a:alpha val="20000"/>
                </a:prstClr>
              </a:outerShdw>
            </a:effectLst>
          </p:spPr>
          <p:txBody>
            <a:bodyPr wrap="square" lIns="106657" tIns="149319" rIns="106657" bIns="106657" rtlCol="0" anchor="t" anchorCtr="0">
              <a:noAutofit/>
            </a:bodyPr>
            <a:lstStyle/>
            <a:p>
              <a:pPr marL="0" marR="0" lvl="0" indent="0" algn="l" defTabSz="1031379" rtl="0" eaLnBrk="1" fontAlgn="base" latinLnBrk="0" hangingPunct="1">
                <a:lnSpc>
                  <a:spcPct val="100000"/>
                </a:lnSpc>
                <a:spcBef>
                  <a:spcPts val="711"/>
                </a:spcBef>
                <a:spcAft>
                  <a:spcPct val="0"/>
                </a:spcAft>
                <a:buClrTx/>
                <a:buSzPts val="1000"/>
                <a:buFontTx/>
                <a:buNone/>
                <a:tabLst>
                  <a:tab pos="108849" algn="l"/>
                </a:tabLst>
                <a:defRPr/>
              </a:pPr>
              <a:endParaRPr kumimoji="0" lang="en-US" sz="711" b="1" i="0" u="none" strike="noStrike" kern="1200" cap="none" spc="0" normalizeH="0" baseline="0" noProof="0">
                <a:ln>
                  <a:noFill/>
                </a:ln>
                <a:gradFill>
                  <a:gsLst>
                    <a:gs pos="13761">
                      <a:srgbClr val="000000"/>
                    </a:gs>
                    <a:gs pos="32110">
                      <a:srgbClr val="000000"/>
                    </a:gs>
                  </a:gsLst>
                  <a:path path="circle">
                    <a:fillToRect l="100000" t="100000"/>
                  </a:path>
                </a:gradFill>
                <a:effectLst/>
                <a:uLnTx/>
                <a:uFillTx/>
                <a:latin typeface="Segoe Sans Text Semibold"/>
                <a:ea typeface="+mn-ea"/>
                <a:cs typeface="Segoe Sans Text Semibold" pitchFamily="2" charset="0"/>
              </a:endParaRPr>
            </a:p>
          </p:txBody>
        </p:sp>
        <p:sp>
          <p:nvSpPr>
            <p:cNvPr id="22" name="TextBox 21">
              <a:extLst>
                <a:ext uri="{FF2B5EF4-FFF2-40B4-BE49-F238E27FC236}">
                  <a16:creationId xmlns:a16="http://schemas.microsoft.com/office/drawing/2014/main" id="{D479716F-34F6-0D0D-3094-1A973292C4C8}"/>
                </a:ext>
              </a:extLst>
            </p:cNvPr>
            <p:cNvSpPr txBox="1">
              <a:spLocks noChangeAspect="1"/>
            </p:cNvSpPr>
            <p:nvPr/>
          </p:nvSpPr>
          <p:spPr>
            <a:xfrm rot="3523801">
              <a:off x="6268667" y="1058219"/>
              <a:ext cx="4418671" cy="4420218"/>
            </a:xfrm>
            <a:prstGeom prst="rect">
              <a:avLst/>
            </a:prstGeom>
            <a:noFill/>
          </p:spPr>
          <p:txBody>
            <a:bodyPr wrap="none" rtlCol="0">
              <a:prstTxWarp prst="textArchUp">
                <a:avLst>
                  <a:gd name="adj" fmla="val 11685920"/>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Microsoft Defender</a:t>
              </a:r>
            </a:p>
          </p:txBody>
        </p:sp>
        <p:sp>
          <p:nvSpPr>
            <p:cNvPr id="19" name="TextBox 18">
              <a:extLst>
                <a:ext uri="{FF2B5EF4-FFF2-40B4-BE49-F238E27FC236}">
                  <a16:creationId xmlns:a16="http://schemas.microsoft.com/office/drawing/2014/main" id="{2C85266C-017E-675D-62AA-804BE0036A94}"/>
                </a:ext>
              </a:extLst>
            </p:cNvPr>
            <p:cNvSpPr txBox="1">
              <a:spLocks noChangeAspect="1"/>
            </p:cNvSpPr>
            <p:nvPr/>
          </p:nvSpPr>
          <p:spPr>
            <a:xfrm rot="13788726">
              <a:off x="6113421" y="1088884"/>
              <a:ext cx="4678363" cy="4680000"/>
            </a:xfrm>
            <a:prstGeom prst="rect">
              <a:avLst/>
            </a:prstGeom>
            <a:noFill/>
          </p:spPr>
          <p:txBody>
            <a:bodyPr wrap="none" rtlCol="0">
              <a:prstTxWarp prst="textArchDown">
                <a:avLst>
                  <a:gd name="adj" fmla="val 2063193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Microsoft </a:t>
              </a:r>
              <a:r>
                <a:rPr kumimoji="0" lang="es-MX" sz="1400" b="0" i="0" u="none" strike="noStrike" kern="1200" cap="none" spc="0" normalizeH="0" baseline="0" noProof="0" err="1">
                  <a:ln>
                    <a:noFill/>
                  </a:ln>
                  <a:solidFill>
                    <a:srgbClr val="000000"/>
                  </a:solidFill>
                  <a:effectLst/>
                  <a:uLnTx/>
                  <a:uFillTx/>
                  <a:latin typeface="Segoe Sans Text Semibold"/>
                  <a:ea typeface="+mn-ea"/>
                  <a:cs typeface="Segoe Sans Text" pitchFamily="2" charset="0"/>
                </a:rPr>
                <a:t>Purview</a:t>
              </a:r>
              <a:endPar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endParaRPr>
            </a:p>
          </p:txBody>
        </p:sp>
        <p:sp>
          <p:nvSpPr>
            <p:cNvPr id="21" name="TextBox 20">
              <a:extLst>
                <a:ext uri="{FF2B5EF4-FFF2-40B4-BE49-F238E27FC236}">
                  <a16:creationId xmlns:a16="http://schemas.microsoft.com/office/drawing/2014/main" id="{D0CA28C0-98BD-27C4-42D1-6CA9478D277E}"/>
                </a:ext>
              </a:extLst>
            </p:cNvPr>
            <p:cNvSpPr txBox="1">
              <a:spLocks noChangeAspect="1"/>
            </p:cNvSpPr>
            <p:nvPr/>
          </p:nvSpPr>
          <p:spPr>
            <a:xfrm rot="16872723">
              <a:off x="6056071" y="1080728"/>
              <a:ext cx="4678363" cy="4680000"/>
            </a:xfrm>
            <a:prstGeom prst="rect">
              <a:avLst/>
            </a:prstGeom>
            <a:noFill/>
          </p:spPr>
          <p:txBody>
            <a:bodyPr wrap="none" rtlCol="0">
              <a:prstTxWarp prst="textArchDown">
                <a:avLst>
                  <a:gd name="adj" fmla="val 19114574"/>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Microsoft </a:t>
              </a:r>
              <a:r>
                <a:rPr kumimoji="0" lang="es-MX" sz="1400" b="0" i="0" u="none" strike="noStrike" kern="1200" cap="none" spc="0" normalizeH="0" baseline="0" noProof="0" err="1">
                  <a:ln>
                    <a:noFill/>
                  </a:ln>
                  <a:solidFill>
                    <a:srgbClr val="000000"/>
                  </a:solidFill>
                  <a:effectLst/>
                  <a:uLnTx/>
                  <a:uFillTx/>
                  <a:latin typeface="Segoe Sans Text Semibold"/>
                  <a:ea typeface="+mn-ea"/>
                  <a:cs typeface="Segoe Sans Text" pitchFamily="2" charset="0"/>
                </a:rPr>
                <a:t>Sentinel</a:t>
              </a:r>
              <a:endPar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endParaRPr>
            </a:p>
          </p:txBody>
        </p:sp>
        <p:sp>
          <p:nvSpPr>
            <p:cNvPr id="24" name="TextBox 23">
              <a:extLst>
                <a:ext uri="{FF2B5EF4-FFF2-40B4-BE49-F238E27FC236}">
                  <a16:creationId xmlns:a16="http://schemas.microsoft.com/office/drawing/2014/main" id="{DFF3083F-3872-0505-A6C7-22E4FC045DD3}"/>
                </a:ext>
              </a:extLst>
            </p:cNvPr>
            <p:cNvSpPr txBox="1">
              <a:spLocks noChangeAspect="1"/>
            </p:cNvSpPr>
            <p:nvPr/>
          </p:nvSpPr>
          <p:spPr>
            <a:xfrm rot="14437911">
              <a:off x="6332167" y="1134419"/>
              <a:ext cx="4418671" cy="4420218"/>
            </a:xfrm>
            <a:prstGeom prst="rect">
              <a:avLst/>
            </a:prstGeom>
            <a:noFill/>
          </p:spPr>
          <p:txBody>
            <a:bodyPr wrap="none" rtlCol="0">
              <a:prstTxWarp prst="textArchUp">
                <a:avLst>
                  <a:gd name="adj" fmla="val 5463670"/>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Microsoft Entra</a:t>
              </a:r>
            </a:p>
          </p:txBody>
        </p:sp>
        <p:sp>
          <p:nvSpPr>
            <p:cNvPr id="25" name="TextBox 24">
              <a:extLst>
                <a:ext uri="{FF2B5EF4-FFF2-40B4-BE49-F238E27FC236}">
                  <a16:creationId xmlns:a16="http://schemas.microsoft.com/office/drawing/2014/main" id="{EFF2C227-E5DB-08C9-BED4-B642AD745D68}"/>
                </a:ext>
              </a:extLst>
            </p:cNvPr>
            <p:cNvSpPr txBox="1">
              <a:spLocks noChangeAspect="1"/>
            </p:cNvSpPr>
            <p:nvPr/>
          </p:nvSpPr>
          <p:spPr>
            <a:xfrm rot="5035362">
              <a:off x="6209645" y="1045519"/>
              <a:ext cx="4418671" cy="4420218"/>
            </a:xfrm>
            <a:prstGeom prst="rect">
              <a:avLst/>
            </a:prstGeom>
            <a:noFill/>
          </p:spPr>
          <p:txBody>
            <a:bodyPr wrap="none" rtlCol="0">
              <a:prstTxWarp prst="textArchUp">
                <a:avLst>
                  <a:gd name="adj" fmla="val 6245315"/>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000000"/>
                  </a:solidFill>
                  <a:effectLst/>
                  <a:uLnTx/>
                  <a:uFillTx/>
                  <a:latin typeface="Segoe Sans Text Semibold"/>
                  <a:ea typeface="+mn-ea"/>
                  <a:cs typeface="Segoe Sans Text" pitchFamily="2" charset="0"/>
                </a:rPr>
                <a:t>Microsoft Intune</a:t>
              </a:r>
            </a:p>
          </p:txBody>
        </p:sp>
        <p:pic>
          <p:nvPicPr>
            <p:cNvPr id="36" name="Picture 35" descr="A blue and white logo">
              <a:extLst>
                <a:ext uri="{FF2B5EF4-FFF2-40B4-BE49-F238E27FC236}">
                  <a16:creationId xmlns:a16="http://schemas.microsoft.com/office/drawing/2014/main" id="{E2C6A1FC-2E80-2F4E-D6C0-AACEFAF05020}"/>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3352006">
              <a:off x="10293918" y="1954420"/>
              <a:ext cx="291966" cy="284760"/>
            </a:xfrm>
            <a:prstGeom prst="rect">
              <a:avLst/>
            </a:prstGeom>
          </p:spPr>
        </p:pic>
        <p:pic>
          <p:nvPicPr>
            <p:cNvPr id="38" name="Graphic 37">
              <a:extLst>
                <a:ext uri="{FF2B5EF4-FFF2-40B4-BE49-F238E27FC236}">
                  <a16:creationId xmlns:a16="http://schemas.microsoft.com/office/drawing/2014/main" id="{35177D0D-32C0-B32F-0478-D537B34EE79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463655">
              <a:off x="6037856" y="3074021"/>
              <a:ext cx="268139" cy="260017"/>
            </a:xfrm>
            <a:prstGeom prst="rect">
              <a:avLst/>
            </a:prstGeom>
          </p:spPr>
        </p:pic>
        <p:pic>
          <p:nvPicPr>
            <p:cNvPr id="41" name="Graphic 40">
              <a:extLst>
                <a:ext uri="{FF2B5EF4-FFF2-40B4-BE49-F238E27FC236}">
                  <a16:creationId xmlns:a16="http://schemas.microsoft.com/office/drawing/2014/main" id="{14726258-75D5-9A56-E973-B34ADCC767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3201982">
              <a:off x="6357437" y="4499857"/>
              <a:ext cx="210390" cy="263453"/>
            </a:xfrm>
            <a:prstGeom prst="rect">
              <a:avLst/>
            </a:prstGeom>
          </p:spPr>
        </p:pic>
        <p:pic>
          <p:nvPicPr>
            <p:cNvPr id="42" name="purview">
              <a:extLst>
                <a:ext uri="{FF2B5EF4-FFF2-40B4-BE49-F238E27FC236}">
                  <a16:creationId xmlns:a16="http://schemas.microsoft.com/office/drawing/2014/main" id="{A3AF087F-CCFA-99D2-F459-4FC7BDD5BD2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rot="6234956">
              <a:off x="9087518" y="5513264"/>
              <a:ext cx="273723" cy="260017"/>
            </a:xfrm>
            <a:prstGeom prst="rect">
              <a:avLst/>
            </a:prstGeom>
          </p:spPr>
        </p:pic>
        <p:pic>
          <p:nvPicPr>
            <p:cNvPr id="47" name="Picture 46" descr="A blue shield with black background">
              <a:extLst>
                <a:ext uri="{FF2B5EF4-FFF2-40B4-BE49-F238E27FC236}">
                  <a16:creationId xmlns:a16="http://schemas.microsoft.com/office/drawing/2014/main" id="{690EE780-CECE-5579-39B5-3B050F5DC486}"/>
                </a:ext>
                <a:ext uri="{C183D7F6-B498-43B3-948B-1728B52AA6E4}">
                  <adec:decorative xmlns:adec="http://schemas.microsoft.com/office/drawing/2017/decorative" val="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6932" t="6932" r="6932" b="6932"/>
            <a:stretch/>
          </p:blipFill>
          <p:spPr bwMode="auto">
            <a:xfrm rot="20238527">
              <a:off x="7484486" y="1061653"/>
              <a:ext cx="256699" cy="264719"/>
            </a:xfrm>
            <a:prstGeom prst="rect">
              <a:avLst/>
            </a:prstGeom>
            <a:noFill/>
            <a:extLst>
              <a:ext uri="{909E8E84-426E-40DD-AFC4-6F175D3DCCD1}">
                <a14:hiddenFill xmlns:a14="http://schemas.microsoft.com/office/drawing/2010/main">
                  <a:solidFill>
                    <a:srgbClr val="FFFFFF"/>
                  </a:solidFill>
                </a14:hiddenFill>
              </a:ext>
            </a:extLst>
          </p:spPr>
        </p:pic>
        <p:sp>
          <p:nvSpPr>
            <p:cNvPr id="53" name="Oval 52">
              <a:extLst>
                <a:ext uri="{FF2B5EF4-FFF2-40B4-BE49-F238E27FC236}">
                  <a16:creationId xmlns:a16="http://schemas.microsoft.com/office/drawing/2014/main" id="{7B69A596-64D1-2B1F-F0C2-1666139C6BB5}"/>
                </a:ext>
                <a:ext uri="{C183D7F6-B498-43B3-948B-1728B52AA6E4}">
                  <adec:decorative xmlns:adec="http://schemas.microsoft.com/office/drawing/2017/decorative" val="1"/>
                </a:ext>
              </a:extLst>
            </p:cNvPr>
            <p:cNvSpPr/>
            <p:nvPr/>
          </p:nvSpPr>
          <p:spPr bwMode="auto">
            <a:xfrm>
              <a:off x="6431010" y="1365641"/>
              <a:ext cx="4017786" cy="4017784"/>
            </a:xfrm>
            <a:prstGeom prst="ellipse">
              <a:avLst/>
            </a:prstGeom>
            <a:noFill/>
            <a:ln w="28575">
              <a:gradFill flip="none" rotWithShape="1">
                <a:gsLst>
                  <a:gs pos="0">
                    <a:schemeClr val="tx2"/>
                  </a:gs>
                  <a:gs pos="100000">
                    <a:schemeClr val="accent6"/>
                  </a:gs>
                </a:gsLst>
                <a:lin ang="135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Semibold"/>
                <a:ea typeface="Segoe UI" pitchFamily="34" charset="0"/>
                <a:cs typeface="Segoe Sans Text" pitchFamily="2" charset="0"/>
              </a:endParaRPr>
            </a:p>
          </p:txBody>
        </p:sp>
        <p:grpSp>
          <p:nvGrpSpPr>
            <p:cNvPr id="56" name="Group 55" descr="copilot">
              <a:extLst>
                <a:ext uri="{FF2B5EF4-FFF2-40B4-BE49-F238E27FC236}">
                  <a16:creationId xmlns:a16="http://schemas.microsoft.com/office/drawing/2014/main" id="{7B62F5DF-A22B-0622-0706-D78A8E13E6C5}"/>
                </a:ext>
              </a:extLst>
            </p:cNvPr>
            <p:cNvGrpSpPr/>
            <p:nvPr/>
          </p:nvGrpSpPr>
          <p:grpSpPr>
            <a:xfrm>
              <a:off x="7896487" y="1869993"/>
              <a:ext cx="1086836" cy="743809"/>
              <a:chOff x="7600155" y="1793843"/>
              <a:chExt cx="1086836" cy="743809"/>
            </a:xfrm>
          </p:grpSpPr>
          <p:pic>
            <p:nvPicPr>
              <p:cNvPr id="28" name="Picture 27">
                <a:extLst>
                  <a:ext uri="{FF2B5EF4-FFF2-40B4-BE49-F238E27FC236}">
                    <a16:creationId xmlns:a16="http://schemas.microsoft.com/office/drawing/2014/main" id="{BE8CA58F-E0B2-BD32-0284-6291C03EAC77}"/>
                  </a:ext>
                </a:extLst>
              </p:cNvPr>
              <p:cNvPicPr>
                <a:picLocks noChangeAspect="1"/>
              </p:cNvPicPr>
              <p:nvPr/>
            </p:nvPicPr>
            <p:blipFill>
              <a:blip r:embed="rId8"/>
              <a:stretch>
                <a:fillRect/>
              </a:stretch>
            </p:blipFill>
            <p:spPr>
              <a:xfrm>
                <a:off x="7871173" y="1793843"/>
                <a:ext cx="544795" cy="491261"/>
              </a:xfrm>
              <a:prstGeom prst="rect">
                <a:avLst/>
              </a:prstGeom>
            </p:spPr>
          </p:pic>
          <p:sp>
            <p:nvSpPr>
              <p:cNvPr id="31" name="TextBox 30">
                <a:extLst>
                  <a:ext uri="{FF2B5EF4-FFF2-40B4-BE49-F238E27FC236}">
                    <a16:creationId xmlns:a16="http://schemas.microsoft.com/office/drawing/2014/main" id="{6737A496-51CC-9CC5-9BB1-B0A257BFCFE6}"/>
                  </a:ext>
                </a:extLst>
              </p:cNvPr>
              <p:cNvSpPr txBox="1"/>
              <p:nvPr/>
            </p:nvSpPr>
            <p:spPr>
              <a:xfrm>
                <a:off x="7600155" y="2373633"/>
                <a:ext cx="1086836" cy="164019"/>
              </a:xfrm>
              <a:prstGeom prst="rect">
                <a:avLst/>
              </a:prstGeom>
              <a:noFill/>
            </p:spPr>
            <p:txBody>
              <a:bodyPr wrap="none" lIns="0" tIns="0" rIns="0" bIns="0" rtlCol="0">
                <a:spAutoFit/>
              </a:bodyPr>
              <a:lstStyle/>
              <a:p>
                <a:pPr marL="0" marR="0" lvl="0" indent="0" algn="ctr" defTabSz="541787"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a:ln>
                      <a:noFill/>
                    </a:ln>
                    <a:gradFill>
                      <a:gsLst>
                        <a:gs pos="100000">
                          <a:srgbClr val="000000"/>
                        </a:gs>
                        <a:gs pos="0">
                          <a:srgbClr val="000000"/>
                        </a:gs>
                      </a:gsLst>
                      <a:path path="circle">
                        <a:fillToRect l="100000" t="100000"/>
                      </a:path>
                    </a:gradFill>
                    <a:effectLst/>
                    <a:uLnTx/>
                    <a:uFillTx/>
                    <a:latin typeface="Segoe Sans Text Semibold"/>
                    <a:ea typeface="+mn-ea"/>
                    <a:cs typeface="+mn-cs"/>
                  </a:rPr>
                  <a:t>Microsoft Copilot</a:t>
                </a:r>
                <a:endParaRPr kumimoji="0" lang="en-US" sz="1046" b="1" i="0" u="none" strike="noStrike" kern="1200" cap="none" spc="0" normalizeH="0" baseline="0" noProof="0">
                  <a:ln>
                    <a:noFill/>
                  </a:ln>
                  <a:gradFill>
                    <a:gsLst>
                      <a:gs pos="100000">
                        <a:srgbClr val="000000"/>
                      </a:gs>
                      <a:gs pos="0">
                        <a:srgbClr val="000000"/>
                      </a:gs>
                    </a:gsLst>
                    <a:path path="circle">
                      <a:fillToRect l="100000" t="100000"/>
                    </a:path>
                  </a:gradFill>
                  <a:effectLst/>
                  <a:uLnTx/>
                  <a:uFillTx/>
                  <a:latin typeface="Segoe Sans Text Semibold"/>
                  <a:ea typeface="+mn-ea"/>
                  <a:cs typeface="+mn-cs"/>
                </a:endParaRPr>
              </a:p>
            </p:txBody>
          </p:sp>
        </p:grpSp>
        <p:grpSp>
          <p:nvGrpSpPr>
            <p:cNvPr id="55" name="Group 54" descr="Microsoft Fabric">
              <a:extLst>
                <a:ext uri="{FF2B5EF4-FFF2-40B4-BE49-F238E27FC236}">
                  <a16:creationId xmlns:a16="http://schemas.microsoft.com/office/drawing/2014/main" id="{535389B0-B31C-1918-0412-3F0E3DB40176}"/>
                </a:ext>
              </a:extLst>
            </p:cNvPr>
            <p:cNvGrpSpPr/>
            <p:nvPr/>
          </p:nvGrpSpPr>
          <p:grpSpPr>
            <a:xfrm>
              <a:off x="7930147" y="4204520"/>
              <a:ext cx="1019510" cy="768707"/>
              <a:chOff x="7633815" y="4204520"/>
              <a:chExt cx="1019510" cy="768707"/>
            </a:xfrm>
          </p:grpSpPr>
          <p:pic>
            <p:nvPicPr>
              <p:cNvPr id="34" name="Picture 33">
                <a:extLst>
                  <a:ext uri="{FF2B5EF4-FFF2-40B4-BE49-F238E27FC236}">
                    <a16:creationId xmlns:a16="http://schemas.microsoft.com/office/drawing/2014/main" id="{C31FBAC7-2A22-BF72-B27F-A8ACFCEA58F6}"/>
                  </a:ex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888694" y="4204520"/>
                <a:ext cx="509753" cy="516490"/>
              </a:xfrm>
              <a:prstGeom prst="rect">
                <a:avLst/>
              </a:prstGeom>
            </p:spPr>
          </p:pic>
          <p:sp>
            <p:nvSpPr>
              <p:cNvPr id="35" name="TextBox 34">
                <a:extLst>
                  <a:ext uri="{FF2B5EF4-FFF2-40B4-BE49-F238E27FC236}">
                    <a16:creationId xmlns:a16="http://schemas.microsoft.com/office/drawing/2014/main" id="{F26E3AE8-A9ED-972D-5870-14B8DBB6279A}"/>
                  </a:ext>
                </a:extLst>
              </p:cNvPr>
              <p:cNvSpPr txBox="1"/>
              <p:nvPr/>
            </p:nvSpPr>
            <p:spPr>
              <a:xfrm>
                <a:off x="7633815" y="4809208"/>
                <a:ext cx="1019510" cy="164019"/>
              </a:xfrm>
              <a:prstGeom prst="rect">
                <a:avLst/>
              </a:prstGeom>
              <a:noFill/>
            </p:spPr>
            <p:txBody>
              <a:bodyPr wrap="none" lIns="0" tIns="0" rIns="0" bIns="0" rtlCol="0">
                <a:spAutoFit/>
              </a:bodyPr>
              <a:lstStyle/>
              <a:p>
                <a:pPr marL="0" marR="0" lvl="0" indent="0" algn="ctr" defTabSz="541787"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a:ln>
                      <a:noFill/>
                    </a:ln>
                    <a:gradFill>
                      <a:gsLst>
                        <a:gs pos="100000">
                          <a:srgbClr val="000000"/>
                        </a:gs>
                        <a:gs pos="0">
                          <a:srgbClr val="000000"/>
                        </a:gs>
                      </a:gsLst>
                      <a:path path="circle">
                        <a:fillToRect l="100000" t="100000"/>
                      </a:path>
                    </a:gradFill>
                    <a:effectLst/>
                    <a:uLnTx/>
                    <a:uFillTx/>
                    <a:latin typeface="Segoe Sans Text Semibold"/>
                    <a:ea typeface="+mn-ea"/>
                    <a:cs typeface="+mn-cs"/>
                  </a:rPr>
                  <a:t>Microsoft Fabric</a:t>
                </a:r>
              </a:p>
            </p:txBody>
          </p:sp>
        </p:grpSp>
        <p:grpSp>
          <p:nvGrpSpPr>
            <p:cNvPr id="57" name="Group 56" descr="Azure AI Foundry">
              <a:extLst>
                <a:ext uri="{FF2B5EF4-FFF2-40B4-BE49-F238E27FC236}">
                  <a16:creationId xmlns:a16="http://schemas.microsoft.com/office/drawing/2014/main" id="{E031E5DC-AAC2-F11C-48AE-8F6C9C2B2286}"/>
                </a:ext>
              </a:extLst>
            </p:cNvPr>
            <p:cNvGrpSpPr/>
            <p:nvPr/>
          </p:nvGrpSpPr>
          <p:grpSpPr>
            <a:xfrm>
              <a:off x="7864424" y="3003687"/>
              <a:ext cx="1150956" cy="808682"/>
              <a:chOff x="7568092" y="2868083"/>
              <a:chExt cx="1150956" cy="808682"/>
            </a:xfrm>
          </p:grpSpPr>
          <p:sp>
            <p:nvSpPr>
              <p:cNvPr id="32" name="TextBox 31">
                <a:extLst>
                  <a:ext uri="{FF2B5EF4-FFF2-40B4-BE49-F238E27FC236}">
                    <a16:creationId xmlns:a16="http://schemas.microsoft.com/office/drawing/2014/main" id="{E56D4289-F9BD-0827-C889-2AE43DC4E5D2}"/>
                  </a:ext>
                </a:extLst>
              </p:cNvPr>
              <p:cNvSpPr txBox="1"/>
              <p:nvPr/>
            </p:nvSpPr>
            <p:spPr>
              <a:xfrm>
                <a:off x="7568092" y="3512746"/>
                <a:ext cx="1150956" cy="164019"/>
              </a:xfrm>
              <a:prstGeom prst="rect">
                <a:avLst/>
              </a:prstGeom>
              <a:noFill/>
            </p:spPr>
            <p:txBody>
              <a:bodyPr wrap="none" lIns="0" tIns="0" rIns="0" bIns="0" rtlCol="0">
                <a:spAutoFit/>
              </a:bodyPr>
              <a:lstStyle/>
              <a:p>
                <a:pPr marL="0" marR="0" lvl="0" indent="0" algn="ctr" defTabSz="541787" rtl="0" eaLnBrk="1" fontAlgn="auto" latinLnBrk="0" hangingPunct="1">
                  <a:lnSpc>
                    <a:spcPct val="100000"/>
                  </a:lnSpc>
                  <a:spcBef>
                    <a:spcPts val="0"/>
                  </a:spcBef>
                  <a:spcAft>
                    <a:spcPts val="0"/>
                  </a:spcAft>
                  <a:buClrTx/>
                  <a:buSzTx/>
                  <a:buFontTx/>
                  <a:buNone/>
                  <a:tabLst/>
                  <a:defRPr/>
                </a:pPr>
                <a:r>
                  <a:rPr kumimoji="0" lang="en-US" sz="1066" b="1" i="0" u="none" strike="noStrike" kern="1200" cap="none" spc="0" normalizeH="0" baseline="0" noProof="0">
                    <a:ln>
                      <a:noFill/>
                    </a:ln>
                    <a:gradFill>
                      <a:gsLst>
                        <a:gs pos="100000">
                          <a:srgbClr val="000000"/>
                        </a:gs>
                        <a:gs pos="0">
                          <a:srgbClr val="000000"/>
                        </a:gs>
                      </a:gsLst>
                      <a:path path="circle">
                        <a:fillToRect l="100000" t="100000"/>
                      </a:path>
                    </a:gradFill>
                    <a:effectLst/>
                    <a:uLnTx/>
                    <a:uFillTx/>
                    <a:latin typeface="Segoe Sans Text Semibold"/>
                    <a:ea typeface="+mn-ea"/>
                    <a:cs typeface="+mn-cs"/>
                  </a:rPr>
                  <a:t>Microsoft Foundry</a:t>
                </a:r>
              </a:p>
            </p:txBody>
          </p:sp>
          <p:pic>
            <p:nvPicPr>
              <p:cNvPr id="49" name="Picture 48" descr="A blue ribbon on a black background&#10;&#10;AI-generated content may be incorrect.">
                <a:extLst>
                  <a:ext uri="{FF2B5EF4-FFF2-40B4-BE49-F238E27FC236}">
                    <a16:creationId xmlns:a16="http://schemas.microsoft.com/office/drawing/2014/main" id="{625E49C3-F127-51A0-73A1-DBEFD33D650E}"/>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a:xfrm>
                <a:off x="7871172" y="2868083"/>
                <a:ext cx="544796" cy="579967"/>
              </a:xfrm>
              <a:prstGeom prst="rect">
                <a:avLst/>
              </a:prstGeom>
            </p:spPr>
          </p:pic>
        </p:grpSp>
      </p:grpSp>
    </p:spTree>
    <p:extLst>
      <p:ext uri="{BB962C8B-B14F-4D97-AF65-F5344CB8AC3E}">
        <p14:creationId xmlns:p14="http://schemas.microsoft.com/office/powerpoint/2010/main" val="3390216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500" fill="hold"/>
                                        <p:tgtEl>
                                          <p:spTgt spid="9"/>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par>
                                <p:cTn id="13" presetID="42" presetClass="path" presetSubtype="0" decel="100000" fill="hold" grpId="1" nodeType="withEffect">
                                  <p:stCondLst>
                                    <p:cond delay="0"/>
                                  </p:stCondLst>
                                  <p:childTnLst>
                                    <p:animMotion origin="layout" path="M 1.25E-6 0.03889 L 1.25E-6 1.85185E-6 " pathEditMode="relative" rAng="0" ptsTypes="AA">
                                      <p:cBhvr>
                                        <p:cTn id="14" dur="500" fill="hold"/>
                                        <p:tgtEl>
                                          <p:spTgt spid="10"/>
                                        </p:tgtEl>
                                        <p:attrNameLst>
                                          <p:attrName>ppt_x</p:attrName>
                                          <p:attrName>ppt_y</p:attrName>
                                        </p:attrNameLst>
                                      </p:cBhvr>
                                      <p:rCtr x="0" y="-1944"/>
                                    </p:animMotion>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42" presetClass="path" presetSubtype="0" decel="100000" fill="hold" grpId="1" nodeType="withEffect">
                                  <p:stCondLst>
                                    <p:cond delay="0"/>
                                  </p:stCondLst>
                                  <p:childTnLst>
                                    <p:animMotion origin="layout" path="M 1.25E-6 0.03889 L 1.25E-6 1.85185E-6 " pathEditMode="relative" rAng="0" ptsTypes="AA">
                                      <p:cBhvr>
                                        <p:cTn id="19" dur="500" fill="hold"/>
                                        <p:tgtEl>
                                          <p:spTgt spid="11"/>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par>
                                <p:cTn id="23" presetID="42" presetClass="path" presetSubtype="0" decel="100000" fill="hold" grpId="1" nodeType="withEffect">
                                  <p:stCondLst>
                                    <p:cond delay="0"/>
                                  </p:stCondLst>
                                  <p:childTnLst>
                                    <p:animMotion origin="layout" path="M 1.25E-6 0.03889 L 1.25E-6 1.85185E-6 " pathEditMode="relative" rAng="0" ptsTypes="AA">
                                      <p:cBhvr>
                                        <p:cTn id="24" dur="500" fill="hold"/>
                                        <p:tgtEl>
                                          <p:spTgt spid="12"/>
                                        </p:tgtEl>
                                        <p:attrNameLst>
                                          <p:attrName>ppt_x</p:attrName>
                                          <p:attrName>ppt_y</p:attrName>
                                        </p:attrNameLst>
                                      </p:cBhvr>
                                      <p:rCtr x="0" y="-1944"/>
                                    </p:animMotion>
                                  </p:childTnLst>
                                </p:cTn>
                              </p:par>
                              <p:par>
                                <p:cTn id="25" presetID="10"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250"/>
                                        <p:tgtEl>
                                          <p:spTgt spid="58"/>
                                        </p:tgtEl>
                                      </p:cBhvr>
                                    </p:animEffect>
                                  </p:childTnLst>
                                </p:cTn>
                              </p:par>
                              <p:par>
                                <p:cTn id="28" presetID="42" presetClass="path" presetSubtype="0" decel="100000" fill="hold" nodeType="withEffect">
                                  <p:stCondLst>
                                    <p:cond delay="0"/>
                                  </p:stCondLst>
                                  <p:childTnLst>
                                    <p:animMotion origin="layout" path="M 1.25E-6 0.03889 L 1.25E-6 1.85185E-6 " pathEditMode="relative" rAng="0" ptsTypes="AA">
                                      <p:cBhvr>
                                        <p:cTn id="29" dur="500" fill="hold"/>
                                        <p:tgtEl>
                                          <p:spTgt spid="58"/>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animBg="1"/>
      <p:bldP spid="10" grpId="1" animBg="1"/>
      <p:bldP spid="11" grpId="0"/>
      <p:bldP spid="11" grpId="1"/>
      <p:bldP spid="12" grpId="0"/>
      <p:bldP spid="12" grpId="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Rounded Corners 1">
            <a:extLst>
              <a:ext uri="{FF2B5EF4-FFF2-40B4-BE49-F238E27FC236}">
                <a16:creationId xmlns:a16="http://schemas.microsoft.com/office/drawing/2014/main" id="{55A0332E-FB21-086C-3C50-65A77B0998F4}"/>
              </a:ext>
              <a:ext uri="{C183D7F6-B498-43B3-948B-1728B52AA6E4}">
                <adec:decorative xmlns:adec="http://schemas.microsoft.com/office/drawing/2017/decorative" val="1"/>
              </a:ext>
            </a:extLst>
          </p:cNvPr>
          <p:cNvSpPr/>
          <p:nvPr/>
        </p:nvSpPr>
        <p:spPr bwMode="auto">
          <a:xfrm>
            <a:off x="7164889" y="2422212"/>
            <a:ext cx="2608718" cy="894915"/>
          </a:xfrm>
          <a:prstGeom prst="roundRect">
            <a:avLst>
              <a:gd name="adj" fmla="val 50000"/>
            </a:avLst>
          </a:prstGeom>
          <a:gradFill flip="none" rotWithShape="1">
            <a:gsLst>
              <a:gs pos="0">
                <a:schemeClr val="accent6"/>
              </a:gs>
              <a:gs pos="100000">
                <a:schemeClr val="accent3"/>
              </a:gs>
              <a:gs pos="51000">
                <a:schemeClr val="tx2"/>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72000" tIns="72000" rIns="72000" bIns="7200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600" b="1" i="0" u="none" strike="noStrike" kern="1200" cap="none" spc="0" normalizeH="0" baseline="0" noProof="0" err="1">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31" name="Title 2">
            <a:extLst>
              <a:ext uri="{FF2B5EF4-FFF2-40B4-BE49-F238E27FC236}">
                <a16:creationId xmlns:a16="http://schemas.microsoft.com/office/drawing/2014/main" id="{FD2A5D1C-3DFE-4ACE-5E9F-D8B55B9D2A87}"/>
              </a:ext>
            </a:extLst>
          </p:cNvPr>
          <p:cNvSpPr txBox="1">
            <a:spLocks noGrp="1"/>
          </p:cNvSpPr>
          <p:nvPr>
            <p:ph type="title" idx="4294967295"/>
          </p:nvPr>
        </p:nvSpPr>
        <p:spPr bwMode="auto">
          <a:xfrm>
            <a:off x="797987" y="2564970"/>
            <a:ext cx="10302240" cy="609398"/>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097" rtl="0" eaLnBrk="1" fontAlgn="base" latinLnBrk="0" hangingPunct="1">
              <a:lnSpc>
                <a:spcPct val="90000"/>
              </a:lnSpc>
              <a:spcBef>
                <a:spcPct val="0"/>
              </a:spcBef>
              <a:spcAft>
                <a:spcPct val="0"/>
              </a:spcAft>
              <a:buClrTx/>
              <a:buSzTx/>
              <a:buFontTx/>
              <a:buNone/>
              <a:tabLst/>
              <a:defRPr/>
            </a:pPr>
            <a:r>
              <a:rPr kumimoji="0" lang="en-CA" sz="4400" b="1"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Microsoft runs on   </a:t>
            </a:r>
            <a:r>
              <a:rPr kumimoji="0" lang="en-CA" sz="4400" b="1"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sym typeface="Helvetica Neue Medium"/>
              </a:rPr>
              <a:t>Foundry</a:t>
            </a:r>
          </a:p>
        </p:txBody>
      </p:sp>
      <p:sp>
        <p:nvSpPr>
          <p:cNvPr id="32" name="TextBox 31">
            <a:extLst>
              <a:ext uri="{FF2B5EF4-FFF2-40B4-BE49-F238E27FC236}">
                <a16:creationId xmlns:a16="http://schemas.microsoft.com/office/drawing/2014/main" id="{F9DBAF64-119E-2B94-9B03-7ADFED03EC3B}"/>
              </a:ext>
            </a:extLst>
          </p:cNvPr>
          <p:cNvSpPr txBox="1"/>
          <p:nvPr/>
        </p:nvSpPr>
        <p:spPr>
          <a:xfrm>
            <a:off x="722387" y="3931920"/>
            <a:ext cx="1388995" cy="553741"/>
          </a:xfrm>
          <a:prstGeom prst="rect">
            <a:avLst/>
          </a:prstGeom>
          <a:noFill/>
        </p:spPr>
        <p:txBody>
          <a:bodyPr wrap="square" lIns="0" tIns="0" rIns="0" bIns="0" rtlCol="0" anchor="ctr">
            <a:spAutoFit/>
          </a:bodyPr>
          <a:lstStyle/>
          <a:p>
            <a:pPr marL="0" marR="0" lvl="0" indent="0" algn="ctr" defTabSz="914064"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a:ln>
                  <a:noFill/>
                </a:ln>
                <a:solidFill>
                  <a:srgbClr val="000000"/>
                </a:solidFill>
                <a:effectLst/>
                <a:uLnTx/>
                <a:uFillTx/>
                <a:latin typeface="Segoe UI Semibold"/>
                <a:ea typeface="+mn-ea"/>
                <a:cs typeface="+mn-cs"/>
              </a:rPr>
              <a:t>Microsoft Copilot</a:t>
            </a:r>
            <a:endParaRPr kumimoji="0" lang="en-US" sz="1200" b="1" i="0" u="none" strike="noStrike" kern="1200" cap="none" spc="0" normalizeH="0" baseline="0" noProof="0">
              <a:ln>
                <a:noFill/>
              </a:ln>
              <a:solidFill>
                <a:srgbClr val="000000"/>
              </a:solidFill>
              <a:effectLst/>
              <a:uLnTx/>
              <a:uFillTx/>
              <a:latin typeface="Segoe UI Semibold"/>
              <a:ea typeface="+mn-ea"/>
              <a:cs typeface="+mn-cs"/>
            </a:endParaRPr>
          </a:p>
        </p:txBody>
      </p:sp>
      <p:sp>
        <p:nvSpPr>
          <p:cNvPr id="34" name="TextBox 33">
            <a:extLst>
              <a:ext uri="{FF2B5EF4-FFF2-40B4-BE49-F238E27FC236}">
                <a16:creationId xmlns:a16="http://schemas.microsoft.com/office/drawing/2014/main" id="{FD2F488F-7D2D-34E3-DBF6-F1FCEBB24378}"/>
              </a:ext>
            </a:extLst>
          </p:cNvPr>
          <p:cNvSpPr txBox="1"/>
          <p:nvPr/>
        </p:nvSpPr>
        <p:spPr>
          <a:xfrm>
            <a:off x="2750103" y="3931920"/>
            <a:ext cx="1965661" cy="553741"/>
          </a:xfrm>
          <a:prstGeom prst="rect">
            <a:avLst/>
          </a:prstGeom>
          <a:noFill/>
        </p:spPr>
        <p:txBody>
          <a:bodyPr wrap="square" lIns="0" tIns="0" rIns="0" bIns="0" rtlCol="0" anchor="t">
            <a:spAutoFit/>
          </a:bodyPr>
          <a:lstStyle/>
          <a:p>
            <a:pPr marL="0" marR="0" lvl="0" indent="0" algn="ctr" defTabSz="914064"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a:ln>
                  <a:noFill/>
                </a:ln>
                <a:solidFill>
                  <a:srgbClr val="000000"/>
                </a:solidFill>
                <a:effectLst/>
                <a:uLnTx/>
                <a:uFillTx/>
                <a:latin typeface="Segoe UI Semibold"/>
                <a:ea typeface="+mn-ea"/>
                <a:cs typeface="+mn-cs"/>
              </a:rPr>
              <a:t>Microsoft 365 Copilot</a:t>
            </a:r>
            <a:endParaRPr kumimoji="0" lang="en-US" sz="1200" b="1" i="0" u="none" strike="noStrike" kern="1200" cap="none" spc="0" normalizeH="0" baseline="0" noProof="0">
              <a:ln>
                <a:noFill/>
              </a:ln>
              <a:solidFill>
                <a:srgbClr val="000000"/>
              </a:solidFill>
              <a:effectLst/>
              <a:uLnTx/>
              <a:uFillTx/>
              <a:latin typeface="Segoe UI Semibold"/>
              <a:ea typeface="+mn-ea"/>
              <a:cs typeface="+mn-cs"/>
            </a:endParaRPr>
          </a:p>
        </p:txBody>
      </p:sp>
      <p:sp>
        <p:nvSpPr>
          <p:cNvPr id="35" name="TextBox 34">
            <a:extLst>
              <a:ext uri="{FF2B5EF4-FFF2-40B4-BE49-F238E27FC236}">
                <a16:creationId xmlns:a16="http://schemas.microsoft.com/office/drawing/2014/main" id="{63AB10C2-5FE6-EB62-2501-F339233C5C3E}"/>
              </a:ext>
            </a:extLst>
          </p:cNvPr>
          <p:cNvSpPr txBox="1"/>
          <p:nvPr/>
        </p:nvSpPr>
        <p:spPr>
          <a:xfrm>
            <a:off x="5387142" y="3931920"/>
            <a:ext cx="2162225" cy="553741"/>
          </a:xfrm>
          <a:prstGeom prst="rect">
            <a:avLst/>
          </a:prstGeom>
          <a:noFill/>
        </p:spPr>
        <p:txBody>
          <a:bodyPr wrap="square" lIns="0" tIns="0" rIns="0" bIns="0" rtlCol="0" anchor="t">
            <a:spAutoFit/>
          </a:bodyPr>
          <a:lstStyle/>
          <a:p>
            <a:pPr marL="0" marR="0" lvl="0" indent="0" algn="ctr" defTabSz="914064"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a:ln>
                  <a:noFill/>
                </a:ln>
                <a:solidFill>
                  <a:srgbClr val="000000"/>
                </a:solidFill>
                <a:effectLst/>
                <a:uLnTx/>
                <a:uFillTx/>
                <a:latin typeface="Segoe UI Semibold"/>
                <a:ea typeface="+mn-ea"/>
                <a:cs typeface="+mn-cs"/>
              </a:rPr>
              <a:t>Microsoft Security Copilot</a:t>
            </a:r>
            <a:endParaRPr kumimoji="0" lang="en-US" sz="1200" b="1" i="0" u="none" strike="noStrike" kern="1200" cap="none" spc="0" normalizeH="0" baseline="0" noProof="0">
              <a:ln>
                <a:noFill/>
              </a:ln>
              <a:solidFill>
                <a:srgbClr val="000000"/>
              </a:solidFill>
              <a:effectLst/>
              <a:uLnTx/>
              <a:uFillTx/>
              <a:latin typeface="Segoe UI Semibold"/>
              <a:ea typeface="+mn-ea"/>
              <a:cs typeface="+mn-cs"/>
            </a:endParaRPr>
          </a:p>
        </p:txBody>
      </p:sp>
      <p:sp>
        <p:nvSpPr>
          <p:cNvPr id="37" name="TextBox 36">
            <a:extLst>
              <a:ext uri="{FF2B5EF4-FFF2-40B4-BE49-F238E27FC236}">
                <a16:creationId xmlns:a16="http://schemas.microsoft.com/office/drawing/2014/main" id="{A2CC0E12-307C-AC77-301A-816AE46E1177}"/>
              </a:ext>
            </a:extLst>
          </p:cNvPr>
          <p:cNvSpPr txBox="1"/>
          <p:nvPr/>
        </p:nvSpPr>
        <p:spPr>
          <a:xfrm>
            <a:off x="8220745" y="3931920"/>
            <a:ext cx="1304855" cy="553741"/>
          </a:xfrm>
          <a:prstGeom prst="rect">
            <a:avLst/>
          </a:prstGeom>
          <a:noFill/>
        </p:spPr>
        <p:txBody>
          <a:bodyPr wrap="square" lIns="0" tIns="0" rIns="0" bIns="0" rtlCol="0" anchor="t">
            <a:spAutoFit/>
          </a:bodyPr>
          <a:lstStyle/>
          <a:p>
            <a:pPr marL="0" marR="0" lvl="0" indent="0" algn="ctr" defTabSz="914064"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a:ln>
                  <a:noFill/>
                </a:ln>
                <a:solidFill>
                  <a:srgbClr val="000000"/>
                </a:solidFill>
                <a:effectLst/>
                <a:uLnTx/>
                <a:uFillTx/>
                <a:latin typeface="Segoe UI Semibold"/>
                <a:ea typeface="+mn-ea"/>
                <a:cs typeface="+mn-cs"/>
              </a:rPr>
              <a:t>GitHub Copilot</a:t>
            </a:r>
            <a:endParaRPr kumimoji="0" lang="en-US" sz="1200" b="1" i="0" u="none" strike="noStrike" kern="1200" cap="none" spc="0" normalizeH="0" baseline="0" noProof="0">
              <a:ln>
                <a:noFill/>
              </a:ln>
              <a:solidFill>
                <a:srgbClr val="000000"/>
              </a:solidFill>
              <a:effectLst/>
              <a:uLnTx/>
              <a:uFillTx/>
              <a:latin typeface="Segoe UI Semibold"/>
              <a:ea typeface="+mn-ea"/>
              <a:cs typeface="+mn-cs"/>
            </a:endParaRPr>
          </a:p>
        </p:txBody>
      </p:sp>
      <p:sp>
        <p:nvSpPr>
          <p:cNvPr id="38" name="TextBox 37">
            <a:extLst>
              <a:ext uri="{FF2B5EF4-FFF2-40B4-BE49-F238E27FC236}">
                <a16:creationId xmlns:a16="http://schemas.microsoft.com/office/drawing/2014/main" id="{55643439-228C-8AE7-0C46-93FB29A45142}"/>
              </a:ext>
            </a:extLst>
          </p:cNvPr>
          <p:cNvSpPr txBox="1"/>
          <p:nvPr/>
        </p:nvSpPr>
        <p:spPr>
          <a:xfrm>
            <a:off x="10196981" y="3931920"/>
            <a:ext cx="1262717" cy="553741"/>
          </a:xfrm>
          <a:prstGeom prst="rect">
            <a:avLst/>
          </a:prstGeom>
          <a:noFill/>
        </p:spPr>
        <p:txBody>
          <a:bodyPr wrap="square" lIns="0" tIns="0" rIns="0" bIns="0" rtlCol="0" anchor="t">
            <a:spAutoFit/>
          </a:bodyPr>
          <a:lstStyle/>
          <a:p>
            <a:pPr marL="0" marR="0" lvl="0" indent="0" algn="ctr" defTabSz="914064"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a:ln>
                  <a:noFill/>
                </a:ln>
                <a:solidFill>
                  <a:srgbClr val="000000"/>
                </a:solidFill>
                <a:effectLst/>
                <a:uLnTx/>
                <a:uFillTx/>
                <a:latin typeface="Segoe UI Semibold"/>
                <a:ea typeface="+mn-ea"/>
                <a:cs typeface="+mn-cs"/>
              </a:rPr>
              <a:t>DAX Copilot</a:t>
            </a:r>
            <a:endParaRPr kumimoji="0" lang="en-US" sz="1200" b="1" i="0" u="none" strike="noStrike" kern="1200" cap="none" spc="0" normalizeH="0" baseline="0" noProof="0">
              <a:ln>
                <a:noFill/>
              </a:ln>
              <a:solidFill>
                <a:srgbClr val="000000"/>
              </a:solidFill>
              <a:effectLst/>
              <a:uLnTx/>
              <a:uFillTx/>
              <a:latin typeface="Segoe UI Semibold"/>
              <a:ea typeface="+mn-ea"/>
              <a:cs typeface="+mn-cs"/>
            </a:endParaRPr>
          </a:p>
        </p:txBody>
      </p:sp>
      <p:cxnSp>
        <p:nvCxnSpPr>
          <p:cNvPr id="40" name="Straight Connector 39">
            <a:extLst>
              <a:ext uri="{FF2B5EF4-FFF2-40B4-BE49-F238E27FC236}">
                <a16:creationId xmlns:a16="http://schemas.microsoft.com/office/drawing/2014/main" id="{9E9A31A7-2F2D-DEA3-58C9-0A4380D245B8}"/>
              </a:ext>
              <a:ext uri="{C183D7F6-B498-43B3-948B-1728B52AA6E4}">
                <adec:decorative xmlns:adec="http://schemas.microsoft.com/office/drawing/2017/decorative" val="1"/>
              </a:ext>
            </a:extLst>
          </p:cNvPr>
          <p:cNvCxnSpPr>
            <a:cxnSpLocks/>
          </p:cNvCxnSpPr>
          <p:nvPr/>
        </p:nvCxnSpPr>
        <p:spPr>
          <a:xfrm>
            <a:off x="9861289" y="3902870"/>
            <a:ext cx="0" cy="611841"/>
          </a:xfrm>
          <a:prstGeom prst="line">
            <a:avLst/>
          </a:prstGeom>
          <a:noFill/>
          <a:ln w="12700" cap="rnd">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1" name="Straight Connector 40">
            <a:extLst>
              <a:ext uri="{FF2B5EF4-FFF2-40B4-BE49-F238E27FC236}">
                <a16:creationId xmlns:a16="http://schemas.microsoft.com/office/drawing/2014/main" id="{62E8A4A2-E576-C939-0747-E75379C29D95}"/>
              </a:ext>
              <a:ext uri="{C183D7F6-B498-43B3-948B-1728B52AA6E4}">
                <adec:decorative xmlns:adec="http://schemas.microsoft.com/office/drawing/2017/decorative" val="1"/>
              </a:ext>
            </a:extLst>
          </p:cNvPr>
          <p:cNvCxnSpPr>
            <a:cxnSpLocks/>
          </p:cNvCxnSpPr>
          <p:nvPr/>
        </p:nvCxnSpPr>
        <p:spPr>
          <a:xfrm>
            <a:off x="2414414" y="3902870"/>
            <a:ext cx="0" cy="611841"/>
          </a:xfrm>
          <a:prstGeom prst="line">
            <a:avLst/>
          </a:prstGeom>
          <a:noFill/>
          <a:ln w="12700" cap="rnd">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3" name="Straight Connector 42">
            <a:extLst>
              <a:ext uri="{FF2B5EF4-FFF2-40B4-BE49-F238E27FC236}">
                <a16:creationId xmlns:a16="http://schemas.microsoft.com/office/drawing/2014/main" id="{E8E720FF-208F-F742-E8FC-4470B69A3FB2}"/>
              </a:ext>
              <a:ext uri="{C183D7F6-B498-43B3-948B-1728B52AA6E4}">
                <adec:decorative xmlns:adec="http://schemas.microsoft.com/office/drawing/2017/decorative" val="1"/>
              </a:ext>
            </a:extLst>
          </p:cNvPr>
          <p:cNvCxnSpPr>
            <a:cxnSpLocks/>
          </p:cNvCxnSpPr>
          <p:nvPr/>
        </p:nvCxnSpPr>
        <p:spPr>
          <a:xfrm>
            <a:off x="5051453" y="3902870"/>
            <a:ext cx="0" cy="611841"/>
          </a:xfrm>
          <a:prstGeom prst="line">
            <a:avLst/>
          </a:prstGeom>
          <a:noFill/>
          <a:ln w="12700" cap="rnd">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 name="Straight Connector 1">
            <a:extLst>
              <a:ext uri="{FF2B5EF4-FFF2-40B4-BE49-F238E27FC236}">
                <a16:creationId xmlns:a16="http://schemas.microsoft.com/office/drawing/2014/main" id="{AC5F3CB0-DE62-70E4-4E89-A643CF26D500}"/>
              </a:ext>
              <a:ext uri="{C183D7F6-B498-43B3-948B-1728B52AA6E4}">
                <adec:decorative xmlns:adec="http://schemas.microsoft.com/office/drawing/2017/decorative" val="1"/>
              </a:ext>
            </a:extLst>
          </p:cNvPr>
          <p:cNvCxnSpPr>
            <a:cxnSpLocks/>
          </p:cNvCxnSpPr>
          <p:nvPr/>
        </p:nvCxnSpPr>
        <p:spPr>
          <a:xfrm>
            <a:off x="7885056" y="3902870"/>
            <a:ext cx="0" cy="611841"/>
          </a:xfrm>
          <a:prstGeom prst="line">
            <a:avLst/>
          </a:prstGeom>
          <a:noFill/>
          <a:ln w="12700" cap="rnd">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33824820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42" presetClass="path" presetSubtype="0" decel="100000" fill="hold" grpId="1" nodeType="withEffect">
                                  <p:stCondLst>
                                    <p:cond delay="0"/>
                                  </p:stCondLst>
                                  <p:childTnLst>
                                    <p:animMotion origin="layout" path="M 0 1.48148E-6 L 0 0.03542 " pathEditMode="relative" rAng="0" ptsTypes="AA">
                                      <p:cBhvr>
                                        <p:cTn id="9" dur="700" spd="-100000" fill="hold"/>
                                        <p:tgtEl>
                                          <p:spTgt spid="31"/>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42" presetClass="path" presetSubtype="0" decel="100000" fill="hold" grpId="1" nodeType="withEffect">
                                  <p:stCondLst>
                                    <p:cond delay="200"/>
                                  </p:stCondLst>
                                  <p:childTnLst>
                                    <p:animMotion origin="layout" path="M 4.16667E-6 2.59259E-6 L 4.16667E-6 0.03541 " pathEditMode="relative" rAng="0" ptsTypes="AA">
                                      <p:cBhvr>
                                        <p:cTn id="14" dur="700" spd="-100000" fill="hold"/>
                                        <p:tgtEl>
                                          <p:spTgt spid="32"/>
                                        </p:tgtEl>
                                        <p:attrNameLst>
                                          <p:attrName>ppt_x</p:attrName>
                                          <p:attrName>ppt_y</p:attrName>
                                        </p:attrNameLst>
                                      </p:cBhvr>
                                      <p:rCtr x="0" y="1759"/>
                                    </p:animMotion>
                                  </p:childTnLst>
                                </p:cTn>
                              </p:par>
                              <p:par>
                                <p:cTn id="15" presetID="10" presetClass="entr" presetSubtype="0" fill="hold" grpId="0" nodeType="withEffect">
                                  <p:stCondLst>
                                    <p:cond delay="40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par>
                                <p:cTn id="18" presetID="42" presetClass="path" presetSubtype="0" decel="100000" fill="hold" grpId="1" nodeType="withEffect">
                                  <p:stCondLst>
                                    <p:cond delay="400"/>
                                  </p:stCondLst>
                                  <p:childTnLst>
                                    <p:animMotion origin="layout" path="M 2.08333E-7 2.59259E-6 L 2.08333E-7 0.03541 " pathEditMode="relative" rAng="0" ptsTypes="AA">
                                      <p:cBhvr>
                                        <p:cTn id="19" dur="700" spd="-100000" fill="hold"/>
                                        <p:tgtEl>
                                          <p:spTgt spid="34"/>
                                        </p:tgtEl>
                                        <p:attrNameLst>
                                          <p:attrName>ppt_x</p:attrName>
                                          <p:attrName>ppt_y</p:attrName>
                                        </p:attrNameLst>
                                      </p:cBhvr>
                                      <p:rCtr x="0" y="1759"/>
                                    </p:animMotion>
                                  </p:childTnLst>
                                </p:cTn>
                              </p:par>
                              <p:par>
                                <p:cTn id="20" presetID="10" presetClass="entr" presetSubtype="0" fill="hold" grpId="0" nodeType="withEffect">
                                  <p:stCondLst>
                                    <p:cond delay="50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42" presetClass="path" presetSubtype="0" decel="100000" fill="hold" grpId="1" nodeType="withEffect">
                                  <p:stCondLst>
                                    <p:cond delay="500"/>
                                  </p:stCondLst>
                                  <p:childTnLst>
                                    <p:animMotion origin="layout" path="M 1.25E-6 2.59259E-6 L 1.25E-6 0.03541 " pathEditMode="relative" rAng="0" ptsTypes="AA">
                                      <p:cBhvr>
                                        <p:cTn id="24" dur="700" spd="-100000" fill="hold"/>
                                        <p:tgtEl>
                                          <p:spTgt spid="35"/>
                                        </p:tgtEl>
                                        <p:attrNameLst>
                                          <p:attrName>ppt_x</p:attrName>
                                          <p:attrName>ppt_y</p:attrName>
                                        </p:attrNameLst>
                                      </p:cBhvr>
                                      <p:rCtr x="0" y="1759"/>
                                    </p:animMotion>
                                  </p:childTnLst>
                                </p:cTn>
                              </p:par>
                              <p:par>
                                <p:cTn id="25" presetID="10" presetClass="entr" presetSubtype="0" fill="hold" grpId="0" nodeType="withEffect">
                                  <p:stCondLst>
                                    <p:cond delay="70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42" presetClass="path" presetSubtype="0" decel="100000" fill="hold" grpId="1" nodeType="withEffect">
                                  <p:stCondLst>
                                    <p:cond delay="700"/>
                                  </p:stCondLst>
                                  <p:childTnLst>
                                    <p:animMotion origin="layout" path="M -4.375E-6 2.59259E-6 L -4.375E-6 0.03541 " pathEditMode="relative" rAng="0" ptsTypes="AA">
                                      <p:cBhvr>
                                        <p:cTn id="29" dur="700" spd="-100000" fill="hold"/>
                                        <p:tgtEl>
                                          <p:spTgt spid="37"/>
                                        </p:tgtEl>
                                        <p:attrNameLst>
                                          <p:attrName>ppt_x</p:attrName>
                                          <p:attrName>ppt_y</p:attrName>
                                        </p:attrNameLst>
                                      </p:cBhvr>
                                      <p:rCtr x="0" y="1759"/>
                                    </p:animMotion>
                                  </p:childTnLst>
                                </p:cTn>
                              </p:par>
                              <p:par>
                                <p:cTn id="30" presetID="10" presetClass="entr" presetSubtype="0" fill="hold" grpId="0" nodeType="withEffect">
                                  <p:stCondLst>
                                    <p:cond delay="80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par>
                                <p:cTn id="33" presetID="42" presetClass="path" presetSubtype="0" decel="100000" fill="hold" grpId="1" nodeType="withEffect">
                                  <p:stCondLst>
                                    <p:cond delay="800"/>
                                  </p:stCondLst>
                                  <p:childTnLst>
                                    <p:animMotion origin="layout" path="M -1.04167E-6 2.59259E-6 L -1.04167E-6 0.03541 " pathEditMode="relative" rAng="0" ptsTypes="AA">
                                      <p:cBhvr>
                                        <p:cTn id="34" dur="700" spd="-100000" fill="hold"/>
                                        <p:tgtEl>
                                          <p:spTgt spid="38"/>
                                        </p:tgtEl>
                                        <p:attrNameLst>
                                          <p:attrName>ppt_x</p:attrName>
                                          <p:attrName>ppt_y</p:attrName>
                                        </p:attrNameLst>
                                      </p:cBhvr>
                                      <p:rCtr x="0" y="1759"/>
                                    </p:animMotion>
                                  </p:childTnLst>
                                </p:cTn>
                              </p:par>
                              <p:par>
                                <p:cTn id="35" presetID="10" presetClass="entr" presetSubtype="0" fill="hold" nodeType="withEffect">
                                  <p:stCondLst>
                                    <p:cond delay="90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par>
                                <p:cTn id="38" presetID="10" presetClass="entr" presetSubtype="0" fill="hold" nodeType="withEffect">
                                  <p:stCondLst>
                                    <p:cond delay="90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nodeType="withEffect">
                                  <p:stCondLst>
                                    <p:cond delay="90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nodeType="withEffect">
                                  <p:stCondLst>
                                    <p:cond delay="900"/>
                                  </p:stCondLst>
                                  <p:childTnLst>
                                    <p:set>
                                      <p:cBhvr>
                                        <p:cTn id="45" dur="1" fill="hold">
                                          <p:stCondLst>
                                            <p:cond delay="0"/>
                                          </p:stCondLst>
                                        </p:cTn>
                                        <p:tgtEl>
                                          <p:spTgt spid="2"/>
                                        </p:tgtEl>
                                        <p:attrNameLst>
                                          <p:attrName>style.visibility</p:attrName>
                                        </p:attrNameLst>
                                      </p:cBhvr>
                                      <p:to>
                                        <p:strVal val="visible"/>
                                      </p:to>
                                    </p:set>
                                    <p:animEffect transition="in" filter="fade">
                                      <p:cBhvr>
                                        <p:cTn id="46" dur="500"/>
                                        <p:tgtEl>
                                          <p:spTgt spid="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42" presetClass="path" presetSubtype="0" decel="100000" fill="hold" grpId="1" nodeType="withEffect">
                                  <p:stCondLst>
                                    <p:cond delay="0"/>
                                  </p:stCondLst>
                                  <p:childTnLst>
                                    <p:animMotion origin="layout" path="M 2.08333E-6 1.85185E-6 L 2.08333E-6 0.03541 " pathEditMode="relative" rAng="0" ptsTypes="AA">
                                      <p:cBhvr>
                                        <p:cTn id="51"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1" grpId="0"/>
      <p:bldP spid="31" grpId="1"/>
      <p:bldP spid="32" grpId="0"/>
      <p:bldP spid="32" grpId="1"/>
      <p:bldP spid="34" grpId="0"/>
      <p:bldP spid="34" grpId="1"/>
      <p:bldP spid="35" grpId="0"/>
      <p:bldP spid="35" grpId="1"/>
      <p:bldP spid="37" grpId="0"/>
      <p:bldP spid="37" grpId="1"/>
      <p:bldP spid="38" grpId="0"/>
      <p:bldP spid="38" grpId="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07126-9A21-4C93-9DE3-54FD1D318FFC}"/>
              </a:ext>
            </a:extLst>
          </p:cNvPr>
          <p:cNvSpPr>
            <a:spLocks noGrp="1"/>
          </p:cNvSpPr>
          <p:nvPr>
            <p:ph type="title"/>
          </p:nvPr>
        </p:nvSpPr>
        <p:spPr>
          <a:xfrm>
            <a:off x="585216" y="1687747"/>
            <a:ext cx="5383784" cy="1846659"/>
          </a:xfrm>
        </p:spPr>
        <p:txBody>
          <a:bodyPr/>
          <a:lstStyle/>
          <a:p>
            <a:r>
              <a:rPr lang="en-GB"/>
              <a:t>Today’s Use Case</a:t>
            </a:r>
            <a:br>
              <a:rPr lang="en-GB"/>
            </a:br>
            <a:r>
              <a:rPr lang="en-GB">
                <a:solidFill>
                  <a:schemeClr val="accent1"/>
                </a:solidFill>
              </a:rPr>
              <a:t>Contract Lifecycle Management</a:t>
            </a:r>
            <a:endParaRPr lang="pt-PT">
              <a:solidFill>
                <a:schemeClr val="accent1"/>
              </a:solidFill>
            </a:endParaRPr>
          </a:p>
        </p:txBody>
      </p:sp>
    </p:spTree>
    <p:extLst>
      <p:ext uri="{BB962C8B-B14F-4D97-AF65-F5344CB8AC3E}">
        <p14:creationId xmlns:p14="http://schemas.microsoft.com/office/powerpoint/2010/main" val="479971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5F2-4524-BE5B-2F0E-389068B6EE7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631AE51-248D-E274-3DE2-6103AFDA33BC}"/>
              </a:ext>
            </a:extLst>
          </p:cNvPr>
          <p:cNvSpPr/>
          <p:nvPr/>
        </p:nvSpPr>
        <p:spPr bwMode="auto">
          <a:xfrm>
            <a:off x="304800" y="292100"/>
            <a:ext cx="11582400" cy="6273800"/>
          </a:xfrm>
          <a:prstGeom prst="roundRect">
            <a:avLst>
              <a:gd name="adj" fmla="val 2415"/>
            </a:avLst>
          </a:prstGeom>
          <a:solidFill>
            <a:schemeClr val="bg1">
              <a:alpha val="35000"/>
            </a:schemeClr>
          </a:solidFill>
          <a:ln w="9525">
            <a:solidFill>
              <a:schemeClr val="bg1"/>
            </a:solidFill>
            <a:headEnd type="none" w="med" len="med"/>
            <a:tailEnd type="none" w="med" len="med"/>
          </a:ln>
          <a:effectLst>
            <a:outerShdw blurRad="215900" dist="127000" algn="ctr" rotWithShape="0">
              <a:schemeClr val="tx1">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72000" rIns="108000" bIns="7200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8FBA46F2-8FD8-E38E-DE88-B3835D149C01}"/>
              </a:ext>
            </a:extLst>
          </p:cNvPr>
          <p:cNvSpPr>
            <a:spLocks/>
          </p:cNvSpPr>
          <p:nvPr/>
        </p:nvSpPr>
        <p:spPr bwMode="auto">
          <a:xfrm>
            <a:off x="6826176" y="4424903"/>
            <a:ext cx="4943546" cy="2009234"/>
          </a:xfrm>
          <a:prstGeom prst="roundRect">
            <a:avLst>
              <a:gd name="adj" fmla="val 3784"/>
            </a:avLst>
          </a:prstGeom>
          <a:solidFill>
            <a:schemeClr val="bg1">
              <a:alpha val="91000"/>
            </a:schemeClr>
          </a:solidFill>
          <a:ln w="76200">
            <a:noFill/>
            <a:headEnd type="none" w="med" len="med"/>
            <a:tailEnd type="none" w="med" len="med"/>
          </a:ln>
          <a:effectLst>
            <a:glow rad="101600">
              <a:schemeClr val="tx2">
                <a:alpha val="6000"/>
              </a:schemeClr>
            </a:glow>
            <a:outerShdw blurRad="101600" dist="38100" dir="6780000" algn="bl"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4" name="Rectangle: Rounded Corners 3">
            <a:extLst>
              <a:ext uri="{FF2B5EF4-FFF2-40B4-BE49-F238E27FC236}">
                <a16:creationId xmlns:a16="http://schemas.microsoft.com/office/drawing/2014/main" id="{F41A4044-DC12-7A48-6D32-366452CAF9E1}"/>
              </a:ext>
            </a:extLst>
          </p:cNvPr>
          <p:cNvSpPr>
            <a:spLocks/>
          </p:cNvSpPr>
          <p:nvPr/>
        </p:nvSpPr>
        <p:spPr bwMode="auto">
          <a:xfrm>
            <a:off x="419389" y="4424903"/>
            <a:ext cx="6298928" cy="2009234"/>
          </a:xfrm>
          <a:prstGeom prst="roundRect">
            <a:avLst>
              <a:gd name="adj" fmla="val 3784"/>
            </a:avLst>
          </a:prstGeom>
          <a:solidFill>
            <a:schemeClr val="bg1">
              <a:alpha val="91000"/>
            </a:schemeClr>
          </a:solidFill>
          <a:ln w="76200">
            <a:noFill/>
            <a:headEnd type="none" w="med" len="med"/>
            <a:tailEnd type="none" w="med" len="med"/>
          </a:ln>
          <a:effectLst>
            <a:glow rad="101600">
              <a:schemeClr val="tx2">
                <a:alpha val="6000"/>
              </a:schemeClr>
            </a:glow>
            <a:outerShdw blurRad="101600" dist="38100" dir="6780000" algn="bl"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5" name="Rectangle: Rounded Corners 4">
            <a:extLst>
              <a:ext uri="{FF2B5EF4-FFF2-40B4-BE49-F238E27FC236}">
                <a16:creationId xmlns:a16="http://schemas.microsoft.com/office/drawing/2014/main" id="{8779680D-BC07-01BC-C75B-28C642366AD2}"/>
              </a:ext>
            </a:extLst>
          </p:cNvPr>
          <p:cNvSpPr/>
          <p:nvPr/>
        </p:nvSpPr>
        <p:spPr bwMode="auto">
          <a:xfrm>
            <a:off x="304800" y="292100"/>
            <a:ext cx="3471862" cy="4045308"/>
          </a:xfrm>
          <a:prstGeom prst="roundRect">
            <a:avLst>
              <a:gd name="adj" fmla="val 5195"/>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0" cap="none" spc="0" normalizeH="0" baseline="0" noProof="0">
              <a:ln>
                <a:noFill/>
              </a:ln>
              <a:solidFill>
                <a:srgbClr val="702573"/>
              </a:solidFill>
              <a:effectLst/>
              <a:uLnTx/>
              <a:uFillTx/>
              <a:latin typeface="Segoe Sans Text Semibold" pitchFamily="2" charset="0"/>
              <a:ea typeface="+mn-ea"/>
              <a:cs typeface="Segoe Sans Text Light" pitchFamily="2" charset="0"/>
            </a:endParaRPr>
          </a:p>
        </p:txBody>
      </p:sp>
      <p:sp>
        <p:nvSpPr>
          <p:cNvPr id="6" name="Text Placeholder 13">
            <a:extLst>
              <a:ext uri="{FF2B5EF4-FFF2-40B4-BE49-F238E27FC236}">
                <a16:creationId xmlns:a16="http://schemas.microsoft.com/office/drawing/2014/main" id="{0009951B-5648-FF3F-FFC1-4294CAA7EC35}"/>
              </a:ext>
            </a:extLst>
          </p:cNvPr>
          <p:cNvSpPr txBox="1">
            <a:spLocks/>
          </p:cNvSpPr>
          <p:nvPr/>
        </p:nvSpPr>
        <p:spPr>
          <a:xfrm>
            <a:off x="584200" y="570865"/>
            <a:ext cx="2563734" cy="138499"/>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cap="all" spc="0" baseline="0">
                <a:solidFill>
                  <a:schemeClr val="tx1"/>
                </a:solidFill>
                <a:latin typeface="+mn-lt"/>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tab pos="1771650" algn="l"/>
              </a:tabLst>
              <a:defRPr/>
            </a:pPr>
            <a:r>
              <a:rPr kumimoji="0" lang="en-US" sz="900" b="0" i="0" u="none" strike="noStrike" kern="1200" cap="all" spc="0" normalizeH="0" baseline="0" noProof="0">
                <a:ln>
                  <a:noFill/>
                </a:ln>
                <a:solidFill>
                  <a:srgbClr val="FFFFFF"/>
                </a:solidFill>
                <a:effectLst/>
                <a:uLnTx/>
                <a:uFillTx/>
                <a:latin typeface="Segoe Sans Text Semibold" pitchFamily="2" charset="0"/>
                <a:ea typeface="+mn-ea"/>
                <a:cs typeface="Segoe Sans Text Light" pitchFamily="2" charset="0"/>
              </a:rPr>
              <a:t>Case Overview – X-Industry</a:t>
            </a:r>
          </a:p>
        </p:txBody>
      </p:sp>
      <p:sp>
        <p:nvSpPr>
          <p:cNvPr id="7" name="Title 6">
            <a:extLst>
              <a:ext uri="{FF2B5EF4-FFF2-40B4-BE49-F238E27FC236}">
                <a16:creationId xmlns:a16="http://schemas.microsoft.com/office/drawing/2014/main" id="{4CA6351B-F1E7-1F94-F25F-D3C56EA05A17}"/>
              </a:ext>
            </a:extLst>
          </p:cNvPr>
          <p:cNvSpPr txBox="1">
            <a:spLocks/>
          </p:cNvSpPr>
          <p:nvPr/>
        </p:nvSpPr>
        <p:spPr>
          <a:xfrm>
            <a:off x="594361" y="890905"/>
            <a:ext cx="2861564" cy="73866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bg2"/>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Segoe Sans Text Semibold" pitchFamily="2" charset="0"/>
                <a:ea typeface="Segoe UI" pitchFamily="34" charset="0"/>
                <a:cs typeface="Segoe Sans Text Light" pitchFamily="2" charset="0"/>
              </a:rPr>
              <a:t>Contract lifecycle management</a:t>
            </a:r>
          </a:p>
        </p:txBody>
      </p:sp>
      <p:sp>
        <p:nvSpPr>
          <p:cNvPr id="8" name="Rectangle 7">
            <a:extLst>
              <a:ext uri="{FF2B5EF4-FFF2-40B4-BE49-F238E27FC236}">
                <a16:creationId xmlns:a16="http://schemas.microsoft.com/office/drawing/2014/main" id="{36C5FA6F-E2ED-89A7-1FDB-D0E9C6163176}"/>
              </a:ext>
            </a:extLst>
          </p:cNvPr>
          <p:cNvSpPr>
            <a:spLocks/>
          </p:cNvSpPr>
          <p:nvPr/>
        </p:nvSpPr>
        <p:spPr>
          <a:xfrm>
            <a:off x="588965" y="1924241"/>
            <a:ext cx="2916235" cy="1354217"/>
          </a:xfrm>
          <a:prstGeom prst="rect">
            <a:avLst/>
          </a:prstGeom>
          <a:noFill/>
          <a:ln w="10795" cap="flat" cmpd="sng" algn="ctr">
            <a:noFill/>
            <a:prstDash val="solid"/>
          </a:ln>
          <a:effectLst/>
        </p:spPr>
        <p:txBody>
          <a:bodyPr wrap="square" lIns="0" tIns="0" rIns="0" bIns="0" rtlCol="0" anchor="t" anchorCtr="0">
            <a:spAutoFit/>
          </a:bodyPr>
          <a:lstStyle/>
          <a:p>
            <a:pPr>
              <a:defRPr/>
            </a:pPr>
            <a:r>
              <a:rPr kumimoji="0" lang="en-US" sz="1100" b="0" i="0" u="none" strike="noStrike" kern="0" cap="none" spc="0" normalizeH="0" baseline="0" noProof="0">
                <a:ln>
                  <a:noFill/>
                </a:ln>
                <a:solidFill>
                  <a:srgbClr val="FFFFFF"/>
                </a:solidFill>
                <a:effectLst/>
                <a:uLnTx/>
                <a:uFillTx/>
                <a:ea typeface="+mn-lt"/>
                <a:cs typeface="+mn-lt"/>
              </a:rPr>
              <a:t>Contract lifecycle management </a:t>
            </a:r>
            <a:r>
              <a:rPr lang="en-US" sz="1100" kern="0">
                <a:solidFill>
                  <a:srgbClr val="FFFFFF"/>
                </a:solidFill>
                <a:ea typeface="+mn-lt"/>
                <a:cs typeface="+mn-lt"/>
              </a:rPr>
              <a:t>for AI agents streamlines work from request to renewal</a:t>
            </a:r>
            <a:r>
              <a:rPr kumimoji="0" lang="en-US" sz="1100" b="0" i="0" u="none" strike="noStrike" kern="0" cap="none" spc="0" normalizeH="0" baseline="0" noProof="0">
                <a:ln>
                  <a:noFill/>
                </a:ln>
                <a:solidFill>
                  <a:srgbClr val="FFFFFF"/>
                </a:solidFill>
                <a:effectLst/>
                <a:uLnTx/>
                <a:uFillTx/>
                <a:ea typeface="+mn-lt"/>
                <a:cs typeface="+mn-lt"/>
              </a:rPr>
              <a:t>. </a:t>
            </a:r>
            <a:r>
              <a:rPr lang="en-US" sz="1100" kern="0">
                <a:solidFill>
                  <a:srgbClr val="FFFFFF"/>
                </a:solidFill>
                <a:ea typeface="+mn-lt"/>
                <a:cs typeface="+mn-lt"/>
              </a:rPr>
              <a:t>It </a:t>
            </a:r>
            <a:r>
              <a:rPr kumimoji="0" lang="en-US" sz="1100" b="0" i="0" u="none" strike="noStrike" kern="0" cap="none" spc="0" normalizeH="0" baseline="0" noProof="0">
                <a:ln>
                  <a:noFill/>
                </a:ln>
                <a:solidFill>
                  <a:srgbClr val="FFFFFF"/>
                </a:solidFill>
                <a:effectLst/>
                <a:uLnTx/>
                <a:uFillTx/>
                <a:ea typeface="+mn-lt"/>
                <a:cs typeface="+mn-lt"/>
              </a:rPr>
              <a:t>drafts from templates, extracts and compares clauses, scores risk, proposes redlines, routes reviews, collects electronic signatures, and tracks obligations—</a:t>
            </a:r>
            <a:r>
              <a:rPr lang="en-US" sz="1100" kern="0">
                <a:solidFill>
                  <a:srgbClr val="FFFFFF"/>
                </a:solidFill>
                <a:ea typeface="+mn-lt"/>
                <a:cs typeface="+mn-lt"/>
              </a:rPr>
              <a:t>shortening </a:t>
            </a:r>
            <a:r>
              <a:rPr kumimoji="0" lang="en-US" sz="1100" b="0" i="0" u="none" strike="noStrike" kern="0" cap="none" spc="0" normalizeH="0" baseline="0" noProof="0">
                <a:ln>
                  <a:noFill/>
                </a:ln>
                <a:solidFill>
                  <a:srgbClr val="FFFFFF"/>
                </a:solidFill>
                <a:effectLst/>
                <a:uLnTx/>
                <a:uFillTx/>
                <a:ea typeface="+mn-lt"/>
                <a:cs typeface="+mn-lt"/>
              </a:rPr>
              <a:t>cycle time, </a:t>
            </a:r>
            <a:r>
              <a:rPr lang="en-US" sz="1100" kern="0">
                <a:solidFill>
                  <a:srgbClr val="FFFFFF"/>
                </a:solidFill>
                <a:ea typeface="+mn-lt"/>
                <a:cs typeface="+mn-lt"/>
              </a:rPr>
              <a:t>reducing </a:t>
            </a:r>
            <a:r>
              <a:rPr kumimoji="0" lang="en-US" sz="1100" b="0" i="0" u="none" strike="noStrike" kern="0" cap="none" spc="0" normalizeH="0" baseline="0" noProof="0">
                <a:ln>
                  <a:noFill/>
                </a:ln>
                <a:solidFill>
                  <a:srgbClr val="FFFFFF"/>
                </a:solidFill>
                <a:effectLst/>
                <a:uLnTx/>
                <a:uFillTx/>
                <a:ea typeface="+mn-lt"/>
                <a:cs typeface="+mn-lt"/>
              </a:rPr>
              <a:t>risk, and </a:t>
            </a:r>
            <a:r>
              <a:rPr lang="en-US" sz="1100" kern="0">
                <a:solidFill>
                  <a:srgbClr val="FFFFFF"/>
                </a:solidFill>
                <a:ea typeface="+mn-lt"/>
                <a:cs typeface="+mn-lt"/>
              </a:rPr>
              <a:t>improving </a:t>
            </a:r>
            <a:r>
              <a:rPr kumimoji="0" lang="en-US" sz="1100" b="0" i="0" u="none" strike="noStrike" kern="0" cap="none" spc="0" normalizeH="0" baseline="0" noProof="0">
                <a:ln>
                  <a:noFill/>
                </a:ln>
                <a:solidFill>
                  <a:srgbClr val="FFFFFF"/>
                </a:solidFill>
                <a:effectLst/>
                <a:uLnTx/>
                <a:uFillTx/>
                <a:ea typeface="+mn-lt"/>
                <a:cs typeface="+mn-lt"/>
              </a:rPr>
              <a:t>compliance and revenue realization</a:t>
            </a:r>
            <a:endParaRPr lang="en-US" sz="1100">
              <a:ea typeface="+mn-lt"/>
              <a:cs typeface="+mn-lt"/>
            </a:endParaRPr>
          </a:p>
        </p:txBody>
      </p:sp>
      <p:sp>
        <p:nvSpPr>
          <p:cNvPr id="9" name="Rectangle: Rounded Corners 8">
            <a:extLst>
              <a:ext uri="{FF2B5EF4-FFF2-40B4-BE49-F238E27FC236}">
                <a16:creationId xmlns:a16="http://schemas.microsoft.com/office/drawing/2014/main" id="{A0A52BA6-F9CD-6D20-98C2-B7C664B8ED8C}"/>
              </a:ext>
            </a:extLst>
          </p:cNvPr>
          <p:cNvSpPr>
            <a:spLocks/>
          </p:cNvSpPr>
          <p:nvPr/>
        </p:nvSpPr>
        <p:spPr bwMode="auto">
          <a:xfrm>
            <a:off x="3913432" y="377369"/>
            <a:ext cx="7832165" cy="3913545"/>
          </a:xfrm>
          <a:prstGeom prst="roundRect">
            <a:avLst>
              <a:gd name="adj" fmla="val 3032"/>
            </a:avLst>
          </a:prstGeom>
          <a:solidFill>
            <a:schemeClr val="bg1">
              <a:alpha val="91000"/>
            </a:schemeClr>
          </a:solidFill>
          <a:ln w="76200">
            <a:noFill/>
            <a:headEnd type="none" w="med" len="med"/>
            <a:tailEnd type="none" w="med" len="med"/>
          </a:ln>
          <a:effectLst>
            <a:glow rad="101600">
              <a:schemeClr val="tx2">
                <a:alpha val="6000"/>
              </a:schemeClr>
            </a:glow>
            <a:outerShdw blurRad="101600" dist="38100" dir="6780000" algn="bl"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10" name="Rectangle: Rounded Corners 9">
            <a:extLst>
              <a:ext uri="{FF2B5EF4-FFF2-40B4-BE49-F238E27FC236}">
                <a16:creationId xmlns:a16="http://schemas.microsoft.com/office/drawing/2014/main" id="{A0060E6F-F670-4284-B761-692CC63ADF7D}"/>
              </a:ext>
            </a:extLst>
          </p:cNvPr>
          <p:cNvSpPr/>
          <p:nvPr/>
        </p:nvSpPr>
        <p:spPr bwMode="auto">
          <a:xfrm>
            <a:off x="4003537" y="955332"/>
            <a:ext cx="2528274" cy="276999"/>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11" name="TextBox 10">
            <a:extLst>
              <a:ext uri="{FF2B5EF4-FFF2-40B4-BE49-F238E27FC236}">
                <a16:creationId xmlns:a16="http://schemas.microsoft.com/office/drawing/2014/main" id="{2C70E3A7-3C2B-2C29-0085-AA3DEB4EB1A7}"/>
              </a:ext>
            </a:extLst>
          </p:cNvPr>
          <p:cNvSpPr txBox="1">
            <a:spLocks/>
          </p:cNvSpPr>
          <p:nvPr/>
        </p:nvSpPr>
        <p:spPr>
          <a:xfrm>
            <a:off x="4056886" y="1360107"/>
            <a:ext cx="2209560" cy="2421176"/>
          </a:xfrm>
          <a:prstGeom prst="rect">
            <a:avLst/>
          </a:prstGeom>
          <a:noFill/>
        </p:spPr>
        <p:txBody>
          <a:bodyPr wrap="square" lIns="0" tIns="0" rIns="0" bIns="0" anchor="t">
            <a:spAutoFit/>
          </a:bodyPr>
          <a:lstStyle/>
          <a:p>
            <a:pPr marL="171450" lvl="2" indent="-171450" defTabSz="932472" fontAlgn="base">
              <a:spcAft>
                <a:spcPts val="400"/>
              </a:spcAft>
              <a:buFont typeface="Arial" panose="020B0604020202020204" pitchFamily="34" charset="0"/>
              <a:buChar char="•"/>
              <a:defRPr/>
            </a:pPr>
            <a:r>
              <a:rPr lang="en-US" sz="900">
                <a:solidFill>
                  <a:srgbClr val="080808"/>
                </a:solidFill>
                <a:latin typeface="Segoe Sans Text Light"/>
                <a:cs typeface="Segoe Sans Text Light"/>
              </a:rPr>
              <a:t>Requests and drafts move through the same lifecycle with no consistent process; intake, drafting, and review vary team to team. </a:t>
            </a:r>
            <a:endParaRPr lang="en-US"/>
          </a:p>
          <a:p>
            <a:pPr marL="182245" lvl="2" indent="-182245" defTabSz="932472" fontAlgn="base">
              <a:spcAft>
                <a:spcPts val="400"/>
              </a:spcAft>
              <a:buFont typeface="Arial" panose="020B0604020202020204" pitchFamily="34" charset="0"/>
              <a:buChar char="•"/>
              <a:defRPr/>
            </a:pPr>
            <a:r>
              <a:rPr lang="en-US" sz="900">
                <a:solidFill>
                  <a:srgbClr val="080808"/>
                </a:solidFill>
                <a:latin typeface="Segoe Sans Text Light" pitchFamily="2" charset="0"/>
                <a:cs typeface="Segoe Sans Text Light" pitchFamily="2" charset="0"/>
              </a:rPr>
              <a:t>Clause libraries and templates exist but aren't consistently used; every draft is still checked against them by hand.</a:t>
            </a:r>
          </a:p>
          <a:p>
            <a:pPr marL="182245" lvl="2" indent="-182245" defTabSz="932472" fontAlgn="base">
              <a:spcAft>
                <a:spcPts val="400"/>
              </a:spcAft>
              <a:buFont typeface="Arial" panose="020B0604020202020204" pitchFamily="34" charset="0"/>
              <a:buChar char="•"/>
              <a:defRPr/>
            </a:pPr>
            <a:r>
              <a:rPr lang="en-US" sz="900">
                <a:solidFill>
                  <a:srgbClr val="080808"/>
                </a:solidFill>
                <a:latin typeface="Segoe Sans Text Light" pitchFamily="2" charset="0"/>
                <a:cs typeface="Segoe Sans Text Light" pitchFamily="2" charset="0"/>
              </a:rPr>
              <a:t>Comparing a counterparty's draft means manually checking each clause; reviews are slow, inconsistent, and don't scale. </a:t>
            </a:r>
          </a:p>
          <a:p>
            <a:pPr marL="182245" lvl="2" indent="-182245" defTabSz="932472" fontAlgn="base">
              <a:spcAft>
                <a:spcPts val="400"/>
              </a:spcAft>
              <a:buFont typeface="Arial" panose="020B0604020202020204" pitchFamily="34" charset="0"/>
              <a:buChar char="•"/>
              <a:defRPr/>
            </a:pPr>
            <a:r>
              <a:rPr lang="en-US" sz="900">
                <a:solidFill>
                  <a:srgbClr val="080808"/>
                </a:solidFill>
                <a:latin typeface="Segoe Sans Text Light" pitchFamily="2" charset="0"/>
                <a:cs typeface="Segoe Sans Text Light" pitchFamily="2" charset="0"/>
              </a:rPr>
              <a:t>Contracts and obligations sit scattered across SharePoint, email, and legacy systems; there's no single source of truth. </a:t>
            </a:r>
          </a:p>
          <a:p>
            <a:pPr marL="182245" lvl="2" indent="-182245" defTabSz="932472" fontAlgn="base">
              <a:spcAft>
                <a:spcPts val="400"/>
              </a:spcAft>
              <a:buFont typeface="Arial" panose="020B0604020202020204" pitchFamily="34" charset="0"/>
              <a:buChar char="•"/>
              <a:defRPr/>
            </a:pPr>
            <a:r>
              <a:rPr lang="en-US" sz="900">
                <a:solidFill>
                  <a:srgbClr val="080808"/>
                </a:solidFill>
                <a:latin typeface="Segoe Sans Text Light" pitchFamily="2" charset="0"/>
                <a:cs typeface="Segoe Sans Text Light" pitchFamily="2" charset="0"/>
              </a:rPr>
              <a:t>Renewals and price changes aren't tracked after signature; missed renewals mean lost revenue or unwanted lock-in.</a:t>
            </a:r>
          </a:p>
        </p:txBody>
      </p:sp>
      <p:grpSp>
        <p:nvGrpSpPr>
          <p:cNvPr id="12" name="Group 11">
            <a:extLst>
              <a:ext uri="{FF2B5EF4-FFF2-40B4-BE49-F238E27FC236}">
                <a16:creationId xmlns:a16="http://schemas.microsoft.com/office/drawing/2014/main" id="{EF56D97F-B210-A21D-C6BA-87363F19C70E}"/>
              </a:ext>
            </a:extLst>
          </p:cNvPr>
          <p:cNvGrpSpPr/>
          <p:nvPr/>
        </p:nvGrpSpPr>
        <p:grpSpPr>
          <a:xfrm>
            <a:off x="6570784" y="1360109"/>
            <a:ext cx="2606220" cy="2704306"/>
            <a:chOff x="6570784" y="1384823"/>
            <a:chExt cx="2606220" cy="1192215"/>
          </a:xfrm>
        </p:grpSpPr>
        <p:cxnSp>
          <p:nvCxnSpPr>
            <p:cNvPr id="13" name="Straight Connector 12">
              <a:extLst>
                <a:ext uri="{FF2B5EF4-FFF2-40B4-BE49-F238E27FC236}">
                  <a16:creationId xmlns:a16="http://schemas.microsoft.com/office/drawing/2014/main" id="{D5954EAB-211F-300E-298E-0F045721678E}"/>
                </a:ext>
              </a:extLst>
            </p:cNvPr>
            <p:cNvCxnSpPr>
              <a:cxnSpLocks/>
            </p:cNvCxnSpPr>
            <p:nvPr/>
          </p:nvCxnSpPr>
          <p:spPr>
            <a:xfrm flipV="1">
              <a:off x="6570784" y="1384823"/>
              <a:ext cx="0" cy="1192215"/>
            </a:xfrm>
            <a:prstGeom prst="line">
              <a:avLst/>
            </a:prstGeom>
            <a:noFill/>
            <a:ln w="6350" cap="rnd" cmpd="sng" algn="ctr">
              <a:solidFill>
                <a:srgbClr val="080808">
                  <a:lumMod val="25000"/>
                  <a:lumOff val="75000"/>
                </a:srgbClr>
              </a:solidFill>
              <a:prstDash val="solid"/>
              <a:headEnd type="none" w="lg" len="med"/>
              <a:tailEnd type="none" w="lg" len="med"/>
            </a:ln>
            <a:effectLst/>
          </p:spPr>
        </p:cxnSp>
        <p:cxnSp>
          <p:nvCxnSpPr>
            <p:cNvPr id="14" name="Straight Connector 13">
              <a:extLst>
                <a:ext uri="{FF2B5EF4-FFF2-40B4-BE49-F238E27FC236}">
                  <a16:creationId xmlns:a16="http://schemas.microsoft.com/office/drawing/2014/main" id="{0B3C7C41-4971-ADD0-24C5-DA9B2AFE85E1}"/>
                </a:ext>
              </a:extLst>
            </p:cNvPr>
            <p:cNvCxnSpPr>
              <a:cxnSpLocks/>
            </p:cNvCxnSpPr>
            <p:nvPr/>
          </p:nvCxnSpPr>
          <p:spPr>
            <a:xfrm flipV="1">
              <a:off x="9177004" y="1384823"/>
              <a:ext cx="0" cy="1192215"/>
            </a:xfrm>
            <a:prstGeom prst="line">
              <a:avLst/>
            </a:prstGeom>
            <a:noFill/>
            <a:ln w="6350" cap="rnd" cmpd="sng" algn="ctr">
              <a:solidFill>
                <a:srgbClr val="080808">
                  <a:lumMod val="25000"/>
                  <a:lumOff val="75000"/>
                </a:srgbClr>
              </a:solidFill>
              <a:prstDash val="solid"/>
              <a:headEnd type="none" w="lg" len="med"/>
              <a:tailEnd type="none" w="lg" len="med"/>
            </a:ln>
            <a:effectLst/>
          </p:spPr>
        </p:cxnSp>
      </p:grpSp>
      <p:sp>
        <p:nvSpPr>
          <p:cNvPr id="15" name="TextBox 14">
            <a:extLst>
              <a:ext uri="{FF2B5EF4-FFF2-40B4-BE49-F238E27FC236}">
                <a16:creationId xmlns:a16="http://schemas.microsoft.com/office/drawing/2014/main" id="{C2B45842-195C-105F-B8CE-DCEC55EE5193}"/>
              </a:ext>
            </a:extLst>
          </p:cNvPr>
          <p:cNvSpPr txBox="1">
            <a:spLocks/>
          </p:cNvSpPr>
          <p:nvPr/>
        </p:nvSpPr>
        <p:spPr>
          <a:xfrm>
            <a:off x="9252938" y="1433850"/>
            <a:ext cx="2344702" cy="2900794"/>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Solution description</a:t>
            </a:r>
          </a:p>
          <a:p>
            <a:pPr>
              <a:spcAft>
                <a:spcPts val="500"/>
              </a:spcAft>
            </a:pPr>
            <a:r>
              <a:rPr lang="en-US" sz="850">
                <a:solidFill>
                  <a:srgbClr val="3B4048"/>
                </a:solidFill>
                <a:latin typeface="Segoe UI"/>
                <a:cs typeface="Segoe UI"/>
              </a:rPr>
              <a:t>Agents collaborate in one Foundry project, with a human approving final outputs:</a:t>
            </a:r>
          </a:p>
          <a:p>
            <a:pPr marL="171450" indent="-171450">
              <a:buSzPct val="100000"/>
              <a:buFont typeface="Arial"/>
              <a:buChar char="•"/>
            </a:pPr>
            <a:r>
              <a:rPr lang="en-US" sz="900" b="1">
                <a:solidFill>
                  <a:srgbClr val="080808"/>
                </a:solidFill>
                <a:latin typeface="Segoe Sans Text Light"/>
                <a:cs typeface="Segoe Sans Text Light"/>
              </a:rPr>
              <a:t>Orchestrator (GPT-5.4): </a:t>
            </a:r>
            <a:r>
              <a:rPr lang="en-US" sz="900">
                <a:solidFill>
                  <a:srgbClr val="080808"/>
                </a:solidFill>
                <a:latin typeface="Segoe Sans Text Light"/>
                <a:cs typeface="Segoe Sans Text Light"/>
              </a:rPr>
              <a:t>routes each request to the right specialist and composes the answer</a:t>
            </a:r>
          </a:p>
          <a:p>
            <a:pPr marL="171450" indent="-171450">
              <a:buSzPct val="100000"/>
              <a:buFont typeface="Arial"/>
              <a:buChar char="•"/>
            </a:pPr>
            <a:r>
              <a:rPr lang="en-US" sz="900" b="1">
                <a:solidFill>
                  <a:srgbClr val="080808"/>
                </a:solidFill>
                <a:latin typeface="Segoe Sans Text Light"/>
                <a:cs typeface="Segoe Sans Text Light"/>
              </a:rPr>
              <a:t>Intake &amp; Drafting (GPT-5.4): </a:t>
            </a:r>
            <a:r>
              <a:rPr lang="en-US" sz="900">
                <a:solidFill>
                  <a:srgbClr val="080808"/>
                </a:solidFill>
                <a:latin typeface="Segoe Sans Text Light"/>
                <a:cs typeface="Segoe Sans Text Light"/>
              </a:rPr>
              <a:t>drafts from approved templates with negotiation fallbacks — grounded, cited, guard-railed.</a:t>
            </a:r>
          </a:p>
          <a:p>
            <a:pPr marL="152400" indent="-152400">
              <a:buSzPct val="100000"/>
              <a:buFont typeface="Arial"/>
              <a:buChar char="•"/>
            </a:pPr>
            <a:r>
              <a:rPr lang="en-US" sz="900" b="1">
                <a:solidFill>
                  <a:srgbClr val="080808"/>
                </a:solidFill>
                <a:latin typeface="Segoe Sans Text Light"/>
                <a:cs typeface="Segoe Sans Text Light"/>
              </a:rPr>
              <a:t>Clause &amp; Risk (GPT-5.6 Sol): </a:t>
            </a:r>
            <a:r>
              <a:rPr lang="en-US" sz="900">
                <a:solidFill>
                  <a:srgbClr val="080808"/>
                </a:solidFill>
                <a:latin typeface="Segoe Sans Text Light"/>
                <a:cs typeface="Segoe Sans Text Light"/>
              </a:rPr>
              <a:t>extracts and classifies clauses, scores risk vs the standard, and names the required approver.</a:t>
            </a:r>
          </a:p>
          <a:p>
            <a:pPr marL="171450" indent="-171450">
              <a:buSzPct val="100000"/>
              <a:buFont typeface="Arial"/>
              <a:buChar char="•"/>
            </a:pPr>
            <a:r>
              <a:rPr lang="en-US" sz="900" b="1">
                <a:solidFill>
                  <a:srgbClr val="080808"/>
                </a:solidFill>
                <a:latin typeface="Segoe Sans Text Light"/>
                <a:cs typeface="Segoe Sans Text Light"/>
              </a:rPr>
              <a:t>Obligation &amp; Renewal (GPT-5.4-nano): </a:t>
            </a:r>
            <a:r>
              <a:rPr lang="en-US" sz="900">
                <a:solidFill>
                  <a:srgbClr val="080808"/>
                </a:solidFill>
                <a:latin typeface="Segoe Sans Text Light"/>
                <a:cs typeface="Segoe Sans Text Light"/>
              </a:rPr>
              <a:t>a proactive job that scans renewals and fires Teams alerts via function tools.</a:t>
            </a:r>
          </a:p>
          <a:p>
            <a:pPr marL="171450" indent="-171450">
              <a:buSzPct val="100000"/>
              <a:buFont typeface="Arial"/>
              <a:buChar char="•"/>
            </a:pPr>
            <a:r>
              <a:rPr lang="en-US" sz="900" b="1">
                <a:solidFill>
                  <a:srgbClr val="080808"/>
                </a:solidFill>
                <a:latin typeface="Segoe Sans Text Light"/>
                <a:cs typeface="Segoe Sans Text Light"/>
              </a:rPr>
              <a:t>MCP server &amp; publishing:</a:t>
            </a:r>
            <a:r>
              <a:rPr lang="en-US" sz="900">
                <a:solidFill>
                  <a:srgbClr val="080808"/>
                </a:solidFill>
                <a:latin typeface="Segoe Sans Text Light"/>
                <a:cs typeface="Segoe Sans Text Light"/>
              </a:rPr>
              <a:t> exposes </a:t>
            </a:r>
            <a:r>
              <a:rPr lang="en-US" sz="900" err="1">
                <a:solidFill>
                  <a:srgbClr val="080808"/>
                </a:solidFill>
                <a:latin typeface="Segoe Sans Text Light"/>
                <a:cs typeface="Segoe Sans Text Light"/>
              </a:rPr>
              <a:t>draft_contract</a:t>
            </a:r>
            <a:r>
              <a:rPr lang="en-US" sz="900">
                <a:solidFill>
                  <a:srgbClr val="080808"/>
                </a:solidFill>
                <a:latin typeface="Segoe Sans Text Light"/>
                <a:cs typeface="Segoe Sans Text Light"/>
              </a:rPr>
              <a:t> · </a:t>
            </a:r>
            <a:r>
              <a:rPr lang="en-US" sz="900" err="1">
                <a:solidFill>
                  <a:srgbClr val="080808"/>
                </a:solidFill>
                <a:latin typeface="Segoe Sans Text Light"/>
                <a:cs typeface="Segoe Sans Text Light"/>
              </a:rPr>
              <a:t>analyze_contract</a:t>
            </a:r>
            <a:r>
              <a:rPr lang="en-US" sz="900">
                <a:solidFill>
                  <a:srgbClr val="080808"/>
                </a:solidFill>
                <a:latin typeface="Segoe Sans Text Light"/>
                <a:cs typeface="Segoe Sans Text Light"/>
              </a:rPr>
              <a:t> · </a:t>
            </a:r>
            <a:r>
              <a:rPr lang="en-US" sz="900" err="1">
                <a:solidFill>
                  <a:srgbClr val="080808"/>
                </a:solidFill>
                <a:latin typeface="Segoe Sans Text Light"/>
                <a:cs typeface="Segoe Sans Text Light"/>
              </a:rPr>
              <a:t>get_contract_status</a:t>
            </a:r>
            <a:r>
              <a:rPr lang="en-US" sz="900">
                <a:solidFill>
                  <a:srgbClr val="080808"/>
                </a:solidFill>
                <a:latin typeface="Segoe Sans Text Light"/>
                <a:cs typeface="Segoe Sans Text Light"/>
              </a:rPr>
              <a:t> to M365</a:t>
            </a:r>
            <a:r>
              <a:rPr lang="en-US" sz="1100">
                <a:solidFill>
                  <a:srgbClr val="080808"/>
                </a:solidFill>
                <a:latin typeface="Segoe UI"/>
                <a:cs typeface="Segoe UI"/>
              </a:rPr>
              <a:t> </a:t>
            </a:r>
            <a:r>
              <a:rPr lang="en-US" sz="900">
                <a:solidFill>
                  <a:srgbClr val="080808"/>
                </a:solidFill>
                <a:latin typeface="Segoe Sans Text Light"/>
                <a:cs typeface="Segoe Sans Text Light"/>
              </a:rPr>
              <a:t>Copilot and Teams.</a:t>
            </a:r>
          </a:p>
          <a:p>
            <a:pPr marL="152400" indent="-152400">
              <a:buSzPct val="100000"/>
              <a:buChar char="•"/>
            </a:pPr>
            <a:endParaRPr lang="en-US" sz="900" b="1">
              <a:solidFill>
                <a:srgbClr val="080808"/>
              </a:solidFill>
              <a:latin typeface="Segoe Sans Text Light"/>
              <a:cs typeface="Segoe Sans Text Light"/>
            </a:endParaRPr>
          </a:p>
        </p:txBody>
      </p:sp>
      <p:sp>
        <p:nvSpPr>
          <p:cNvPr id="16" name="Rectangle: Rounded Corners 15">
            <a:extLst>
              <a:ext uri="{FF2B5EF4-FFF2-40B4-BE49-F238E27FC236}">
                <a16:creationId xmlns:a16="http://schemas.microsoft.com/office/drawing/2014/main" id="{D2E1B52B-D3B9-5B54-7122-EB3E8844EFCD}"/>
              </a:ext>
            </a:extLst>
          </p:cNvPr>
          <p:cNvSpPr/>
          <p:nvPr/>
        </p:nvSpPr>
        <p:spPr bwMode="auto">
          <a:xfrm>
            <a:off x="6609756" y="955332"/>
            <a:ext cx="5045873" cy="276999"/>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17" name="TextBox 16">
            <a:extLst>
              <a:ext uri="{FF2B5EF4-FFF2-40B4-BE49-F238E27FC236}">
                <a16:creationId xmlns:a16="http://schemas.microsoft.com/office/drawing/2014/main" id="{E0529128-0295-85A5-CCE0-4453996A4506}"/>
              </a:ext>
            </a:extLst>
          </p:cNvPr>
          <p:cNvSpPr txBox="1">
            <a:spLocks/>
          </p:cNvSpPr>
          <p:nvPr/>
        </p:nvSpPr>
        <p:spPr>
          <a:xfrm>
            <a:off x="6663106" y="1360110"/>
            <a:ext cx="2442456" cy="138499"/>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Process description</a:t>
            </a:r>
            <a:endPar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18" name="TextBox 17">
            <a:extLst>
              <a:ext uri="{FF2B5EF4-FFF2-40B4-BE49-F238E27FC236}">
                <a16:creationId xmlns:a16="http://schemas.microsoft.com/office/drawing/2014/main" id="{EC91E207-9CC9-96A8-084C-222837D6AB88}"/>
              </a:ext>
            </a:extLst>
          </p:cNvPr>
          <p:cNvSpPr txBox="1">
            <a:spLocks/>
          </p:cNvSpPr>
          <p:nvPr/>
        </p:nvSpPr>
        <p:spPr>
          <a:xfrm>
            <a:off x="4383304" y="1014665"/>
            <a:ext cx="1792748"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Current challenges</a:t>
            </a:r>
          </a:p>
        </p:txBody>
      </p:sp>
      <p:sp>
        <p:nvSpPr>
          <p:cNvPr id="19" name="TextBox 18">
            <a:extLst>
              <a:ext uri="{FF2B5EF4-FFF2-40B4-BE49-F238E27FC236}">
                <a16:creationId xmlns:a16="http://schemas.microsoft.com/office/drawing/2014/main" id="{423E0270-0A68-5D76-4C43-1693518BB339}"/>
              </a:ext>
            </a:extLst>
          </p:cNvPr>
          <p:cNvSpPr txBox="1">
            <a:spLocks/>
          </p:cNvSpPr>
          <p:nvPr/>
        </p:nvSpPr>
        <p:spPr>
          <a:xfrm>
            <a:off x="6989523" y="1014665"/>
            <a:ext cx="2116040"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Frontier solution</a:t>
            </a:r>
          </a:p>
        </p:txBody>
      </p:sp>
      <p:sp>
        <p:nvSpPr>
          <p:cNvPr id="20" name="Freeform: Shape 19">
            <a:extLst>
              <a:ext uri="{FF2B5EF4-FFF2-40B4-BE49-F238E27FC236}">
                <a16:creationId xmlns:a16="http://schemas.microsoft.com/office/drawing/2014/main" id="{4E830F83-3011-2752-1CFB-1ACAB368C380}"/>
              </a:ext>
              <a:ext uri="{C183D7F6-B498-43B3-948B-1728B52AA6E4}">
                <adec:decorative xmlns:adec="http://schemas.microsoft.com/office/drawing/2017/decorative" val="1"/>
              </a:ext>
            </a:extLst>
          </p:cNvPr>
          <p:cNvSpPr>
            <a:spLocks/>
          </p:cNvSpPr>
          <p:nvPr/>
        </p:nvSpPr>
        <p:spPr bwMode="auto">
          <a:xfrm>
            <a:off x="4066942" y="968010"/>
            <a:ext cx="253405" cy="253405"/>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21" name="Freeform: Shape 20">
            <a:extLst>
              <a:ext uri="{FF2B5EF4-FFF2-40B4-BE49-F238E27FC236}">
                <a16:creationId xmlns:a16="http://schemas.microsoft.com/office/drawing/2014/main" id="{F6619553-948B-E7BD-77AC-720AB0158078}"/>
              </a:ext>
              <a:ext uri="{C183D7F6-B498-43B3-948B-1728B52AA6E4}">
                <adec:decorative xmlns:adec="http://schemas.microsoft.com/office/drawing/2017/decorative" val="1"/>
              </a:ext>
            </a:extLst>
          </p:cNvPr>
          <p:cNvSpPr>
            <a:spLocks/>
          </p:cNvSpPr>
          <p:nvPr/>
        </p:nvSpPr>
        <p:spPr bwMode="auto">
          <a:xfrm>
            <a:off x="6673558" y="968010"/>
            <a:ext cx="253405" cy="253405"/>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22" name="Graphic 63" descr="Icon of a notepad with a pen">
            <a:extLst>
              <a:ext uri="{FF2B5EF4-FFF2-40B4-BE49-F238E27FC236}">
                <a16:creationId xmlns:a16="http://schemas.microsoft.com/office/drawing/2014/main" id="{258B6EB0-E7CE-1E7E-9E49-973E6B16A730}"/>
              </a:ext>
            </a:extLst>
          </p:cNvPr>
          <p:cNvSpPr>
            <a:spLocks noChangeAspect="1"/>
          </p:cNvSpPr>
          <p:nvPr/>
        </p:nvSpPr>
        <p:spPr>
          <a:xfrm>
            <a:off x="4125268" y="1026210"/>
            <a:ext cx="136754" cy="137005"/>
          </a:xfrm>
          <a:custGeom>
            <a:avLst/>
            <a:gdLst>
              <a:gd name="connsiteX0" fmla="*/ 0 w 190157"/>
              <a:gd name="connsiteY0" fmla="*/ 21431 h 190506"/>
              <a:gd name="connsiteX1" fmla="*/ 21431 w 190157"/>
              <a:gd name="connsiteY1" fmla="*/ 0 h 190506"/>
              <a:gd name="connsiteX2" fmla="*/ 150019 w 190157"/>
              <a:gd name="connsiteY2" fmla="*/ 0 h 190506"/>
              <a:gd name="connsiteX3" fmla="*/ 171450 w 190157"/>
              <a:gd name="connsiteY3" fmla="*/ 21431 h 190506"/>
              <a:gd name="connsiteX4" fmla="*/ 171450 w 190157"/>
              <a:gd name="connsiteY4" fmla="*/ 76314 h 190506"/>
              <a:gd name="connsiteX5" fmla="*/ 146618 w 190157"/>
              <a:gd name="connsiteY5" fmla="*/ 85363 h 190506"/>
              <a:gd name="connsiteX6" fmla="*/ 117681 w 190157"/>
              <a:gd name="connsiteY6" fmla="*/ 114300 h 190506"/>
              <a:gd name="connsiteX7" fmla="*/ 78581 w 190157"/>
              <a:gd name="connsiteY7" fmla="*/ 114300 h 190506"/>
              <a:gd name="connsiteX8" fmla="*/ 71438 w 190157"/>
              <a:gd name="connsiteY8" fmla="*/ 121444 h 190506"/>
              <a:gd name="connsiteX9" fmla="*/ 78581 w 190157"/>
              <a:gd name="connsiteY9" fmla="*/ 128588 h 190506"/>
              <a:gd name="connsiteX10" fmla="*/ 103394 w 190157"/>
              <a:gd name="connsiteY10" fmla="*/ 128588 h 190506"/>
              <a:gd name="connsiteX11" fmla="*/ 90392 w 190157"/>
              <a:gd name="connsiteY11" fmla="*/ 141589 h 190506"/>
              <a:gd name="connsiteX12" fmla="*/ 81153 w 190157"/>
              <a:gd name="connsiteY12" fmla="*/ 157896 h 190506"/>
              <a:gd name="connsiteX13" fmla="*/ 77781 w 190157"/>
              <a:gd name="connsiteY13" fmla="*/ 171450 h 190506"/>
              <a:gd name="connsiteX14" fmla="*/ 21431 w 190157"/>
              <a:gd name="connsiteY14" fmla="*/ 171450 h 190506"/>
              <a:gd name="connsiteX15" fmla="*/ 0 w 190157"/>
              <a:gd name="connsiteY15" fmla="*/ 150019 h 190506"/>
              <a:gd name="connsiteX16" fmla="*/ 0 w 190157"/>
              <a:gd name="connsiteY16" fmla="*/ 21431 h 190506"/>
              <a:gd name="connsiteX17" fmla="*/ 45244 w 190157"/>
              <a:gd name="connsiteY17" fmla="*/ 59531 h 190506"/>
              <a:gd name="connsiteX18" fmla="*/ 54769 w 190157"/>
              <a:gd name="connsiteY18" fmla="*/ 50006 h 190506"/>
              <a:gd name="connsiteX19" fmla="*/ 45244 w 190157"/>
              <a:gd name="connsiteY19" fmla="*/ 40481 h 190506"/>
              <a:gd name="connsiteX20" fmla="*/ 35719 w 190157"/>
              <a:gd name="connsiteY20" fmla="*/ 50006 h 190506"/>
              <a:gd name="connsiteX21" fmla="*/ 45244 w 190157"/>
              <a:gd name="connsiteY21" fmla="*/ 59531 h 190506"/>
              <a:gd name="connsiteX22" fmla="*/ 78581 w 190157"/>
              <a:gd name="connsiteY22" fmla="*/ 42863 h 190506"/>
              <a:gd name="connsiteX23" fmla="*/ 71438 w 190157"/>
              <a:gd name="connsiteY23" fmla="*/ 50006 h 190506"/>
              <a:gd name="connsiteX24" fmla="*/ 78581 w 190157"/>
              <a:gd name="connsiteY24" fmla="*/ 57150 h 190506"/>
              <a:gd name="connsiteX25" fmla="*/ 130969 w 190157"/>
              <a:gd name="connsiteY25" fmla="*/ 57150 h 190506"/>
              <a:gd name="connsiteX26" fmla="*/ 138113 w 190157"/>
              <a:gd name="connsiteY26" fmla="*/ 50006 h 190506"/>
              <a:gd name="connsiteX27" fmla="*/ 130969 w 190157"/>
              <a:gd name="connsiteY27" fmla="*/ 42863 h 190506"/>
              <a:gd name="connsiteX28" fmla="*/ 78581 w 190157"/>
              <a:gd name="connsiteY28" fmla="*/ 42863 h 190506"/>
              <a:gd name="connsiteX29" fmla="*/ 78581 w 190157"/>
              <a:gd name="connsiteY29" fmla="*/ 78581 h 190506"/>
              <a:gd name="connsiteX30" fmla="*/ 71438 w 190157"/>
              <a:gd name="connsiteY30" fmla="*/ 85725 h 190506"/>
              <a:gd name="connsiteX31" fmla="*/ 78581 w 190157"/>
              <a:gd name="connsiteY31" fmla="*/ 92869 h 190506"/>
              <a:gd name="connsiteX32" fmla="*/ 130969 w 190157"/>
              <a:gd name="connsiteY32" fmla="*/ 92869 h 190506"/>
              <a:gd name="connsiteX33" fmla="*/ 138113 w 190157"/>
              <a:gd name="connsiteY33" fmla="*/ 85725 h 190506"/>
              <a:gd name="connsiteX34" fmla="*/ 130969 w 190157"/>
              <a:gd name="connsiteY34" fmla="*/ 78581 h 190506"/>
              <a:gd name="connsiteX35" fmla="*/ 78581 w 190157"/>
              <a:gd name="connsiteY35" fmla="*/ 78581 h 190506"/>
              <a:gd name="connsiteX36" fmla="*/ 35719 w 190157"/>
              <a:gd name="connsiteY36" fmla="*/ 85725 h 190506"/>
              <a:gd name="connsiteX37" fmla="*/ 45244 w 190157"/>
              <a:gd name="connsiteY37" fmla="*/ 95250 h 190506"/>
              <a:gd name="connsiteX38" fmla="*/ 54769 w 190157"/>
              <a:gd name="connsiteY38" fmla="*/ 85725 h 190506"/>
              <a:gd name="connsiteX39" fmla="*/ 45244 w 190157"/>
              <a:gd name="connsiteY39" fmla="*/ 76200 h 190506"/>
              <a:gd name="connsiteX40" fmla="*/ 35719 w 190157"/>
              <a:gd name="connsiteY40" fmla="*/ 85725 h 190506"/>
              <a:gd name="connsiteX41" fmla="*/ 45244 w 190157"/>
              <a:gd name="connsiteY41" fmla="*/ 130969 h 190506"/>
              <a:gd name="connsiteX42" fmla="*/ 54769 w 190157"/>
              <a:gd name="connsiteY42" fmla="*/ 121444 h 190506"/>
              <a:gd name="connsiteX43" fmla="*/ 45244 w 190157"/>
              <a:gd name="connsiteY43" fmla="*/ 111919 h 190506"/>
              <a:gd name="connsiteX44" fmla="*/ 35719 w 190157"/>
              <a:gd name="connsiteY44" fmla="*/ 121444 h 190506"/>
              <a:gd name="connsiteX45" fmla="*/ 45244 w 190157"/>
              <a:gd name="connsiteY45" fmla="*/ 130969 h 190506"/>
              <a:gd name="connsiteX46" fmla="*/ 153353 w 190157"/>
              <a:gd name="connsiteY46" fmla="*/ 92107 h 190506"/>
              <a:gd name="connsiteX47" fmla="*/ 97126 w 190157"/>
              <a:gd name="connsiteY47" fmla="*/ 148323 h 190506"/>
              <a:gd name="connsiteX48" fmla="*/ 90402 w 190157"/>
              <a:gd name="connsiteY48" fmla="*/ 160201 h 190506"/>
              <a:gd name="connsiteX49" fmla="*/ 86039 w 190157"/>
              <a:gd name="connsiteY49" fmla="*/ 177641 h 190506"/>
              <a:gd name="connsiteX50" fmla="*/ 93573 w 190157"/>
              <a:gd name="connsiteY50" fmla="*/ 190197 h 190506"/>
              <a:gd name="connsiteX51" fmla="*/ 98603 w 190157"/>
              <a:gd name="connsiteY51" fmla="*/ 190195 h 190506"/>
              <a:gd name="connsiteX52" fmla="*/ 116034 w 190157"/>
              <a:gd name="connsiteY52" fmla="*/ 185842 h 190506"/>
              <a:gd name="connsiteX53" fmla="*/ 127921 w 190157"/>
              <a:gd name="connsiteY53" fmla="*/ 179108 h 190506"/>
              <a:gd name="connsiteX54" fmla="*/ 184137 w 190157"/>
              <a:gd name="connsiteY54" fmla="*/ 122892 h 190506"/>
              <a:gd name="connsiteX55" fmla="*/ 183414 w 190157"/>
              <a:gd name="connsiteY55" fmla="*/ 92107 h 190506"/>
              <a:gd name="connsiteX56" fmla="*/ 153353 w 190157"/>
              <a:gd name="connsiteY56" fmla="*/ 92107 h 19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0157" h="190506">
                <a:moveTo>
                  <a:pt x="0" y="21431"/>
                </a:moveTo>
                <a:cubicBezTo>
                  <a:pt x="0" y="9595"/>
                  <a:pt x="9595" y="0"/>
                  <a:pt x="21431" y="0"/>
                </a:cubicBezTo>
                <a:lnTo>
                  <a:pt x="150019" y="0"/>
                </a:lnTo>
                <a:cubicBezTo>
                  <a:pt x="161855" y="0"/>
                  <a:pt x="171450" y="9595"/>
                  <a:pt x="171450" y="21431"/>
                </a:cubicBezTo>
                <a:lnTo>
                  <a:pt x="171450" y="76314"/>
                </a:lnTo>
                <a:cubicBezTo>
                  <a:pt x="162241" y="75508"/>
                  <a:pt x="153149" y="78820"/>
                  <a:pt x="146618" y="85363"/>
                </a:cubicBezTo>
                <a:lnTo>
                  <a:pt x="117681" y="114300"/>
                </a:lnTo>
                <a:lnTo>
                  <a:pt x="78581" y="114300"/>
                </a:lnTo>
                <a:cubicBezTo>
                  <a:pt x="74636" y="114300"/>
                  <a:pt x="71438" y="117499"/>
                  <a:pt x="71438" y="121444"/>
                </a:cubicBezTo>
                <a:cubicBezTo>
                  <a:pt x="71438" y="125389"/>
                  <a:pt x="74636" y="128588"/>
                  <a:pt x="78581" y="128588"/>
                </a:cubicBezTo>
                <a:lnTo>
                  <a:pt x="103394" y="128588"/>
                </a:lnTo>
                <a:lnTo>
                  <a:pt x="90392" y="141589"/>
                </a:lnTo>
                <a:cubicBezTo>
                  <a:pt x="85892" y="146087"/>
                  <a:pt x="82698" y="151724"/>
                  <a:pt x="81153" y="157896"/>
                </a:cubicBezTo>
                <a:lnTo>
                  <a:pt x="77781" y="171450"/>
                </a:lnTo>
                <a:lnTo>
                  <a:pt x="21431" y="171450"/>
                </a:lnTo>
                <a:cubicBezTo>
                  <a:pt x="9595" y="171450"/>
                  <a:pt x="0" y="161855"/>
                  <a:pt x="0" y="150019"/>
                </a:cubicBezTo>
                <a:lnTo>
                  <a:pt x="0" y="21431"/>
                </a:lnTo>
                <a:close/>
                <a:moveTo>
                  <a:pt x="45244" y="59531"/>
                </a:moveTo>
                <a:cubicBezTo>
                  <a:pt x="50504" y="59531"/>
                  <a:pt x="54769" y="55267"/>
                  <a:pt x="54769" y="50006"/>
                </a:cubicBezTo>
                <a:cubicBezTo>
                  <a:pt x="54769" y="44746"/>
                  <a:pt x="50504" y="40481"/>
                  <a:pt x="45244" y="40481"/>
                </a:cubicBezTo>
                <a:cubicBezTo>
                  <a:pt x="39983" y="40481"/>
                  <a:pt x="35719" y="44746"/>
                  <a:pt x="35719" y="50006"/>
                </a:cubicBezTo>
                <a:cubicBezTo>
                  <a:pt x="35719" y="55267"/>
                  <a:pt x="39983" y="59531"/>
                  <a:pt x="45244" y="59531"/>
                </a:cubicBezTo>
                <a:close/>
                <a:moveTo>
                  <a:pt x="78581" y="42863"/>
                </a:moveTo>
                <a:cubicBezTo>
                  <a:pt x="74636" y="42863"/>
                  <a:pt x="71438" y="46061"/>
                  <a:pt x="71438" y="50006"/>
                </a:cubicBezTo>
                <a:cubicBezTo>
                  <a:pt x="71438" y="53952"/>
                  <a:pt x="74636" y="57150"/>
                  <a:pt x="78581" y="57150"/>
                </a:cubicBezTo>
                <a:lnTo>
                  <a:pt x="130969" y="57150"/>
                </a:lnTo>
                <a:cubicBezTo>
                  <a:pt x="134914" y="57150"/>
                  <a:pt x="138113" y="53952"/>
                  <a:pt x="138113" y="50006"/>
                </a:cubicBezTo>
                <a:cubicBezTo>
                  <a:pt x="138113" y="46061"/>
                  <a:pt x="134914" y="42863"/>
                  <a:pt x="130969" y="42863"/>
                </a:cubicBezTo>
                <a:lnTo>
                  <a:pt x="78581" y="42863"/>
                </a:lnTo>
                <a:close/>
                <a:moveTo>
                  <a:pt x="78581" y="78581"/>
                </a:moveTo>
                <a:cubicBezTo>
                  <a:pt x="74636" y="78581"/>
                  <a:pt x="71438" y="81780"/>
                  <a:pt x="71438" y="85725"/>
                </a:cubicBezTo>
                <a:cubicBezTo>
                  <a:pt x="71438" y="89670"/>
                  <a:pt x="74636" y="92869"/>
                  <a:pt x="78581" y="92869"/>
                </a:cubicBezTo>
                <a:lnTo>
                  <a:pt x="130969" y="92869"/>
                </a:lnTo>
                <a:cubicBezTo>
                  <a:pt x="134914" y="92869"/>
                  <a:pt x="138113" y="89670"/>
                  <a:pt x="138113" y="85725"/>
                </a:cubicBezTo>
                <a:cubicBezTo>
                  <a:pt x="138113" y="81780"/>
                  <a:pt x="134914" y="78581"/>
                  <a:pt x="130969" y="78581"/>
                </a:cubicBezTo>
                <a:lnTo>
                  <a:pt x="78581" y="78581"/>
                </a:lnTo>
                <a:close/>
                <a:moveTo>
                  <a:pt x="35719" y="85725"/>
                </a:moveTo>
                <a:cubicBezTo>
                  <a:pt x="35719" y="90986"/>
                  <a:pt x="39983" y="95250"/>
                  <a:pt x="45244" y="95250"/>
                </a:cubicBezTo>
                <a:cubicBezTo>
                  <a:pt x="50504" y="95250"/>
                  <a:pt x="54769" y="90986"/>
                  <a:pt x="54769" y="85725"/>
                </a:cubicBezTo>
                <a:cubicBezTo>
                  <a:pt x="54769" y="80464"/>
                  <a:pt x="50504" y="76200"/>
                  <a:pt x="45244" y="76200"/>
                </a:cubicBezTo>
                <a:cubicBezTo>
                  <a:pt x="39983" y="76200"/>
                  <a:pt x="35719" y="80464"/>
                  <a:pt x="35719" y="85725"/>
                </a:cubicBezTo>
                <a:close/>
                <a:moveTo>
                  <a:pt x="45244" y="130969"/>
                </a:moveTo>
                <a:cubicBezTo>
                  <a:pt x="50504" y="130969"/>
                  <a:pt x="54769" y="126704"/>
                  <a:pt x="54769" y="121444"/>
                </a:cubicBezTo>
                <a:cubicBezTo>
                  <a:pt x="54769" y="116183"/>
                  <a:pt x="50504" y="111919"/>
                  <a:pt x="45244" y="111919"/>
                </a:cubicBezTo>
                <a:cubicBezTo>
                  <a:pt x="39983" y="111919"/>
                  <a:pt x="35719" y="116183"/>
                  <a:pt x="35719" y="121444"/>
                </a:cubicBezTo>
                <a:cubicBezTo>
                  <a:pt x="35719" y="126704"/>
                  <a:pt x="39983" y="130969"/>
                  <a:pt x="45244" y="130969"/>
                </a:cubicBezTo>
                <a:close/>
                <a:moveTo>
                  <a:pt x="153353" y="92107"/>
                </a:moveTo>
                <a:lnTo>
                  <a:pt x="97126" y="148323"/>
                </a:lnTo>
                <a:cubicBezTo>
                  <a:pt x="93851" y="151601"/>
                  <a:pt x="91527" y="155706"/>
                  <a:pt x="90402" y="160201"/>
                </a:cubicBezTo>
                <a:lnTo>
                  <a:pt x="86039" y="177641"/>
                </a:lnTo>
                <a:cubicBezTo>
                  <a:pt x="84652" y="183189"/>
                  <a:pt x="88025" y="188810"/>
                  <a:pt x="93573" y="190197"/>
                </a:cubicBezTo>
                <a:cubicBezTo>
                  <a:pt x="95224" y="190611"/>
                  <a:pt x="96952" y="190610"/>
                  <a:pt x="98603" y="190195"/>
                </a:cubicBezTo>
                <a:lnTo>
                  <a:pt x="116034" y="185842"/>
                </a:lnTo>
                <a:cubicBezTo>
                  <a:pt x="120533" y="184717"/>
                  <a:pt x="124642" y="182389"/>
                  <a:pt x="127921" y="179108"/>
                </a:cubicBezTo>
                <a:lnTo>
                  <a:pt x="184137" y="122892"/>
                </a:lnTo>
                <a:cubicBezTo>
                  <a:pt x="192438" y="114190"/>
                  <a:pt x="192114" y="100408"/>
                  <a:pt x="183414" y="92107"/>
                </a:cubicBezTo>
                <a:cubicBezTo>
                  <a:pt x="175001" y="84080"/>
                  <a:pt x="161766" y="84080"/>
                  <a:pt x="153353" y="92107"/>
                </a:cubicBezTo>
                <a:close/>
              </a:path>
            </a:pathLst>
          </a:custGeom>
          <a:solidFill>
            <a:srgbClr val="2AA4C0"/>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91F2C"/>
              </a:solidFill>
              <a:effectLst/>
              <a:uLnTx/>
              <a:uFillTx/>
              <a:latin typeface="Segoe Sans Text Light" pitchFamily="2" charset="0"/>
              <a:ea typeface="+mn-ea"/>
              <a:cs typeface="+mn-cs"/>
            </a:endParaRPr>
          </a:p>
        </p:txBody>
      </p:sp>
      <p:sp>
        <p:nvSpPr>
          <p:cNvPr id="23" name="Graphic 56" descr="Icon of a group of three people">
            <a:extLst>
              <a:ext uri="{FF2B5EF4-FFF2-40B4-BE49-F238E27FC236}">
                <a16:creationId xmlns:a16="http://schemas.microsoft.com/office/drawing/2014/main" id="{A2B0BDB8-E36E-2386-09F2-2248786DB8E9}"/>
              </a:ext>
            </a:extLst>
          </p:cNvPr>
          <p:cNvSpPr>
            <a:spLocks/>
          </p:cNvSpPr>
          <p:nvPr/>
        </p:nvSpPr>
        <p:spPr>
          <a:xfrm>
            <a:off x="6718317" y="1020944"/>
            <a:ext cx="163888" cy="14753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solidFill>
            <a:srgbClr val="118ACC"/>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Sans Text Light" pitchFamily="2" charset="0"/>
              <a:ea typeface="+mn-ea"/>
              <a:cs typeface="+mn-cs"/>
            </a:endParaRPr>
          </a:p>
        </p:txBody>
      </p:sp>
      <p:sp>
        <p:nvSpPr>
          <p:cNvPr id="24" name="Rectangle 23">
            <a:extLst>
              <a:ext uri="{FF2B5EF4-FFF2-40B4-BE49-F238E27FC236}">
                <a16:creationId xmlns:a16="http://schemas.microsoft.com/office/drawing/2014/main" id="{46BA4D3C-08AF-E184-D7D5-27DF8F158230}"/>
              </a:ext>
            </a:extLst>
          </p:cNvPr>
          <p:cNvSpPr/>
          <p:nvPr/>
        </p:nvSpPr>
        <p:spPr bwMode="auto">
          <a:xfrm rot="5400000">
            <a:off x="3421672" y="1505383"/>
            <a:ext cx="294362" cy="6298928"/>
          </a:xfrm>
          <a:prstGeom prst="rect">
            <a:avLst/>
          </a:prstGeom>
          <a:gradFill flip="none" rotWithShape="1">
            <a:gsLst>
              <a:gs pos="0">
                <a:srgbClr val="C03BC4"/>
              </a:gs>
              <a:gs pos="100000">
                <a:srgbClr val="0078D4"/>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25" name="Rectangle: Rounded Corners 24">
            <a:extLst>
              <a:ext uri="{FF2B5EF4-FFF2-40B4-BE49-F238E27FC236}">
                <a16:creationId xmlns:a16="http://schemas.microsoft.com/office/drawing/2014/main" id="{6C73E3D7-1F2A-D344-C8E2-2FA675D9F356}"/>
              </a:ext>
            </a:extLst>
          </p:cNvPr>
          <p:cNvSpPr/>
          <p:nvPr/>
        </p:nvSpPr>
        <p:spPr bwMode="auto">
          <a:xfrm>
            <a:off x="498356" y="4889578"/>
            <a:ext cx="4608033" cy="261484"/>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26" name="TextBox 25">
            <a:extLst>
              <a:ext uri="{FF2B5EF4-FFF2-40B4-BE49-F238E27FC236}">
                <a16:creationId xmlns:a16="http://schemas.microsoft.com/office/drawing/2014/main" id="{4542E121-4CA1-3A9A-1397-943666FB1DFD}"/>
              </a:ext>
            </a:extLst>
          </p:cNvPr>
          <p:cNvSpPr txBox="1">
            <a:spLocks/>
          </p:cNvSpPr>
          <p:nvPr/>
        </p:nvSpPr>
        <p:spPr>
          <a:xfrm>
            <a:off x="2847769" y="5217894"/>
            <a:ext cx="1929547" cy="138499"/>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Sans Text Semibold"/>
                <a:ea typeface="+mn-ea"/>
                <a:cs typeface="Segoe Sans Text Light" pitchFamily="2" charset="0"/>
              </a:rPr>
              <a:t>Growth</a:t>
            </a:r>
            <a:endPar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cxnSp>
        <p:nvCxnSpPr>
          <p:cNvPr id="27" name="Straight Connector 26">
            <a:extLst>
              <a:ext uri="{FF2B5EF4-FFF2-40B4-BE49-F238E27FC236}">
                <a16:creationId xmlns:a16="http://schemas.microsoft.com/office/drawing/2014/main" id="{4A2AF7DB-D4CF-0570-71BA-EE69B2EE7C14}"/>
              </a:ext>
            </a:extLst>
          </p:cNvPr>
          <p:cNvCxnSpPr>
            <a:cxnSpLocks/>
          </p:cNvCxnSpPr>
          <p:nvPr/>
        </p:nvCxnSpPr>
        <p:spPr>
          <a:xfrm flipV="1">
            <a:off x="5191399" y="5217894"/>
            <a:ext cx="0" cy="1072088"/>
          </a:xfrm>
          <a:prstGeom prst="line">
            <a:avLst/>
          </a:prstGeom>
          <a:noFill/>
          <a:ln w="6350" cap="rnd" cmpd="sng" algn="ctr">
            <a:solidFill>
              <a:srgbClr val="080808">
                <a:lumMod val="25000"/>
                <a:lumOff val="75000"/>
              </a:srgbClr>
            </a:solidFill>
            <a:prstDash val="solid"/>
            <a:headEnd type="none" w="lg" len="med"/>
            <a:tailEnd type="none" w="lg" len="med"/>
          </a:ln>
          <a:effectLst/>
        </p:spPr>
      </p:cxnSp>
      <p:sp>
        <p:nvSpPr>
          <p:cNvPr id="28" name="TextBox 27">
            <a:extLst>
              <a:ext uri="{FF2B5EF4-FFF2-40B4-BE49-F238E27FC236}">
                <a16:creationId xmlns:a16="http://schemas.microsoft.com/office/drawing/2014/main" id="{A72FC75D-AA2B-5AB1-1C3B-67F1E0F7A374}"/>
              </a:ext>
            </a:extLst>
          </p:cNvPr>
          <p:cNvSpPr txBox="1">
            <a:spLocks/>
          </p:cNvSpPr>
          <p:nvPr/>
        </p:nvSpPr>
        <p:spPr>
          <a:xfrm>
            <a:off x="802277" y="4951070"/>
            <a:ext cx="2038435"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Business Outcomes</a:t>
            </a:r>
            <a:r>
              <a:rPr kumimoji="0" lang="en-US" sz="900" b="0" i="0" u="none" strike="noStrike" kern="1200" cap="none" spc="0" normalizeH="0" baseline="30000" noProof="0">
                <a:ln>
                  <a:noFill/>
                </a:ln>
                <a:solidFill>
                  <a:srgbClr val="000000"/>
                </a:solidFill>
                <a:effectLst/>
                <a:uLnTx/>
                <a:uFillTx/>
                <a:latin typeface="Segoe Sans Text Semibold" pitchFamily="2" charset="0"/>
                <a:ea typeface="+mn-ea"/>
                <a:cs typeface="+mn-cs"/>
              </a:rPr>
              <a:t>2</a:t>
            </a:r>
            <a:endPar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Segoe Sans Text Light" pitchFamily="2" charset="0"/>
            </a:endParaRPr>
          </a:p>
        </p:txBody>
      </p:sp>
      <p:grpSp>
        <p:nvGrpSpPr>
          <p:cNvPr id="29" name="Group 28">
            <a:extLst>
              <a:ext uri="{FF2B5EF4-FFF2-40B4-BE49-F238E27FC236}">
                <a16:creationId xmlns:a16="http://schemas.microsoft.com/office/drawing/2014/main" id="{5A5D18AF-A2B7-8199-1191-78C6684D4A05}"/>
              </a:ext>
            </a:extLst>
          </p:cNvPr>
          <p:cNvGrpSpPr/>
          <p:nvPr/>
        </p:nvGrpSpPr>
        <p:grpSpPr>
          <a:xfrm>
            <a:off x="576412" y="4937407"/>
            <a:ext cx="181273" cy="181273"/>
            <a:chOff x="581043" y="4033745"/>
            <a:chExt cx="331665" cy="192028"/>
          </a:xfrm>
        </p:grpSpPr>
        <p:sp>
          <p:nvSpPr>
            <p:cNvPr id="30" name="Freeform: Shape 29">
              <a:extLst>
                <a:ext uri="{FF2B5EF4-FFF2-40B4-BE49-F238E27FC236}">
                  <a16:creationId xmlns:a16="http://schemas.microsoft.com/office/drawing/2014/main" id="{702230A0-D625-8AB8-42AF-1D89A2E3CD15}"/>
                </a:ext>
                <a:ext uri="{C183D7F6-B498-43B3-948B-1728B52AA6E4}">
                  <adec:decorative xmlns:adec="http://schemas.microsoft.com/office/drawing/2017/decorative" val="1"/>
                </a:ext>
              </a:extLst>
            </p:cNvPr>
            <p:cNvSpPr>
              <a:spLocks/>
            </p:cNvSpPr>
            <p:nvPr/>
          </p:nvSpPr>
          <p:spPr bwMode="auto">
            <a:xfrm>
              <a:off x="581043" y="4033745"/>
              <a:ext cx="331665" cy="192028"/>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31" name="Graphic 29">
              <a:extLst>
                <a:ext uri="{FF2B5EF4-FFF2-40B4-BE49-F238E27FC236}">
                  <a16:creationId xmlns:a16="http://schemas.microsoft.com/office/drawing/2014/main" id="{4064D998-F17D-B058-E058-357B08BDB1DD}"/>
                </a:ext>
              </a:extLst>
            </p:cNvPr>
            <p:cNvSpPr/>
            <p:nvPr/>
          </p:nvSpPr>
          <p:spPr>
            <a:xfrm>
              <a:off x="640798" y="4068360"/>
              <a:ext cx="222762" cy="128957"/>
            </a:xfrm>
            <a:custGeom>
              <a:avLst/>
              <a:gdLst>
                <a:gd name="connsiteX0" fmla="*/ 104409 w 128975"/>
                <a:gd name="connsiteY0" fmla="*/ 70610 h 128957"/>
                <a:gd name="connsiteX1" fmla="*/ 108798 w 128975"/>
                <a:gd name="connsiteY1" fmla="*/ 59862 h 128957"/>
                <a:gd name="connsiteX2" fmla="*/ 67559 w 128975"/>
                <a:gd name="connsiteY2" fmla="*/ 59862 h 128957"/>
                <a:gd name="connsiteX3" fmla="*/ 56811 w 128975"/>
                <a:gd name="connsiteY3" fmla="*/ 49114 h 128957"/>
                <a:gd name="connsiteX4" fmla="*/ 56811 w 128975"/>
                <a:gd name="connsiteY4" fmla="*/ 0 h 128957"/>
                <a:gd name="connsiteX5" fmla="*/ 0 w 128975"/>
                <a:gd name="connsiteY5" fmla="*/ 58326 h 128957"/>
                <a:gd name="connsiteX6" fmla="*/ 55275 w 128975"/>
                <a:gd name="connsiteY6" fmla="*/ 116593 h 128957"/>
                <a:gd name="connsiteX7" fmla="*/ 55275 w 128975"/>
                <a:gd name="connsiteY7" fmla="*/ 107460 h 128957"/>
                <a:gd name="connsiteX8" fmla="*/ 70630 w 128975"/>
                <a:gd name="connsiteY8" fmla="*/ 92106 h 128957"/>
                <a:gd name="connsiteX9" fmla="*/ 79842 w 128975"/>
                <a:gd name="connsiteY9" fmla="*/ 95175 h 128957"/>
                <a:gd name="connsiteX10" fmla="*/ 79842 w 128975"/>
                <a:gd name="connsiteY10" fmla="*/ 89035 h 128957"/>
                <a:gd name="connsiteX11" fmla="*/ 95196 w 128975"/>
                <a:gd name="connsiteY11" fmla="*/ 73681 h 128957"/>
                <a:gd name="connsiteX12" fmla="*/ 104409 w 128975"/>
                <a:gd name="connsiteY12" fmla="*/ 76750 h 128957"/>
                <a:gd name="connsiteX13" fmla="*/ 104409 w 128975"/>
                <a:gd name="connsiteY13" fmla="*/ 70610 h 128957"/>
                <a:gd name="connsiteX14" fmla="*/ 66023 w 128975"/>
                <a:gd name="connsiteY14" fmla="*/ 481 h 128957"/>
                <a:gd name="connsiteX15" fmla="*/ 66023 w 128975"/>
                <a:gd name="connsiteY15" fmla="*/ 49114 h 128957"/>
                <a:gd name="connsiteX16" fmla="*/ 67559 w 128975"/>
                <a:gd name="connsiteY16" fmla="*/ 50649 h 128957"/>
                <a:gd name="connsiteX17" fmla="*/ 116192 w 128975"/>
                <a:gd name="connsiteY17" fmla="*/ 50649 h 128957"/>
                <a:gd name="connsiteX18" fmla="*/ 66023 w 128975"/>
                <a:gd name="connsiteY18" fmla="*/ 481 h 128957"/>
                <a:gd name="connsiteX19" fmla="*/ 119763 w 128975"/>
                <a:gd name="connsiteY19" fmla="*/ 61399 h 128957"/>
                <a:gd name="connsiteX20" fmla="*/ 110551 w 128975"/>
                <a:gd name="connsiteY20" fmla="*/ 70612 h 128957"/>
                <a:gd name="connsiteX21" fmla="*/ 110551 w 128975"/>
                <a:gd name="connsiteY21" fmla="*/ 119745 h 128957"/>
                <a:gd name="connsiteX22" fmla="*/ 119763 w 128975"/>
                <a:gd name="connsiteY22" fmla="*/ 128958 h 128957"/>
                <a:gd name="connsiteX23" fmla="*/ 128976 w 128975"/>
                <a:gd name="connsiteY23" fmla="*/ 119745 h 128957"/>
                <a:gd name="connsiteX24" fmla="*/ 128976 w 128975"/>
                <a:gd name="connsiteY24" fmla="*/ 70612 h 128957"/>
                <a:gd name="connsiteX25" fmla="*/ 119763 w 128975"/>
                <a:gd name="connsiteY25" fmla="*/ 61399 h 128957"/>
                <a:gd name="connsiteX26" fmla="*/ 70630 w 128975"/>
                <a:gd name="connsiteY26" fmla="*/ 98249 h 128957"/>
                <a:gd name="connsiteX27" fmla="*/ 61417 w 128975"/>
                <a:gd name="connsiteY27" fmla="*/ 107462 h 128957"/>
                <a:gd name="connsiteX28" fmla="*/ 61417 w 128975"/>
                <a:gd name="connsiteY28" fmla="*/ 119745 h 128957"/>
                <a:gd name="connsiteX29" fmla="*/ 70630 w 128975"/>
                <a:gd name="connsiteY29" fmla="*/ 128958 h 128957"/>
                <a:gd name="connsiteX30" fmla="*/ 79842 w 128975"/>
                <a:gd name="connsiteY30" fmla="*/ 119745 h 128957"/>
                <a:gd name="connsiteX31" fmla="*/ 79842 w 128975"/>
                <a:gd name="connsiteY31" fmla="*/ 107462 h 128957"/>
                <a:gd name="connsiteX32" fmla="*/ 70630 w 128975"/>
                <a:gd name="connsiteY32" fmla="*/ 98249 h 128957"/>
                <a:gd name="connsiteX33" fmla="*/ 85984 w 128975"/>
                <a:gd name="connsiteY33" fmla="*/ 89037 h 128957"/>
                <a:gd name="connsiteX34" fmla="*/ 95196 w 128975"/>
                <a:gd name="connsiteY34" fmla="*/ 79824 h 128957"/>
                <a:gd name="connsiteX35" fmla="*/ 104409 w 128975"/>
                <a:gd name="connsiteY35" fmla="*/ 89037 h 128957"/>
                <a:gd name="connsiteX36" fmla="*/ 104409 w 128975"/>
                <a:gd name="connsiteY36" fmla="*/ 119745 h 128957"/>
                <a:gd name="connsiteX37" fmla="*/ 95196 w 128975"/>
                <a:gd name="connsiteY37" fmla="*/ 128958 h 128957"/>
                <a:gd name="connsiteX38" fmla="*/ 85984 w 128975"/>
                <a:gd name="connsiteY38" fmla="*/ 119745 h 128957"/>
                <a:gd name="connsiteX39" fmla="*/ 85984 w 128975"/>
                <a:gd name="connsiteY39" fmla="*/ 89037 h 12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8975" h="128957">
                  <a:moveTo>
                    <a:pt x="104409" y="70610"/>
                  </a:moveTo>
                  <a:cubicBezTo>
                    <a:pt x="104409" y="66425"/>
                    <a:pt x="106083" y="62631"/>
                    <a:pt x="108798" y="59862"/>
                  </a:cubicBezTo>
                  <a:lnTo>
                    <a:pt x="67559" y="59862"/>
                  </a:lnTo>
                  <a:cubicBezTo>
                    <a:pt x="61623" y="59862"/>
                    <a:pt x="56811" y="55050"/>
                    <a:pt x="56811" y="49114"/>
                  </a:cubicBezTo>
                  <a:lnTo>
                    <a:pt x="56811" y="0"/>
                  </a:lnTo>
                  <a:cubicBezTo>
                    <a:pt x="25297" y="814"/>
                    <a:pt x="0" y="26616"/>
                    <a:pt x="0" y="58326"/>
                  </a:cubicBezTo>
                  <a:cubicBezTo>
                    <a:pt x="0" y="89520"/>
                    <a:pt x="24479" y="114997"/>
                    <a:pt x="55275" y="116593"/>
                  </a:cubicBezTo>
                  <a:lnTo>
                    <a:pt x="55275" y="107460"/>
                  </a:lnTo>
                  <a:cubicBezTo>
                    <a:pt x="55275" y="98980"/>
                    <a:pt x="62150" y="92106"/>
                    <a:pt x="70630" y="92106"/>
                  </a:cubicBezTo>
                  <a:cubicBezTo>
                    <a:pt x="74086" y="92106"/>
                    <a:pt x="77276" y="93248"/>
                    <a:pt x="79842" y="95175"/>
                  </a:cubicBezTo>
                  <a:lnTo>
                    <a:pt x="79842" y="89035"/>
                  </a:lnTo>
                  <a:cubicBezTo>
                    <a:pt x="79842" y="80555"/>
                    <a:pt x="86717" y="73681"/>
                    <a:pt x="95196" y="73681"/>
                  </a:cubicBezTo>
                  <a:cubicBezTo>
                    <a:pt x="98653" y="73681"/>
                    <a:pt x="101843" y="74823"/>
                    <a:pt x="104409" y="76750"/>
                  </a:cubicBezTo>
                  <a:lnTo>
                    <a:pt x="104409" y="70610"/>
                  </a:lnTo>
                  <a:close/>
                  <a:moveTo>
                    <a:pt x="66023" y="481"/>
                  </a:moveTo>
                  <a:lnTo>
                    <a:pt x="66023" y="49114"/>
                  </a:lnTo>
                  <a:cubicBezTo>
                    <a:pt x="66023" y="49962"/>
                    <a:pt x="66711" y="50649"/>
                    <a:pt x="67559" y="50649"/>
                  </a:cubicBezTo>
                  <a:lnTo>
                    <a:pt x="116192" y="50649"/>
                  </a:lnTo>
                  <a:cubicBezTo>
                    <a:pt x="112764" y="24566"/>
                    <a:pt x="92107" y="3909"/>
                    <a:pt x="66023" y="481"/>
                  </a:cubicBezTo>
                  <a:close/>
                  <a:moveTo>
                    <a:pt x="119763" y="61399"/>
                  </a:moveTo>
                  <a:cubicBezTo>
                    <a:pt x="114676" y="61399"/>
                    <a:pt x="110551" y="65524"/>
                    <a:pt x="110551" y="70612"/>
                  </a:cubicBezTo>
                  <a:lnTo>
                    <a:pt x="110551" y="119745"/>
                  </a:lnTo>
                  <a:cubicBezTo>
                    <a:pt x="110551" y="124833"/>
                    <a:pt x="114676" y="128958"/>
                    <a:pt x="119763" y="128958"/>
                  </a:cubicBezTo>
                  <a:cubicBezTo>
                    <a:pt x="124851" y="128958"/>
                    <a:pt x="128976" y="124833"/>
                    <a:pt x="128976" y="119745"/>
                  </a:cubicBezTo>
                  <a:lnTo>
                    <a:pt x="128976" y="70612"/>
                  </a:lnTo>
                  <a:cubicBezTo>
                    <a:pt x="128976" y="65524"/>
                    <a:pt x="124851" y="61399"/>
                    <a:pt x="119763" y="61399"/>
                  </a:cubicBezTo>
                  <a:close/>
                  <a:moveTo>
                    <a:pt x="70630" y="98249"/>
                  </a:moveTo>
                  <a:cubicBezTo>
                    <a:pt x="65542" y="98249"/>
                    <a:pt x="61417" y="102374"/>
                    <a:pt x="61417" y="107462"/>
                  </a:cubicBezTo>
                  <a:lnTo>
                    <a:pt x="61417" y="119745"/>
                  </a:lnTo>
                  <a:cubicBezTo>
                    <a:pt x="61417" y="124833"/>
                    <a:pt x="65542" y="128958"/>
                    <a:pt x="70630" y="128958"/>
                  </a:cubicBezTo>
                  <a:cubicBezTo>
                    <a:pt x="75717" y="128958"/>
                    <a:pt x="79842" y="124833"/>
                    <a:pt x="79842" y="119745"/>
                  </a:cubicBezTo>
                  <a:lnTo>
                    <a:pt x="79842" y="107462"/>
                  </a:lnTo>
                  <a:cubicBezTo>
                    <a:pt x="79842" y="102374"/>
                    <a:pt x="75717" y="98249"/>
                    <a:pt x="70630" y="98249"/>
                  </a:cubicBezTo>
                  <a:close/>
                  <a:moveTo>
                    <a:pt x="85984" y="89037"/>
                  </a:moveTo>
                  <a:cubicBezTo>
                    <a:pt x="85984" y="83949"/>
                    <a:pt x="90109" y="79824"/>
                    <a:pt x="95196" y="79824"/>
                  </a:cubicBezTo>
                  <a:cubicBezTo>
                    <a:pt x="100284" y="79824"/>
                    <a:pt x="104409" y="83949"/>
                    <a:pt x="104409" y="89037"/>
                  </a:cubicBezTo>
                  <a:lnTo>
                    <a:pt x="104409" y="119745"/>
                  </a:lnTo>
                  <a:cubicBezTo>
                    <a:pt x="104409" y="124833"/>
                    <a:pt x="100284" y="128958"/>
                    <a:pt x="95196" y="128958"/>
                  </a:cubicBezTo>
                  <a:cubicBezTo>
                    <a:pt x="90109" y="128958"/>
                    <a:pt x="85984" y="124833"/>
                    <a:pt x="85984" y="119745"/>
                  </a:cubicBezTo>
                  <a:lnTo>
                    <a:pt x="85984" y="89037"/>
                  </a:lnTo>
                  <a:close/>
                </a:path>
              </a:pathLst>
            </a:custGeom>
            <a:solidFill>
              <a:srgbClr val="48C4B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Text Light" pitchFamily="2" charset="0"/>
                <a:ea typeface="+mn-ea"/>
                <a:cs typeface="+mn-cs"/>
              </a:endParaRPr>
            </a:p>
          </p:txBody>
        </p:sp>
      </p:grpSp>
      <p:sp>
        <p:nvSpPr>
          <p:cNvPr id="32" name="Rectangle 31">
            <a:extLst>
              <a:ext uri="{FF2B5EF4-FFF2-40B4-BE49-F238E27FC236}">
                <a16:creationId xmlns:a16="http://schemas.microsoft.com/office/drawing/2014/main" id="{97FB832C-38AE-164B-2EE1-BE242F4FA478}"/>
              </a:ext>
            </a:extLst>
          </p:cNvPr>
          <p:cNvSpPr>
            <a:spLocks/>
          </p:cNvSpPr>
          <p:nvPr/>
        </p:nvSpPr>
        <p:spPr bwMode="auto">
          <a:xfrm>
            <a:off x="609071" y="4563280"/>
            <a:ext cx="1001877"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rPr>
              <a:t>Why – Impact</a:t>
            </a:r>
            <a:r>
              <a:rPr kumimoji="0" lang="en-US" sz="1200" b="0" i="0" u="none" strike="noStrike" kern="0" cap="none" spc="0" normalizeH="0" baseline="30000" noProof="0">
                <a:ln>
                  <a:noFill/>
                </a:ln>
                <a:solidFill>
                  <a:srgbClr val="FFFFFF"/>
                </a:solidFill>
                <a:effectLst/>
                <a:uLnTx/>
                <a:uFillTx/>
                <a:latin typeface="Segoe Sans Text Semibold" pitchFamily="2" charset="0"/>
                <a:ea typeface="+mn-ea"/>
                <a:cs typeface="+mn-cs"/>
              </a:rPr>
              <a:t>1</a:t>
            </a:r>
            <a:endPar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endParaRPr>
          </a:p>
        </p:txBody>
      </p:sp>
      <p:sp>
        <p:nvSpPr>
          <p:cNvPr id="33" name="Rectangle 32">
            <a:extLst>
              <a:ext uri="{FF2B5EF4-FFF2-40B4-BE49-F238E27FC236}">
                <a16:creationId xmlns:a16="http://schemas.microsoft.com/office/drawing/2014/main" id="{0EE7F57F-3CA8-0D87-18C7-CC0F265C5EE8}"/>
              </a:ext>
            </a:extLst>
          </p:cNvPr>
          <p:cNvSpPr/>
          <p:nvPr/>
        </p:nvSpPr>
        <p:spPr bwMode="auto">
          <a:xfrm rot="5400000">
            <a:off x="9149297" y="2183075"/>
            <a:ext cx="297306" cy="4943546"/>
          </a:xfrm>
          <a:prstGeom prst="rect">
            <a:avLst/>
          </a:prstGeom>
          <a:gradFill flip="none" rotWithShape="1">
            <a:gsLst>
              <a:gs pos="0">
                <a:srgbClr val="086EC0"/>
              </a:gs>
              <a:gs pos="100000">
                <a:srgbClr val="2A446F"/>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34" name="Rectangle 33">
            <a:extLst>
              <a:ext uri="{FF2B5EF4-FFF2-40B4-BE49-F238E27FC236}">
                <a16:creationId xmlns:a16="http://schemas.microsoft.com/office/drawing/2014/main" id="{C2F91188-654E-6A3F-A213-39AB09C3D810}"/>
              </a:ext>
            </a:extLst>
          </p:cNvPr>
          <p:cNvSpPr>
            <a:spLocks/>
          </p:cNvSpPr>
          <p:nvPr/>
        </p:nvSpPr>
        <p:spPr bwMode="auto">
          <a:xfrm>
            <a:off x="7013593" y="4563280"/>
            <a:ext cx="2112758"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rPr>
              <a:t>How – Underlying foundation</a:t>
            </a:r>
            <a:r>
              <a:rPr kumimoji="0" lang="en-US" sz="1200" b="0" i="0" u="none" strike="noStrike" kern="0" cap="none" spc="0" normalizeH="0" baseline="30000" noProof="0">
                <a:ln>
                  <a:noFill/>
                </a:ln>
                <a:solidFill>
                  <a:srgbClr val="FFFFFF"/>
                </a:solidFill>
                <a:effectLst/>
                <a:uLnTx/>
                <a:uFillTx/>
                <a:latin typeface="Segoe Sans Text Semibold" pitchFamily="2" charset="0"/>
                <a:ea typeface="+mn-ea"/>
                <a:cs typeface="+mn-cs"/>
              </a:rPr>
              <a:t>1</a:t>
            </a:r>
            <a:endPar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endParaRPr>
          </a:p>
        </p:txBody>
      </p:sp>
      <p:grpSp>
        <p:nvGrpSpPr>
          <p:cNvPr id="35" name="Group 34">
            <a:extLst>
              <a:ext uri="{FF2B5EF4-FFF2-40B4-BE49-F238E27FC236}">
                <a16:creationId xmlns:a16="http://schemas.microsoft.com/office/drawing/2014/main" id="{62C7889A-1DDB-D6D6-E7E6-7718E81FAA9F}"/>
              </a:ext>
            </a:extLst>
          </p:cNvPr>
          <p:cNvGrpSpPr/>
          <p:nvPr/>
        </p:nvGrpSpPr>
        <p:grpSpPr>
          <a:xfrm>
            <a:off x="6926963" y="4909508"/>
            <a:ext cx="4770793" cy="1462317"/>
            <a:chOff x="6926963" y="4909508"/>
            <a:chExt cx="4768188" cy="1462317"/>
          </a:xfrm>
        </p:grpSpPr>
        <p:sp>
          <p:nvSpPr>
            <p:cNvPr id="36" name="Rectangle: Rounded Corners 35">
              <a:extLst>
                <a:ext uri="{FF2B5EF4-FFF2-40B4-BE49-F238E27FC236}">
                  <a16:creationId xmlns:a16="http://schemas.microsoft.com/office/drawing/2014/main" id="{B8B944F1-489D-FBD2-D1E9-9404446553DC}"/>
                </a:ext>
              </a:extLst>
            </p:cNvPr>
            <p:cNvSpPr>
              <a:spLocks/>
            </p:cNvSpPr>
            <p:nvPr/>
          </p:nvSpPr>
          <p:spPr bwMode="auto">
            <a:xfrm>
              <a:off x="6926963" y="4909508"/>
              <a:ext cx="2345594" cy="1462317"/>
            </a:xfrm>
            <a:prstGeom prst="roundRect">
              <a:avLst>
                <a:gd name="adj" fmla="val 6519"/>
              </a:avLst>
            </a:prstGeom>
            <a:solidFill>
              <a:srgbClr val="F2F2F2"/>
            </a:solidFill>
            <a:ln w="9525" cap="flat" cmpd="sng" algn="ctr">
              <a:noFill/>
              <a:prstDash val="solid"/>
              <a:headEnd type="none" w="med" len="med"/>
              <a:tailEnd type="none" w="med" len="med"/>
            </a:ln>
            <a:effectLst/>
          </p:spPr>
          <p:txBody>
            <a:bodyPr rot="0" spcFirstLastPara="0" vertOverflow="overflow" horzOverflow="overflow" vert="horz" wrap="square" lIns="45720" tIns="27432" rIns="45720" bIns="27432"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0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Semibold" pitchFamily="2" charset="0"/>
                  <a:ea typeface="+mn-ea"/>
                  <a:cs typeface="+mn-cs"/>
                </a:rPr>
                <a:t>Data to integrate</a:t>
              </a:r>
            </a:p>
          </p:txBody>
        </p:sp>
        <p:sp>
          <p:nvSpPr>
            <p:cNvPr id="37" name="Rectangle: Rounded Corners 36">
              <a:extLst>
                <a:ext uri="{FF2B5EF4-FFF2-40B4-BE49-F238E27FC236}">
                  <a16:creationId xmlns:a16="http://schemas.microsoft.com/office/drawing/2014/main" id="{6A4A0416-A392-CA68-53CF-6E2BCDDF6DA6}"/>
                </a:ext>
              </a:extLst>
            </p:cNvPr>
            <p:cNvSpPr>
              <a:spLocks/>
            </p:cNvSpPr>
            <p:nvPr/>
          </p:nvSpPr>
          <p:spPr bwMode="auto">
            <a:xfrm>
              <a:off x="9349557" y="4909508"/>
              <a:ext cx="2345594" cy="1462317"/>
            </a:xfrm>
            <a:prstGeom prst="roundRect">
              <a:avLst>
                <a:gd name="adj" fmla="val 6519"/>
              </a:avLst>
            </a:prstGeom>
            <a:solidFill>
              <a:srgbClr val="F2F2F2"/>
            </a:solidFill>
            <a:ln w="9525" cap="flat" cmpd="sng" algn="ctr">
              <a:noFill/>
              <a:prstDash val="solid"/>
              <a:headEnd type="none" w="med" len="med"/>
              <a:tailEnd type="none" w="med" len="med"/>
            </a:ln>
            <a:effectLst/>
          </p:spPr>
          <p:txBody>
            <a:bodyPr rot="0" spcFirstLastPara="0" vertOverflow="overflow" horzOverflow="overflow" vert="horz" wrap="square" lIns="45720" tIns="27432" rIns="45720" bIns="27432"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0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Semibold" pitchFamily="2" charset="0"/>
                  <a:ea typeface="+mn-ea"/>
                  <a:cs typeface="+mn-cs"/>
                </a:rPr>
                <a:t>Technical patterns</a:t>
              </a:r>
            </a:p>
          </p:txBody>
        </p:sp>
      </p:grpSp>
      <p:sp>
        <p:nvSpPr>
          <p:cNvPr id="38" name="Rectangle 37">
            <a:extLst>
              <a:ext uri="{FF2B5EF4-FFF2-40B4-BE49-F238E27FC236}">
                <a16:creationId xmlns:a16="http://schemas.microsoft.com/office/drawing/2014/main" id="{BE49EF94-C347-DB43-BDAB-FFC91DF5DB91}"/>
              </a:ext>
            </a:extLst>
          </p:cNvPr>
          <p:cNvSpPr/>
          <p:nvPr/>
        </p:nvSpPr>
        <p:spPr bwMode="auto">
          <a:xfrm rot="5400000">
            <a:off x="7682537" y="-3282930"/>
            <a:ext cx="292608" cy="7830819"/>
          </a:xfrm>
          <a:prstGeom prst="rect">
            <a:avLst/>
          </a:prstGeom>
          <a:gradFill flip="none" rotWithShape="1">
            <a:gsLst>
              <a:gs pos="11000">
                <a:srgbClr val="0078D4"/>
              </a:gs>
              <a:gs pos="100000">
                <a:srgbClr val="49C5B1"/>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39" name="Rectangle 38">
            <a:extLst>
              <a:ext uri="{FF2B5EF4-FFF2-40B4-BE49-F238E27FC236}">
                <a16:creationId xmlns:a16="http://schemas.microsoft.com/office/drawing/2014/main" id="{E3F40157-F7B6-9DF6-1EF0-3EF23634AF1C}"/>
              </a:ext>
            </a:extLst>
          </p:cNvPr>
          <p:cNvSpPr>
            <a:spLocks/>
          </p:cNvSpPr>
          <p:nvPr/>
        </p:nvSpPr>
        <p:spPr bwMode="auto">
          <a:xfrm>
            <a:off x="4056062" y="540147"/>
            <a:ext cx="1713611"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rPr>
              <a:t>What - Process overview</a:t>
            </a:r>
          </a:p>
        </p:txBody>
      </p:sp>
      <p:grpSp>
        <p:nvGrpSpPr>
          <p:cNvPr id="41" name="Group 40">
            <a:extLst>
              <a:ext uri="{FF2B5EF4-FFF2-40B4-BE49-F238E27FC236}">
                <a16:creationId xmlns:a16="http://schemas.microsoft.com/office/drawing/2014/main" id="{25198787-DB4A-4C00-69E1-5E99D465A69E}"/>
              </a:ext>
            </a:extLst>
          </p:cNvPr>
          <p:cNvGrpSpPr/>
          <p:nvPr/>
        </p:nvGrpSpPr>
        <p:grpSpPr>
          <a:xfrm>
            <a:off x="5267674" y="4917875"/>
            <a:ext cx="1374652" cy="261484"/>
            <a:chOff x="3464543" y="4917875"/>
            <a:chExt cx="1374652" cy="261484"/>
          </a:xfrm>
        </p:grpSpPr>
        <p:grpSp>
          <p:nvGrpSpPr>
            <p:cNvPr id="42" name="Group 41">
              <a:extLst>
                <a:ext uri="{FF2B5EF4-FFF2-40B4-BE49-F238E27FC236}">
                  <a16:creationId xmlns:a16="http://schemas.microsoft.com/office/drawing/2014/main" id="{BDEC2499-3143-DB15-9E0A-A5FA6B7BB8D6}"/>
                </a:ext>
              </a:extLst>
            </p:cNvPr>
            <p:cNvGrpSpPr/>
            <p:nvPr/>
          </p:nvGrpSpPr>
          <p:grpSpPr>
            <a:xfrm>
              <a:off x="3464543" y="4917875"/>
              <a:ext cx="1374652" cy="261484"/>
              <a:chOff x="3464543" y="3978428"/>
              <a:chExt cx="1374652" cy="261484"/>
            </a:xfrm>
          </p:grpSpPr>
          <p:sp>
            <p:nvSpPr>
              <p:cNvPr id="44" name="Rectangle: Rounded Corners 43">
                <a:extLst>
                  <a:ext uri="{FF2B5EF4-FFF2-40B4-BE49-F238E27FC236}">
                    <a16:creationId xmlns:a16="http://schemas.microsoft.com/office/drawing/2014/main" id="{BE583865-F0B7-41CC-592D-C4AFB001DDE7}"/>
                  </a:ext>
                </a:extLst>
              </p:cNvPr>
              <p:cNvSpPr/>
              <p:nvPr/>
            </p:nvSpPr>
            <p:spPr bwMode="auto">
              <a:xfrm>
                <a:off x="3464543" y="3978428"/>
                <a:ext cx="1374652" cy="261484"/>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46" name="TextBox 45">
                <a:extLst>
                  <a:ext uri="{FF2B5EF4-FFF2-40B4-BE49-F238E27FC236}">
                    <a16:creationId xmlns:a16="http://schemas.microsoft.com/office/drawing/2014/main" id="{09F721E0-352F-B336-B8F7-1DC1B10AE804}"/>
                  </a:ext>
                </a:extLst>
              </p:cNvPr>
              <p:cNvSpPr txBox="1">
                <a:spLocks/>
              </p:cNvSpPr>
              <p:nvPr/>
            </p:nvSpPr>
            <p:spPr>
              <a:xfrm>
                <a:off x="3730655" y="4038202"/>
                <a:ext cx="1043226"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Roles addressed</a:t>
                </a:r>
              </a:p>
            </p:txBody>
          </p:sp>
          <p:sp>
            <p:nvSpPr>
              <p:cNvPr id="47" name="Freeform: Shape 46">
                <a:extLst>
                  <a:ext uri="{FF2B5EF4-FFF2-40B4-BE49-F238E27FC236}">
                    <a16:creationId xmlns:a16="http://schemas.microsoft.com/office/drawing/2014/main" id="{5551E652-D90B-ADEF-922D-EE0A4F4293AC}"/>
                  </a:ext>
                  <a:ext uri="{C183D7F6-B498-43B3-948B-1728B52AA6E4}">
                    <adec:decorative xmlns:adec="http://schemas.microsoft.com/office/drawing/2017/decorative" val="1"/>
                  </a:ext>
                </a:extLst>
              </p:cNvPr>
              <p:cNvSpPr>
                <a:spLocks/>
              </p:cNvSpPr>
              <p:nvPr/>
            </p:nvSpPr>
            <p:spPr bwMode="auto">
              <a:xfrm>
                <a:off x="3533136" y="4026257"/>
                <a:ext cx="181273" cy="181273"/>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grpSp>
        <p:sp>
          <p:nvSpPr>
            <p:cNvPr id="43" name="Graphic 56" descr="Icon of a group of three people">
              <a:extLst>
                <a:ext uri="{FF2B5EF4-FFF2-40B4-BE49-F238E27FC236}">
                  <a16:creationId xmlns:a16="http://schemas.microsoft.com/office/drawing/2014/main" id="{DEBBFDFB-29A8-5ACF-D41D-16BE4F0704D6}"/>
                </a:ext>
              </a:extLst>
            </p:cNvPr>
            <p:cNvSpPr>
              <a:spLocks/>
            </p:cNvSpPr>
            <p:nvPr/>
          </p:nvSpPr>
          <p:spPr>
            <a:xfrm>
              <a:off x="3560254" y="5002907"/>
              <a:ext cx="124193" cy="111803"/>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solidFill>
              <a:srgbClr val="118ACC"/>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Sans Text Light" pitchFamily="2" charset="0"/>
                <a:ea typeface="+mn-ea"/>
                <a:cs typeface="+mn-cs"/>
              </a:endParaRPr>
            </a:p>
          </p:txBody>
        </p:sp>
      </p:grpSp>
      <p:sp>
        <p:nvSpPr>
          <p:cNvPr id="48" name="TextBox 47">
            <a:extLst>
              <a:ext uri="{FF2B5EF4-FFF2-40B4-BE49-F238E27FC236}">
                <a16:creationId xmlns:a16="http://schemas.microsoft.com/office/drawing/2014/main" id="{69FA764A-D746-9E98-3190-F31A428441F9}"/>
              </a:ext>
            </a:extLst>
          </p:cNvPr>
          <p:cNvSpPr txBox="1">
            <a:spLocks/>
          </p:cNvSpPr>
          <p:nvPr/>
        </p:nvSpPr>
        <p:spPr>
          <a:xfrm>
            <a:off x="586637" y="5217894"/>
            <a:ext cx="1929547" cy="138499"/>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Sans Text Semibold"/>
                <a:ea typeface="+mn-ea"/>
                <a:cs typeface="Segoe Sans Text Light" pitchFamily="2" charset="0"/>
              </a:rPr>
              <a:t>Cost savings:</a:t>
            </a:r>
            <a:endPar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49" name="TextBox 48">
            <a:extLst>
              <a:ext uri="{FF2B5EF4-FFF2-40B4-BE49-F238E27FC236}">
                <a16:creationId xmlns:a16="http://schemas.microsoft.com/office/drawing/2014/main" id="{A3C5E719-EBBB-4867-BB7F-EEFDD045F91B}"/>
              </a:ext>
            </a:extLst>
          </p:cNvPr>
          <p:cNvSpPr txBox="1">
            <a:spLocks/>
          </p:cNvSpPr>
          <p:nvPr/>
        </p:nvSpPr>
        <p:spPr>
          <a:xfrm>
            <a:off x="6995238" y="5246190"/>
            <a:ext cx="2181766" cy="933589"/>
          </a:xfrm>
          <a:prstGeom prst="rect">
            <a:avLst/>
          </a:prstGeom>
          <a:noFill/>
        </p:spPr>
        <p:txBody>
          <a:bodyPr wrap="square" lIns="0" tIns="0" rIns="0" bIns="0" anchor="t">
            <a:spAutoFit/>
          </a:bodyPr>
          <a:lstStyle/>
          <a:p>
            <a:pPr marL="171450" lvl="2" indent="-171450"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Contract repository, templates,</a:t>
            </a:r>
            <a:r>
              <a:rPr lang="en-US" sz="900">
                <a:solidFill>
                  <a:srgbClr val="080808"/>
                </a:solidFill>
                <a:latin typeface="Segoe Sans Text Light"/>
                <a:cs typeface="Segoe Sans Text Light"/>
              </a:rPr>
              <a:t> standard clause</a:t>
            </a:r>
            <a:r>
              <a:rPr kumimoji="0" lang="en-US" sz="900" b="0" i="0" u="none" strike="noStrike" kern="1200" cap="none" spc="0" normalizeH="0" baseline="0" noProof="0">
                <a:ln>
                  <a:noFill/>
                </a:ln>
                <a:solidFill>
                  <a:srgbClr val="080808"/>
                </a:solidFill>
                <a:effectLst/>
                <a:uLnTx/>
                <a:uFillTx/>
                <a:latin typeface="Segoe Sans Text Light"/>
                <a:cs typeface="Segoe Sans Text Light"/>
              </a:rPr>
              <a:t> library, and approval playbooks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Counterparty, product, pricing, and order data from sales and procurement systems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Policy, regulatory, and risk sources, incl. past negotiations and obligation records</a:t>
            </a:r>
          </a:p>
        </p:txBody>
      </p:sp>
      <p:sp>
        <p:nvSpPr>
          <p:cNvPr id="50" name="TextBox 49">
            <a:extLst>
              <a:ext uri="{FF2B5EF4-FFF2-40B4-BE49-F238E27FC236}">
                <a16:creationId xmlns:a16="http://schemas.microsoft.com/office/drawing/2014/main" id="{D2F47CE7-AA39-0E5D-BB32-C1712828275F}"/>
              </a:ext>
            </a:extLst>
          </p:cNvPr>
          <p:cNvSpPr txBox="1">
            <a:spLocks/>
          </p:cNvSpPr>
          <p:nvPr/>
        </p:nvSpPr>
        <p:spPr>
          <a:xfrm>
            <a:off x="9433435" y="5221610"/>
            <a:ext cx="2312863" cy="1159292"/>
          </a:xfrm>
          <a:prstGeom prst="rect">
            <a:avLst/>
          </a:prstGeom>
          <a:noFill/>
        </p:spPr>
        <p:txBody>
          <a:bodyPr wrap="square" lIns="0" tIns="0" rIns="0" bIns="0" anchor="t">
            <a:spAutoFit/>
          </a:bodyPr>
          <a:lstStyle/>
          <a:p>
            <a:pPr marL="171450" lvl="2" indent="-171450" defTabSz="932472" fontAlgn="base">
              <a:spcAft>
                <a:spcPts val="400"/>
              </a:spcAft>
              <a:buFont typeface="Arial" panose="020B0604020202020204" pitchFamily="34" charset="0"/>
              <a:buChar char="•"/>
              <a:defRPr/>
            </a:pPr>
            <a:r>
              <a:rPr lang="en-US" sz="900">
                <a:solidFill>
                  <a:srgbClr val="080808"/>
                </a:solidFill>
                <a:latin typeface="Segoe Sans Text Light" pitchFamily="2" charset="0"/>
                <a:cs typeface="Segoe Sans Text Light" pitchFamily="2" charset="0"/>
              </a:rPr>
              <a:t>Retrieval-augmented clause extraction and drafting, cited against the clause library, with tool use into editors and signature systems (create, compare, redline, sign)</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Event-driven orchestration for reviews, approvals, signatures, and obligation tracking with human-in-the-loop and auditable traces</a:t>
            </a:r>
          </a:p>
        </p:txBody>
      </p:sp>
      <p:sp>
        <p:nvSpPr>
          <p:cNvPr id="52" name="Rectangle 8">
            <a:extLst>
              <a:ext uri="{FF2B5EF4-FFF2-40B4-BE49-F238E27FC236}">
                <a16:creationId xmlns:a16="http://schemas.microsoft.com/office/drawing/2014/main" id="{5E0A0C54-AC04-8B86-9B4A-087435867990}"/>
              </a:ext>
            </a:extLst>
          </p:cNvPr>
          <p:cNvSpPr>
            <a:spLocks noChangeArrowheads="1"/>
          </p:cNvSpPr>
          <p:nvPr/>
        </p:nvSpPr>
        <p:spPr bwMode="auto">
          <a:xfrm>
            <a:off x="11714153" y="6187159"/>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5" name="Rectangle 3">
            <a:extLst>
              <a:ext uri="{FF2B5EF4-FFF2-40B4-BE49-F238E27FC236}">
                <a16:creationId xmlns:a16="http://schemas.microsoft.com/office/drawing/2014/main" id="{62BECB08-2C08-F8E3-F59C-30ED0A6BB43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sz="1800" b="0" i="0" u="none" strike="noStrike" kern="1200" cap="none" spc="0" normalizeH="0" baseline="0" noProof="0">
              <a:ln>
                <a:noFill/>
              </a:ln>
              <a:solidFill>
                <a:srgbClr val="080808"/>
              </a:solidFill>
              <a:effectLst/>
              <a:uLnTx/>
              <a:uFillTx/>
              <a:latin typeface="Arial" panose="020B0604020202020204" pitchFamily="34" charset="0"/>
              <a:ea typeface="+mn-ea"/>
              <a:cs typeface="+mn-cs"/>
            </a:endParaRPr>
          </a:p>
        </p:txBody>
      </p:sp>
      <p:sp>
        <p:nvSpPr>
          <p:cNvPr id="57" name="TextBox 56">
            <a:extLst>
              <a:ext uri="{FF2B5EF4-FFF2-40B4-BE49-F238E27FC236}">
                <a16:creationId xmlns:a16="http://schemas.microsoft.com/office/drawing/2014/main" id="{22D4FD33-2DBD-52A9-609B-093387F7988E}"/>
              </a:ext>
            </a:extLst>
          </p:cNvPr>
          <p:cNvSpPr txBox="1">
            <a:spLocks/>
          </p:cNvSpPr>
          <p:nvPr/>
        </p:nvSpPr>
        <p:spPr>
          <a:xfrm>
            <a:off x="6663106" y="1565141"/>
            <a:ext cx="2442456" cy="2333972"/>
          </a:xfrm>
          <a:prstGeom prst="rect">
            <a:avLst/>
          </a:prstGeom>
          <a:noFill/>
        </p:spPr>
        <p:txBody>
          <a:bodyPr wrap="square" lIns="0" tIns="0" rIns="0" bIns="0" anchor="t">
            <a:spAutoFit/>
          </a:bodyPr>
          <a:lstStyle/>
          <a:p>
            <a:pPr marL="182245" marR="0" lvl="2" indent="-182245"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Capture request with counterparty, purpose, commercial terms, and required deadlines.</a:t>
            </a:r>
            <a:endParaRPr lang="en-US">
              <a:ea typeface="+mn-ea"/>
            </a:endParaRPr>
          </a:p>
          <a:p>
            <a:pPr marL="182245" lvl="2" indent="-182245"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Draft from the </a:t>
            </a:r>
            <a:r>
              <a:rPr lang="en-US" sz="900">
                <a:solidFill>
                  <a:srgbClr val="080808"/>
                </a:solidFill>
                <a:latin typeface="Segoe Sans Text Light"/>
                <a:cs typeface="Segoe Sans Text Light"/>
              </a:rPr>
              <a:t>approved template</a:t>
            </a:r>
            <a:r>
              <a:rPr kumimoji="0" lang="en-US" sz="900" b="0" i="0" u="none" strike="noStrike" kern="1200" cap="none" spc="0" normalizeH="0" baseline="0" noProof="0">
                <a:ln>
                  <a:noFill/>
                </a:ln>
                <a:solidFill>
                  <a:srgbClr val="080808"/>
                </a:solidFill>
                <a:effectLst/>
                <a:uLnTx/>
                <a:uFillTx/>
                <a:latin typeface="Segoe Sans Text Light"/>
                <a:cs typeface="Segoe Sans Text Light"/>
              </a:rPr>
              <a:t> and clause playbook; auto-fill known data.</a:t>
            </a:r>
            <a:endParaRPr lang="en-US" sz="900" b="0" i="0" u="none" strike="noStrike" kern="1200" cap="none" spc="0" normalizeH="0" baseline="0" noProof="0">
              <a:ln>
                <a:noFill/>
              </a:ln>
              <a:solidFill>
                <a:srgbClr val="080808"/>
              </a:solidFill>
              <a:effectLst/>
              <a:uLnTx/>
              <a:uFillTx/>
              <a:latin typeface="Segoe Sans Text Light"/>
              <a:cs typeface="Segoe Sans Text Light"/>
            </a:endParaRPr>
          </a:p>
          <a:p>
            <a:pPr marL="182245" lvl="2" indent="-182245"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Ingest third-party drafts; extract clauses and compare to </a:t>
            </a:r>
            <a:r>
              <a:rPr lang="en-US" sz="900">
                <a:solidFill>
                  <a:srgbClr val="080808"/>
                </a:solidFill>
                <a:latin typeface="Segoe Sans Text Light"/>
                <a:cs typeface="Segoe Sans Text Light"/>
              </a:rPr>
              <a:t>standard Clause library</a:t>
            </a:r>
            <a:r>
              <a:rPr kumimoji="0" lang="en-US" sz="900" b="0" i="0" u="none" strike="noStrike" kern="1200" cap="none" spc="0" normalizeH="0" baseline="0" noProof="0">
                <a:ln>
                  <a:noFill/>
                </a:ln>
                <a:solidFill>
                  <a:srgbClr val="080808"/>
                </a:solidFill>
                <a:effectLst/>
                <a:uLnTx/>
                <a:uFillTx/>
                <a:latin typeface="Segoe Sans Text Light"/>
                <a:cs typeface="Segoe Sans Text Light"/>
              </a:rPr>
              <a:t> with deviations flagged.</a:t>
            </a:r>
            <a:endParaRPr lang="en-US" sz="900" b="0" i="0" u="none" strike="noStrike" kern="1200" cap="none" spc="0" normalizeH="0" baseline="0" noProof="0">
              <a:ln>
                <a:noFill/>
              </a:ln>
              <a:solidFill>
                <a:srgbClr val="080808"/>
              </a:solidFill>
              <a:effectLst/>
              <a:uLnTx/>
              <a:uFillTx/>
              <a:latin typeface="Segoe Sans Text Light"/>
              <a:cs typeface="Segoe Sans Text Light"/>
            </a:endParaRPr>
          </a:p>
          <a:p>
            <a:pPr marL="182245" lvl="2" indent="-182245"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S</a:t>
            </a:r>
            <a:r>
              <a:rPr lang="en-US" sz="900">
                <a:solidFill>
                  <a:srgbClr val="080808"/>
                </a:solidFill>
                <a:latin typeface="Segoe Sans Text Light" pitchFamily="2" charset="0"/>
                <a:cs typeface="Segoe Sans Text Light" pitchFamily="2" charset="0"/>
              </a:rPr>
              <a:t>core risk; propose redlines and fallbacks; route to the required approver.</a:t>
            </a:r>
          </a:p>
          <a:p>
            <a:pPr marL="182245" marR="0" lvl="2" indent="-182245"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Capture approvals, collect electronic signatures, and store final versions with metadata.</a:t>
            </a:r>
            <a:endParaRPr lang="en-US" sz="900" b="0" i="0" u="none" strike="noStrike" kern="1200" cap="none" spc="0" normalizeH="0" baseline="0" noProof="0">
              <a:ln>
                <a:noFill/>
              </a:ln>
              <a:solidFill>
                <a:srgbClr val="080808"/>
              </a:solidFill>
              <a:effectLst/>
              <a:uLnTx/>
              <a:uFillTx/>
              <a:latin typeface="Segoe Sans Text Light" pitchFamily="2" charset="0"/>
              <a:cs typeface="Segoe Sans Text Light" pitchFamily="2" charset="0"/>
            </a:endParaRPr>
          </a:p>
          <a:p>
            <a:pPr marL="182245" lvl="2" indent="-182245"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Create obligation records; monitor milestones, renewals, and amendments; </a:t>
            </a:r>
            <a:r>
              <a:rPr lang="en-US" sz="900">
                <a:solidFill>
                  <a:srgbClr val="080808"/>
                </a:solidFill>
                <a:latin typeface="Segoe Sans Text Light"/>
                <a:cs typeface="Segoe Sans Text Light"/>
              </a:rPr>
              <a:t>alert owners proactively</a:t>
            </a:r>
            <a:r>
              <a:rPr kumimoji="0" lang="en-US" sz="900" b="0" i="0" u="none" strike="noStrike" kern="1200" cap="none" spc="0" normalizeH="0" baseline="0" noProof="0">
                <a:ln>
                  <a:noFill/>
                </a:ln>
                <a:solidFill>
                  <a:srgbClr val="080808"/>
                </a:solidFill>
                <a:effectLst/>
                <a:uLnTx/>
                <a:uFillTx/>
                <a:latin typeface="Segoe Sans Text Light"/>
                <a:cs typeface="Segoe Sans Text Light"/>
              </a:rPr>
              <a:t>.</a:t>
            </a:r>
            <a:endParaRPr lang="en-US" sz="900" b="0" i="0" u="none" strike="noStrike" kern="1200" cap="none" spc="0" normalizeH="0" baseline="0" noProof="0">
              <a:ln>
                <a:noFill/>
              </a:ln>
              <a:solidFill>
                <a:srgbClr val="080808"/>
              </a:solidFill>
              <a:effectLst/>
              <a:uLnTx/>
              <a:uFillTx/>
              <a:latin typeface="Segoe Sans Text Light"/>
              <a:cs typeface="Segoe Sans Text Light"/>
            </a:endParaRPr>
          </a:p>
        </p:txBody>
      </p:sp>
      <p:sp>
        <p:nvSpPr>
          <p:cNvPr id="53" name="TextBox 52">
            <a:extLst>
              <a:ext uri="{FF2B5EF4-FFF2-40B4-BE49-F238E27FC236}">
                <a16:creationId xmlns:a16="http://schemas.microsoft.com/office/drawing/2014/main" id="{964A97F1-182A-AEED-0C1A-5227C168439E}"/>
              </a:ext>
            </a:extLst>
          </p:cNvPr>
          <p:cNvSpPr txBox="1">
            <a:spLocks/>
          </p:cNvSpPr>
          <p:nvPr/>
        </p:nvSpPr>
        <p:spPr>
          <a:xfrm>
            <a:off x="2847769" y="5394725"/>
            <a:ext cx="1929547" cy="882293"/>
          </a:xfrm>
          <a:prstGeom prst="rect">
            <a:avLst/>
          </a:prstGeom>
          <a:noFill/>
        </p:spPr>
        <p:txBody>
          <a:bodyPr wrap="square" lIns="0" tIns="0" rIns="0" bIns="0" anchor="t">
            <a:spAutoFit/>
          </a:bodyPr>
          <a:lstStyle/>
          <a:p>
            <a:pPr marL="91440" marR="0" lvl="2" indent="-9144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Fewer missed renewals and price changes; revenue leakage reduced by </a:t>
            </a:r>
            <a:r>
              <a:rPr lang="en-US" sz="900">
                <a:solidFill>
                  <a:srgbClr val="080808"/>
                </a:solidFill>
                <a:latin typeface="Segoe Sans Text Light"/>
                <a:cs typeface="Segoe Sans Text Light"/>
              </a:rPr>
              <a:t>about 2–5%.</a:t>
            </a:r>
          </a:p>
          <a:p>
            <a:pPr marL="91440" lvl="2" indent="-91440" defTabSz="932472" fontAlgn="base">
              <a:spcAft>
                <a:spcPts val="400"/>
              </a:spcAft>
              <a:buFont typeface="Arial" panose="020B0604020202020204" pitchFamily="34" charset="0"/>
              <a:buChar char="•"/>
              <a:defRPr/>
            </a:pPr>
            <a:r>
              <a:rPr lang="en-US" sz="900">
                <a:solidFill>
                  <a:srgbClr val="080808"/>
                </a:solidFill>
                <a:latin typeface="Segoe Sans Text Light"/>
                <a:cs typeface="Segoe Sans Text Light"/>
              </a:rPr>
              <a:t>Lower risk of penalties through tracked obligations and consistent clause-library language..</a:t>
            </a:r>
          </a:p>
        </p:txBody>
      </p:sp>
      <p:sp>
        <p:nvSpPr>
          <p:cNvPr id="54" name="TextBox 53">
            <a:extLst>
              <a:ext uri="{FF2B5EF4-FFF2-40B4-BE49-F238E27FC236}">
                <a16:creationId xmlns:a16="http://schemas.microsoft.com/office/drawing/2014/main" id="{516664F7-E5B1-9E93-9F73-D4CD67F0DCF1}"/>
              </a:ext>
            </a:extLst>
          </p:cNvPr>
          <p:cNvSpPr txBox="1">
            <a:spLocks/>
          </p:cNvSpPr>
          <p:nvPr/>
        </p:nvSpPr>
        <p:spPr>
          <a:xfrm>
            <a:off x="586637" y="5394725"/>
            <a:ext cx="1929547" cy="882293"/>
          </a:xfrm>
          <a:prstGeom prst="rect">
            <a:avLst/>
          </a:prstGeom>
          <a:noFill/>
        </p:spPr>
        <p:txBody>
          <a:bodyPr wrap="square" lIns="0" tIns="0" rIns="0" bIns="0" anchor="t">
            <a:spAutoFit/>
          </a:bodyPr>
          <a:lstStyle/>
          <a:p>
            <a:pPr marL="91440" lvl="2" indent="-91440"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About 30–50% faster cycle time from request to signature through </a:t>
            </a:r>
            <a:r>
              <a:rPr lang="en-US" sz="900">
                <a:solidFill>
                  <a:srgbClr val="080808"/>
                </a:solidFill>
                <a:latin typeface="Segoe Sans Text Light"/>
                <a:cs typeface="Segoe Sans Text Light"/>
              </a:rPr>
              <a:t>agent-guided drafting and reviews</a:t>
            </a:r>
          </a:p>
          <a:p>
            <a:pPr marL="91440" lvl="2" indent="-91440" defTabSz="932472" fontAlgn="base">
              <a:spcAft>
                <a:spcPts val="400"/>
              </a:spcAft>
              <a:buFont typeface="Arial" panose="020B0604020202020204" pitchFamily="34" charset="0"/>
              <a:buChar char="•"/>
              <a:defRPr/>
            </a:pPr>
            <a:r>
              <a:rPr kumimoji="0" lang="en-US" sz="900" b="0" i="0" u="none" strike="noStrike" kern="1200" cap="none" spc="0" normalizeH="0" baseline="0" noProof="0">
                <a:ln>
                  <a:noFill/>
                </a:ln>
                <a:solidFill>
                  <a:srgbClr val="080808"/>
                </a:solidFill>
                <a:effectLst/>
                <a:uLnTx/>
                <a:uFillTx/>
                <a:latin typeface="Segoe Sans Text Light"/>
                <a:cs typeface="Segoe Sans Text Light"/>
              </a:rPr>
              <a:t>Outside counsel and rework reduced </a:t>
            </a:r>
            <a:r>
              <a:rPr lang="en-US" sz="900">
                <a:solidFill>
                  <a:srgbClr val="080808"/>
                </a:solidFill>
                <a:latin typeface="Segoe Sans Text Light"/>
                <a:cs typeface="Segoe Sans Text Light"/>
              </a:rPr>
              <a:t>by about 15–30% with standard clauses and early risk scoring</a:t>
            </a:r>
            <a:r>
              <a:rPr kumimoji="0" lang="en-US" sz="900" b="0" i="0" u="none" strike="noStrike" kern="1200" cap="none" spc="0" normalizeH="0" baseline="0" noProof="0">
                <a:ln>
                  <a:noFill/>
                </a:ln>
                <a:solidFill>
                  <a:srgbClr val="080808"/>
                </a:solidFill>
                <a:effectLst/>
                <a:uLnTx/>
                <a:uFillTx/>
                <a:latin typeface="Segoe Sans Text Light"/>
                <a:cs typeface="Segoe Sans Text Light"/>
              </a:rPr>
              <a:t>.</a:t>
            </a:r>
            <a:endParaRPr lang="en-US" sz="900" b="0" i="0" u="none" strike="noStrike" kern="1200" cap="none" spc="0" normalizeH="0" baseline="0" noProof="0">
              <a:ln>
                <a:noFill/>
              </a:ln>
              <a:solidFill>
                <a:srgbClr val="080808"/>
              </a:solidFill>
              <a:effectLst/>
              <a:uLnTx/>
              <a:uFillTx/>
              <a:latin typeface="Segoe Sans Text Light"/>
              <a:cs typeface="Segoe Sans Text Light"/>
            </a:endParaRPr>
          </a:p>
        </p:txBody>
      </p:sp>
      <p:sp>
        <p:nvSpPr>
          <p:cNvPr id="58" name="TextBox 57">
            <a:extLst>
              <a:ext uri="{FF2B5EF4-FFF2-40B4-BE49-F238E27FC236}">
                <a16:creationId xmlns:a16="http://schemas.microsoft.com/office/drawing/2014/main" id="{A55DF54F-AB25-0AFA-AB4F-62031E28F6E5}"/>
              </a:ext>
            </a:extLst>
          </p:cNvPr>
          <p:cNvSpPr txBox="1">
            <a:spLocks/>
          </p:cNvSpPr>
          <p:nvPr/>
        </p:nvSpPr>
        <p:spPr>
          <a:xfrm>
            <a:off x="5325389" y="5246190"/>
            <a:ext cx="1192242" cy="743793"/>
          </a:xfrm>
          <a:prstGeom prst="rect">
            <a:avLst/>
          </a:prstGeom>
          <a:noFill/>
        </p:spPr>
        <p:txBody>
          <a:bodyPr wrap="square" lIns="0" tIns="0" rIns="0" bIns="0" anchor="t">
            <a:spAutoFit/>
          </a:bodyPr>
          <a:lstStyle/>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Legal operations leaders and commercial counsel.</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Procurement or sales operations leaders.</a:t>
            </a:r>
          </a:p>
        </p:txBody>
      </p:sp>
    </p:spTree>
    <p:extLst>
      <p:ext uri="{BB962C8B-B14F-4D97-AF65-F5344CB8AC3E}">
        <p14:creationId xmlns:p14="http://schemas.microsoft.com/office/powerpoint/2010/main" val="852663033"/>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685800"/>
          </a:xfrm>
          <a:prstGeom prst="rect">
            <a:avLst/>
          </a:prstGeom>
          <a:noFill/>
          <a:ln/>
        </p:spPr>
        <p:txBody>
          <a:bodyPr wrap="square" lIns="0" tIns="0" rIns="0" bIns="0" rtlCol="0" anchor="ctr"/>
          <a:lstStyle/>
          <a:p>
            <a:pPr marL="0" indent="0" algn="l">
              <a:buNone/>
            </a:pPr>
            <a:r>
              <a:rPr lang="en-US" sz="3200" b="1">
                <a:solidFill>
                  <a:srgbClr val="17223B"/>
                </a:solidFill>
                <a:latin typeface="Segoe UI" pitchFamily="34" charset="0"/>
                <a:ea typeface="Segoe UI" pitchFamily="34" charset="-122"/>
                <a:cs typeface="Segoe UI" pitchFamily="34" charset="-120"/>
              </a:rPr>
              <a:t>What does the contract lifecycle process look like?</a:t>
            </a:r>
            <a:endParaRPr lang="en-US" sz="3200"/>
          </a:p>
        </p:txBody>
      </p:sp>
      <p:sp>
        <p:nvSpPr>
          <p:cNvPr id="3" name="Shape 1"/>
          <p:cNvSpPr/>
          <p:nvPr/>
        </p:nvSpPr>
        <p:spPr>
          <a:xfrm>
            <a:off x="411480" y="1078992"/>
            <a:ext cx="11365992" cy="3200400"/>
          </a:xfrm>
          <a:prstGeom prst="roundRect">
            <a:avLst>
              <a:gd name="adj" fmla="val 3429"/>
            </a:avLst>
          </a:prstGeom>
          <a:solidFill>
            <a:srgbClr val="FFFFFF"/>
          </a:solidFill>
          <a:ln w="12700">
            <a:solidFill>
              <a:srgbClr val="E3E8F0"/>
            </a:solidFill>
            <a:prstDash val="solid"/>
          </a:ln>
          <a:effectLst>
            <a:outerShdw blurRad="114300" dist="38100" dir="5400000" algn="bl" rotWithShape="0">
              <a:srgbClr val="1F3864">
                <a:alpha val="16000"/>
              </a:srgbClr>
            </a:outerShdw>
          </a:effectLst>
        </p:spPr>
        <p:txBody>
          <a:bodyPr/>
          <a:lstStyle/>
          <a:p>
            <a:endParaRPr lang="en-DE"/>
          </a:p>
        </p:txBody>
      </p:sp>
      <p:sp>
        <p:nvSpPr>
          <p:cNvPr id="4" name="Shape 2"/>
          <p:cNvSpPr/>
          <p:nvPr/>
        </p:nvSpPr>
        <p:spPr>
          <a:xfrm>
            <a:off x="1257872" y="2304288"/>
            <a:ext cx="9673209" cy="0"/>
          </a:xfrm>
          <a:prstGeom prst="line">
            <a:avLst/>
          </a:prstGeom>
          <a:noFill/>
          <a:ln w="15875">
            <a:solidFill>
              <a:srgbClr val="C7CDD6"/>
            </a:solidFill>
            <a:prstDash val="dash"/>
          </a:ln>
        </p:spPr>
        <p:txBody>
          <a:bodyPr/>
          <a:lstStyle/>
          <a:p>
            <a:endParaRPr lang="en-DE"/>
          </a:p>
        </p:txBody>
      </p:sp>
      <p:sp>
        <p:nvSpPr>
          <p:cNvPr id="5" name="Text 3"/>
          <p:cNvSpPr/>
          <p:nvPr/>
        </p:nvSpPr>
        <p:spPr>
          <a:xfrm>
            <a:off x="566928"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Request</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intake</a:t>
            </a:r>
            <a:endParaRPr lang="en-US" sz="1200"/>
          </a:p>
        </p:txBody>
      </p:sp>
      <p:sp>
        <p:nvSpPr>
          <p:cNvPr id="6" name="Shape 4"/>
          <p:cNvSpPr/>
          <p:nvPr/>
        </p:nvSpPr>
        <p:spPr>
          <a:xfrm>
            <a:off x="1225868" y="1828800"/>
            <a:ext cx="64008" cy="64008"/>
          </a:xfrm>
          <a:prstGeom prst="ellipse">
            <a:avLst/>
          </a:prstGeom>
          <a:solidFill>
            <a:srgbClr val="0F6CBD"/>
          </a:solidFill>
          <a:ln/>
        </p:spPr>
        <p:txBody>
          <a:bodyPr/>
          <a:lstStyle/>
          <a:p>
            <a:endParaRPr lang="en-DE"/>
          </a:p>
        </p:txBody>
      </p:sp>
      <p:sp>
        <p:nvSpPr>
          <p:cNvPr id="7" name="Shape 5"/>
          <p:cNvSpPr/>
          <p:nvPr/>
        </p:nvSpPr>
        <p:spPr>
          <a:xfrm>
            <a:off x="1257872" y="1892808"/>
            <a:ext cx="0" cy="109728"/>
          </a:xfrm>
          <a:prstGeom prst="line">
            <a:avLst/>
          </a:prstGeom>
          <a:noFill/>
          <a:ln w="12700">
            <a:solidFill>
              <a:srgbClr val="B9C2D0"/>
            </a:solidFill>
            <a:prstDash val="solid"/>
          </a:ln>
        </p:spPr>
        <p:txBody>
          <a:bodyPr/>
          <a:lstStyle/>
          <a:p>
            <a:endParaRPr lang="en-DE"/>
          </a:p>
        </p:txBody>
      </p:sp>
      <p:sp>
        <p:nvSpPr>
          <p:cNvPr id="8" name="Shape 6"/>
          <p:cNvSpPr/>
          <p:nvPr/>
        </p:nvSpPr>
        <p:spPr>
          <a:xfrm>
            <a:off x="956119"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9" name="Image 0" descr="preencoded.png"/>
          <p:cNvPicPr>
            <a:picLocks noChangeAspect="1"/>
          </p:cNvPicPr>
          <p:nvPr/>
        </p:nvPicPr>
        <p:blipFill>
          <a:blip r:embed="rId3"/>
          <a:stretch>
            <a:fillRect/>
          </a:stretch>
        </p:blipFill>
        <p:spPr>
          <a:xfrm>
            <a:off x="1102424" y="2148840"/>
            <a:ext cx="310896" cy="310896"/>
          </a:xfrm>
          <a:prstGeom prst="rect">
            <a:avLst/>
          </a:prstGeom>
        </p:spPr>
      </p:pic>
      <p:sp>
        <p:nvSpPr>
          <p:cNvPr id="10" name="Text 7"/>
          <p:cNvSpPr/>
          <p:nvPr/>
        </p:nvSpPr>
        <p:spPr>
          <a:xfrm>
            <a:off x="612648" y="2724912"/>
            <a:ext cx="1290447" cy="1463040"/>
          </a:xfrm>
          <a:prstGeom prst="rect">
            <a:avLst/>
          </a:prstGeom>
          <a:noFill/>
          <a:ln/>
        </p:spPr>
        <p:txBody>
          <a:bodyPr wrap="square" lIns="0" tIns="0" rIns="0" bIns="0" rtlCol="0" anchor="t"/>
          <a:lstStyle/>
          <a:p>
            <a:pPr algn="ctr">
              <a:lnSpc>
                <a:spcPct val="98000"/>
              </a:lnSpc>
            </a:pPr>
            <a:r>
              <a:rPr lang="en-US" sz="950">
                <a:solidFill>
                  <a:srgbClr val="3B3B3B"/>
                </a:solidFill>
                <a:ea typeface="+mn-lt"/>
                <a:cs typeface="+mn-lt"/>
              </a:rPr>
              <a:t>Capture the contract request — type, counterparty, term, spend and deadline; classify it and route it down the right path.</a:t>
            </a:r>
            <a:endParaRPr lang="en-US">
              <a:ea typeface="+mn-lt"/>
              <a:cs typeface="+mn-lt"/>
            </a:endParaRPr>
          </a:p>
        </p:txBody>
      </p:sp>
      <p:sp>
        <p:nvSpPr>
          <p:cNvPr id="11" name="Text 8"/>
          <p:cNvSpPr/>
          <p:nvPr/>
        </p:nvSpPr>
        <p:spPr>
          <a:xfrm>
            <a:off x="1948815"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Draft and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assemble</a:t>
            </a:r>
            <a:endParaRPr lang="en-US" sz="1200"/>
          </a:p>
        </p:txBody>
      </p:sp>
      <p:sp>
        <p:nvSpPr>
          <p:cNvPr id="12" name="Shape 9"/>
          <p:cNvSpPr/>
          <p:nvPr/>
        </p:nvSpPr>
        <p:spPr>
          <a:xfrm>
            <a:off x="2607754" y="1828800"/>
            <a:ext cx="64008" cy="64008"/>
          </a:xfrm>
          <a:prstGeom prst="ellipse">
            <a:avLst/>
          </a:prstGeom>
          <a:solidFill>
            <a:srgbClr val="0F6CBD"/>
          </a:solidFill>
          <a:ln/>
        </p:spPr>
        <p:txBody>
          <a:bodyPr/>
          <a:lstStyle/>
          <a:p>
            <a:endParaRPr lang="en-DE"/>
          </a:p>
        </p:txBody>
      </p:sp>
      <p:sp>
        <p:nvSpPr>
          <p:cNvPr id="13" name="Shape 10"/>
          <p:cNvSpPr/>
          <p:nvPr/>
        </p:nvSpPr>
        <p:spPr>
          <a:xfrm>
            <a:off x="2639759" y="1892808"/>
            <a:ext cx="0" cy="109728"/>
          </a:xfrm>
          <a:prstGeom prst="line">
            <a:avLst/>
          </a:prstGeom>
          <a:noFill/>
          <a:ln w="12700">
            <a:solidFill>
              <a:srgbClr val="B9C2D0"/>
            </a:solidFill>
            <a:prstDash val="solid"/>
          </a:ln>
        </p:spPr>
        <p:txBody>
          <a:bodyPr/>
          <a:lstStyle/>
          <a:p>
            <a:endParaRPr lang="en-DE"/>
          </a:p>
        </p:txBody>
      </p:sp>
      <p:sp>
        <p:nvSpPr>
          <p:cNvPr id="14" name="Shape 11"/>
          <p:cNvSpPr/>
          <p:nvPr/>
        </p:nvSpPr>
        <p:spPr>
          <a:xfrm>
            <a:off x="2338007"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15" name="Image 1" descr="preencoded.png"/>
          <p:cNvPicPr>
            <a:picLocks noChangeAspect="1"/>
          </p:cNvPicPr>
          <p:nvPr/>
        </p:nvPicPr>
        <p:blipFill>
          <a:blip r:embed="rId4"/>
          <a:stretch>
            <a:fillRect/>
          </a:stretch>
        </p:blipFill>
        <p:spPr>
          <a:xfrm>
            <a:off x="2484311" y="2148840"/>
            <a:ext cx="310896" cy="310896"/>
          </a:xfrm>
          <a:prstGeom prst="rect">
            <a:avLst/>
          </a:prstGeom>
        </p:spPr>
      </p:pic>
      <p:sp>
        <p:nvSpPr>
          <p:cNvPr id="16" name="Text 12"/>
          <p:cNvSpPr/>
          <p:nvPr/>
        </p:nvSpPr>
        <p:spPr>
          <a:xfrm>
            <a:off x="1994535"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ea typeface="+mn-lt"/>
                <a:cs typeface="+mn-lt"/>
              </a:rPr>
              <a:t>Draft NDAs, MSAs and SOWs from approved templates and the standard clause library; apply negotiation fallbacks.</a:t>
            </a:r>
            <a:endParaRPr lang="en-US">
              <a:ea typeface="+mn-lt"/>
              <a:cs typeface="+mn-lt"/>
            </a:endParaRPr>
          </a:p>
        </p:txBody>
      </p:sp>
      <p:sp>
        <p:nvSpPr>
          <p:cNvPr id="17" name="Text 13"/>
          <p:cNvSpPr/>
          <p:nvPr/>
        </p:nvSpPr>
        <p:spPr>
          <a:xfrm>
            <a:off x="3330702"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Clause</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review</a:t>
            </a:r>
            <a:endParaRPr lang="en-US" sz="1200"/>
          </a:p>
        </p:txBody>
      </p:sp>
      <p:sp>
        <p:nvSpPr>
          <p:cNvPr id="18" name="Shape 14"/>
          <p:cNvSpPr/>
          <p:nvPr/>
        </p:nvSpPr>
        <p:spPr>
          <a:xfrm>
            <a:off x="3989642" y="1828800"/>
            <a:ext cx="64008" cy="64008"/>
          </a:xfrm>
          <a:prstGeom prst="ellipse">
            <a:avLst/>
          </a:prstGeom>
          <a:solidFill>
            <a:srgbClr val="0F6CBD"/>
          </a:solidFill>
          <a:ln/>
        </p:spPr>
        <p:txBody>
          <a:bodyPr/>
          <a:lstStyle/>
          <a:p>
            <a:endParaRPr lang="en-DE"/>
          </a:p>
        </p:txBody>
      </p:sp>
      <p:sp>
        <p:nvSpPr>
          <p:cNvPr id="19" name="Shape 15"/>
          <p:cNvSpPr/>
          <p:nvPr/>
        </p:nvSpPr>
        <p:spPr>
          <a:xfrm>
            <a:off x="4021646" y="1892808"/>
            <a:ext cx="0" cy="109728"/>
          </a:xfrm>
          <a:prstGeom prst="line">
            <a:avLst/>
          </a:prstGeom>
          <a:noFill/>
          <a:ln w="12700">
            <a:solidFill>
              <a:srgbClr val="B9C2D0"/>
            </a:solidFill>
            <a:prstDash val="solid"/>
          </a:ln>
        </p:spPr>
        <p:txBody>
          <a:bodyPr/>
          <a:lstStyle/>
          <a:p>
            <a:endParaRPr lang="en-DE"/>
          </a:p>
        </p:txBody>
      </p:sp>
      <p:sp>
        <p:nvSpPr>
          <p:cNvPr id="20" name="Shape 16"/>
          <p:cNvSpPr/>
          <p:nvPr/>
        </p:nvSpPr>
        <p:spPr>
          <a:xfrm>
            <a:off x="3719894"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21" name="Image 2" descr="preencoded.png"/>
          <p:cNvPicPr>
            <a:picLocks noChangeAspect="1"/>
          </p:cNvPicPr>
          <p:nvPr/>
        </p:nvPicPr>
        <p:blipFill>
          <a:blip r:embed="rId5"/>
          <a:stretch>
            <a:fillRect/>
          </a:stretch>
        </p:blipFill>
        <p:spPr>
          <a:xfrm>
            <a:off x="3866198" y="2148840"/>
            <a:ext cx="310896" cy="310896"/>
          </a:xfrm>
          <a:prstGeom prst="rect">
            <a:avLst/>
          </a:prstGeom>
        </p:spPr>
      </p:pic>
      <p:sp>
        <p:nvSpPr>
          <p:cNvPr id="22" name="Text 17"/>
          <p:cNvSpPr/>
          <p:nvPr/>
        </p:nvSpPr>
        <p:spPr>
          <a:xfrm>
            <a:off x="3376422"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latin typeface="Segoe UI" pitchFamily="34" charset="0"/>
                <a:ea typeface="Segoe UI" pitchFamily="34" charset="-122"/>
                <a:cs typeface="Segoe UI" pitchFamily="34" charset="-120"/>
              </a:rPr>
              <a:t>Compare every counterparty clause to the enterprise standard; extract key terms and flag deviations.</a:t>
            </a:r>
            <a:endParaRPr lang="en-US" sz="950"/>
          </a:p>
        </p:txBody>
      </p:sp>
      <p:sp>
        <p:nvSpPr>
          <p:cNvPr id="23" name="Text 18"/>
          <p:cNvSpPr/>
          <p:nvPr/>
        </p:nvSpPr>
        <p:spPr>
          <a:xfrm>
            <a:off x="4712589"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Risk and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compliance</a:t>
            </a:r>
            <a:endParaRPr lang="en-US" sz="1200"/>
          </a:p>
        </p:txBody>
      </p:sp>
      <p:sp>
        <p:nvSpPr>
          <p:cNvPr id="24" name="Shape 19"/>
          <p:cNvSpPr/>
          <p:nvPr/>
        </p:nvSpPr>
        <p:spPr>
          <a:xfrm>
            <a:off x="5371529" y="1828800"/>
            <a:ext cx="64008" cy="64008"/>
          </a:xfrm>
          <a:prstGeom prst="ellipse">
            <a:avLst/>
          </a:prstGeom>
          <a:solidFill>
            <a:srgbClr val="0F6CBD"/>
          </a:solidFill>
          <a:ln/>
        </p:spPr>
        <p:txBody>
          <a:bodyPr/>
          <a:lstStyle/>
          <a:p>
            <a:endParaRPr lang="en-DE"/>
          </a:p>
        </p:txBody>
      </p:sp>
      <p:sp>
        <p:nvSpPr>
          <p:cNvPr id="25" name="Shape 20"/>
          <p:cNvSpPr/>
          <p:nvPr/>
        </p:nvSpPr>
        <p:spPr>
          <a:xfrm>
            <a:off x="5403533" y="1892808"/>
            <a:ext cx="0" cy="109728"/>
          </a:xfrm>
          <a:prstGeom prst="line">
            <a:avLst/>
          </a:prstGeom>
          <a:noFill/>
          <a:ln w="12700">
            <a:solidFill>
              <a:srgbClr val="B9C2D0"/>
            </a:solidFill>
            <a:prstDash val="solid"/>
          </a:ln>
        </p:spPr>
        <p:txBody>
          <a:bodyPr/>
          <a:lstStyle/>
          <a:p>
            <a:endParaRPr lang="en-DE"/>
          </a:p>
        </p:txBody>
      </p:sp>
      <p:sp>
        <p:nvSpPr>
          <p:cNvPr id="26" name="Shape 21"/>
          <p:cNvSpPr/>
          <p:nvPr/>
        </p:nvSpPr>
        <p:spPr>
          <a:xfrm>
            <a:off x="5101781"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27" name="Image 3" descr="preencoded.png"/>
          <p:cNvPicPr>
            <a:picLocks noChangeAspect="1"/>
          </p:cNvPicPr>
          <p:nvPr/>
        </p:nvPicPr>
        <p:blipFill>
          <a:blip r:embed="rId6"/>
          <a:stretch>
            <a:fillRect/>
          </a:stretch>
        </p:blipFill>
        <p:spPr>
          <a:xfrm>
            <a:off x="5248085" y="2148840"/>
            <a:ext cx="310896" cy="310896"/>
          </a:xfrm>
          <a:prstGeom prst="rect">
            <a:avLst/>
          </a:prstGeom>
        </p:spPr>
      </p:pic>
      <p:sp>
        <p:nvSpPr>
          <p:cNvPr id="28" name="Text 22"/>
          <p:cNvSpPr/>
          <p:nvPr/>
        </p:nvSpPr>
        <p:spPr>
          <a:xfrm>
            <a:off x="4758309"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latin typeface="Segoe UI" pitchFamily="34" charset="0"/>
                <a:ea typeface="Segoe UI" pitchFamily="34" charset="-122"/>
                <a:cs typeface="Segoe UI" pitchFamily="34" charset="-120"/>
              </a:rPr>
              <a:t>Score contractual risk and check contracting policy, laws and mandatory controls — always with cited sources.</a:t>
            </a:r>
            <a:endParaRPr lang="en-US" sz="950"/>
          </a:p>
        </p:txBody>
      </p:sp>
      <p:sp>
        <p:nvSpPr>
          <p:cNvPr id="29" name="Text 23"/>
          <p:cNvSpPr/>
          <p:nvPr/>
        </p:nvSpPr>
        <p:spPr>
          <a:xfrm>
            <a:off x="6094476"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Approvals and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sign-off</a:t>
            </a:r>
            <a:endParaRPr lang="en-US" sz="1200"/>
          </a:p>
        </p:txBody>
      </p:sp>
      <p:sp>
        <p:nvSpPr>
          <p:cNvPr id="30" name="Shape 24"/>
          <p:cNvSpPr/>
          <p:nvPr/>
        </p:nvSpPr>
        <p:spPr>
          <a:xfrm>
            <a:off x="6753416" y="1828800"/>
            <a:ext cx="64008" cy="64008"/>
          </a:xfrm>
          <a:prstGeom prst="ellipse">
            <a:avLst/>
          </a:prstGeom>
          <a:solidFill>
            <a:srgbClr val="0F6CBD"/>
          </a:solidFill>
          <a:ln/>
        </p:spPr>
        <p:txBody>
          <a:bodyPr/>
          <a:lstStyle/>
          <a:p>
            <a:endParaRPr lang="en-DE"/>
          </a:p>
        </p:txBody>
      </p:sp>
      <p:sp>
        <p:nvSpPr>
          <p:cNvPr id="31" name="Shape 25"/>
          <p:cNvSpPr/>
          <p:nvPr/>
        </p:nvSpPr>
        <p:spPr>
          <a:xfrm>
            <a:off x="6785420" y="1892808"/>
            <a:ext cx="0" cy="109728"/>
          </a:xfrm>
          <a:prstGeom prst="line">
            <a:avLst/>
          </a:prstGeom>
          <a:noFill/>
          <a:ln w="12700">
            <a:solidFill>
              <a:srgbClr val="B9C2D0"/>
            </a:solidFill>
            <a:prstDash val="solid"/>
          </a:ln>
        </p:spPr>
        <p:txBody>
          <a:bodyPr/>
          <a:lstStyle/>
          <a:p>
            <a:endParaRPr lang="en-DE"/>
          </a:p>
        </p:txBody>
      </p:sp>
      <p:sp>
        <p:nvSpPr>
          <p:cNvPr id="32" name="Shape 26"/>
          <p:cNvSpPr/>
          <p:nvPr/>
        </p:nvSpPr>
        <p:spPr>
          <a:xfrm>
            <a:off x="6483668"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33" name="Image 4" descr="preencoded.png"/>
          <p:cNvPicPr>
            <a:picLocks noChangeAspect="1"/>
          </p:cNvPicPr>
          <p:nvPr/>
        </p:nvPicPr>
        <p:blipFill>
          <a:blip r:embed="rId7"/>
          <a:stretch>
            <a:fillRect/>
          </a:stretch>
        </p:blipFill>
        <p:spPr>
          <a:xfrm>
            <a:off x="6629972" y="2148840"/>
            <a:ext cx="310896" cy="310896"/>
          </a:xfrm>
          <a:prstGeom prst="rect">
            <a:avLst/>
          </a:prstGeom>
        </p:spPr>
      </p:pic>
      <p:sp>
        <p:nvSpPr>
          <p:cNvPr id="34" name="Text 27"/>
          <p:cNvSpPr/>
          <p:nvPr/>
        </p:nvSpPr>
        <p:spPr>
          <a:xfrm>
            <a:off x="6140196"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latin typeface="Segoe UI" pitchFamily="34" charset="0"/>
                <a:ea typeface="Segoe UI" pitchFamily="34" charset="-122"/>
                <a:cs typeface="Segoe UI" pitchFamily="34" charset="-120"/>
              </a:rPr>
              <a:t>Route to the right approver by role and threshold; a person reviews and signs off before anything is finalized.</a:t>
            </a:r>
            <a:endParaRPr lang="en-US" sz="950"/>
          </a:p>
        </p:txBody>
      </p:sp>
      <p:sp>
        <p:nvSpPr>
          <p:cNvPr id="35" name="Text 28"/>
          <p:cNvSpPr/>
          <p:nvPr/>
        </p:nvSpPr>
        <p:spPr>
          <a:xfrm>
            <a:off x="7476363"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Execution and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storage</a:t>
            </a:r>
            <a:endParaRPr lang="en-US" sz="1200"/>
          </a:p>
        </p:txBody>
      </p:sp>
      <p:sp>
        <p:nvSpPr>
          <p:cNvPr id="36" name="Shape 29"/>
          <p:cNvSpPr/>
          <p:nvPr/>
        </p:nvSpPr>
        <p:spPr>
          <a:xfrm>
            <a:off x="8135303" y="1828800"/>
            <a:ext cx="64008" cy="64008"/>
          </a:xfrm>
          <a:prstGeom prst="ellipse">
            <a:avLst/>
          </a:prstGeom>
          <a:solidFill>
            <a:srgbClr val="0F6CBD"/>
          </a:solidFill>
          <a:ln/>
        </p:spPr>
        <p:txBody>
          <a:bodyPr/>
          <a:lstStyle/>
          <a:p>
            <a:endParaRPr lang="en-DE"/>
          </a:p>
        </p:txBody>
      </p:sp>
      <p:sp>
        <p:nvSpPr>
          <p:cNvPr id="37" name="Shape 30"/>
          <p:cNvSpPr/>
          <p:nvPr/>
        </p:nvSpPr>
        <p:spPr>
          <a:xfrm>
            <a:off x="8167307" y="1892808"/>
            <a:ext cx="0" cy="109728"/>
          </a:xfrm>
          <a:prstGeom prst="line">
            <a:avLst/>
          </a:prstGeom>
          <a:noFill/>
          <a:ln w="12700">
            <a:solidFill>
              <a:srgbClr val="B9C2D0"/>
            </a:solidFill>
            <a:prstDash val="solid"/>
          </a:ln>
        </p:spPr>
        <p:txBody>
          <a:bodyPr/>
          <a:lstStyle/>
          <a:p>
            <a:endParaRPr lang="en-DE"/>
          </a:p>
        </p:txBody>
      </p:sp>
      <p:sp>
        <p:nvSpPr>
          <p:cNvPr id="38" name="Shape 31"/>
          <p:cNvSpPr/>
          <p:nvPr/>
        </p:nvSpPr>
        <p:spPr>
          <a:xfrm>
            <a:off x="7865555"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39" name="Image 5" descr="preencoded.png"/>
          <p:cNvPicPr>
            <a:picLocks noChangeAspect="1"/>
          </p:cNvPicPr>
          <p:nvPr/>
        </p:nvPicPr>
        <p:blipFill>
          <a:blip r:embed="rId8"/>
          <a:stretch>
            <a:fillRect/>
          </a:stretch>
        </p:blipFill>
        <p:spPr>
          <a:xfrm>
            <a:off x="8011859" y="2148840"/>
            <a:ext cx="310896" cy="310896"/>
          </a:xfrm>
          <a:prstGeom prst="rect">
            <a:avLst/>
          </a:prstGeom>
        </p:spPr>
      </p:pic>
      <p:sp>
        <p:nvSpPr>
          <p:cNvPr id="40" name="Text 32"/>
          <p:cNvSpPr/>
          <p:nvPr/>
        </p:nvSpPr>
        <p:spPr>
          <a:xfrm>
            <a:off x="7522083"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latin typeface="Segoe UI" pitchFamily="34" charset="0"/>
                <a:ea typeface="Segoe UI" pitchFamily="34" charset="-122"/>
                <a:cs typeface="Segoe UI" pitchFamily="34" charset="-120"/>
              </a:rPr>
              <a:t>Record the executed contract as the single source of truth for status, owners and key dates.</a:t>
            </a:r>
            <a:endParaRPr lang="en-US" sz="950"/>
          </a:p>
        </p:txBody>
      </p:sp>
      <p:sp>
        <p:nvSpPr>
          <p:cNvPr id="41" name="Text 33"/>
          <p:cNvSpPr/>
          <p:nvPr/>
        </p:nvSpPr>
        <p:spPr>
          <a:xfrm>
            <a:off x="8858250"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Obligations</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and renewals</a:t>
            </a:r>
            <a:endParaRPr lang="en-US" sz="1200"/>
          </a:p>
        </p:txBody>
      </p:sp>
      <p:sp>
        <p:nvSpPr>
          <p:cNvPr id="42" name="Shape 34"/>
          <p:cNvSpPr/>
          <p:nvPr/>
        </p:nvSpPr>
        <p:spPr>
          <a:xfrm>
            <a:off x="9517189" y="1828800"/>
            <a:ext cx="64008" cy="64008"/>
          </a:xfrm>
          <a:prstGeom prst="ellipse">
            <a:avLst/>
          </a:prstGeom>
          <a:solidFill>
            <a:srgbClr val="0F6CBD"/>
          </a:solidFill>
          <a:ln/>
        </p:spPr>
        <p:txBody>
          <a:bodyPr/>
          <a:lstStyle/>
          <a:p>
            <a:endParaRPr lang="en-DE"/>
          </a:p>
        </p:txBody>
      </p:sp>
      <p:sp>
        <p:nvSpPr>
          <p:cNvPr id="43" name="Shape 35"/>
          <p:cNvSpPr/>
          <p:nvPr/>
        </p:nvSpPr>
        <p:spPr>
          <a:xfrm>
            <a:off x="9549193" y="1892808"/>
            <a:ext cx="0" cy="109728"/>
          </a:xfrm>
          <a:prstGeom prst="line">
            <a:avLst/>
          </a:prstGeom>
          <a:noFill/>
          <a:ln w="12700">
            <a:solidFill>
              <a:srgbClr val="B9C2D0"/>
            </a:solidFill>
            <a:prstDash val="solid"/>
          </a:ln>
        </p:spPr>
        <p:txBody>
          <a:bodyPr/>
          <a:lstStyle/>
          <a:p>
            <a:endParaRPr lang="en-DE"/>
          </a:p>
        </p:txBody>
      </p:sp>
      <p:sp>
        <p:nvSpPr>
          <p:cNvPr id="44" name="Shape 36"/>
          <p:cNvSpPr/>
          <p:nvPr/>
        </p:nvSpPr>
        <p:spPr>
          <a:xfrm>
            <a:off x="9247441"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45" name="Image 6" descr="preencoded.png"/>
          <p:cNvPicPr>
            <a:picLocks noChangeAspect="1"/>
          </p:cNvPicPr>
          <p:nvPr/>
        </p:nvPicPr>
        <p:blipFill>
          <a:blip r:embed="rId9"/>
          <a:stretch>
            <a:fillRect/>
          </a:stretch>
        </p:blipFill>
        <p:spPr>
          <a:xfrm>
            <a:off x="9393745" y="2148840"/>
            <a:ext cx="310896" cy="310896"/>
          </a:xfrm>
          <a:prstGeom prst="rect">
            <a:avLst/>
          </a:prstGeom>
        </p:spPr>
      </p:pic>
      <p:sp>
        <p:nvSpPr>
          <p:cNvPr id="46" name="Text 37"/>
          <p:cNvSpPr/>
          <p:nvPr/>
        </p:nvSpPr>
        <p:spPr>
          <a:xfrm>
            <a:off x="8903970"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latin typeface="Segoe UI" pitchFamily="34" charset="0"/>
                <a:ea typeface="Segoe UI" pitchFamily="34" charset="-122"/>
                <a:cs typeface="Segoe UI" pitchFamily="34" charset="-120"/>
              </a:rPr>
              <a:t>Track obligations, milestones and renewal dates across the whole contract portfolio.</a:t>
            </a:r>
            <a:endParaRPr lang="en-US" sz="950"/>
          </a:p>
        </p:txBody>
      </p:sp>
      <p:sp>
        <p:nvSpPr>
          <p:cNvPr id="47" name="Text 38"/>
          <p:cNvSpPr/>
          <p:nvPr/>
        </p:nvSpPr>
        <p:spPr>
          <a:xfrm>
            <a:off x="10240137"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Proactive</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alerts</a:t>
            </a:r>
            <a:endParaRPr lang="en-US" sz="1200"/>
          </a:p>
        </p:txBody>
      </p:sp>
      <p:sp>
        <p:nvSpPr>
          <p:cNvPr id="48" name="Shape 39"/>
          <p:cNvSpPr/>
          <p:nvPr/>
        </p:nvSpPr>
        <p:spPr>
          <a:xfrm>
            <a:off x="10899076" y="1828800"/>
            <a:ext cx="64008" cy="64008"/>
          </a:xfrm>
          <a:prstGeom prst="ellipse">
            <a:avLst/>
          </a:prstGeom>
          <a:solidFill>
            <a:srgbClr val="0F6CBD"/>
          </a:solidFill>
          <a:ln/>
        </p:spPr>
        <p:txBody>
          <a:bodyPr/>
          <a:lstStyle/>
          <a:p>
            <a:endParaRPr lang="en-DE"/>
          </a:p>
        </p:txBody>
      </p:sp>
      <p:sp>
        <p:nvSpPr>
          <p:cNvPr id="49" name="Shape 40"/>
          <p:cNvSpPr/>
          <p:nvPr/>
        </p:nvSpPr>
        <p:spPr>
          <a:xfrm>
            <a:off x="10931080" y="1892808"/>
            <a:ext cx="0" cy="109728"/>
          </a:xfrm>
          <a:prstGeom prst="line">
            <a:avLst/>
          </a:prstGeom>
          <a:noFill/>
          <a:ln w="12700">
            <a:solidFill>
              <a:srgbClr val="B9C2D0"/>
            </a:solidFill>
            <a:prstDash val="solid"/>
          </a:ln>
        </p:spPr>
        <p:txBody>
          <a:bodyPr/>
          <a:lstStyle/>
          <a:p>
            <a:endParaRPr lang="en-DE"/>
          </a:p>
        </p:txBody>
      </p:sp>
      <p:sp>
        <p:nvSpPr>
          <p:cNvPr id="50" name="Shape 41"/>
          <p:cNvSpPr/>
          <p:nvPr/>
        </p:nvSpPr>
        <p:spPr>
          <a:xfrm>
            <a:off x="10629328"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51" name="Image 7" descr="preencoded.png"/>
          <p:cNvPicPr>
            <a:picLocks noChangeAspect="1"/>
          </p:cNvPicPr>
          <p:nvPr/>
        </p:nvPicPr>
        <p:blipFill>
          <a:blip r:embed="rId10"/>
          <a:stretch>
            <a:fillRect/>
          </a:stretch>
        </p:blipFill>
        <p:spPr>
          <a:xfrm>
            <a:off x="10775632" y="2148840"/>
            <a:ext cx="310896" cy="310896"/>
          </a:xfrm>
          <a:prstGeom prst="rect">
            <a:avLst/>
          </a:prstGeom>
        </p:spPr>
      </p:pic>
      <p:sp>
        <p:nvSpPr>
          <p:cNvPr id="52" name="Text 42"/>
          <p:cNvSpPr/>
          <p:nvPr/>
        </p:nvSpPr>
        <p:spPr>
          <a:xfrm>
            <a:off x="10285857" y="2724912"/>
            <a:ext cx="1290447" cy="1463040"/>
          </a:xfrm>
          <a:prstGeom prst="rect">
            <a:avLst/>
          </a:prstGeom>
          <a:noFill/>
          <a:ln/>
        </p:spPr>
        <p:txBody>
          <a:bodyPr wrap="square" lIns="0" tIns="0" rIns="0" bIns="0" rtlCol="0" anchor="t"/>
          <a:lstStyle/>
          <a:p>
            <a:pPr marL="0" indent="0" algn="ctr">
              <a:lnSpc>
                <a:spcPct val="98000"/>
              </a:lnSpc>
              <a:buNone/>
            </a:pPr>
            <a:r>
              <a:rPr lang="en-US" sz="950">
                <a:solidFill>
                  <a:srgbClr val="3B3B3B"/>
                </a:solidFill>
                <a:latin typeface="Segoe UI" pitchFamily="34" charset="0"/>
                <a:ea typeface="Segoe UI" pitchFamily="34" charset="-122"/>
                <a:cs typeface="Segoe UI" pitchFamily="34" charset="-120"/>
              </a:rPr>
              <a:t>Notify owners ahead of renewal and notice deadlines so no auto-renewal is ever missed.</a:t>
            </a:r>
            <a:endParaRPr lang="en-US" sz="950"/>
          </a:p>
        </p:txBody>
      </p:sp>
      <p:sp>
        <p:nvSpPr>
          <p:cNvPr id="53" name="Shape 43"/>
          <p:cNvSpPr/>
          <p:nvPr/>
        </p:nvSpPr>
        <p:spPr>
          <a:xfrm>
            <a:off x="411480" y="4480560"/>
            <a:ext cx="11365992" cy="2103120"/>
          </a:xfrm>
          <a:prstGeom prst="roundRect">
            <a:avLst>
              <a:gd name="adj" fmla="val 5217"/>
            </a:avLst>
          </a:prstGeom>
          <a:solidFill>
            <a:srgbClr val="FFFFFF"/>
          </a:solidFill>
          <a:ln w="12700">
            <a:solidFill>
              <a:srgbClr val="E3E8F0"/>
            </a:solidFill>
            <a:prstDash val="solid"/>
          </a:ln>
          <a:effectLst>
            <a:outerShdw blurRad="114300" dist="38100" dir="5400000" algn="bl" rotWithShape="0">
              <a:srgbClr val="1F3864">
                <a:alpha val="16000"/>
              </a:srgbClr>
            </a:outerShdw>
          </a:effectLst>
        </p:spPr>
        <p:txBody>
          <a:bodyPr/>
          <a:lstStyle/>
          <a:p>
            <a:endParaRPr lang="en-DE"/>
          </a:p>
        </p:txBody>
      </p:sp>
      <p:sp>
        <p:nvSpPr>
          <p:cNvPr id="54" name="Shape 44"/>
          <p:cNvSpPr/>
          <p:nvPr/>
        </p:nvSpPr>
        <p:spPr>
          <a:xfrm>
            <a:off x="566928" y="4626864"/>
            <a:ext cx="11055096" cy="384048"/>
          </a:xfrm>
          <a:prstGeom prst="roundRect">
            <a:avLst>
              <a:gd name="adj" fmla="val 14286"/>
            </a:avLst>
          </a:prstGeom>
          <a:solidFill>
            <a:srgbClr val="EEF1F6"/>
          </a:solidFill>
          <a:ln/>
        </p:spPr>
        <p:txBody>
          <a:bodyPr/>
          <a:lstStyle/>
          <a:p>
            <a:endParaRPr lang="en-DE"/>
          </a:p>
        </p:txBody>
      </p:sp>
      <p:sp>
        <p:nvSpPr>
          <p:cNvPr id="55" name="Text 45"/>
          <p:cNvSpPr/>
          <p:nvPr/>
        </p:nvSpPr>
        <p:spPr>
          <a:xfrm>
            <a:off x="566928" y="4626864"/>
            <a:ext cx="11055096" cy="384048"/>
          </a:xfrm>
          <a:prstGeom prst="rect">
            <a:avLst/>
          </a:prstGeom>
          <a:noFill/>
          <a:ln/>
        </p:spPr>
        <p:txBody>
          <a:bodyPr wrap="square" lIns="0" tIns="0" rIns="0" bIns="0" rtlCol="0" anchor="ctr"/>
          <a:lstStyle/>
          <a:p>
            <a:pPr marL="0" indent="0" algn="ctr">
              <a:buNone/>
            </a:pPr>
            <a:r>
              <a:rPr lang="en-US" sz="1300" b="1">
                <a:solidFill>
                  <a:srgbClr val="1F3864"/>
                </a:solidFill>
                <a:latin typeface="Segoe UI" pitchFamily="34" charset="0"/>
                <a:ea typeface="Segoe UI" pitchFamily="34" charset="-122"/>
                <a:cs typeface="Segoe UI" pitchFamily="34" charset="-120"/>
              </a:rPr>
              <a:t>Key Business Capabilities required for this process</a:t>
            </a:r>
            <a:endParaRPr lang="en-US" sz="1300"/>
          </a:p>
        </p:txBody>
      </p:sp>
      <p:sp>
        <p:nvSpPr>
          <p:cNvPr id="56" name="Shape 46"/>
          <p:cNvSpPr/>
          <p:nvPr/>
        </p:nvSpPr>
        <p:spPr>
          <a:xfrm>
            <a:off x="566928"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57" name="Text 47"/>
          <p:cNvSpPr/>
          <p:nvPr/>
        </p:nvSpPr>
        <p:spPr>
          <a:xfrm>
            <a:off x="621792" y="5148072"/>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Intake and request management</a:t>
            </a:r>
            <a:endParaRPr lang="en-US" sz="1100"/>
          </a:p>
        </p:txBody>
      </p:sp>
      <p:sp>
        <p:nvSpPr>
          <p:cNvPr id="58" name="Shape 48"/>
          <p:cNvSpPr/>
          <p:nvPr/>
        </p:nvSpPr>
        <p:spPr>
          <a:xfrm>
            <a:off x="2803550"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59" name="Text 49"/>
          <p:cNvSpPr/>
          <p:nvPr/>
        </p:nvSpPr>
        <p:spPr>
          <a:xfrm>
            <a:off x="2858414" y="5148072"/>
            <a:ext cx="1998878" cy="566928"/>
          </a:xfrm>
          <a:prstGeom prst="rect">
            <a:avLst/>
          </a:prstGeom>
          <a:noFill/>
          <a:ln/>
        </p:spPr>
        <p:txBody>
          <a:bodyPr wrap="square" lIns="0" tIns="0" rIns="0" bIns="0" rtlCol="0" anchor="ctr"/>
          <a:lstStyle/>
          <a:p>
            <a:pPr algn="ctr">
              <a:lnSpc>
                <a:spcPct val="95000"/>
              </a:lnSpc>
            </a:pPr>
            <a:r>
              <a:rPr lang="en-US" sz="1100" b="1">
                <a:solidFill>
                  <a:srgbClr val="FFFFFF"/>
                </a:solidFill>
                <a:latin typeface="Segoe UI"/>
                <a:ea typeface="Segoe UI" pitchFamily="34" charset="-122"/>
                <a:cs typeface="Segoe UI"/>
              </a:rPr>
              <a:t>Approved Templates and clause library</a:t>
            </a:r>
            <a:endParaRPr lang="en-US" sz="1100">
              <a:latin typeface="Segoe UI"/>
              <a:cs typeface="Segoe UI"/>
            </a:endParaRPr>
          </a:p>
        </p:txBody>
      </p:sp>
      <p:sp>
        <p:nvSpPr>
          <p:cNvPr id="60" name="Shape 50"/>
          <p:cNvSpPr/>
          <p:nvPr/>
        </p:nvSpPr>
        <p:spPr>
          <a:xfrm>
            <a:off x="5040173"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1" name="Text 51"/>
          <p:cNvSpPr/>
          <p:nvPr/>
        </p:nvSpPr>
        <p:spPr>
          <a:xfrm>
            <a:off x="5095037" y="5148072"/>
            <a:ext cx="1998878" cy="566928"/>
          </a:xfrm>
          <a:prstGeom prst="rect">
            <a:avLst/>
          </a:prstGeom>
          <a:noFill/>
          <a:ln/>
        </p:spPr>
        <p:txBody>
          <a:bodyPr wrap="square" lIns="0" tIns="0" rIns="0" bIns="0" rtlCol="0" anchor="ctr"/>
          <a:lstStyle/>
          <a:p>
            <a:pPr algn="ctr">
              <a:lnSpc>
                <a:spcPct val="95000"/>
              </a:lnSpc>
            </a:pPr>
            <a:r>
              <a:rPr lang="en-US" sz="1100" b="1">
                <a:solidFill>
                  <a:srgbClr val="FFFFFF"/>
                </a:solidFill>
                <a:latin typeface="Segoe UI"/>
                <a:cs typeface="Segoe UI"/>
              </a:rPr>
              <a:t>Counterparty and commercial data</a:t>
            </a:r>
          </a:p>
        </p:txBody>
      </p:sp>
      <p:sp>
        <p:nvSpPr>
          <p:cNvPr id="62" name="Shape 52"/>
          <p:cNvSpPr/>
          <p:nvPr/>
        </p:nvSpPr>
        <p:spPr>
          <a:xfrm>
            <a:off x="7276795"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3" name="Text 53"/>
          <p:cNvSpPr/>
          <p:nvPr/>
        </p:nvSpPr>
        <p:spPr>
          <a:xfrm>
            <a:off x="7331659" y="5148072"/>
            <a:ext cx="1998878" cy="566928"/>
          </a:xfrm>
          <a:prstGeom prst="rect">
            <a:avLst/>
          </a:prstGeom>
          <a:noFill/>
          <a:ln/>
        </p:spPr>
        <p:txBody>
          <a:bodyPr wrap="square" lIns="0" tIns="0" rIns="0" bIns="0" rtlCol="0" anchor="ctr"/>
          <a:lstStyle/>
          <a:p>
            <a:pPr algn="ctr">
              <a:lnSpc>
                <a:spcPct val="95000"/>
              </a:lnSpc>
            </a:pPr>
            <a:r>
              <a:rPr lang="en-US" sz="1100" b="1">
                <a:solidFill>
                  <a:srgbClr val="FFFFFF"/>
                </a:solidFill>
                <a:latin typeface="Segoe UI"/>
                <a:ea typeface="Segoe UI" pitchFamily="34" charset="-122"/>
                <a:cs typeface="Segoe UI"/>
              </a:rPr>
              <a:t>Clause extraction and risk scoring</a:t>
            </a:r>
            <a:endParaRPr lang="en-US" sz="1100">
              <a:latin typeface="Segoe UI"/>
              <a:cs typeface="Segoe UI"/>
            </a:endParaRPr>
          </a:p>
        </p:txBody>
      </p:sp>
      <p:sp>
        <p:nvSpPr>
          <p:cNvPr id="64" name="Shape 54"/>
          <p:cNvSpPr/>
          <p:nvPr/>
        </p:nvSpPr>
        <p:spPr>
          <a:xfrm>
            <a:off x="9513418"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5" name="Text 55"/>
          <p:cNvSpPr/>
          <p:nvPr/>
        </p:nvSpPr>
        <p:spPr>
          <a:xfrm>
            <a:off x="9568282" y="5148072"/>
            <a:ext cx="1998878" cy="566928"/>
          </a:xfrm>
          <a:prstGeom prst="rect">
            <a:avLst/>
          </a:prstGeom>
          <a:noFill/>
          <a:ln/>
        </p:spPr>
        <p:txBody>
          <a:bodyPr wrap="square" lIns="0" tIns="0" rIns="0" bIns="0" rtlCol="0" anchor="ctr"/>
          <a:lstStyle/>
          <a:p>
            <a:pPr algn="ctr"/>
            <a:r>
              <a:rPr lang="en-US" sz="1100" b="1">
                <a:solidFill>
                  <a:srgbClr val="FFFFFF"/>
                </a:solidFill>
                <a:latin typeface="Segoe UI" pitchFamily="34" charset="0"/>
                <a:cs typeface="Segoe UI" pitchFamily="34" charset="-120"/>
              </a:rPr>
              <a:t>Approver and policy routing</a:t>
            </a:r>
          </a:p>
        </p:txBody>
      </p:sp>
      <p:sp>
        <p:nvSpPr>
          <p:cNvPr id="66" name="Shape 56"/>
          <p:cNvSpPr/>
          <p:nvPr/>
        </p:nvSpPr>
        <p:spPr>
          <a:xfrm>
            <a:off x="566928"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7" name="Text 57"/>
          <p:cNvSpPr/>
          <p:nvPr/>
        </p:nvSpPr>
        <p:spPr>
          <a:xfrm>
            <a:off x="621792"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Grounded answers with citations</a:t>
            </a:r>
            <a:endParaRPr lang="en-US" sz="1100"/>
          </a:p>
        </p:txBody>
      </p:sp>
      <p:sp>
        <p:nvSpPr>
          <p:cNvPr id="68" name="Shape 58"/>
          <p:cNvSpPr/>
          <p:nvPr/>
        </p:nvSpPr>
        <p:spPr>
          <a:xfrm>
            <a:off x="2803550"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9" name="Text 59"/>
          <p:cNvSpPr/>
          <p:nvPr/>
        </p:nvSpPr>
        <p:spPr>
          <a:xfrm>
            <a:off x="2858414" y="5815584"/>
            <a:ext cx="1998878" cy="566928"/>
          </a:xfrm>
          <a:prstGeom prst="rect">
            <a:avLst/>
          </a:prstGeom>
          <a:noFill/>
          <a:ln/>
        </p:spPr>
        <p:txBody>
          <a:bodyPr wrap="square" lIns="0" tIns="0" rIns="0" bIns="0" rtlCol="0" anchor="ctr"/>
          <a:lstStyle/>
          <a:p>
            <a:pPr algn="ctr"/>
            <a:r>
              <a:rPr lang="en-US" sz="1100" b="1">
                <a:solidFill>
                  <a:srgbClr val="FFFFFF"/>
                </a:solidFill>
                <a:latin typeface="Segoe UI" pitchFamily="34" charset="0"/>
                <a:cs typeface="Segoe UI" pitchFamily="34" charset="-120"/>
              </a:rPr>
              <a:t>Human-in-the-loop approval</a:t>
            </a:r>
          </a:p>
          <a:p>
            <a:pPr marL="0" indent="0" algn="ctr">
              <a:lnSpc>
                <a:spcPct val="95000"/>
              </a:lnSpc>
              <a:buNone/>
            </a:pPr>
            <a:endParaRPr lang="en-US" sz="1100" b="1">
              <a:solidFill>
                <a:srgbClr val="FFFFFF"/>
              </a:solidFill>
              <a:latin typeface="Segoe UI" pitchFamily="34" charset="0"/>
              <a:cs typeface="Segoe UI" pitchFamily="34" charset="-120"/>
            </a:endParaRPr>
          </a:p>
        </p:txBody>
      </p:sp>
      <p:sp>
        <p:nvSpPr>
          <p:cNvPr id="70" name="Shape 60"/>
          <p:cNvSpPr/>
          <p:nvPr/>
        </p:nvSpPr>
        <p:spPr>
          <a:xfrm>
            <a:off x="5040173"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71" name="Text 61"/>
          <p:cNvSpPr/>
          <p:nvPr/>
        </p:nvSpPr>
        <p:spPr>
          <a:xfrm>
            <a:off x="5095037"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Obligation and renewal tracking</a:t>
            </a:r>
            <a:endParaRPr lang="en-US" sz="1100"/>
          </a:p>
        </p:txBody>
      </p:sp>
      <p:sp>
        <p:nvSpPr>
          <p:cNvPr id="72" name="Shape 62"/>
          <p:cNvSpPr/>
          <p:nvPr/>
        </p:nvSpPr>
        <p:spPr>
          <a:xfrm>
            <a:off x="7276795"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73" name="Text 63"/>
          <p:cNvSpPr/>
          <p:nvPr/>
        </p:nvSpPr>
        <p:spPr>
          <a:xfrm>
            <a:off x="7331659"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Proactive renewal alerts</a:t>
            </a:r>
            <a:endParaRPr lang="en-US" sz="1100"/>
          </a:p>
        </p:txBody>
      </p:sp>
      <p:sp>
        <p:nvSpPr>
          <p:cNvPr id="74" name="Shape 64"/>
          <p:cNvSpPr/>
          <p:nvPr/>
        </p:nvSpPr>
        <p:spPr>
          <a:xfrm>
            <a:off x="9513418"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75" name="Text 65"/>
          <p:cNvSpPr/>
          <p:nvPr/>
        </p:nvSpPr>
        <p:spPr>
          <a:xfrm>
            <a:off x="9568282" y="5815584"/>
            <a:ext cx="1998878" cy="566928"/>
          </a:xfrm>
          <a:prstGeom prst="rect">
            <a:avLst/>
          </a:prstGeom>
          <a:noFill/>
          <a:ln/>
        </p:spPr>
        <p:txBody>
          <a:bodyPr wrap="square" lIns="0" tIns="0" rIns="0" bIns="0" rtlCol="0" anchor="ctr"/>
          <a:lstStyle/>
          <a:p>
            <a:pPr algn="ctr"/>
            <a:r>
              <a:rPr lang="en-US" sz="1100" b="1">
                <a:solidFill>
                  <a:srgbClr val="FFFFFF"/>
                </a:solidFill>
                <a:latin typeface="Segoe UI" pitchFamily="34" charset="0"/>
                <a:cs typeface="Segoe UI" pitchFamily="34" charset="-120"/>
              </a:rPr>
              <a:t>Traceability and evaluation</a:t>
            </a:r>
          </a:p>
        </p:txBody>
      </p:sp>
      <p:grpSp>
        <p:nvGrpSpPr>
          <p:cNvPr id="76" name="Group 75">
            <a:extLst>
              <a:ext uri="{FF2B5EF4-FFF2-40B4-BE49-F238E27FC236}">
                <a16:creationId xmlns:a16="http://schemas.microsoft.com/office/drawing/2014/main" id="{6D4F6058-107C-173C-4D0E-BEAE6D1BB166}"/>
              </a:ext>
            </a:extLst>
          </p:cNvPr>
          <p:cNvGrpSpPr/>
          <p:nvPr/>
        </p:nvGrpSpPr>
        <p:grpSpPr>
          <a:xfrm>
            <a:off x="10475710" y="128017"/>
            <a:ext cx="1609792" cy="347472"/>
            <a:chOff x="7927675" y="1468480"/>
            <a:chExt cx="2024422" cy="800752"/>
          </a:xfrm>
          <a:solidFill>
            <a:srgbClr val="463668"/>
          </a:solidFill>
        </p:grpSpPr>
        <p:sp>
          <p:nvSpPr>
            <p:cNvPr id="77" name="Rounded Rectangle 12">
              <a:extLst>
                <a:ext uri="{FF2B5EF4-FFF2-40B4-BE49-F238E27FC236}">
                  <a16:creationId xmlns:a16="http://schemas.microsoft.com/office/drawing/2014/main" id="{2FA2157A-0269-9704-05D1-BFD7D8451EB9}"/>
                </a:ext>
                <a:ext uri="{C183D7F6-B498-43B3-948B-1728B52AA6E4}">
                  <adec:decorative xmlns:adec="http://schemas.microsoft.com/office/drawing/2017/decorative" val="1"/>
                </a:ext>
              </a:extLst>
            </p:cNvPr>
            <p:cNvSpPr/>
            <p:nvPr/>
          </p:nvSpPr>
          <p:spPr bwMode="auto">
            <a:xfrm>
              <a:off x="7927675" y="1468480"/>
              <a:ext cx="2024422" cy="800752"/>
            </a:xfrm>
            <a:prstGeom prst="roundRect">
              <a:avLst>
                <a:gd name="adj" fmla="val 12124"/>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Segoe UI"/>
                <a:ea typeface="+mn-ea"/>
                <a:cs typeface="Segoe UI Light" panose="020B0502040204020203" pitchFamily="34" charset="0"/>
              </a:endParaRPr>
            </a:p>
          </p:txBody>
        </p:sp>
        <p:sp>
          <p:nvSpPr>
            <p:cNvPr id="78" name="TextBox 77">
              <a:extLst>
                <a:ext uri="{FF2B5EF4-FFF2-40B4-BE49-F238E27FC236}">
                  <a16:creationId xmlns:a16="http://schemas.microsoft.com/office/drawing/2014/main" id="{BA3826CC-CE1F-5A54-5FAE-6AD78D4CF3BF}"/>
                </a:ext>
              </a:extLst>
            </p:cNvPr>
            <p:cNvSpPr txBox="1"/>
            <p:nvPr/>
          </p:nvSpPr>
          <p:spPr>
            <a:xfrm>
              <a:off x="8170714" y="1586579"/>
              <a:ext cx="1538343" cy="425564"/>
            </a:xfrm>
            <a:prstGeom prst="rect">
              <a:avLst/>
            </a:prstGeom>
          </p:spPr>
          <p:txBody>
            <a:bodyPr wrap="square" lIns="0" tIns="0" rIns="0" bIns="0" rtlCol="0" anchor="ctr"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2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Business View</a:t>
              </a:r>
              <a:endParaRPr kumimoji="0" lang="en-US" sz="16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55680" cy="685800"/>
          </a:xfrm>
          <a:prstGeom prst="rect">
            <a:avLst/>
          </a:prstGeom>
          <a:noFill/>
          <a:ln/>
        </p:spPr>
        <p:txBody>
          <a:bodyPr wrap="square" lIns="0" tIns="0" rIns="0" bIns="0" rtlCol="0" anchor="ctr"/>
          <a:lstStyle/>
          <a:p>
            <a:pPr marL="0" indent="0" algn="l">
              <a:buNone/>
            </a:pPr>
            <a:r>
              <a:rPr lang="en-US" sz="3200" b="1">
                <a:solidFill>
                  <a:srgbClr val="17223B"/>
                </a:solidFill>
                <a:latin typeface="Segoe UI" pitchFamily="34" charset="0"/>
                <a:ea typeface="Segoe UI" pitchFamily="34" charset="-122"/>
                <a:cs typeface="Segoe UI" pitchFamily="34" charset="-120"/>
              </a:rPr>
              <a:t>What does our agentic CLM workflow look like?</a:t>
            </a:r>
            <a:endParaRPr lang="en-US" sz="3200"/>
          </a:p>
        </p:txBody>
      </p:sp>
      <p:sp>
        <p:nvSpPr>
          <p:cNvPr id="3" name="Shape 1"/>
          <p:cNvSpPr/>
          <p:nvPr/>
        </p:nvSpPr>
        <p:spPr>
          <a:xfrm>
            <a:off x="411480" y="1078992"/>
            <a:ext cx="11365992" cy="3200400"/>
          </a:xfrm>
          <a:prstGeom prst="roundRect">
            <a:avLst>
              <a:gd name="adj" fmla="val 3429"/>
            </a:avLst>
          </a:prstGeom>
          <a:solidFill>
            <a:srgbClr val="FFFFFF"/>
          </a:solidFill>
          <a:ln w="12700">
            <a:solidFill>
              <a:srgbClr val="E3E8F0"/>
            </a:solidFill>
            <a:prstDash val="solid"/>
          </a:ln>
          <a:effectLst>
            <a:outerShdw blurRad="114300" dist="38100" dir="5400000" algn="bl" rotWithShape="0">
              <a:srgbClr val="1F3864">
                <a:alpha val="16000"/>
              </a:srgbClr>
            </a:outerShdw>
          </a:effectLst>
        </p:spPr>
        <p:txBody>
          <a:bodyPr/>
          <a:lstStyle/>
          <a:p>
            <a:endParaRPr lang="en-DE"/>
          </a:p>
        </p:txBody>
      </p:sp>
      <p:sp>
        <p:nvSpPr>
          <p:cNvPr id="4" name="Shape 2"/>
          <p:cNvSpPr/>
          <p:nvPr/>
        </p:nvSpPr>
        <p:spPr>
          <a:xfrm>
            <a:off x="1257872" y="2304288"/>
            <a:ext cx="9673209" cy="0"/>
          </a:xfrm>
          <a:prstGeom prst="line">
            <a:avLst/>
          </a:prstGeom>
          <a:noFill/>
          <a:ln w="15875">
            <a:solidFill>
              <a:srgbClr val="C7CDD6"/>
            </a:solidFill>
            <a:prstDash val="dash"/>
          </a:ln>
        </p:spPr>
        <p:txBody>
          <a:bodyPr/>
          <a:lstStyle/>
          <a:p>
            <a:endParaRPr lang="en-DE"/>
          </a:p>
        </p:txBody>
      </p:sp>
      <p:sp>
        <p:nvSpPr>
          <p:cNvPr id="5" name="Text 3"/>
          <p:cNvSpPr/>
          <p:nvPr/>
        </p:nvSpPr>
        <p:spPr>
          <a:xfrm>
            <a:off x="566928"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Orchestrated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intake</a:t>
            </a:r>
            <a:endParaRPr lang="en-US" sz="1200"/>
          </a:p>
        </p:txBody>
      </p:sp>
      <p:sp>
        <p:nvSpPr>
          <p:cNvPr id="6" name="Shape 4"/>
          <p:cNvSpPr/>
          <p:nvPr/>
        </p:nvSpPr>
        <p:spPr>
          <a:xfrm>
            <a:off x="1225868" y="1828800"/>
            <a:ext cx="64008" cy="64008"/>
          </a:xfrm>
          <a:prstGeom prst="ellipse">
            <a:avLst/>
          </a:prstGeom>
          <a:solidFill>
            <a:srgbClr val="0F6CBD"/>
          </a:solidFill>
          <a:ln/>
        </p:spPr>
        <p:txBody>
          <a:bodyPr/>
          <a:lstStyle/>
          <a:p>
            <a:endParaRPr lang="en-DE"/>
          </a:p>
        </p:txBody>
      </p:sp>
      <p:sp>
        <p:nvSpPr>
          <p:cNvPr id="7" name="Shape 5"/>
          <p:cNvSpPr/>
          <p:nvPr/>
        </p:nvSpPr>
        <p:spPr>
          <a:xfrm>
            <a:off x="1257872" y="1892808"/>
            <a:ext cx="0" cy="109728"/>
          </a:xfrm>
          <a:prstGeom prst="line">
            <a:avLst/>
          </a:prstGeom>
          <a:noFill/>
          <a:ln w="12700">
            <a:solidFill>
              <a:srgbClr val="B9C2D0"/>
            </a:solidFill>
            <a:prstDash val="solid"/>
          </a:ln>
        </p:spPr>
        <p:txBody>
          <a:bodyPr/>
          <a:lstStyle/>
          <a:p>
            <a:endParaRPr lang="en-DE"/>
          </a:p>
        </p:txBody>
      </p:sp>
      <p:sp>
        <p:nvSpPr>
          <p:cNvPr id="8" name="Shape 6"/>
          <p:cNvSpPr/>
          <p:nvPr/>
        </p:nvSpPr>
        <p:spPr>
          <a:xfrm>
            <a:off x="956119"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9" name="Image 0" descr="preencoded.png"/>
          <p:cNvPicPr>
            <a:picLocks noChangeAspect="1"/>
          </p:cNvPicPr>
          <p:nvPr/>
        </p:nvPicPr>
        <p:blipFill>
          <a:blip r:embed="rId3"/>
          <a:stretch>
            <a:fillRect/>
          </a:stretch>
        </p:blipFill>
        <p:spPr>
          <a:xfrm>
            <a:off x="1102424" y="2148840"/>
            <a:ext cx="310896" cy="310896"/>
          </a:xfrm>
          <a:prstGeom prst="rect">
            <a:avLst/>
          </a:prstGeom>
        </p:spPr>
      </p:pic>
      <p:sp>
        <p:nvSpPr>
          <p:cNvPr id="10" name="Text 7"/>
          <p:cNvSpPr/>
          <p:nvPr/>
        </p:nvSpPr>
        <p:spPr>
          <a:xfrm>
            <a:off x="612648" y="2724912"/>
            <a:ext cx="1290447" cy="1463040"/>
          </a:xfrm>
          <a:prstGeom prst="rect">
            <a:avLst/>
          </a:prstGeom>
          <a:noFill/>
          <a:ln/>
        </p:spPr>
        <p:txBody>
          <a:bodyPr wrap="square" lIns="0" tIns="0" rIns="0" bIns="0" rtlCol="0" anchor="t"/>
          <a:lstStyle/>
          <a:p>
            <a:pPr algn="ctr"/>
            <a:r>
              <a:rPr lang="en-US" sz="950">
                <a:solidFill>
                  <a:srgbClr val="3B3B3B"/>
                </a:solidFill>
                <a:latin typeface="Segoe UI"/>
                <a:cs typeface="Segoe UI"/>
              </a:rPr>
              <a:t>Orchestrator (GPT-5.4) receives the request. Routes it to the right specialist agent. Hands off context so nothing is re-explained</a:t>
            </a:r>
            <a:r>
              <a:rPr lang="en-US" sz="950">
                <a:solidFill>
                  <a:srgbClr val="3B3B3B"/>
                </a:solidFill>
                <a:latin typeface="Segoe UI"/>
                <a:ea typeface="Segoe UI" pitchFamily="34" charset="-122"/>
                <a:cs typeface="Segoe UI"/>
              </a:rPr>
              <a:t>.</a:t>
            </a:r>
            <a:endParaRPr lang="en-US" sz="950">
              <a:latin typeface="Segoe UI"/>
              <a:cs typeface="Segoe UI"/>
            </a:endParaRPr>
          </a:p>
        </p:txBody>
      </p:sp>
      <p:sp>
        <p:nvSpPr>
          <p:cNvPr id="11" name="Text 8"/>
          <p:cNvSpPr/>
          <p:nvPr/>
        </p:nvSpPr>
        <p:spPr>
          <a:xfrm>
            <a:off x="1948815"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Grounded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drafting</a:t>
            </a:r>
            <a:endParaRPr lang="en-US" sz="1200"/>
          </a:p>
        </p:txBody>
      </p:sp>
      <p:sp>
        <p:nvSpPr>
          <p:cNvPr id="12" name="Shape 9"/>
          <p:cNvSpPr/>
          <p:nvPr/>
        </p:nvSpPr>
        <p:spPr>
          <a:xfrm>
            <a:off x="2607754" y="1828800"/>
            <a:ext cx="64008" cy="64008"/>
          </a:xfrm>
          <a:prstGeom prst="ellipse">
            <a:avLst/>
          </a:prstGeom>
          <a:solidFill>
            <a:srgbClr val="0F6CBD"/>
          </a:solidFill>
          <a:ln/>
        </p:spPr>
        <p:txBody>
          <a:bodyPr/>
          <a:lstStyle/>
          <a:p>
            <a:endParaRPr lang="en-DE"/>
          </a:p>
        </p:txBody>
      </p:sp>
      <p:sp>
        <p:nvSpPr>
          <p:cNvPr id="13" name="Shape 10"/>
          <p:cNvSpPr/>
          <p:nvPr/>
        </p:nvSpPr>
        <p:spPr>
          <a:xfrm>
            <a:off x="2639759" y="1892808"/>
            <a:ext cx="0" cy="109728"/>
          </a:xfrm>
          <a:prstGeom prst="line">
            <a:avLst/>
          </a:prstGeom>
          <a:noFill/>
          <a:ln w="12700">
            <a:solidFill>
              <a:srgbClr val="B9C2D0"/>
            </a:solidFill>
            <a:prstDash val="solid"/>
          </a:ln>
        </p:spPr>
        <p:txBody>
          <a:bodyPr/>
          <a:lstStyle/>
          <a:p>
            <a:endParaRPr lang="en-DE"/>
          </a:p>
        </p:txBody>
      </p:sp>
      <p:sp>
        <p:nvSpPr>
          <p:cNvPr id="14" name="Shape 11"/>
          <p:cNvSpPr/>
          <p:nvPr/>
        </p:nvSpPr>
        <p:spPr>
          <a:xfrm>
            <a:off x="2338007"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15" name="Image 1" descr="preencoded.png"/>
          <p:cNvPicPr>
            <a:picLocks noChangeAspect="1"/>
          </p:cNvPicPr>
          <p:nvPr/>
        </p:nvPicPr>
        <p:blipFill>
          <a:blip r:embed="rId4"/>
          <a:stretch>
            <a:fillRect/>
          </a:stretch>
        </p:blipFill>
        <p:spPr>
          <a:xfrm>
            <a:off x="2484311" y="2148840"/>
            <a:ext cx="310896" cy="310896"/>
          </a:xfrm>
          <a:prstGeom prst="rect">
            <a:avLst/>
          </a:prstGeom>
        </p:spPr>
      </p:pic>
      <p:sp>
        <p:nvSpPr>
          <p:cNvPr id="16" name="Text 12"/>
          <p:cNvSpPr/>
          <p:nvPr/>
        </p:nvSpPr>
        <p:spPr>
          <a:xfrm>
            <a:off x="1994535" y="2724912"/>
            <a:ext cx="1290447" cy="1463040"/>
          </a:xfrm>
          <a:prstGeom prst="rect">
            <a:avLst/>
          </a:prstGeom>
          <a:noFill/>
          <a:ln/>
        </p:spPr>
        <p:txBody>
          <a:bodyPr wrap="square" lIns="0" tIns="0" rIns="0" bIns="0" rtlCol="0" anchor="t"/>
          <a:lstStyle/>
          <a:p>
            <a:pPr algn="ctr"/>
            <a:r>
              <a:rPr lang="en-US" sz="950">
                <a:solidFill>
                  <a:srgbClr val="3B3B3B"/>
                </a:solidFill>
                <a:latin typeface="Segoe UI"/>
                <a:cs typeface="Segoe UI"/>
              </a:rPr>
              <a:t>Intake &amp; Drafting agent (GPT-5.4) drafts the contract. Pulls from approved templates. Uses the Standard Clause Library.</a:t>
            </a:r>
          </a:p>
        </p:txBody>
      </p:sp>
      <p:sp>
        <p:nvSpPr>
          <p:cNvPr id="17" name="Text 13"/>
          <p:cNvSpPr/>
          <p:nvPr/>
        </p:nvSpPr>
        <p:spPr>
          <a:xfrm>
            <a:off x="3330702"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Cited</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retrieval</a:t>
            </a:r>
            <a:endParaRPr lang="en-US" sz="1200"/>
          </a:p>
        </p:txBody>
      </p:sp>
      <p:sp>
        <p:nvSpPr>
          <p:cNvPr id="18" name="Shape 14"/>
          <p:cNvSpPr/>
          <p:nvPr/>
        </p:nvSpPr>
        <p:spPr>
          <a:xfrm>
            <a:off x="3989642" y="1828800"/>
            <a:ext cx="64008" cy="64008"/>
          </a:xfrm>
          <a:prstGeom prst="ellipse">
            <a:avLst/>
          </a:prstGeom>
          <a:solidFill>
            <a:srgbClr val="0F6CBD"/>
          </a:solidFill>
          <a:ln/>
        </p:spPr>
        <p:txBody>
          <a:bodyPr/>
          <a:lstStyle/>
          <a:p>
            <a:endParaRPr lang="en-DE"/>
          </a:p>
        </p:txBody>
      </p:sp>
      <p:sp>
        <p:nvSpPr>
          <p:cNvPr id="19" name="Shape 15"/>
          <p:cNvSpPr/>
          <p:nvPr/>
        </p:nvSpPr>
        <p:spPr>
          <a:xfrm>
            <a:off x="4021646" y="1892808"/>
            <a:ext cx="0" cy="109728"/>
          </a:xfrm>
          <a:prstGeom prst="line">
            <a:avLst/>
          </a:prstGeom>
          <a:noFill/>
          <a:ln w="12700">
            <a:solidFill>
              <a:srgbClr val="B9C2D0"/>
            </a:solidFill>
            <a:prstDash val="solid"/>
          </a:ln>
        </p:spPr>
        <p:txBody>
          <a:bodyPr/>
          <a:lstStyle/>
          <a:p>
            <a:endParaRPr lang="en-DE"/>
          </a:p>
        </p:txBody>
      </p:sp>
      <p:sp>
        <p:nvSpPr>
          <p:cNvPr id="20" name="Shape 16"/>
          <p:cNvSpPr/>
          <p:nvPr/>
        </p:nvSpPr>
        <p:spPr>
          <a:xfrm>
            <a:off x="3719894"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21" name="Image 2" descr="preencoded.png"/>
          <p:cNvPicPr>
            <a:picLocks noChangeAspect="1"/>
          </p:cNvPicPr>
          <p:nvPr/>
        </p:nvPicPr>
        <p:blipFill>
          <a:blip r:embed="rId5"/>
          <a:stretch>
            <a:fillRect/>
          </a:stretch>
        </p:blipFill>
        <p:spPr>
          <a:xfrm>
            <a:off x="3866198" y="2148840"/>
            <a:ext cx="310896" cy="310896"/>
          </a:xfrm>
          <a:prstGeom prst="rect">
            <a:avLst/>
          </a:prstGeom>
        </p:spPr>
      </p:pic>
      <p:sp>
        <p:nvSpPr>
          <p:cNvPr id="22" name="Text 17"/>
          <p:cNvSpPr/>
          <p:nvPr/>
        </p:nvSpPr>
        <p:spPr>
          <a:xfrm>
            <a:off x="3376422" y="2724912"/>
            <a:ext cx="1290447" cy="1463040"/>
          </a:xfrm>
          <a:prstGeom prst="rect">
            <a:avLst/>
          </a:prstGeom>
          <a:noFill/>
          <a:ln/>
        </p:spPr>
        <p:txBody>
          <a:bodyPr wrap="square" lIns="0" tIns="0" rIns="0" bIns="0" rtlCol="0" anchor="t"/>
          <a:lstStyle/>
          <a:p>
            <a:pPr algn="ctr"/>
            <a:r>
              <a:rPr lang="en-US" sz="950">
                <a:solidFill>
                  <a:srgbClr val="3B3B3B"/>
                </a:solidFill>
                <a:latin typeface="Segoe UI"/>
                <a:cs typeface="Segoe UI"/>
              </a:rPr>
              <a:t>Agent answers policy and clause questions. Every answer comes with citations back to source. Grounded over the contract corpus, not free-form generation.</a:t>
            </a:r>
          </a:p>
          <a:p>
            <a:pPr marL="0" indent="0" algn="ctr">
              <a:lnSpc>
                <a:spcPct val="98000"/>
              </a:lnSpc>
              <a:buNone/>
            </a:pPr>
            <a:endParaRPr lang="en-US" sz="950">
              <a:solidFill>
                <a:srgbClr val="3B3B3B"/>
              </a:solidFill>
              <a:cs typeface="Segoe UI"/>
            </a:endParaRPr>
          </a:p>
        </p:txBody>
      </p:sp>
      <p:sp>
        <p:nvSpPr>
          <p:cNvPr id="23" name="Text 18"/>
          <p:cNvSpPr/>
          <p:nvPr/>
        </p:nvSpPr>
        <p:spPr>
          <a:xfrm>
            <a:off x="4712589"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Clause extraction</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&amp; risk</a:t>
            </a:r>
            <a:endParaRPr lang="en-US" sz="1200"/>
          </a:p>
        </p:txBody>
      </p:sp>
      <p:sp>
        <p:nvSpPr>
          <p:cNvPr id="24" name="Shape 19"/>
          <p:cNvSpPr/>
          <p:nvPr/>
        </p:nvSpPr>
        <p:spPr>
          <a:xfrm>
            <a:off x="5371529" y="1828800"/>
            <a:ext cx="64008" cy="64008"/>
          </a:xfrm>
          <a:prstGeom prst="ellipse">
            <a:avLst/>
          </a:prstGeom>
          <a:solidFill>
            <a:srgbClr val="0F6CBD"/>
          </a:solidFill>
          <a:ln/>
        </p:spPr>
        <p:txBody>
          <a:bodyPr/>
          <a:lstStyle/>
          <a:p>
            <a:endParaRPr lang="en-DE"/>
          </a:p>
        </p:txBody>
      </p:sp>
      <p:sp>
        <p:nvSpPr>
          <p:cNvPr id="25" name="Shape 20"/>
          <p:cNvSpPr/>
          <p:nvPr/>
        </p:nvSpPr>
        <p:spPr>
          <a:xfrm>
            <a:off x="5403533" y="1892808"/>
            <a:ext cx="0" cy="109728"/>
          </a:xfrm>
          <a:prstGeom prst="line">
            <a:avLst/>
          </a:prstGeom>
          <a:noFill/>
          <a:ln w="12700">
            <a:solidFill>
              <a:srgbClr val="B9C2D0"/>
            </a:solidFill>
            <a:prstDash val="solid"/>
          </a:ln>
        </p:spPr>
        <p:txBody>
          <a:bodyPr/>
          <a:lstStyle/>
          <a:p>
            <a:endParaRPr lang="en-DE"/>
          </a:p>
        </p:txBody>
      </p:sp>
      <p:sp>
        <p:nvSpPr>
          <p:cNvPr id="26" name="Shape 21"/>
          <p:cNvSpPr/>
          <p:nvPr/>
        </p:nvSpPr>
        <p:spPr>
          <a:xfrm>
            <a:off x="5101781"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27" name="Image 3" descr="preencoded.png"/>
          <p:cNvPicPr>
            <a:picLocks noChangeAspect="1"/>
          </p:cNvPicPr>
          <p:nvPr/>
        </p:nvPicPr>
        <p:blipFill>
          <a:blip r:embed="rId6"/>
          <a:stretch>
            <a:fillRect/>
          </a:stretch>
        </p:blipFill>
        <p:spPr>
          <a:xfrm>
            <a:off x="5248085" y="2148840"/>
            <a:ext cx="310896" cy="310896"/>
          </a:xfrm>
          <a:prstGeom prst="rect">
            <a:avLst/>
          </a:prstGeom>
        </p:spPr>
      </p:pic>
      <p:sp>
        <p:nvSpPr>
          <p:cNvPr id="28" name="Text 22"/>
          <p:cNvSpPr/>
          <p:nvPr/>
        </p:nvSpPr>
        <p:spPr>
          <a:xfrm>
            <a:off x="4758309" y="2724912"/>
            <a:ext cx="1290447" cy="1463040"/>
          </a:xfrm>
          <a:prstGeom prst="rect">
            <a:avLst/>
          </a:prstGeom>
          <a:noFill/>
          <a:ln/>
        </p:spPr>
        <p:txBody>
          <a:bodyPr wrap="square" lIns="0" tIns="0" rIns="0" bIns="0" rtlCol="0" anchor="t"/>
          <a:lstStyle/>
          <a:p>
            <a:pPr algn="ctr"/>
            <a:r>
              <a:rPr lang="en-US" sz="950">
                <a:solidFill>
                  <a:srgbClr val="3B3B3B"/>
                </a:solidFill>
                <a:latin typeface="Segoe UI"/>
                <a:cs typeface="Segoe UI"/>
              </a:rPr>
              <a:t>Clause &amp; Risk agent (GPT-5.6) extracts and classifies clauses. Compares each one to the Standard Clause Library. Scores contractual risk and flags deviations.</a:t>
            </a:r>
            <a:endParaRPr lang="en-US" sz="950">
              <a:latin typeface="Segoe UI"/>
              <a:cs typeface="Segoe UI"/>
            </a:endParaRPr>
          </a:p>
        </p:txBody>
      </p:sp>
      <p:sp>
        <p:nvSpPr>
          <p:cNvPr id="29" name="Text 23"/>
          <p:cNvSpPr/>
          <p:nvPr/>
        </p:nvSpPr>
        <p:spPr>
          <a:xfrm>
            <a:off x="6094476"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Human</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sign-off</a:t>
            </a:r>
            <a:endParaRPr lang="en-US" sz="1200"/>
          </a:p>
        </p:txBody>
      </p:sp>
      <p:sp>
        <p:nvSpPr>
          <p:cNvPr id="30" name="Shape 24"/>
          <p:cNvSpPr/>
          <p:nvPr/>
        </p:nvSpPr>
        <p:spPr>
          <a:xfrm>
            <a:off x="6753416" y="1828800"/>
            <a:ext cx="64008" cy="64008"/>
          </a:xfrm>
          <a:prstGeom prst="ellipse">
            <a:avLst/>
          </a:prstGeom>
          <a:solidFill>
            <a:srgbClr val="0F6CBD"/>
          </a:solidFill>
          <a:ln/>
        </p:spPr>
        <p:txBody>
          <a:bodyPr/>
          <a:lstStyle/>
          <a:p>
            <a:endParaRPr lang="en-DE"/>
          </a:p>
        </p:txBody>
      </p:sp>
      <p:sp>
        <p:nvSpPr>
          <p:cNvPr id="31" name="Shape 25"/>
          <p:cNvSpPr/>
          <p:nvPr/>
        </p:nvSpPr>
        <p:spPr>
          <a:xfrm>
            <a:off x="6785420" y="1892808"/>
            <a:ext cx="0" cy="109728"/>
          </a:xfrm>
          <a:prstGeom prst="line">
            <a:avLst/>
          </a:prstGeom>
          <a:noFill/>
          <a:ln w="12700">
            <a:solidFill>
              <a:srgbClr val="B9C2D0"/>
            </a:solidFill>
            <a:prstDash val="solid"/>
          </a:ln>
        </p:spPr>
        <p:txBody>
          <a:bodyPr/>
          <a:lstStyle/>
          <a:p>
            <a:endParaRPr lang="en-DE"/>
          </a:p>
        </p:txBody>
      </p:sp>
      <p:sp>
        <p:nvSpPr>
          <p:cNvPr id="32" name="Shape 26"/>
          <p:cNvSpPr/>
          <p:nvPr/>
        </p:nvSpPr>
        <p:spPr>
          <a:xfrm>
            <a:off x="6483668"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33" name="Image 4" descr="preencoded.png"/>
          <p:cNvPicPr>
            <a:picLocks noChangeAspect="1"/>
          </p:cNvPicPr>
          <p:nvPr/>
        </p:nvPicPr>
        <p:blipFill>
          <a:blip r:embed="rId7"/>
          <a:stretch>
            <a:fillRect/>
          </a:stretch>
        </p:blipFill>
        <p:spPr>
          <a:xfrm>
            <a:off x="6629972" y="2148840"/>
            <a:ext cx="310896" cy="310896"/>
          </a:xfrm>
          <a:prstGeom prst="rect">
            <a:avLst/>
          </a:prstGeom>
        </p:spPr>
      </p:pic>
      <p:sp>
        <p:nvSpPr>
          <p:cNvPr id="34" name="Text 27"/>
          <p:cNvSpPr/>
          <p:nvPr/>
        </p:nvSpPr>
        <p:spPr>
          <a:xfrm>
            <a:off x="6140196" y="2724912"/>
            <a:ext cx="1290447" cy="1463040"/>
          </a:xfrm>
          <a:prstGeom prst="rect">
            <a:avLst/>
          </a:prstGeom>
          <a:noFill/>
          <a:ln/>
        </p:spPr>
        <p:txBody>
          <a:bodyPr wrap="square" lIns="0" tIns="0" rIns="0" bIns="0" rtlCol="0" anchor="t"/>
          <a:lstStyle/>
          <a:p>
            <a:pPr algn="ctr">
              <a:lnSpc>
                <a:spcPct val="98000"/>
              </a:lnSpc>
            </a:pPr>
            <a:r>
              <a:rPr lang="en-US" sz="950">
                <a:solidFill>
                  <a:srgbClr val="3B3B3B"/>
                </a:solidFill>
                <a:latin typeface="Segoe UI"/>
                <a:cs typeface="Segoe UI"/>
              </a:rPr>
              <a:t>Orchestrator hands the flagged output to a person. Reviewer checks flags, citations, and risk score. Nothing is finalized without human approval — human always in the loop by design.</a:t>
            </a:r>
          </a:p>
        </p:txBody>
      </p:sp>
      <p:sp>
        <p:nvSpPr>
          <p:cNvPr id="35" name="Text 28"/>
          <p:cNvSpPr/>
          <p:nvPr/>
        </p:nvSpPr>
        <p:spPr>
          <a:xfrm>
            <a:off x="7476363"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Obligation</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&amp; renewal</a:t>
            </a:r>
            <a:endParaRPr lang="en-US" sz="1200"/>
          </a:p>
        </p:txBody>
      </p:sp>
      <p:sp>
        <p:nvSpPr>
          <p:cNvPr id="36" name="Shape 29"/>
          <p:cNvSpPr/>
          <p:nvPr/>
        </p:nvSpPr>
        <p:spPr>
          <a:xfrm>
            <a:off x="8135303" y="1828800"/>
            <a:ext cx="64008" cy="64008"/>
          </a:xfrm>
          <a:prstGeom prst="ellipse">
            <a:avLst/>
          </a:prstGeom>
          <a:solidFill>
            <a:srgbClr val="0F6CBD"/>
          </a:solidFill>
          <a:ln/>
        </p:spPr>
        <p:txBody>
          <a:bodyPr/>
          <a:lstStyle/>
          <a:p>
            <a:endParaRPr lang="en-DE"/>
          </a:p>
        </p:txBody>
      </p:sp>
      <p:sp>
        <p:nvSpPr>
          <p:cNvPr id="37" name="Shape 30"/>
          <p:cNvSpPr/>
          <p:nvPr/>
        </p:nvSpPr>
        <p:spPr>
          <a:xfrm>
            <a:off x="8167307" y="1892808"/>
            <a:ext cx="0" cy="109728"/>
          </a:xfrm>
          <a:prstGeom prst="line">
            <a:avLst/>
          </a:prstGeom>
          <a:noFill/>
          <a:ln w="12700">
            <a:solidFill>
              <a:srgbClr val="B9C2D0"/>
            </a:solidFill>
            <a:prstDash val="solid"/>
          </a:ln>
        </p:spPr>
        <p:txBody>
          <a:bodyPr/>
          <a:lstStyle/>
          <a:p>
            <a:endParaRPr lang="en-DE"/>
          </a:p>
        </p:txBody>
      </p:sp>
      <p:sp>
        <p:nvSpPr>
          <p:cNvPr id="38" name="Shape 31"/>
          <p:cNvSpPr/>
          <p:nvPr/>
        </p:nvSpPr>
        <p:spPr>
          <a:xfrm>
            <a:off x="7865555"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39" name="Image 5" descr="preencoded.png"/>
          <p:cNvPicPr>
            <a:picLocks noChangeAspect="1"/>
          </p:cNvPicPr>
          <p:nvPr/>
        </p:nvPicPr>
        <p:blipFill>
          <a:blip r:embed="rId8"/>
          <a:stretch>
            <a:fillRect/>
          </a:stretch>
        </p:blipFill>
        <p:spPr>
          <a:xfrm>
            <a:off x="8011859" y="2148840"/>
            <a:ext cx="310896" cy="310896"/>
          </a:xfrm>
          <a:prstGeom prst="rect">
            <a:avLst/>
          </a:prstGeom>
        </p:spPr>
      </p:pic>
      <p:sp>
        <p:nvSpPr>
          <p:cNvPr id="40" name="Text 32"/>
          <p:cNvSpPr/>
          <p:nvPr/>
        </p:nvSpPr>
        <p:spPr>
          <a:xfrm>
            <a:off x="7522083" y="2724912"/>
            <a:ext cx="1290447" cy="1463040"/>
          </a:xfrm>
          <a:prstGeom prst="rect">
            <a:avLst/>
          </a:prstGeom>
          <a:noFill/>
          <a:ln/>
        </p:spPr>
        <p:txBody>
          <a:bodyPr wrap="square" lIns="0" tIns="0" rIns="0" bIns="0" rtlCol="0" anchor="t"/>
          <a:lstStyle/>
          <a:p>
            <a:pPr algn="ctr">
              <a:lnSpc>
                <a:spcPct val="98000"/>
              </a:lnSpc>
            </a:pPr>
            <a:r>
              <a:rPr lang="en-US" sz="950">
                <a:solidFill>
                  <a:srgbClr val="3B3B3B"/>
                </a:solidFill>
                <a:latin typeface="Segoe UI"/>
                <a:cs typeface="Segoe UI"/>
              </a:rPr>
              <a:t>Obligation &amp; Renewal agent (GPT-5.4-nano)is Separate proactive job. Scans contracts for milestones and upcoming renewals. Uses function tools to do this on a schedule</a:t>
            </a:r>
          </a:p>
          <a:p>
            <a:pPr marL="0" indent="0" algn="ctr">
              <a:lnSpc>
                <a:spcPct val="98000"/>
              </a:lnSpc>
              <a:buNone/>
            </a:pPr>
            <a:endParaRPr lang="en-US" sz="950">
              <a:solidFill>
                <a:srgbClr val="3B3B3B"/>
              </a:solidFill>
              <a:cs typeface="Segoe UI"/>
            </a:endParaRPr>
          </a:p>
        </p:txBody>
      </p:sp>
      <p:sp>
        <p:nvSpPr>
          <p:cNvPr id="41" name="Text 33"/>
          <p:cNvSpPr/>
          <p:nvPr/>
        </p:nvSpPr>
        <p:spPr>
          <a:xfrm>
            <a:off x="8858250"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Proactive</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alerts</a:t>
            </a:r>
            <a:endParaRPr lang="en-US" sz="1200"/>
          </a:p>
        </p:txBody>
      </p:sp>
      <p:sp>
        <p:nvSpPr>
          <p:cNvPr id="42" name="Shape 34"/>
          <p:cNvSpPr/>
          <p:nvPr/>
        </p:nvSpPr>
        <p:spPr>
          <a:xfrm>
            <a:off x="9517189" y="1828800"/>
            <a:ext cx="64008" cy="64008"/>
          </a:xfrm>
          <a:prstGeom prst="ellipse">
            <a:avLst/>
          </a:prstGeom>
          <a:solidFill>
            <a:srgbClr val="0F6CBD"/>
          </a:solidFill>
          <a:ln/>
        </p:spPr>
        <p:txBody>
          <a:bodyPr/>
          <a:lstStyle/>
          <a:p>
            <a:endParaRPr lang="en-DE"/>
          </a:p>
        </p:txBody>
      </p:sp>
      <p:sp>
        <p:nvSpPr>
          <p:cNvPr id="43" name="Shape 35"/>
          <p:cNvSpPr/>
          <p:nvPr/>
        </p:nvSpPr>
        <p:spPr>
          <a:xfrm>
            <a:off x="9549193" y="1892808"/>
            <a:ext cx="0" cy="109728"/>
          </a:xfrm>
          <a:prstGeom prst="line">
            <a:avLst/>
          </a:prstGeom>
          <a:noFill/>
          <a:ln w="12700">
            <a:solidFill>
              <a:srgbClr val="B9C2D0"/>
            </a:solidFill>
            <a:prstDash val="solid"/>
          </a:ln>
        </p:spPr>
        <p:txBody>
          <a:bodyPr/>
          <a:lstStyle/>
          <a:p>
            <a:endParaRPr lang="en-DE"/>
          </a:p>
        </p:txBody>
      </p:sp>
      <p:sp>
        <p:nvSpPr>
          <p:cNvPr id="44" name="Shape 36"/>
          <p:cNvSpPr/>
          <p:nvPr/>
        </p:nvSpPr>
        <p:spPr>
          <a:xfrm>
            <a:off x="9247441"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45" name="Image 6" descr="preencoded.png"/>
          <p:cNvPicPr>
            <a:picLocks noChangeAspect="1"/>
          </p:cNvPicPr>
          <p:nvPr/>
        </p:nvPicPr>
        <p:blipFill>
          <a:blip r:embed="rId9"/>
          <a:stretch>
            <a:fillRect/>
          </a:stretch>
        </p:blipFill>
        <p:spPr>
          <a:xfrm>
            <a:off x="9393745" y="2148840"/>
            <a:ext cx="310896" cy="310896"/>
          </a:xfrm>
          <a:prstGeom prst="rect">
            <a:avLst/>
          </a:prstGeom>
        </p:spPr>
      </p:pic>
      <p:sp>
        <p:nvSpPr>
          <p:cNvPr id="46" name="Text 37"/>
          <p:cNvSpPr/>
          <p:nvPr/>
        </p:nvSpPr>
        <p:spPr>
          <a:xfrm>
            <a:off x="8903970" y="2724912"/>
            <a:ext cx="1290447" cy="1463040"/>
          </a:xfrm>
          <a:prstGeom prst="rect">
            <a:avLst/>
          </a:prstGeom>
          <a:noFill/>
          <a:ln/>
        </p:spPr>
        <p:txBody>
          <a:bodyPr wrap="square" lIns="0" tIns="0" rIns="0" bIns="0" rtlCol="0" anchor="t"/>
          <a:lstStyle/>
          <a:p>
            <a:pPr algn="ctr"/>
            <a:r>
              <a:rPr lang="en-US" sz="950">
                <a:solidFill>
                  <a:srgbClr val="3B3B3B"/>
                </a:solidFill>
                <a:latin typeface="Segoe UI"/>
                <a:cs typeface="Segoe UI"/>
              </a:rPr>
              <a:t>Team's alerts fire ahead of expiry — exact lead-time unverified, don't quote a number. Goal: no renewal slips through unnoticed.</a:t>
            </a:r>
          </a:p>
          <a:p>
            <a:pPr algn="ctr"/>
            <a:endParaRPr lang="en-US" sz="1100">
              <a:solidFill>
                <a:srgbClr val="3B3B3B"/>
              </a:solidFill>
              <a:latin typeface="Segoe UI"/>
              <a:cs typeface="Segoe UI"/>
            </a:endParaRPr>
          </a:p>
          <a:p>
            <a:pPr algn="ctr">
              <a:lnSpc>
                <a:spcPct val="98000"/>
              </a:lnSpc>
            </a:pPr>
            <a:endParaRPr lang="en-US" sz="950">
              <a:solidFill>
                <a:srgbClr val="3B3B3B"/>
              </a:solidFill>
              <a:cs typeface="Segoe UI"/>
            </a:endParaRPr>
          </a:p>
        </p:txBody>
      </p:sp>
      <p:sp>
        <p:nvSpPr>
          <p:cNvPr id="47" name="Text 38"/>
          <p:cNvSpPr/>
          <p:nvPr/>
        </p:nvSpPr>
        <p:spPr>
          <a:xfrm>
            <a:off x="10240137" y="1225296"/>
            <a:ext cx="1381887" cy="548640"/>
          </a:xfrm>
          <a:prstGeom prst="rect">
            <a:avLst/>
          </a:prstGeom>
          <a:noFill/>
          <a:ln/>
        </p:spPr>
        <p:txBody>
          <a:bodyPr wrap="square" lIns="0" tIns="0" rIns="0" bIns="0" rtlCol="0" anchor="t"/>
          <a:lstStyle/>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Publish</a:t>
            </a:r>
            <a:endParaRPr lang="en-US" sz="1200"/>
          </a:p>
          <a:p>
            <a:pPr marL="0" indent="0" algn="ctr">
              <a:lnSpc>
                <a:spcPct val="95000"/>
              </a:lnSpc>
              <a:buNone/>
            </a:pPr>
            <a:r>
              <a:rPr lang="en-US" sz="1200" b="1">
                <a:solidFill>
                  <a:srgbClr val="1F3864"/>
                </a:solidFill>
                <a:latin typeface="Segoe UI" pitchFamily="34" charset="0"/>
                <a:ea typeface="Segoe UI" pitchFamily="34" charset="-122"/>
                <a:cs typeface="Segoe UI" pitchFamily="34" charset="-120"/>
              </a:rPr>
              <a:t>&amp; observe</a:t>
            </a:r>
            <a:endParaRPr lang="en-US" sz="1200"/>
          </a:p>
        </p:txBody>
      </p:sp>
      <p:sp>
        <p:nvSpPr>
          <p:cNvPr id="48" name="Shape 39"/>
          <p:cNvSpPr/>
          <p:nvPr/>
        </p:nvSpPr>
        <p:spPr>
          <a:xfrm>
            <a:off x="10899076" y="1828800"/>
            <a:ext cx="64008" cy="64008"/>
          </a:xfrm>
          <a:prstGeom prst="ellipse">
            <a:avLst/>
          </a:prstGeom>
          <a:solidFill>
            <a:srgbClr val="0F6CBD"/>
          </a:solidFill>
          <a:ln/>
        </p:spPr>
        <p:txBody>
          <a:bodyPr/>
          <a:lstStyle/>
          <a:p>
            <a:endParaRPr lang="en-DE"/>
          </a:p>
        </p:txBody>
      </p:sp>
      <p:sp>
        <p:nvSpPr>
          <p:cNvPr id="49" name="Shape 40"/>
          <p:cNvSpPr/>
          <p:nvPr/>
        </p:nvSpPr>
        <p:spPr>
          <a:xfrm>
            <a:off x="10931080" y="1892808"/>
            <a:ext cx="0" cy="109728"/>
          </a:xfrm>
          <a:prstGeom prst="line">
            <a:avLst/>
          </a:prstGeom>
          <a:noFill/>
          <a:ln w="12700">
            <a:solidFill>
              <a:srgbClr val="B9C2D0"/>
            </a:solidFill>
            <a:prstDash val="solid"/>
          </a:ln>
        </p:spPr>
        <p:txBody>
          <a:bodyPr/>
          <a:lstStyle/>
          <a:p>
            <a:endParaRPr lang="en-DE"/>
          </a:p>
        </p:txBody>
      </p:sp>
      <p:sp>
        <p:nvSpPr>
          <p:cNvPr id="50" name="Shape 41"/>
          <p:cNvSpPr/>
          <p:nvPr/>
        </p:nvSpPr>
        <p:spPr>
          <a:xfrm>
            <a:off x="10629328" y="2002536"/>
            <a:ext cx="603504" cy="603504"/>
          </a:xfrm>
          <a:prstGeom prst="ellipse">
            <a:avLst/>
          </a:prstGeom>
          <a:solidFill>
            <a:srgbClr val="ECEFF4"/>
          </a:solidFill>
          <a:ln w="12700">
            <a:solidFill>
              <a:srgbClr val="DDE3EC"/>
            </a:solidFill>
            <a:prstDash val="solid"/>
          </a:ln>
          <a:effectLst>
            <a:outerShdw blurRad="50800" dist="12700" dir="5400000" algn="bl" rotWithShape="0">
              <a:srgbClr val="8A97AC">
                <a:alpha val="25000"/>
              </a:srgbClr>
            </a:outerShdw>
          </a:effectLst>
        </p:spPr>
        <p:txBody>
          <a:bodyPr/>
          <a:lstStyle/>
          <a:p>
            <a:endParaRPr lang="en-DE"/>
          </a:p>
        </p:txBody>
      </p:sp>
      <p:pic>
        <p:nvPicPr>
          <p:cNvPr id="51" name="Image 7" descr="preencoded.png"/>
          <p:cNvPicPr>
            <a:picLocks noChangeAspect="1"/>
          </p:cNvPicPr>
          <p:nvPr/>
        </p:nvPicPr>
        <p:blipFill>
          <a:blip r:embed="rId10"/>
          <a:stretch>
            <a:fillRect/>
          </a:stretch>
        </p:blipFill>
        <p:spPr>
          <a:xfrm>
            <a:off x="10775632" y="2148840"/>
            <a:ext cx="310896" cy="310896"/>
          </a:xfrm>
          <a:prstGeom prst="rect">
            <a:avLst/>
          </a:prstGeom>
        </p:spPr>
      </p:pic>
      <p:sp>
        <p:nvSpPr>
          <p:cNvPr id="52" name="Text 42"/>
          <p:cNvSpPr/>
          <p:nvPr/>
        </p:nvSpPr>
        <p:spPr>
          <a:xfrm>
            <a:off x="10285857" y="2724912"/>
            <a:ext cx="1290447" cy="1463040"/>
          </a:xfrm>
          <a:prstGeom prst="rect">
            <a:avLst/>
          </a:prstGeom>
          <a:noFill/>
          <a:ln/>
        </p:spPr>
        <p:txBody>
          <a:bodyPr wrap="square" lIns="0" tIns="0" rIns="0" bIns="0" rtlCol="0" anchor="t"/>
          <a:lstStyle/>
          <a:p>
            <a:pPr algn="ctr"/>
            <a:r>
              <a:rPr lang="en-US" sz="950">
                <a:solidFill>
                  <a:srgbClr val="3B3B3B"/>
                </a:solidFill>
                <a:latin typeface="Segoe UI"/>
                <a:cs typeface="Segoe UI"/>
              </a:rPr>
              <a:t>Workflow exposed via an MCP server. Published to Microsoft 365 Copilot and Teams. Every run is traced (</a:t>
            </a:r>
            <a:r>
              <a:rPr lang="en-US" sz="950" err="1">
                <a:solidFill>
                  <a:srgbClr val="3B3B3B"/>
                </a:solidFill>
                <a:latin typeface="Segoe UI"/>
                <a:cs typeface="Segoe UI"/>
              </a:rPr>
              <a:t>OpenTelemetry</a:t>
            </a:r>
            <a:r>
              <a:rPr lang="en-US" sz="950">
                <a:solidFill>
                  <a:srgbClr val="3B3B3B"/>
                </a:solidFill>
                <a:latin typeface="Segoe UI"/>
                <a:cs typeface="Segoe UI"/>
              </a:rPr>
              <a:t> → Application Insights), evaluated, and guarded by Content Safety</a:t>
            </a:r>
          </a:p>
          <a:p>
            <a:pPr marL="0" indent="0" algn="ctr">
              <a:buNone/>
            </a:pPr>
            <a:endParaRPr lang="en-US" sz="1100">
              <a:solidFill>
                <a:srgbClr val="3B3B3B"/>
              </a:solidFill>
              <a:cs typeface="Segoe UI"/>
            </a:endParaRPr>
          </a:p>
        </p:txBody>
      </p:sp>
      <p:sp>
        <p:nvSpPr>
          <p:cNvPr id="53" name="Shape 43"/>
          <p:cNvSpPr/>
          <p:nvPr/>
        </p:nvSpPr>
        <p:spPr>
          <a:xfrm>
            <a:off x="411480" y="4480560"/>
            <a:ext cx="11365992" cy="2103120"/>
          </a:xfrm>
          <a:prstGeom prst="roundRect">
            <a:avLst>
              <a:gd name="adj" fmla="val 5217"/>
            </a:avLst>
          </a:prstGeom>
          <a:solidFill>
            <a:srgbClr val="FFFFFF"/>
          </a:solidFill>
          <a:ln w="12700">
            <a:solidFill>
              <a:srgbClr val="E3E8F0"/>
            </a:solidFill>
            <a:prstDash val="solid"/>
          </a:ln>
          <a:effectLst>
            <a:outerShdw blurRad="114300" dist="38100" dir="5400000" algn="bl" rotWithShape="0">
              <a:srgbClr val="1F3864">
                <a:alpha val="16000"/>
              </a:srgbClr>
            </a:outerShdw>
          </a:effectLst>
        </p:spPr>
        <p:txBody>
          <a:bodyPr/>
          <a:lstStyle/>
          <a:p>
            <a:endParaRPr lang="en-DE"/>
          </a:p>
        </p:txBody>
      </p:sp>
      <p:sp>
        <p:nvSpPr>
          <p:cNvPr id="54" name="Shape 44"/>
          <p:cNvSpPr/>
          <p:nvPr/>
        </p:nvSpPr>
        <p:spPr>
          <a:xfrm>
            <a:off x="566928" y="4626864"/>
            <a:ext cx="11055096" cy="384048"/>
          </a:xfrm>
          <a:prstGeom prst="roundRect">
            <a:avLst>
              <a:gd name="adj" fmla="val 14286"/>
            </a:avLst>
          </a:prstGeom>
          <a:solidFill>
            <a:srgbClr val="EEF1F6"/>
          </a:solidFill>
          <a:ln/>
        </p:spPr>
        <p:txBody>
          <a:bodyPr/>
          <a:lstStyle/>
          <a:p>
            <a:endParaRPr lang="en-DE"/>
          </a:p>
        </p:txBody>
      </p:sp>
      <p:sp>
        <p:nvSpPr>
          <p:cNvPr id="55" name="Text 45"/>
          <p:cNvSpPr/>
          <p:nvPr/>
        </p:nvSpPr>
        <p:spPr>
          <a:xfrm>
            <a:off x="566928" y="4626864"/>
            <a:ext cx="11055096" cy="384048"/>
          </a:xfrm>
          <a:prstGeom prst="rect">
            <a:avLst/>
          </a:prstGeom>
          <a:noFill/>
          <a:ln/>
        </p:spPr>
        <p:txBody>
          <a:bodyPr wrap="square" lIns="0" tIns="0" rIns="0" bIns="0" rtlCol="0" anchor="ctr"/>
          <a:lstStyle/>
          <a:p>
            <a:pPr marL="0" indent="0" algn="ctr">
              <a:buNone/>
            </a:pPr>
            <a:r>
              <a:rPr lang="en-US" sz="1300" b="1">
                <a:solidFill>
                  <a:srgbClr val="1F3864"/>
                </a:solidFill>
                <a:latin typeface="Segoe UI" pitchFamily="34" charset="0"/>
                <a:ea typeface="Segoe UI" pitchFamily="34" charset="-122"/>
                <a:cs typeface="Segoe UI" pitchFamily="34" charset="-120"/>
              </a:rPr>
              <a:t>Key platform capabilities powering this system</a:t>
            </a:r>
            <a:endParaRPr lang="en-US" sz="1300"/>
          </a:p>
        </p:txBody>
      </p:sp>
      <p:sp>
        <p:nvSpPr>
          <p:cNvPr id="56" name="Shape 46"/>
          <p:cNvSpPr/>
          <p:nvPr/>
        </p:nvSpPr>
        <p:spPr>
          <a:xfrm>
            <a:off x="566928"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57" name="Text 47"/>
          <p:cNvSpPr/>
          <p:nvPr/>
        </p:nvSpPr>
        <p:spPr>
          <a:xfrm>
            <a:off x="621792" y="5148072"/>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Multi-model agent fleet</a:t>
            </a:r>
            <a:endParaRPr lang="en-US" sz="1100"/>
          </a:p>
        </p:txBody>
      </p:sp>
      <p:sp>
        <p:nvSpPr>
          <p:cNvPr id="58" name="Shape 48"/>
          <p:cNvSpPr/>
          <p:nvPr/>
        </p:nvSpPr>
        <p:spPr>
          <a:xfrm>
            <a:off x="2803550"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59" name="Text 49"/>
          <p:cNvSpPr/>
          <p:nvPr/>
        </p:nvSpPr>
        <p:spPr>
          <a:xfrm>
            <a:off x="2858414" y="5148072"/>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Orchestration &amp; hand-offs</a:t>
            </a:r>
            <a:endParaRPr lang="en-US" sz="1100"/>
          </a:p>
        </p:txBody>
      </p:sp>
      <p:sp>
        <p:nvSpPr>
          <p:cNvPr id="60" name="Shape 50"/>
          <p:cNvSpPr/>
          <p:nvPr/>
        </p:nvSpPr>
        <p:spPr>
          <a:xfrm>
            <a:off x="5040173"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1" name="Text 51"/>
          <p:cNvSpPr/>
          <p:nvPr/>
        </p:nvSpPr>
        <p:spPr>
          <a:xfrm>
            <a:off x="5095037" y="5148072"/>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a:ea typeface="Segoe UI" pitchFamily="34" charset="-122"/>
                <a:cs typeface="Segoe UI"/>
              </a:rPr>
              <a:t>Grounded retrieval</a:t>
            </a:r>
            <a:endParaRPr lang="en-US" sz="1100">
              <a:latin typeface="Segoe UI"/>
              <a:cs typeface="Segoe UI"/>
            </a:endParaRPr>
          </a:p>
        </p:txBody>
      </p:sp>
      <p:sp>
        <p:nvSpPr>
          <p:cNvPr id="62" name="Shape 52"/>
          <p:cNvSpPr/>
          <p:nvPr/>
        </p:nvSpPr>
        <p:spPr>
          <a:xfrm>
            <a:off x="7276795"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3" name="Text 53"/>
          <p:cNvSpPr/>
          <p:nvPr/>
        </p:nvSpPr>
        <p:spPr>
          <a:xfrm>
            <a:off x="7331659" y="5148072"/>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Approved templates &amp; clause library</a:t>
            </a:r>
            <a:endParaRPr lang="en-US" sz="1100"/>
          </a:p>
        </p:txBody>
      </p:sp>
      <p:sp>
        <p:nvSpPr>
          <p:cNvPr id="64" name="Shape 54"/>
          <p:cNvSpPr/>
          <p:nvPr/>
        </p:nvSpPr>
        <p:spPr>
          <a:xfrm>
            <a:off x="9513418" y="5148072"/>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5" name="Text 55"/>
          <p:cNvSpPr/>
          <p:nvPr/>
        </p:nvSpPr>
        <p:spPr>
          <a:xfrm>
            <a:off x="9568282" y="5148072"/>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Clause risk scoring</a:t>
            </a:r>
            <a:endParaRPr lang="en-US" sz="1100"/>
          </a:p>
        </p:txBody>
      </p:sp>
      <p:sp>
        <p:nvSpPr>
          <p:cNvPr id="66" name="Shape 56"/>
          <p:cNvSpPr/>
          <p:nvPr/>
        </p:nvSpPr>
        <p:spPr>
          <a:xfrm>
            <a:off x="566928"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7" name="Text 57"/>
          <p:cNvSpPr/>
          <p:nvPr/>
        </p:nvSpPr>
        <p:spPr>
          <a:xfrm>
            <a:off x="621792"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a:ea typeface="Segoe UI" pitchFamily="34" charset="-122"/>
                <a:cs typeface="Segoe UI"/>
              </a:rPr>
              <a:t>Function tools</a:t>
            </a:r>
            <a:endParaRPr lang="en-US" sz="1100">
              <a:latin typeface="Segoe UI"/>
              <a:cs typeface="Segoe UI"/>
            </a:endParaRPr>
          </a:p>
        </p:txBody>
      </p:sp>
      <p:sp>
        <p:nvSpPr>
          <p:cNvPr id="68" name="Shape 58"/>
          <p:cNvSpPr/>
          <p:nvPr/>
        </p:nvSpPr>
        <p:spPr>
          <a:xfrm>
            <a:off x="2803550"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69" name="Text 59"/>
          <p:cNvSpPr/>
          <p:nvPr/>
        </p:nvSpPr>
        <p:spPr>
          <a:xfrm>
            <a:off x="2858414"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MCP server &amp; M365 Copilot</a:t>
            </a:r>
            <a:endParaRPr lang="en-US" sz="1100"/>
          </a:p>
        </p:txBody>
      </p:sp>
      <p:sp>
        <p:nvSpPr>
          <p:cNvPr id="70" name="Shape 60"/>
          <p:cNvSpPr/>
          <p:nvPr/>
        </p:nvSpPr>
        <p:spPr>
          <a:xfrm>
            <a:off x="5040173"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71" name="Text 61"/>
          <p:cNvSpPr/>
          <p:nvPr/>
        </p:nvSpPr>
        <p:spPr>
          <a:xfrm>
            <a:off x="5095037"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Human-in-the-loop sign-off</a:t>
            </a:r>
            <a:endParaRPr lang="en-US" sz="1100"/>
          </a:p>
        </p:txBody>
      </p:sp>
      <p:sp>
        <p:nvSpPr>
          <p:cNvPr id="72" name="Shape 62"/>
          <p:cNvSpPr/>
          <p:nvPr/>
        </p:nvSpPr>
        <p:spPr>
          <a:xfrm>
            <a:off x="7276795"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73" name="Text 63"/>
          <p:cNvSpPr/>
          <p:nvPr/>
        </p:nvSpPr>
        <p:spPr>
          <a:xfrm>
            <a:off x="7331659"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Tracing &amp; evaluations</a:t>
            </a:r>
            <a:endParaRPr lang="en-US" sz="1100"/>
          </a:p>
        </p:txBody>
      </p:sp>
      <p:sp>
        <p:nvSpPr>
          <p:cNvPr id="74" name="Shape 64"/>
          <p:cNvSpPr/>
          <p:nvPr/>
        </p:nvSpPr>
        <p:spPr>
          <a:xfrm>
            <a:off x="9513418" y="5815584"/>
            <a:ext cx="2108606" cy="566928"/>
          </a:xfrm>
          <a:prstGeom prst="roundRect">
            <a:avLst>
              <a:gd name="adj" fmla="val 11290"/>
            </a:avLst>
          </a:prstGeom>
          <a:solidFill>
            <a:srgbClr val="2360C0"/>
          </a:solidFill>
          <a:ln w="9525">
            <a:solidFill>
              <a:srgbClr val="1B4E9B"/>
            </a:solidFill>
            <a:prstDash val="solid"/>
          </a:ln>
          <a:effectLst>
            <a:outerShdw blurRad="50800" dist="25400" dir="5400000" algn="bl" rotWithShape="0">
              <a:srgbClr val="0B2A5B">
                <a:alpha val="28000"/>
              </a:srgbClr>
            </a:outerShdw>
          </a:effectLst>
        </p:spPr>
        <p:txBody>
          <a:bodyPr/>
          <a:lstStyle/>
          <a:p>
            <a:endParaRPr lang="en-DE"/>
          </a:p>
        </p:txBody>
      </p:sp>
      <p:sp>
        <p:nvSpPr>
          <p:cNvPr id="75" name="Text 65"/>
          <p:cNvSpPr/>
          <p:nvPr/>
        </p:nvSpPr>
        <p:spPr>
          <a:xfrm>
            <a:off x="9568282" y="5815584"/>
            <a:ext cx="1998878" cy="566928"/>
          </a:xfrm>
          <a:prstGeom prst="rect">
            <a:avLst/>
          </a:prstGeom>
          <a:noFill/>
          <a:ln/>
        </p:spPr>
        <p:txBody>
          <a:bodyPr wrap="square" lIns="0" tIns="0" rIns="0" bIns="0" rtlCol="0" anchor="ctr"/>
          <a:lstStyle/>
          <a:p>
            <a:pPr marL="0" indent="0" algn="ctr">
              <a:lnSpc>
                <a:spcPct val="95000"/>
              </a:lnSpc>
              <a:buNone/>
            </a:pPr>
            <a:r>
              <a:rPr lang="en-US" sz="1100" b="1">
                <a:solidFill>
                  <a:srgbClr val="FFFFFF"/>
                </a:solidFill>
                <a:latin typeface="Segoe UI" pitchFamily="34" charset="0"/>
                <a:ea typeface="Segoe UI" pitchFamily="34" charset="-122"/>
                <a:cs typeface="Segoe UI" pitchFamily="34" charset="-120"/>
              </a:rPr>
              <a:t>Content Safety guardrails</a:t>
            </a:r>
            <a:endParaRPr lang="en-US" sz="1100"/>
          </a:p>
        </p:txBody>
      </p:sp>
      <p:sp>
        <p:nvSpPr>
          <p:cNvPr id="76" name="Shape 66"/>
          <p:cNvSpPr/>
          <p:nvPr/>
        </p:nvSpPr>
        <p:spPr>
          <a:xfrm>
            <a:off x="11649456" y="6327648"/>
            <a:ext cx="384048" cy="384048"/>
          </a:xfrm>
          <a:prstGeom prst="ellipse">
            <a:avLst/>
          </a:prstGeom>
          <a:solidFill>
            <a:srgbClr val="12203A"/>
          </a:solidFill>
          <a:ln w="15875">
            <a:solidFill>
              <a:srgbClr val="3A6FD6"/>
            </a:solidFill>
            <a:prstDash val="solid"/>
          </a:ln>
        </p:spPr>
        <p:txBody>
          <a:bodyPr/>
          <a:lstStyle/>
          <a:p>
            <a:endParaRPr lang="en-DE"/>
          </a:p>
        </p:txBody>
      </p:sp>
      <p:pic>
        <p:nvPicPr>
          <p:cNvPr id="77" name="Image 8" descr="preencoded.png"/>
          <p:cNvPicPr>
            <a:picLocks noChangeAspect="1"/>
          </p:cNvPicPr>
          <p:nvPr/>
        </p:nvPicPr>
        <p:blipFill>
          <a:blip r:embed="rId11"/>
          <a:stretch>
            <a:fillRect/>
          </a:stretch>
        </p:blipFill>
        <p:spPr>
          <a:xfrm>
            <a:off x="11750040" y="6428232"/>
            <a:ext cx="182880" cy="182880"/>
          </a:xfrm>
          <a:prstGeom prst="rect">
            <a:avLst/>
          </a:prstGeom>
        </p:spPr>
      </p:pic>
      <p:grpSp>
        <p:nvGrpSpPr>
          <p:cNvPr id="78" name="Group 77">
            <a:extLst>
              <a:ext uri="{FF2B5EF4-FFF2-40B4-BE49-F238E27FC236}">
                <a16:creationId xmlns:a16="http://schemas.microsoft.com/office/drawing/2014/main" id="{A5089769-AAD7-E765-5C2A-FA1001BEFAC6}"/>
              </a:ext>
            </a:extLst>
          </p:cNvPr>
          <p:cNvGrpSpPr/>
          <p:nvPr/>
        </p:nvGrpSpPr>
        <p:grpSpPr>
          <a:xfrm>
            <a:off x="10475710" y="128017"/>
            <a:ext cx="1609792" cy="347472"/>
            <a:chOff x="7927675" y="1468480"/>
            <a:chExt cx="2024422" cy="800752"/>
          </a:xfrm>
          <a:solidFill>
            <a:srgbClr val="463668"/>
          </a:solidFill>
        </p:grpSpPr>
        <p:sp>
          <p:nvSpPr>
            <p:cNvPr id="80" name="Rounded Rectangle 12">
              <a:extLst>
                <a:ext uri="{FF2B5EF4-FFF2-40B4-BE49-F238E27FC236}">
                  <a16:creationId xmlns:a16="http://schemas.microsoft.com/office/drawing/2014/main" id="{A3E1A57F-606C-34E0-66BA-855673E3633D}"/>
                </a:ext>
                <a:ext uri="{C183D7F6-B498-43B3-948B-1728B52AA6E4}">
                  <adec:decorative xmlns:adec="http://schemas.microsoft.com/office/drawing/2017/decorative" val="1"/>
                </a:ext>
              </a:extLst>
            </p:cNvPr>
            <p:cNvSpPr/>
            <p:nvPr/>
          </p:nvSpPr>
          <p:spPr bwMode="auto">
            <a:xfrm>
              <a:off x="7927675" y="1468480"/>
              <a:ext cx="2024422" cy="800752"/>
            </a:xfrm>
            <a:prstGeom prst="roundRect">
              <a:avLst>
                <a:gd name="adj" fmla="val 12124"/>
              </a:avLst>
            </a:prstGeom>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Segoe UI"/>
                <a:ea typeface="+mn-ea"/>
                <a:cs typeface="Segoe UI Light" panose="020B0502040204020203" pitchFamily="34" charset="0"/>
              </a:endParaRPr>
            </a:p>
          </p:txBody>
        </p:sp>
        <p:sp>
          <p:nvSpPr>
            <p:cNvPr id="81" name="TextBox 80">
              <a:extLst>
                <a:ext uri="{FF2B5EF4-FFF2-40B4-BE49-F238E27FC236}">
                  <a16:creationId xmlns:a16="http://schemas.microsoft.com/office/drawing/2014/main" id="{F5784085-2D4A-2F3D-C73B-0AB325888EF3}"/>
                </a:ext>
              </a:extLst>
            </p:cNvPr>
            <p:cNvSpPr txBox="1"/>
            <p:nvPr/>
          </p:nvSpPr>
          <p:spPr>
            <a:xfrm>
              <a:off x="8170714" y="1586579"/>
              <a:ext cx="1538343" cy="425564"/>
            </a:xfrm>
            <a:prstGeom prst="rect">
              <a:avLst/>
            </a:prstGeom>
          </p:spPr>
          <p:txBody>
            <a:bodyPr wrap="square" lIns="0" tIns="0" rIns="0" bIns="0" rtlCol="0" anchor="ctr"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2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rPr>
                <a:t>Tech View</a:t>
              </a:r>
              <a:endParaRPr kumimoji="0" lang="en-US" sz="1600" b="1" i="0" u="none" strike="noStrike" kern="1200" cap="none" spc="0" normalizeH="0" baseline="0" noProof="0">
                <a:ln w="3175">
                  <a:noFill/>
                </a:ln>
                <a:solidFill>
                  <a:prstClr val="white"/>
                </a:solidFill>
                <a:effectLst/>
                <a:uLnTx/>
                <a:uFillTx/>
                <a:latin typeface="Segoe Sans Display Semibold" pitchFamily="2" charset="0"/>
                <a:ea typeface="+mn-ea"/>
                <a:cs typeface="Segoe Sans Display Semibold" pitchFamily="2" charset="0"/>
              </a:endParaRPr>
            </a:p>
          </p:txBody>
        </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4822F9-4BF3-39CB-35AA-7A8410360E4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71D0DDE-0627-A75C-F66F-A2BD7A2A2E90}"/>
              </a:ext>
            </a:extLst>
          </p:cNvPr>
          <p:cNvSpPr/>
          <p:nvPr/>
        </p:nvSpPr>
        <p:spPr bwMode="auto">
          <a:xfrm>
            <a:off x="304800" y="292100"/>
            <a:ext cx="11582400" cy="6273800"/>
          </a:xfrm>
          <a:prstGeom prst="roundRect">
            <a:avLst>
              <a:gd name="adj" fmla="val 2415"/>
            </a:avLst>
          </a:prstGeom>
          <a:solidFill>
            <a:schemeClr val="bg1">
              <a:alpha val="35000"/>
            </a:schemeClr>
          </a:solidFill>
          <a:ln w="9525">
            <a:solidFill>
              <a:schemeClr val="bg1"/>
            </a:solidFill>
            <a:headEnd type="none" w="med" len="med"/>
            <a:tailEnd type="none" w="med" len="med"/>
          </a:ln>
          <a:effectLst>
            <a:outerShdw blurRad="215900" dist="127000" algn="ctr" rotWithShape="0">
              <a:schemeClr val="tx1">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72000" rIns="108000" bIns="7200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8F0E3395-E4DF-9B93-D3FC-CA366DD527D1}"/>
              </a:ext>
            </a:extLst>
          </p:cNvPr>
          <p:cNvSpPr>
            <a:spLocks/>
          </p:cNvSpPr>
          <p:nvPr/>
        </p:nvSpPr>
        <p:spPr bwMode="auto">
          <a:xfrm>
            <a:off x="6826176" y="4424903"/>
            <a:ext cx="4943546" cy="2009234"/>
          </a:xfrm>
          <a:prstGeom prst="roundRect">
            <a:avLst>
              <a:gd name="adj" fmla="val 3784"/>
            </a:avLst>
          </a:prstGeom>
          <a:solidFill>
            <a:schemeClr val="bg1">
              <a:alpha val="91000"/>
            </a:schemeClr>
          </a:solidFill>
          <a:ln w="76200">
            <a:noFill/>
            <a:headEnd type="none" w="med" len="med"/>
            <a:tailEnd type="none" w="med" len="med"/>
          </a:ln>
          <a:effectLst>
            <a:glow rad="101600">
              <a:schemeClr val="tx2">
                <a:alpha val="6000"/>
              </a:schemeClr>
            </a:glow>
            <a:outerShdw blurRad="101600" dist="38100" dir="6780000" algn="bl"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4" name="Rectangle: Rounded Corners 3">
            <a:extLst>
              <a:ext uri="{FF2B5EF4-FFF2-40B4-BE49-F238E27FC236}">
                <a16:creationId xmlns:a16="http://schemas.microsoft.com/office/drawing/2014/main" id="{37C65727-E21C-8229-9124-286E94CF5B26}"/>
              </a:ext>
            </a:extLst>
          </p:cNvPr>
          <p:cNvSpPr>
            <a:spLocks/>
          </p:cNvSpPr>
          <p:nvPr/>
        </p:nvSpPr>
        <p:spPr bwMode="auto">
          <a:xfrm>
            <a:off x="419389" y="4424903"/>
            <a:ext cx="6298928" cy="2009234"/>
          </a:xfrm>
          <a:prstGeom prst="roundRect">
            <a:avLst>
              <a:gd name="adj" fmla="val 3784"/>
            </a:avLst>
          </a:prstGeom>
          <a:solidFill>
            <a:schemeClr val="bg1">
              <a:alpha val="91000"/>
            </a:schemeClr>
          </a:solidFill>
          <a:ln w="76200">
            <a:noFill/>
            <a:headEnd type="none" w="med" len="med"/>
            <a:tailEnd type="none" w="med" len="med"/>
          </a:ln>
          <a:effectLst>
            <a:glow rad="101600">
              <a:schemeClr val="tx2">
                <a:alpha val="6000"/>
              </a:schemeClr>
            </a:glow>
            <a:outerShdw blurRad="101600" dist="38100" dir="6780000" algn="bl"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5" name="Rectangle: Rounded Corners 4">
            <a:extLst>
              <a:ext uri="{FF2B5EF4-FFF2-40B4-BE49-F238E27FC236}">
                <a16:creationId xmlns:a16="http://schemas.microsoft.com/office/drawing/2014/main" id="{2D59B79E-F851-AE37-AFA8-836B323C12D0}"/>
              </a:ext>
            </a:extLst>
          </p:cNvPr>
          <p:cNvSpPr/>
          <p:nvPr/>
        </p:nvSpPr>
        <p:spPr bwMode="auto">
          <a:xfrm>
            <a:off x="304800" y="292100"/>
            <a:ext cx="3471862" cy="4045308"/>
          </a:xfrm>
          <a:prstGeom prst="roundRect">
            <a:avLst>
              <a:gd name="adj" fmla="val 5195"/>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0" cap="none" spc="0" normalizeH="0" baseline="0" noProof="0">
              <a:ln>
                <a:noFill/>
              </a:ln>
              <a:solidFill>
                <a:srgbClr val="702573"/>
              </a:solidFill>
              <a:effectLst/>
              <a:uLnTx/>
              <a:uFillTx/>
              <a:latin typeface="Segoe Sans Text Semibold" pitchFamily="2" charset="0"/>
              <a:ea typeface="+mn-ea"/>
              <a:cs typeface="Segoe Sans Text Light" pitchFamily="2" charset="0"/>
            </a:endParaRPr>
          </a:p>
        </p:txBody>
      </p:sp>
      <p:sp>
        <p:nvSpPr>
          <p:cNvPr id="6" name="Text Placeholder 13">
            <a:extLst>
              <a:ext uri="{FF2B5EF4-FFF2-40B4-BE49-F238E27FC236}">
                <a16:creationId xmlns:a16="http://schemas.microsoft.com/office/drawing/2014/main" id="{4D304F82-0041-E397-B974-013EBFF51D1B}"/>
              </a:ext>
            </a:extLst>
          </p:cNvPr>
          <p:cNvSpPr txBox="1">
            <a:spLocks/>
          </p:cNvSpPr>
          <p:nvPr/>
        </p:nvSpPr>
        <p:spPr>
          <a:xfrm>
            <a:off x="584200" y="570865"/>
            <a:ext cx="2563734" cy="138499"/>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cap="all" spc="0" baseline="0">
                <a:solidFill>
                  <a:schemeClr val="tx1"/>
                </a:solidFill>
                <a:latin typeface="+mn-lt"/>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tab pos="1771650" algn="l"/>
              </a:tabLst>
              <a:defRPr/>
            </a:pPr>
            <a:r>
              <a:rPr kumimoji="0" lang="en-US" sz="900" b="0" i="0" u="none" strike="noStrike" kern="1200" cap="all" spc="0" normalizeH="0" baseline="0" noProof="0">
                <a:ln>
                  <a:noFill/>
                </a:ln>
                <a:solidFill>
                  <a:srgbClr val="FFFFFF"/>
                </a:solidFill>
                <a:effectLst/>
                <a:uLnTx/>
                <a:uFillTx/>
                <a:latin typeface="Segoe Sans Text Semibold" pitchFamily="2" charset="0"/>
                <a:ea typeface="+mn-ea"/>
                <a:cs typeface="Segoe Sans Text Light" pitchFamily="2" charset="0"/>
              </a:rPr>
              <a:t>Case Overview – X-Industry</a:t>
            </a:r>
          </a:p>
        </p:txBody>
      </p:sp>
      <p:sp>
        <p:nvSpPr>
          <p:cNvPr id="7" name="Title 6">
            <a:extLst>
              <a:ext uri="{FF2B5EF4-FFF2-40B4-BE49-F238E27FC236}">
                <a16:creationId xmlns:a16="http://schemas.microsoft.com/office/drawing/2014/main" id="{5E68A8D5-F289-4585-31E1-8E1515FCC1E3}"/>
              </a:ext>
            </a:extLst>
          </p:cNvPr>
          <p:cNvSpPr txBox="1">
            <a:spLocks/>
          </p:cNvSpPr>
          <p:nvPr/>
        </p:nvSpPr>
        <p:spPr>
          <a:xfrm>
            <a:off x="594361" y="890905"/>
            <a:ext cx="2861564" cy="73866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bg2"/>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Segoe Sans Text Semibold" pitchFamily="2" charset="0"/>
                <a:ea typeface="Segoe UI" pitchFamily="34" charset="0"/>
                <a:cs typeface="Segoe Sans Text Light" pitchFamily="2" charset="0"/>
              </a:rPr>
              <a:t>Contract lifecycle management</a:t>
            </a:r>
          </a:p>
        </p:txBody>
      </p:sp>
      <p:sp>
        <p:nvSpPr>
          <p:cNvPr id="8" name="Rectangle 7">
            <a:extLst>
              <a:ext uri="{FF2B5EF4-FFF2-40B4-BE49-F238E27FC236}">
                <a16:creationId xmlns:a16="http://schemas.microsoft.com/office/drawing/2014/main" id="{6CD0666D-5B00-8D50-9C42-1F4C2C73A98D}"/>
              </a:ext>
            </a:extLst>
          </p:cNvPr>
          <p:cNvSpPr>
            <a:spLocks/>
          </p:cNvSpPr>
          <p:nvPr/>
        </p:nvSpPr>
        <p:spPr>
          <a:xfrm>
            <a:off x="588965" y="1924241"/>
            <a:ext cx="2916235" cy="1477328"/>
          </a:xfrm>
          <a:prstGeom prst="rect">
            <a:avLst/>
          </a:prstGeom>
          <a:noFill/>
          <a:ln w="10795" cap="flat" cmpd="sng" algn="ctr">
            <a:noFill/>
            <a:prstDash val="solid"/>
          </a:ln>
          <a:effectLst/>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Light" pitchFamily="2" charset="0"/>
                <a:ea typeface="+mn-ea"/>
                <a:cs typeface="Segoe Sans Text Light" pitchFamily="2" charset="0"/>
              </a:rPr>
              <a:t>Contract lifecycle management streamlines work from request to renewal. It drafts from templates, extracts and compares clauses, scores risk, proposes redlines, routes reviews, collects electronic signatures, and tracks obligations—shortening cycle time, reducing risk, and improving compliance and revenue realization.</a:t>
            </a:r>
          </a:p>
        </p:txBody>
      </p:sp>
      <p:sp>
        <p:nvSpPr>
          <p:cNvPr id="9" name="Rectangle: Rounded Corners 8">
            <a:extLst>
              <a:ext uri="{FF2B5EF4-FFF2-40B4-BE49-F238E27FC236}">
                <a16:creationId xmlns:a16="http://schemas.microsoft.com/office/drawing/2014/main" id="{D9B90243-6204-8A4B-B411-BA3AB7FF3C34}"/>
              </a:ext>
            </a:extLst>
          </p:cNvPr>
          <p:cNvSpPr>
            <a:spLocks/>
          </p:cNvSpPr>
          <p:nvPr/>
        </p:nvSpPr>
        <p:spPr bwMode="auto">
          <a:xfrm>
            <a:off x="3913432" y="377369"/>
            <a:ext cx="7832165" cy="3913545"/>
          </a:xfrm>
          <a:prstGeom prst="roundRect">
            <a:avLst>
              <a:gd name="adj" fmla="val 3032"/>
            </a:avLst>
          </a:prstGeom>
          <a:solidFill>
            <a:schemeClr val="bg1">
              <a:alpha val="91000"/>
            </a:schemeClr>
          </a:solidFill>
          <a:ln w="76200">
            <a:noFill/>
            <a:headEnd type="none" w="med" len="med"/>
            <a:tailEnd type="none" w="med" len="med"/>
          </a:ln>
          <a:effectLst>
            <a:glow rad="101600">
              <a:schemeClr val="tx2">
                <a:alpha val="6000"/>
              </a:schemeClr>
            </a:glow>
            <a:outerShdw blurRad="101600" dist="38100" dir="6780000" algn="bl" rotWithShape="0">
              <a:schemeClr val="tx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Semibold"/>
              <a:ea typeface="+mn-ea"/>
              <a:cs typeface="Segoe UI Semibold" panose="020B0702040204020203" pitchFamily="34" charset="0"/>
            </a:endParaRPr>
          </a:p>
        </p:txBody>
      </p:sp>
      <p:sp>
        <p:nvSpPr>
          <p:cNvPr id="10" name="Rectangle: Rounded Corners 9">
            <a:extLst>
              <a:ext uri="{FF2B5EF4-FFF2-40B4-BE49-F238E27FC236}">
                <a16:creationId xmlns:a16="http://schemas.microsoft.com/office/drawing/2014/main" id="{374FCB29-42FC-A1D1-0AAB-97EB8170EAB7}"/>
              </a:ext>
            </a:extLst>
          </p:cNvPr>
          <p:cNvSpPr/>
          <p:nvPr/>
        </p:nvSpPr>
        <p:spPr bwMode="auto">
          <a:xfrm>
            <a:off x="4003537" y="955332"/>
            <a:ext cx="2528274" cy="276999"/>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11" name="TextBox 10">
            <a:extLst>
              <a:ext uri="{FF2B5EF4-FFF2-40B4-BE49-F238E27FC236}">
                <a16:creationId xmlns:a16="http://schemas.microsoft.com/office/drawing/2014/main" id="{2DB1DCC9-13B0-8405-EBFA-2BB56D0982BB}"/>
              </a:ext>
            </a:extLst>
          </p:cNvPr>
          <p:cNvSpPr txBox="1">
            <a:spLocks/>
          </p:cNvSpPr>
          <p:nvPr/>
        </p:nvSpPr>
        <p:spPr>
          <a:xfrm>
            <a:off x="4056886" y="1360107"/>
            <a:ext cx="2209560" cy="2144177"/>
          </a:xfrm>
          <a:prstGeom prst="rect">
            <a:avLst/>
          </a:prstGeom>
          <a:noFill/>
        </p:spPr>
        <p:txBody>
          <a:bodyPr wrap="square" lIns="0" tIns="0" rIns="0" bIns="0" anchor="t">
            <a:spAutoFit/>
          </a:bodyPr>
          <a:lstStyle/>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Requests and drafts arrive in different formats; version control and ownership are unclear.</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Clause libraries and templates are underused; language varies by team and region.</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Risk reviews are manual and late; approvals and escalations stall in inboxes.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Comparing third-party paper is slow; deviations and missing obligations go unnoticed.</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Obligations after signature are not tracked; renewals and price changes are missed.</a:t>
            </a:r>
          </a:p>
        </p:txBody>
      </p:sp>
      <p:grpSp>
        <p:nvGrpSpPr>
          <p:cNvPr id="12" name="Group 11">
            <a:extLst>
              <a:ext uri="{FF2B5EF4-FFF2-40B4-BE49-F238E27FC236}">
                <a16:creationId xmlns:a16="http://schemas.microsoft.com/office/drawing/2014/main" id="{B10FB6CA-69A6-672E-3780-DE0DD19F230F}"/>
              </a:ext>
            </a:extLst>
          </p:cNvPr>
          <p:cNvGrpSpPr/>
          <p:nvPr/>
        </p:nvGrpSpPr>
        <p:grpSpPr>
          <a:xfrm>
            <a:off x="6570784" y="1360109"/>
            <a:ext cx="2606220" cy="2704306"/>
            <a:chOff x="6570784" y="1384823"/>
            <a:chExt cx="2606220" cy="1192215"/>
          </a:xfrm>
        </p:grpSpPr>
        <p:cxnSp>
          <p:nvCxnSpPr>
            <p:cNvPr id="13" name="Straight Connector 12">
              <a:extLst>
                <a:ext uri="{FF2B5EF4-FFF2-40B4-BE49-F238E27FC236}">
                  <a16:creationId xmlns:a16="http://schemas.microsoft.com/office/drawing/2014/main" id="{257D4200-34C1-CB6D-7270-FA537914ADFD}"/>
                </a:ext>
              </a:extLst>
            </p:cNvPr>
            <p:cNvCxnSpPr>
              <a:cxnSpLocks/>
            </p:cNvCxnSpPr>
            <p:nvPr/>
          </p:nvCxnSpPr>
          <p:spPr>
            <a:xfrm flipV="1">
              <a:off x="6570784" y="1384823"/>
              <a:ext cx="0" cy="1192215"/>
            </a:xfrm>
            <a:prstGeom prst="line">
              <a:avLst/>
            </a:prstGeom>
            <a:noFill/>
            <a:ln w="6350" cap="rnd" cmpd="sng" algn="ctr">
              <a:solidFill>
                <a:srgbClr val="080808">
                  <a:lumMod val="25000"/>
                  <a:lumOff val="75000"/>
                </a:srgbClr>
              </a:solidFill>
              <a:prstDash val="solid"/>
              <a:headEnd type="none" w="lg" len="med"/>
              <a:tailEnd type="none" w="lg" len="med"/>
            </a:ln>
            <a:effectLst/>
          </p:spPr>
        </p:cxnSp>
        <p:cxnSp>
          <p:nvCxnSpPr>
            <p:cNvPr id="14" name="Straight Connector 13">
              <a:extLst>
                <a:ext uri="{FF2B5EF4-FFF2-40B4-BE49-F238E27FC236}">
                  <a16:creationId xmlns:a16="http://schemas.microsoft.com/office/drawing/2014/main" id="{FF1FF625-495E-DBC2-6CB3-4FE8B12C18BB}"/>
                </a:ext>
              </a:extLst>
            </p:cNvPr>
            <p:cNvCxnSpPr>
              <a:cxnSpLocks/>
            </p:cNvCxnSpPr>
            <p:nvPr/>
          </p:nvCxnSpPr>
          <p:spPr>
            <a:xfrm flipV="1">
              <a:off x="9177004" y="1384823"/>
              <a:ext cx="0" cy="1192215"/>
            </a:xfrm>
            <a:prstGeom prst="line">
              <a:avLst/>
            </a:prstGeom>
            <a:noFill/>
            <a:ln w="6350" cap="rnd" cmpd="sng" algn="ctr">
              <a:solidFill>
                <a:srgbClr val="080808">
                  <a:lumMod val="25000"/>
                  <a:lumOff val="75000"/>
                </a:srgbClr>
              </a:solidFill>
              <a:prstDash val="solid"/>
              <a:headEnd type="none" w="lg" len="med"/>
              <a:tailEnd type="none" w="lg" len="med"/>
            </a:ln>
            <a:effectLst/>
          </p:spPr>
        </p:cxnSp>
      </p:grpSp>
      <p:sp>
        <p:nvSpPr>
          <p:cNvPr id="15" name="TextBox 14">
            <a:extLst>
              <a:ext uri="{FF2B5EF4-FFF2-40B4-BE49-F238E27FC236}">
                <a16:creationId xmlns:a16="http://schemas.microsoft.com/office/drawing/2014/main" id="{A8C3E62A-749D-F990-DE29-C9EEAC685969}"/>
              </a:ext>
            </a:extLst>
          </p:cNvPr>
          <p:cNvSpPr txBox="1">
            <a:spLocks/>
          </p:cNvSpPr>
          <p:nvPr/>
        </p:nvSpPr>
        <p:spPr>
          <a:xfrm>
            <a:off x="9269325" y="1360109"/>
            <a:ext cx="2328314" cy="466794"/>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Solution description</a:t>
            </a:r>
          </a:p>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Agents collaborate via events, share context, and hand off to humans for final sign-off:</a:t>
            </a:r>
          </a:p>
        </p:txBody>
      </p:sp>
      <p:sp>
        <p:nvSpPr>
          <p:cNvPr id="16" name="Rectangle: Rounded Corners 15">
            <a:extLst>
              <a:ext uri="{FF2B5EF4-FFF2-40B4-BE49-F238E27FC236}">
                <a16:creationId xmlns:a16="http://schemas.microsoft.com/office/drawing/2014/main" id="{0EDEC51A-701F-9F8F-3FC0-066C11CF6495}"/>
              </a:ext>
            </a:extLst>
          </p:cNvPr>
          <p:cNvSpPr/>
          <p:nvPr/>
        </p:nvSpPr>
        <p:spPr bwMode="auto">
          <a:xfrm>
            <a:off x="6609756" y="955332"/>
            <a:ext cx="5045873" cy="276999"/>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17" name="TextBox 16">
            <a:extLst>
              <a:ext uri="{FF2B5EF4-FFF2-40B4-BE49-F238E27FC236}">
                <a16:creationId xmlns:a16="http://schemas.microsoft.com/office/drawing/2014/main" id="{D3466C1F-3A45-93DB-C750-2828FE2DEAB6}"/>
              </a:ext>
            </a:extLst>
          </p:cNvPr>
          <p:cNvSpPr txBox="1">
            <a:spLocks/>
          </p:cNvSpPr>
          <p:nvPr/>
        </p:nvSpPr>
        <p:spPr>
          <a:xfrm>
            <a:off x="6663106" y="1360110"/>
            <a:ext cx="2442456" cy="138499"/>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Process description</a:t>
            </a:r>
            <a:endPar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18" name="TextBox 17">
            <a:extLst>
              <a:ext uri="{FF2B5EF4-FFF2-40B4-BE49-F238E27FC236}">
                <a16:creationId xmlns:a16="http://schemas.microsoft.com/office/drawing/2014/main" id="{8F571193-ABB9-AC8B-C85B-35D35F61ABA1}"/>
              </a:ext>
            </a:extLst>
          </p:cNvPr>
          <p:cNvSpPr txBox="1">
            <a:spLocks/>
          </p:cNvSpPr>
          <p:nvPr/>
        </p:nvSpPr>
        <p:spPr>
          <a:xfrm>
            <a:off x="4383304" y="1014665"/>
            <a:ext cx="1792748"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Current challenges</a:t>
            </a:r>
          </a:p>
        </p:txBody>
      </p:sp>
      <p:sp>
        <p:nvSpPr>
          <p:cNvPr id="19" name="TextBox 18">
            <a:extLst>
              <a:ext uri="{FF2B5EF4-FFF2-40B4-BE49-F238E27FC236}">
                <a16:creationId xmlns:a16="http://schemas.microsoft.com/office/drawing/2014/main" id="{CF58F7B4-34EC-6C5D-0BA4-3B0328FBF400}"/>
              </a:ext>
            </a:extLst>
          </p:cNvPr>
          <p:cNvSpPr txBox="1">
            <a:spLocks/>
          </p:cNvSpPr>
          <p:nvPr/>
        </p:nvSpPr>
        <p:spPr>
          <a:xfrm>
            <a:off x="6989523" y="1014665"/>
            <a:ext cx="2116040"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Frontier solution</a:t>
            </a:r>
          </a:p>
        </p:txBody>
      </p:sp>
      <p:sp>
        <p:nvSpPr>
          <p:cNvPr id="20" name="Freeform: Shape 19">
            <a:extLst>
              <a:ext uri="{FF2B5EF4-FFF2-40B4-BE49-F238E27FC236}">
                <a16:creationId xmlns:a16="http://schemas.microsoft.com/office/drawing/2014/main" id="{EF952248-E710-CAAE-7A92-AC0B02A9B79A}"/>
              </a:ext>
              <a:ext uri="{C183D7F6-B498-43B3-948B-1728B52AA6E4}">
                <adec:decorative xmlns:adec="http://schemas.microsoft.com/office/drawing/2017/decorative" val="1"/>
              </a:ext>
            </a:extLst>
          </p:cNvPr>
          <p:cNvSpPr>
            <a:spLocks/>
          </p:cNvSpPr>
          <p:nvPr/>
        </p:nvSpPr>
        <p:spPr bwMode="auto">
          <a:xfrm>
            <a:off x="4066942" y="968010"/>
            <a:ext cx="253405" cy="253405"/>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21" name="Freeform: Shape 20">
            <a:extLst>
              <a:ext uri="{FF2B5EF4-FFF2-40B4-BE49-F238E27FC236}">
                <a16:creationId xmlns:a16="http://schemas.microsoft.com/office/drawing/2014/main" id="{040664FE-2A43-9F65-9852-5B95E5E6B92A}"/>
              </a:ext>
              <a:ext uri="{C183D7F6-B498-43B3-948B-1728B52AA6E4}">
                <adec:decorative xmlns:adec="http://schemas.microsoft.com/office/drawing/2017/decorative" val="1"/>
              </a:ext>
            </a:extLst>
          </p:cNvPr>
          <p:cNvSpPr>
            <a:spLocks/>
          </p:cNvSpPr>
          <p:nvPr/>
        </p:nvSpPr>
        <p:spPr bwMode="auto">
          <a:xfrm>
            <a:off x="6673558" y="968010"/>
            <a:ext cx="253405" cy="253405"/>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22" name="Graphic 63" descr="Icon of a notepad with a pen">
            <a:extLst>
              <a:ext uri="{FF2B5EF4-FFF2-40B4-BE49-F238E27FC236}">
                <a16:creationId xmlns:a16="http://schemas.microsoft.com/office/drawing/2014/main" id="{EF981322-FE28-3049-66B8-BF9E1F757D17}"/>
              </a:ext>
            </a:extLst>
          </p:cNvPr>
          <p:cNvSpPr>
            <a:spLocks noChangeAspect="1"/>
          </p:cNvSpPr>
          <p:nvPr/>
        </p:nvSpPr>
        <p:spPr>
          <a:xfrm>
            <a:off x="4125268" y="1026210"/>
            <a:ext cx="136754" cy="137005"/>
          </a:xfrm>
          <a:custGeom>
            <a:avLst/>
            <a:gdLst>
              <a:gd name="connsiteX0" fmla="*/ 0 w 190157"/>
              <a:gd name="connsiteY0" fmla="*/ 21431 h 190506"/>
              <a:gd name="connsiteX1" fmla="*/ 21431 w 190157"/>
              <a:gd name="connsiteY1" fmla="*/ 0 h 190506"/>
              <a:gd name="connsiteX2" fmla="*/ 150019 w 190157"/>
              <a:gd name="connsiteY2" fmla="*/ 0 h 190506"/>
              <a:gd name="connsiteX3" fmla="*/ 171450 w 190157"/>
              <a:gd name="connsiteY3" fmla="*/ 21431 h 190506"/>
              <a:gd name="connsiteX4" fmla="*/ 171450 w 190157"/>
              <a:gd name="connsiteY4" fmla="*/ 76314 h 190506"/>
              <a:gd name="connsiteX5" fmla="*/ 146618 w 190157"/>
              <a:gd name="connsiteY5" fmla="*/ 85363 h 190506"/>
              <a:gd name="connsiteX6" fmla="*/ 117681 w 190157"/>
              <a:gd name="connsiteY6" fmla="*/ 114300 h 190506"/>
              <a:gd name="connsiteX7" fmla="*/ 78581 w 190157"/>
              <a:gd name="connsiteY7" fmla="*/ 114300 h 190506"/>
              <a:gd name="connsiteX8" fmla="*/ 71438 w 190157"/>
              <a:gd name="connsiteY8" fmla="*/ 121444 h 190506"/>
              <a:gd name="connsiteX9" fmla="*/ 78581 w 190157"/>
              <a:gd name="connsiteY9" fmla="*/ 128588 h 190506"/>
              <a:gd name="connsiteX10" fmla="*/ 103394 w 190157"/>
              <a:gd name="connsiteY10" fmla="*/ 128588 h 190506"/>
              <a:gd name="connsiteX11" fmla="*/ 90392 w 190157"/>
              <a:gd name="connsiteY11" fmla="*/ 141589 h 190506"/>
              <a:gd name="connsiteX12" fmla="*/ 81153 w 190157"/>
              <a:gd name="connsiteY12" fmla="*/ 157896 h 190506"/>
              <a:gd name="connsiteX13" fmla="*/ 77781 w 190157"/>
              <a:gd name="connsiteY13" fmla="*/ 171450 h 190506"/>
              <a:gd name="connsiteX14" fmla="*/ 21431 w 190157"/>
              <a:gd name="connsiteY14" fmla="*/ 171450 h 190506"/>
              <a:gd name="connsiteX15" fmla="*/ 0 w 190157"/>
              <a:gd name="connsiteY15" fmla="*/ 150019 h 190506"/>
              <a:gd name="connsiteX16" fmla="*/ 0 w 190157"/>
              <a:gd name="connsiteY16" fmla="*/ 21431 h 190506"/>
              <a:gd name="connsiteX17" fmla="*/ 45244 w 190157"/>
              <a:gd name="connsiteY17" fmla="*/ 59531 h 190506"/>
              <a:gd name="connsiteX18" fmla="*/ 54769 w 190157"/>
              <a:gd name="connsiteY18" fmla="*/ 50006 h 190506"/>
              <a:gd name="connsiteX19" fmla="*/ 45244 w 190157"/>
              <a:gd name="connsiteY19" fmla="*/ 40481 h 190506"/>
              <a:gd name="connsiteX20" fmla="*/ 35719 w 190157"/>
              <a:gd name="connsiteY20" fmla="*/ 50006 h 190506"/>
              <a:gd name="connsiteX21" fmla="*/ 45244 w 190157"/>
              <a:gd name="connsiteY21" fmla="*/ 59531 h 190506"/>
              <a:gd name="connsiteX22" fmla="*/ 78581 w 190157"/>
              <a:gd name="connsiteY22" fmla="*/ 42863 h 190506"/>
              <a:gd name="connsiteX23" fmla="*/ 71438 w 190157"/>
              <a:gd name="connsiteY23" fmla="*/ 50006 h 190506"/>
              <a:gd name="connsiteX24" fmla="*/ 78581 w 190157"/>
              <a:gd name="connsiteY24" fmla="*/ 57150 h 190506"/>
              <a:gd name="connsiteX25" fmla="*/ 130969 w 190157"/>
              <a:gd name="connsiteY25" fmla="*/ 57150 h 190506"/>
              <a:gd name="connsiteX26" fmla="*/ 138113 w 190157"/>
              <a:gd name="connsiteY26" fmla="*/ 50006 h 190506"/>
              <a:gd name="connsiteX27" fmla="*/ 130969 w 190157"/>
              <a:gd name="connsiteY27" fmla="*/ 42863 h 190506"/>
              <a:gd name="connsiteX28" fmla="*/ 78581 w 190157"/>
              <a:gd name="connsiteY28" fmla="*/ 42863 h 190506"/>
              <a:gd name="connsiteX29" fmla="*/ 78581 w 190157"/>
              <a:gd name="connsiteY29" fmla="*/ 78581 h 190506"/>
              <a:gd name="connsiteX30" fmla="*/ 71438 w 190157"/>
              <a:gd name="connsiteY30" fmla="*/ 85725 h 190506"/>
              <a:gd name="connsiteX31" fmla="*/ 78581 w 190157"/>
              <a:gd name="connsiteY31" fmla="*/ 92869 h 190506"/>
              <a:gd name="connsiteX32" fmla="*/ 130969 w 190157"/>
              <a:gd name="connsiteY32" fmla="*/ 92869 h 190506"/>
              <a:gd name="connsiteX33" fmla="*/ 138113 w 190157"/>
              <a:gd name="connsiteY33" fmla="*/ 85725 h 190506"/>
              <a:gd name="connsiteX34" fmla="*/ 130969 w 190157"/>
              <a:gd name="connsiteY34" fmla="*/ 78581 h 190506"/>
              <a:gd name="connsiteX35" fmla="*/ 78581 w 190157"/>
              <a:gd name="connsiteY35" fmla="*/ 78581 h 190506"/>
              <a:gd name="connsiteX36" fmla="*/ 35719 w 190157"/>
              <a:gd name="connsiteY36" fmla="*/ 85725 h 190506"/>
              <a:gd name="connsiteX37" fmla="*/ 45244 w 190157"/>
              <a:gd name="connsiteY37" fmla="*/ 95250 h 190506"/>
              <a:gd name="connsiteX38" fmla="*/ 54769 w 190157"/>
              <a:gd name="connsiteY38" fmla="*/ 85725 h 190506"/>
              <a:gd name="connsiteX39" fmla="*/ 45244 w 190157"/>
              <a:gd name="connsiteY39" fmla="*/ 76200 h 190506"/>
              <a:gd name="connsiteX40" fmla="*/ 35719 w 190157"/>
              <a:gd name="connsiteY40" fmla="*/ 85725 h 190506"/>
              <a:gd name="connsiteX41" fmla="*/ 45244 w 190157"/>
              <a:gd name="connsiteY41" fmla="*/ 130969 h 190506"/>
              <a:gd name="connsiteX42" fmla="*/ 54769 w 190157"/>
              <a:gd name="connsiteY42" fmla="*/ 121444 h 190506"/>
              <a:gd name="connsiteX43" fmla="*/ 45244 w 190157"/>
              <a:gd name="connsiteY43" fmla="*/ 111919 h 190506"/>
              <a:gd name="connsiteX44" fmla="*/ 35719 w 190157"/>
              <a:gd name="connsiteY44" fmla="*/ 121444 h 190506"/>
              <a:gd name="connsiteX45" fmla="*/ 45244 w 190157"/>
              <a:gd name="connsiteY45" fmla="*/ 130969 h 190506"/>
              <a:gd name="connsiteX46" fmla="*/ 153353 w 190157"/>
              <a:gd name="connsiteY46" fmla="*/ 92107 h 190506"/>
              <a:gd name="connsiteX47" fmla="*/ 97126 w 190157"/>
              <a:gd name="connsiteY47" fmla="*/ 148323 h 190506"/>
              <a:gd name="connsiteX48" fmla="*/ 90402 w 190157"/>
              <a:gd name="connsiteY48" fmla="*/ 160201 h 190506"/>
              <a:gd name="connsiteX49" fmla="*/ 86039 w 190157"/>
              <a:gd name="connsiteY49" fmla="*/ 177641 h 190506"/>
              <a:gd name="connsiteX50" fmla="*/ 93573 w 190157"/>
              <a:gd name="connsiteY50" fmla="*/ 190197 h 190506"/>
              <a:gd name="connsiteX51" fmla="*/ 98603 w 190157"/>
              <a:gd name="connsiteY51" fmla="*/ 190195 h 190506"/>
              <a:gd name="connsiteX52" fmla="*/ 116034 w 190157"/>
              <a:gd name="connsiteY52" fmla="*/ 185842 h 190506"/>
              <a:gd name="connsiteX53" fmla="*/ 127921 w 190157"/>
              <a:gd name="connsiteY53" fmla="*/ 179108 h 190506"/>
              <a:gd name="connsiteX54" fmla="*/ 184137 w 190157"/>
              <a:gd name="connsiteY54" fmla="*/ 122892 h 190506"/>
              <a:gd name="connsiteX55" fmla="*/ 183414 w 190157"/>
              <a:gd name="connsiteY55" fmla="*/ 92107 h 190506"/>
              <a:gd name="connsiteX56" fmla="*/ 153353 w 190157"/>
              <a:gd name="connsiteY56" fmla="*/ 92107 h 19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0157" h="190506">
                <a:moveTo>
                  <a:pt x="0" y="21431"/>
                </a:moveTo>
                <a:cubicBezTo>
                  <a:pt x="0" y="9595"/>
                  <a:pt x="9595" y="0"/>
                  <a:pt x="21431" y="0"/>
                </a:cubicBezTo>
                <a:lnTo>
                  <a:pt x="150019" y="0"/>
                </a:lnTo>
                <a:cubicBezTo>
                  <a:pt x="161855" y="0"/>
                  <a:pt x="171450" y="9595"/>
                  <a:pt x="171450" y="21431"/>
                </a:cubicBezTo>
                <a:lnTo>
                  <a:pt x="171450" y="76314"/>
                </a:lnTo>
                <a:cubicBezTo>
                  <a:pt x="162241" y="75508"/>
                  <a:pt x="153149" y="78820"/>
                  <a:pt x="146618" y="85363"/>
                </a:cubicBezTo>
                <a:lnTo>
                  <a:pt x="117681" y="114300"/>
                </a:lnTo>
                <a:lnTo>
                  <a:pt x="78581" y="114300"/>
                </a:lnTo>
                <a:cubicBezTo>
                  <a:pt x="74636" y="114300"/>
                  <a:pt x="71438" y="117499"/>
                  <a:pt x="71438" y="121444"/>
                </a:cubicBezTo>
                <a:cubicBezTo>
                  <a:pt x="71438" y="125389"/>
                  <a:pt x="74636" y="128588"/>
                  <a:pt x="78581" y="128588"/>
                </a:cubicBezTo>
                <a:lnTo>
                  <a:pt x="103394" y="128588"/>
                </a:lnTo>
                <a:lnTo>
                  <a:pt x="90392" y="141589"/>
                </a:lnTo>
                <a:cubicBezTo>
                  <a:pt x="85892" y="146087"/>
                  <a:pt x="82698" y="151724"/>
                  <a:pt x="81153" y="157896"/>
                </a:cubicBezTo>
                <a:lnTo>
                  <a:pt x="77781" y="171450"/>
                </a:lnTo>
                <a:lnTo>
                  <a:pt x="21431" y="171450"/>
                </a:lnTo>
                <a:cubicBezTo>
                  <a:pt x="9595" y="171450"/>
                  <a:pt x="0" y="161855"/>
                  <a:pt x="0" y="150019"/>
                </a:cubicBezTo>
                <a:lnTo>
                  <a:pt x="0" y="21431"/>
                </a:lnTo>
                <a:close/>
                <a:moveTo>
                  <a:pt x="45244" y="59531"/>
                </a:moveTo>
                <a:cubicBezTo>
                  <a:pt x="50504" y="59531"/>
                  <a:pt x="54769" y="55267"/>
                  <a:pt x="54769" y="50006"/>
                </a:cubicBezTo>
                <a:cubicBezTo>
                  <a:pt x="54769" y="44746"/>
                  <a:pt x="50504" y="40481"/>
                  <a:pt x="45244" y="40481"/>
                </a:cubicBezTo>
                <a:cubicBezTo>
                  <a:pt x="39983" y="40481"/>
                  <a:pt x="35719" y="44746"/>
                  <a:pt x="35719" y="50006"/>
                </a:cubicBezTo>
                <a:cubicBezTo>
                  <a:pt x="35719" y="55267"/>
                  <a:pt x="39983" y="59531"/>
                  <a:pt x="45244" y="59531"/>
                </a:cubicBezTo>
                <a:close/>
                <a:moveTo>
                  <a:pt x="78581" y="42863"/>
                </a:moveTo>
                <a:cubicBezTo>
                  <a:pt x="74636" y="42863"/>
                  <a:pt x="71438" y="46061"/>
                  <a:pt x="71438" y="50006"/>
                </a:cubicBezTo>
                <a:cubicBezTo>
                  <a:pt x="71438" y="53952"/>
                  <a:pt x="74636" y="57150"/>
                  <a:pt x="78581" y="57150"/>
                </a:cubicBezTo>
                <a:lnTo>
                  <a:pt x="130969" y="57150"/>
                </a:lnTo>
                <a:cubicBezTo>
                  <a:pt x="134914" y="57150"/>
                  <a:pt x="138113" y="53952"/>
                  <a:pt x="138113" y="50006"/>
                </a:cubicBezTo>
                <a:cubicBezTo>
                  <a:pt x="138113" y="46061"/>
                  <a:pt x="134914" y="42863"/>
                  <a:pt x="130969" y="42863"/>
                </a:cubicBezTo>
                <a:lnTo>
                  <a:pt x="78581" y="42863"/>
                </a:lnTo>
                <a:close/>
                <a:moveTo>
                  <a:pt x="78581" y="78581"/>
                </a:moveTo>
                <a:cubicBezTo>
                  <a:pt x="74636" y="78581"/>
                  <a:pt x="71438" y="81780"/>
                  <a:pt x="71438" y="85725"/>
                </a:cubicBezTo>
                <a:cubicBezTo>
                  <a:pt x="71438" y="89670"/>
                  <a:pt x="74636" y="92869"/>
                  <a:pt x="78581" y="92869"/>
                </a:cubicBezTo>
                <a:lnTo>
                  <a:pt x="130969" y="92869"/>
                </a:lnTo>
                <a:cubicBezTo>
                  <a:pt x="134914" y="92869"/>
                  <a:pt x="138113" y="89670"/>
                  <a:pt x="138113" y="85725"/>
                </a:cubicBezTo>
                <a:cubicBezTo>
                  <a:pt x="138113" y="81780"/>
                  <a:pt x="134914" y="78581"/>
                  <a:pt x="130969" y="78581"/>
                </a:cubicBezTo>
                <a:lnTo>
                  <a:pt x="78581" y="78581"/>
                </a:lnTo>
                <a:close/>
                <a:moveTo>
                  <a:pt x="35719" y="85725"/>
                </a:moveTo>
                <a:cubicBezTo>
                  <a:pt x="35719" y="90986"/>
                  <a:pt x="39983" y="95250"/>
                  <a:pt x="45244" y="95250"/>
                </a:cubicBezTo>
                <a:cubicBezTo>
                  <a:pt x="50504" y="95250"/>
                  <a:pt x="54769" y="90986"/>
                  <a:pt x="54769" y="85725"/>
                </a:cubicBezTo>
                <a:cubicBezTo>
                  <a:pt x="54769" y="80464"/>
                  <a:pt x="50504" y="76200"/>
                  <a:pt x="45244" y="76200"/>
                </a:cubicBezTo>
                <a:cubicBezTo>
                  <a:pt x="39983" y="76200"/>
                  <a:pt x="35719" y="80464"/>
                  <a:pt x="35719" y="85725"/>
                </a:cubicBezTo>
                <a:close/>
                <a:moveTo>
                  <a:pt x="45244" y="130969"/>
                </a:moveTo>
                <a:cubicBezTo>
                  <a:pt x="50504" y="130969"/>
                  <a:pt x="54769" y="126704"/>
                  <a:pt x="54769" y="121444"/>
                </a:cubicBezTo>
                <a:cubicBezTo>
                  <a:pt x="54769" y="116183"/>
                  <a:pt x="50504" y="111919"/>
                  <a:pt x="45244" y="111919"/>
                </a:cubicBezTo>
                <a:cubicBezTo>
                  <a:pt x="39983" y="111919"/>
                  <a:pt x="35719" y="116183"/>
                  <a:pt x="35719" y="121444"/>
                </a:cubicBezTo>
                <a:cubicBezTo>
                  <a:pt x="35719" y="126704"/>
                  <a:pt x="39983" y="130969"/>
                  <a:pt x="45244" y="130969"/>
                </a:cubicBezTo>
                <a:close/>
                <a:moveTo>
                  <a:pt x="153353" y="92107"/>
                </a:moveTo>
                <a:lnTo>
                  <a:pt x="97126" y="148323"/>
                </a:lnTo>
                <a:cubicBezTo>
                  <a:pt x="93851" y="151601"/>
                  <a:pt x="91527" y="155706"/>
                  <a:pt x="90402" y="160201"/>
                </a:cubicBezTo>
                <a:lnTo>
                  <a:pt x="86039" y="177641"/>
                </a:lnTo>
                <a:cubicBezTo>
                  <a:pt x="84652" y="183189"/>
                  <a:pt x="88025" y="188810"/>
                  <a:pt x="93573" y="190197"/>
                </a:cubicBezTo>
                <a:cubicBezTo>
                  <a:pt x="95224" y="190611"/>
                  <a:pt x="96952" y="190610"/>
                  <a:pt x="98603" y="190195"/>
                </a:cubicBezTo>
                <a:lnTo>
                  <a:pt x="116034" y="185842"/>
                </a:lnTo>
                <a:cubicBezTo>
                  <a:pt x="120533" y="184717"/>
                  <a:pt x="124642" y="182389"/>
                  <a:pt x="127921" y="179108"/>
                </a:cubicBezTo>
                <a:lnTo>
                  <a:pt x="184137" y="122892"/>
                </a:lnTo>
                <a:cubicBezTo>
                  <a:pt x="192438" y="114190"/>
                  <a:pt x="192114" y="100408"/>
                  <a:pt x="183414" y="92107"/>
                </a:cubicBezTo>
                <a:cubicBezTo>
                  <a:pt x="175001" y="84080"/>
                  <a:pt x="161766" y="84080"/>
                  <a:pt x="153353" y="92107"/>
                </a:cubicBezTo>
                <a:close/>
              </a:path>
            </a:pathLst>
          </a:custGeom>
          <a:solidFill>
            <a:srgbClr val="2AA4C0"/>
          </a:solidFill>
          <a:ln w="150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91F2C"/>
              </a:solidFill>
              <a:effectLst/>
              <a:uLnTx/>
              <a:uFillTx/>
              <a:latin typeface="Segoe Sans Text Light" pitchFamily="2" charset="0"/>
              <a:ea typeface="+mn-ea"/>
              <a:cs typeface="+mn-cs"/>
            </a:endParaRPr>
          </a:p>
        </p:txBody>
      </p:sp>
      <p:sp>
        <p:nvSpPr>
          <p:cNvPr id="23" name="Graphic 56" descr="Icon of a group of three people">
            <a:extLst>
              <a:ext uri="{FF2B5EF4-FFF2-40B4-BE49-F238E27FC236}">
                <a16:creationId xmlns:a16="http://schemas.microsoft.com/office/drawing/2014/main" id="{B0663CD5-C143-0E5B-2A32-D1A70104B9A3}"/>
              </a:ext>
            </a:extLst>
          </p:cNvPr>
          <p:cNvSpPr>
            <a:spLocks/>
          </p:cNvSpPr>
          <p:nvPr/>
        </p:nvSpPr>
        <p:spPr>
          <a:xfrm>
            <a:off x="6718317" y="1020944"/>
            <a:ext cx="163888" cy="14753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solidFill>
            <a:srgbClr val="118ACC"/>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Sans Text Light" pitchFamily="2" charset="0"/>
              <a:ea typeface="+mn-ea"/>
              <a:cs typeface="+mn-cs"/>
            </a:endParaRPr>
          </a:p>
        </p:txBody>
      </p:sp>
      <p:sp>
        <p:nvSpPr>
          <p:cNvPr id="24" name="Rectangle 23">
            <a:extLst>
              <a:ext uri="{FF2B5EF4-FFF2-40B4-BE49-F238E27FC236}">
                <a16:creationId xmlns:a16="http://schemas.microsoft.com/office/drawing/2014/main" id="{F53A9B37-14EB-E7EA-9E36-EF7168DFEC2E}"/>
              </a:ext>
            </a:extLst>
          </p:cNvPr>
          <p:cNvSpPr/>
          <p:nvPr/>
        </p:nvSpPr>
        <p:spPr bwMode="auto">
          <a:xfrm rot="5400000">
            <a:off x="3421672" y="1505383"/>
            <a:ext cx="294362" cy="6298928"/>
          </a:xfrm>
          <a:prstGeom prst="rect">
            <a:avLst/>
          </a:prstGeom>
          <a:gradFill flip="none" rotWithShape="1">
            <a:gsLst>
              <a:gs pos="0">
                <a:srgbClr val="C03BC4"/>
              </a:gs>
              <a:gs pos="100000">
                <a:srgbClr val="0078D4"/>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25" name="Rectangle: Rounded Corners 24">
            <a:extLst>
              <a:ext uri="{FF2B5EF4-FFF2-40B4-BE49-F238E27FC236}">
                <a16:creationId xmlns:a16="http://schemas.microsoft.com/office/drawing/2014/main" id="{9EB05E0B-4227-5681-1A29-393237652F07}"/>
              </a:ext>
            </a:extLst>
          </p:cNvPr>
          <p:cNvSpPr/>
          <p:nvPr/>
        </p:nvSpPr>
        <p:spPr bwMode="auto">
          <a:xfrm>
            <a:off x="498356" y="4889578"/>
            <a:ext cx="4608033" cy="261484"/>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26" name="TextBox 25">
            <a:extLst>
              <a:ext uri="{FF2B5EF4-FFF2-40B4-BE49-F238E27FC236}">
                <a16:creationId xmlns:a16="http://schemas.microsoft.com/office/drawing/2014/main" id="{A6C9B2D7-7DB3-76FD-E53C-7D3BC5A161B2}"/>
              </a:ext>
            </a:extLst>
          </p:cNvPr>
          <p:cNvSpPr txBox="1">
            <a:spLocks/>
          </p:cNvSpPr>
          <p:nvPr/>
        </p:nvSpPr>
        <p:spPr>
          <a:xfrm>
            <a:off x="2847769" y="5217894"/>
            <a:ext cx="1929547" cy="138499"/>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Sans Text Semibold"/>
                <a:ea typeface="+mn-ea"/>
                <a:cs typeface="Segoe Sans Text Light" pitchFamily="2" charset="0"/>
              </a:rPr>
              <a:t>Growth</a:t>
            </a:r>
            <a:endPar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cxnSp>
        <p:nvCxnSpPr>
          <p:cNvPr id="27" name="Straight Connector 26">
            <a:extLst>
              <a:ext uri="{FF2B5EF4-FFF2-40B4-BE49-F238E27FC236}">
                <a16:creationId xmlns:a16="http://schemas.microsoft.com/office/drawing/2014/main" id="{D811D7BB-4654-DB73-5453-A2800D6B2AA2}"/>
              </a:ext>
            </a:extLst>
          </p:cNvPr>
          <p:cNvCxnSpPr>
            <a:cxnSpLocks/>
          </p:cNvCxnSpPr>
          <p:nvPr/>
        </p:nvCxnSpPr>
        <p:spPr>
          <a:xfrm flipV="1">
            <a:off x="5191399" y="5217894"/>
            <a:ext cx="0" cy="1072088"/>
          </a:xfrm>
          <a:prstGeom prst="line">
            <a:avLst/>
          </a:prstGeom>
          <a:noFill/>
          <a:ln w="6350" cap="rnd" cmpd="sng" algn="ctr">
            <a:solidFill>
              <a:srgbClr val="080808">
                <a:lumMod val="25000"/>
                <a:lumOff val="75000"/>
              </a:srgbClr>
            </a:solidFill>
            <a:prstDash val="solid"/>
            <a:headEnd type="none" w="lg" len="med"/>
            <a:tailEnd type="none" w="lg" len="med"/>
          </a:ln>
          <a:effectLst/>
        </p:spPr>
      </p:cxnSp>
      <p:sp>
        <p:nvSpPr>
          <p:cNvPr id="28" name="TextBox 27">
            <a:extLst>
              <a:ext uri="{FF2B5EF4-FFF2-40B4-BE49-F238E27FC236}">
                <a16:creationId xmlns:a16="http://schemas.microsoft.com/office/drawing/2014/main" id="{2B495147-9F09-F71A-5E3E-3F7305E11169}"/>
              </a:ext>
            </a:extLst>
          </p:cNvPr>
          <p:cNvSpPr txBox="1">
            <a:spLocks/>
          </p:cNvSpPr>
          <p:nvPr/>
        </p:nvSpPr>
        <p:spPr>
          <a:xfrm>
            <a:off x="802277" y="4951070"/>
            <a:ext cx="2038435"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Business Outcomes</a:t>
            </a:r>
            <a:r>
              <a:rPr kumimoji="0" lang="en-US" sz="900" b="0" i="0" u="none" strike="noStrike" kern="1200" cap="none" spc="0" normalizeH="0" baseline="30000" noProof="0">
                <a:ln>
                  <a:noFill/>
                </a:ln>
                <a:solidFill>
                  <a:srgbClr val="000000"/>
                </a:solidFill>
                <a:effectLst/>
                <a:uLnTx/>
                <a:uFillTx/>
                <a:latin typeface="Segoe Sans Text Semibold" pitchFamily="2" charset="0"/>
                <a:ea typeface="+mn-ea"/>
                <a:cs typeface="+mn-cs"/>
              </a:rPr>
              <a:t>2</a:t>
            </a:r>
            <a:endPar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Segoe Sans Text Light" pitchFamily="2" charset="0"/>
            </a:endParaRPr>
          </a:p>
        </p:txBody>
      </p:sp>
      <p:grpSp>
        <p:nvGrpSpPr>
          <p:cNvPr id="29" name="Group 28">
            <a:extLst>
              <a:ext uri="{FF2B5EF4-FFF2-40B4-BE49-F238E27FC236}">
                <a16:creationId xmlns:a16="http://schemas.microsoft.com/office/drawing/2014/main" id="{D5A8056F-79A5-7BA0-FF8B-A9390DD06149}"/>
              </a:ext>
            </a:extLst>
          </p:cNvPr>
          <p:cNvGrpSpPr/>
          <p:nvPr/>
        </p:nvGrpSpPr>
        <p:grpSpPr>
          <a:xfrm>
            <a:off x="576412" y="4937407"/>
            <a:ext cx="181273" cy="181273"/>
            <a:chOff x="581043" y="4033745"/>
            <a:chExt cx="331665" cy="192028"/>
          </a:xfrm>
        </p:grpSpPr>
        <p:sp>
          <p:nvSpPr>
            <p:cNvPr id="30" name="Freeform: Shape 29">
              <a:extLst>
                <a:ext uri="{FF2B5EF4-FFF2-40B4-BE49-F238E27FC236}">
                  <a16:creationId xmlns:a16="http://schemas.microsoft.com/office/drawing/2014/main" id="{99F20C72-E869-9C6E-3BB0-BA4A8773A0AE}"/>
                </a:ext>
                <a:ext uri="{C183D7F6-B498-43B3-948B-1728B52AA6E4}">
                  <adec:decorative xmlns:adec="http://schemas.microsoft.com/office/drawing/2017/decorative" val="1"/>
                </a:ext>
              </a:extLst>
            </p:cNvPr>
            <p:cNvSpPr>
              <a:spLocks/>
            </p:cNvSpPr>
            <p:nvPr/>
          </p:nvSpPr>
          <p:spPr bwMode="auto">
            <a:xfrm>
              <a:off x="581043" y="4033745"/>
              <a:ext cx="331665" cy="192028"/>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31" name="Graphic 29">
              <a:extLst>
                <a:ext uri="{FF2B5EF4-FFF2-40B4-BE49-F238E27FC236}">
                  <a16:creationId xmlns:a16="http://schemas.microsoft.com/office/drawing/2014/main" id="{BE54B002-68E3-066C-05FF-171CA3A075E0}"/>
                </a:ext>
              </a:extLst>
            </p:cNvPr>
            <p:cNvSpPr/>
            <p:nvPr/>
          </p:nvSpPr>
          <p:spPr>
            <a:xfrm>
              <a:off x="640798" y="4068360"/>
              <a:ext cx="222762" cy="128957"/>
            </a:xfrm>
            <a:custGeom>
              <a:avLst/>
              <a:gdLst>
                <a:gd name="connsiteX0" fmla="*/ 104409 w 128975"/>
                <a:gd name="connsiteY0" fmla="*/ 70610 h 128957"/>
                <a:gd name="connsiteX1" fmla="*/ 108798 w 128975"/>
                <a:gd name="connsiteY1" fmla="*/ 59862 h 128957"/>
                <a:gd name="connsiteX2" fmla="*/ 67559 w 128975"/>
                <a:gd name="connsiteY2" fmla="*/ 59862 h 128957"/>
                <a:gd name="connsiteX3" fmla="*/ 56811 w 128975"/>
                <a:gd name="connsiteY3" fmla="*/ 49114 h 128957"/>
                <a:gd name="connsiteX4" fmla="*/ 56811 w 128975"/>
                <a:gd name="connsiteY4" fmla="*/ 0 h 128957"/>
                <a:gd name="connsiteX5" fmla="*/ 0 w 128975"/>
                <a:gd name="connsiteY5" fmla="*/ 58326 h 128957"/>
                <a:gd name="connsiteX6" fmla="*/ 55275 w 128975"/>
                <a:gd name="connsiteY6" fmla="*/ 116593 h 128957"/>
                <a:gd name="connsiteX7" fmla="*/ 55275 w 128975"/>
                <a:gd name="connsiteY7" fmla="*/ 107460 h 128957"/>
                <a:gd name="connsiteX8" fmla="*/ 70630 w 128975"/>
                <a:gd name="connsiteY8" fmla="*/ 92106 h 128957"/>
                <a:gd name="connsiteX9" fmla="*/ 79842 w 128975"/>
                <a:gd name="connsiteY9" fmla="*/ 95175 h 128957"/>
                <a:gd name="connsiteX10" fmla="*/ 79842 w 128975"/>
                <a:gd name="connsiteY10" fmla="*/ 89035 h 128957"/>
                <a:gd name="connsiteX11" fmla="*/ 95196 w 128975"/>
                <a:gd name="connsiteY11" fmla="*/ 73681 h 128957"/>
                <a:gd name="connsiteX12" fmla="*/ 104409 w 128975"/>
                <a:gd name="connsiteY12" fmla="*/ 76750 h 128957"/>
                <a:gd name="connsiteX13" fmla="*/ 104409 w 128975"/>
                <a:gd name="connsiteY13" fmla="*/ 70610 h 128957"/>
                <a:gd name="connsiteX14" fmla="*/ 66023 w 128975"/>
                <a:gd name="connsiteY14" fmla="*/ 481 h 128957"/>
                <a:gd name="connsiteX15" fmla="*/ 66023 w 128975"/>
                <a:gd name="connsiteY15" fmla="*/ 49114 h 128957"/>
                <a:gd name="connsiteX16" fmla="*/ 67559 w 128975"/>
                <a:gd name="connsiteY16" fmla="*/ 50649 h 128957"/>
                <a:gd name="connsiteX17" fmla="*/ 116192 w 128975"/>
                <a:gd name="connsiteY17" fmla="*/ 50649 h 128957"/>
                <a:gd name="connsiteX18" fmla="*/ 66023 w 128975"/>
                <a:gd name="connsiteY18" fmla="*/ 481 h 128957"/>
                <a:gd name="connsiteX19" fmla="*/ 119763 w 128975"/>
                <a:gd name="connsiteY19" fmla="*/ 61399 h 128957"/>
                <a:gd name="connsiteX20" fmla="*/ 110551 w 128975"/>
                <a:gd name="connsiteY20" fmla="*/ 70612 h 128957"/>
                <a:gd name="connsiteX21" fmla="*/ 110551 w 128975"/>
                <a:gd name="connsiteY21" fmla="*/ 119745 h 128957"/>
                <a:gd name="connsiteX22" fmla="*/ 119763 w 128975"/>
                <a:gd name="connsiteY22" fmla="*/ 128958 h 128957"/>
                <a:gd name="connsiteX23" fmla="*/ 128976 w 128975"/>
                <a:gd name="connsiteY23" fmla="*/ 119745 h 128957"/>
                <a:gd name="connsiteX24" fmla="*/ 128976 w 128975"/>
                <a:gd name="connsiteY24" fmla="*/ 70612 h 128957"/>
                <a:gd name="connsiteX25" fmla="*/ 119763 w 128975"/>
                <a:gd name="connsiteY25" fmla="*/ 61399 h 128957"/>
                <a:gd name="connsiteX26" fmla="*/ 70630 w 128975"/>
                <a:gd name="connsiteY26" fmla="*/ 98249 h 128957"/>
                <a:gd name="connsiteX27" fmla="*/ 61417 w 128975"/>
                <a:gd name="connsiteY27" fmla="*/ 107462 h 128957"/>
                <a:gd name="connsiteX28" fmla="*/ 61417 w 128975"/>
                <a:gd name="connsiteY28" fmla="*/ 119745 h 128957"/>
                <a:gd name="connsiteX29" fmla="*/ 70630 w 128975"/>
                <a:gd name="connsiteY29" fmla="*/ 128958 h 128957"/>
                <a:gd name="connsiteX30" fmla="*/ 79842 w 128975"/>
                <a:gd name="connsiteY30" fmla="*/ 119745 h 128957"/>
                <a:gd name="connsiteX31" fmla="*/ 79842 w 128975"/>
                <a:gd name="connsiteY31" fmla="*/ 107462 h 128957"/>
                <a:gd name="connsiteX32" fmla="*/ 70630 w 128975"/>
                <a:gd name="connsiteY32" fmla="*/ 98249 h 128957"/>
                <a:gd name="connsiteX33" fmla="*/ 85984 w 128975"/>
                <a:gd name="connsiteY33" fmla="*/ 89037 h 128957"/>
                <a:gd name="connsiteX34" fmla="*/ 95196 w 128975"/>
                <a:gd name="connsiteY34" fmla="*/ 79824 h 128957"/>
                <a:gd name="connsiteX35" fmla="*/ 104409 w 128975"/>
                <a:gd name="connsiteY35" fmla="*/ 89037 h 128957"/>
                <a:gd name="connsiteX36" fmla="*/ 104409 w 128975"/>
                <a:gd name="connsiteY36" fmla="*/ 119745 h 128957"/>
                <a:gd name="connsiteX37" fmla="*/ 95196 w 128975"/>
                <a:gd name="connsiteY37" fmla="*/ 128958 h 128957"/>
                <a:gd name="connsiteX38" fmla="*/ 85984 w 128975"/>
                <a:gd name="connsiteY38" fmla="*/ 119745 h 128957"/>
                <a:gd name="connsiteX39" fmla="*/ 85984 w 128975"/>
                <a:gd name="connsiteY39" fmla="*/ 89037 h 12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8975" h="128957">
                  <a:moveTo>
                    <a:pt x="104409" y="70610"/>
                  </a:moveTo>
                  <a:cubicBezTo>
                    <a:pt x="104409" y="66425"/>
                    <a:pt x="106083" y="62631"/>
                    <a:pt x="108798" y="59862"/>
                  </a:cubicBezTo>
                  <a:lnTo>
                    <a:pt x="67559" y="59862"/>
                  </a:lnTo>
                  <a:cubicBezTo>
                    <a:pt x="61623" y="59862"/>
                    <a:pt x="56811" y="55050"/>
                    <a:pt x="56811" y="49114"/>
                  </a:cubicBezTo>
                  <a:lnTo>
                    <a:pt x="56811" y="0"/>
                  </a:lnTo>
                  <a:cubicBezTo>
                    <a:pt x="25297" y="814"/>
                    <a:pt x="0" y="26616"/>
                    <a:pt x="0" y="58326"/>
                  </a:cubicBezTo>
                  <a:cubicBezTo>
                    <a:pt x="0" y="89520"/>
                    <a:pt x="24479" y="114997"/>
                    <a:pt x="55275" y="116593"/>
                  </a:cubicBezTo>
                  <a:lnTo>
                    <a:pt x="55275" y="107460"/>
                  </a:lnTo>
                  <a:cubicBezTo>
                    <a:pt x="55275" y="98980"/>
                    <a:pt x="62150" y="92106"/>
                    <a:pt x="70630" y="92106"/>
                  </a:cubicBezTo>
                  <a:cubicBezTo>
                    <a:pt x="74086" y="92106"/>
                    <a:pt x="77276" y="93248"/>
                    <a:pt x="79842" y="95175"/>
                  </a:cubicBezTo>
                  <a:lnTo>
                    <a:pt x="79842" y="89035"/>
                  </a:lnTo>
                  <a:cubicBezTo>
                    <a:pt x="79842" y="80555"/>
                    <a:pt x="86717" y="73681"/>
                    <a:pt x="95196" y="73681"/>
                  </a:cubicBezTo>
                  <a:cubicBezTo>
                    <a:pt x="98653" y="73681"/>
                    <a:pt x="101843" y="74823"/>
                    <a:pt x="104409" y="76750"/>
                  </a:cubicBezTo>
                  <a:lnTo>
                    <a:pt x="104409" y="70610"/>
                  </a:lnTo>
                  <a:close/>
                  <a:moveTo>
                    <a:pt x="66023" y="481"/>
                  </a:moveTo>
                  <a:lnTo>
                    <a:pt x="66023" y="49114"/>
                  </a:lnTo>
                  <a:cubicBezTo>
                    <a:pt x="66023" y="49962"/>
                    <a:pt x="66711" y="50649"/>
                    <a:pt x="67559" y="50649"/>
                  </a:cubicBezTo>
                  <a:lnTo>
                    <a:pt x="116192" y="50649"/>
                  </a:lnTo>
                  <a:cubicBezTo>
                    <a:pt x="112764" y="24566"/>
                    <a:pt x="92107" y="3909"/>
                    <a:pt x="66023" y="481"/>
                  </a:cubicBezTo>
                  <a:close/>
                  <a:moveTo>
                    <a:pt x="119763" y="61399"/>
                  </a:moveTo>
                  <a:cubicBezTo>
                    <a:pt x="114676" y="61399"/>
                    <a:pt x="110551" y="65524"/>
                    <a:pt x="110551" y="70612"/>
                  </a:cubicBezTo>
                  <a:lnTo>
                    <a:pt x="110551" y="119745"/>
                  </a:lnTo>
                  <a:cubicBezTo>
                    <a:pt x="110551" y="124833"/>
                    <a:pt x="114676" y="128958"/>
                    <a:pt x="119763" y="128958"/>
                  </a:cubicBezTo>
                  <a:cubicBezTo>
                    <a:pt x="124851" y="128958"/>
                    <a:pt x="128976" y="124833"/>
                    <a:pt x="128976" y="119745"/>
                  </a:cubicBezTo>
                  <a:lnTo>
                    <a:pt x="128976" y="70612"/>
                  </a:lnTo>
                  <a:cubicBezTo>
                    <a:pt x="128976" y="65524"/>
                    <a:pt x="124851" y="61399"/>
                    <a:pt x="119763" y="61399"/>
                  </a:cubicBezTo>
                  <a:close/>
                  <a:moveTo>
                    <a:pt x="70630" y="98249"/>
                  </a:moveTo>
                  <a:cubicBezTo>
                    <a:pt x="65542" y="98249"/>
                    <a:pt x="61417" y="102374"/>
                    <a:pt x="61417" y="107462"/>
                  </a:cubicBezTo>
                  <a:lnTo>
                    <a:pt x="61417" y="119745"/>
                  </a:lnTo>
                  <a:cubicBezTo>
                    <a:pt x="61417" y="124833"/>
                    <a:pt x="65542" y="128958"/>
                    <a:pt x="70630" y="128958"/>
                  </a:cubicBezTo>
                  <a:cubicBezTo>
                    <a:pt x="75717" y="128958"/>
                    <a:pt x="79842" y="124833"/>
                    <a:pt x="79842" y="119745"/>
                  </a:cubicBezTo>
                  <a:lnTo>
                    <a:pt x="79842" y="107462"/>
                  </a:lnTo>
                  <a:cubicBezTo>
                    <a:pt x="79842" y="102374"/>
                    <a:pt x="75717" y="98249"/>
                    <a:pt x="70630" y="98249"/>
                  </a:cubicBezTo>
                  <a:close/>
                  <a:moveTo>
                    <a:pt x="85984" y="89037"/>
                  </a:moveTo>
                  <a:cubicBezTo>
                    <a:pt x="85984" y="83949"/>
                    <a:pt x="90109" y="79824"/>
                    <a:pt x="95196" y="79824"/>
                  </a:cubicBezTo>
                  <a:cubicBezTo>
                    <a:pt x="100284" y="79824"/>
                    <a:pt x="104409" y="83949"/>
                    <a:pt x="104409" y="89037"/>
                  </a:cubicBezTo>
                  <a:lnTo>
                    <a:pt x="104409" y="119745"/>
                  </a:lnTo>
                  <a:cubicBezTo>
                    <a:pt x="104409" y="124833"/>
                    <a:pt x="100284" y="128958"/>
                    <a:pt x="95196" y="128958"/>
                  </a:cubicBezTo>
                  <a:cubicBezTo>
                    <a:pt x="90109" y="128958"/>
                    <a:pt x="85984" y="124833"/>
                    <a:pt x="85984" y="119745"/>
                  </a:cubicBezTo>
                  <a:lnTo>
                    <a:pt x="85984" y="89037"/>
                  </a:lnTo>
                  <a:close/>
                </a:path>
              </a:pathLst>
            </a:custGeom>
            <a:solidFill>
              <a:srgbClr val="48C4B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Text Light" pitchFamily="2" charset="0"/>
                <a:ea typeface="+mn-ea"/>
                <a:cs typeface="+mn-cs"/>
              </a:endParaRPr>
            </a:p>
          </p:txBody>
        </p:sp>
      </p:grpSp>
      <p:sp>
        <p:nvSpPr>
          <p:cNvPr id="32" name="Rectangle 31">
            <a:extLst>
              <a:ext uri="{FF2B5EF4-FFF2-40B4-BE49-F238E27FC236}">
                <a16:creationId xmlns:a16="http://schemas.microsoft.com/office/drawing/2014/main" id="{8404A146-026D-84CD-21C8-B532DD6347FA}"/>
              </a:ext>
            </a:extLst>
          </p:cNvPr>
          <p:cNvSpPr>
            <a:spLocks/>
          </p:cNvSpPr>
          <p:nvPr/>
        </p:nvSpPr>
        <p:spPr bwMode="auto">
          <a:xfrm>
            <a:off x="609071" y="4563280"/>
            <a:ext cx="1001877"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rPr>
              <a:t>Why – Impact</a:t>
            </a:r>
            <a:r>
              <a:rPr kumimoji="0" lang="en-US" sz="1200" b="0" i="0" u="none" strike="noStrike" kern="0" cap="none" spc="0" normalizeH="0" baseline="30000" noProof="0">
                <a:ln>
                  <a:noFill/>
                </a:ln>
                <a:solidFill>
                  <a:srgbClr val="FFFFFF"/>
                </a:solidFill>
                <a:effectLst/>
                <a:uLnTx/>
                <a:uFillTx/>
                <a:latin typeface="Segoe Sans Text Semibold" pitchFamily="2" charset="0"/>
                <a:ea typeface="+mn-ea"/>
                <a:cs typeface="+mn-cs"/>
              </a:rPr>
              <a:t>1</a:t>
            </a:r>
            <a:endPar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endParaRPr>
          </a:p>
        </p:txBody>
      </p:sp>
      <p:sp>
        <p:nvSpPr>
          <p:cNvPr id="33" name="Rectangle 32">
            <a:extLst>
              <a:ext uri="{FF2B5EF4-FFF2-40B4-BE49-F238E27FC236}">
                <a16:creationId xmlns:a16="http://schemas.microsoft.com/office/drawing/2014/main" id="{EE0D0540-952D-12F0-7631-2E0204EFF2FE}"/>
              </a:ext>
            </a:extLst>
          </p:cNvPr>
          <p:cNvSpPr/>
          <p:nvPr/>
        </p:nvSpPr>
        <p:spPr bwMode="auto">
          <a:xfrm rot="5400000">
            <a:off x="9149297" y="2183075"/>
            <a:ext cx="297306" cy="4943546"/>
          </a:xfrm>
          <a:prstGeom prst="rect">
            <a:avLst/>
          </a:prstGeom>
          <a:gradFill flip="none" rotWithShape="1">
            <a:gsLst>
              <a:gs pos="0">
                <a:srgbClr val="086EC0"/>
              </a:gs>
              <a:gs pos="100000">
                <a:srgbClr val="2A446F"/>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34" name="Rectangle 33">
            <a:extLst>
              <a:ext uri="{FF2B5EF4-FFF2-40B4-BE49-F238E27FC236}">
                <a16:creationId xmlns:a16="http://schemas.microsoft.com/office/drawing/2014/main" id="{FC9ECD9A-7168-A38D-A248-75A4812C95D5}"/>
              </a:ext>
            </a:extLst>
          </p:cNvPr>
          <p:cNvSpPr>
            <a:spLocks/>
          </p:cNvSpPr>
          <p:nvPr/>
        </p:nvSpPr>
        <p:spPr bwMode="auto">
          <a:xfrm>
            <a:off x="7013593" y="4563280"/>
            <a:ext cx="2112758"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rPr>
              <a:t>How – Underlying foundation</a:t>
            </a:r>
            <a:r>
              <a:rPr kumimoji="0" lang="en-US" sz="1200" b="0" i="0" u="none" strike="noStrike" kern="0" cap="none" spc="0" normalizeH="0" baseline="30000" noProof="0">
                <a:ln>
                  <a:noFill/>
                </a:ln>
                <a:solidFill>
                  <a:srgbClr val="FFFFFF"/>
                </a:solidFill>
                <a:effectLst/>
                <a:uLnTx/>
                <a:uFillTx/>
                <a:latin typeface="Segoe Sans Text Semibold" pitchFamily="2" charset="0"/>
                <a:ea typeface="+mn-ea"/>
                <a:cs typeface="+mn-cs"/>
              </a:rPr>
              <a:t>1</a:t>
            </a:r>
            <a:endPar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endParaRPr>
          </a:p>
        </p:txBody>
      </p:sp>
      <p:grpSp>
        <p:nvGrpSpPr>
          <p:cNvPr id="35" name="Group 34">
            <a:extLst>
              <a:ext uri="{FF2B5EF4-FFF2-40B4-BE49-F238E27FC236}">
                <a16:creationId xmlns:a16="http://schemas.microsoft.com/office/drawing/2014/main" id="{11CAE270-3B7F-FCD2-E665-F78AE040F3C7}"/>
              </a:ext>
            </a:extLst>
          </p:cNvPr>
          <p:cNvGrpSpPr/>
          <p:nvPr/>
        </p:nvGrpSpPr>
        <p:grpSpPr>
          <a:xfrm>
            <a:off x="6926963" y="4909508"/>
            <a:ext cx="4770793" cy="1462317"/>
            <a:chOff x="6926963" y="4909508"/>
            <a:chExt cx="4768188" cy="1462317"/>
          </a:xfrm>
        </p:grpSpPr>
        <p:sp>
          <p:nvSpPr>
            <p:cNvPr id="36" name="Rectangle: Rounded Corners 35">
              <a:extLst>
                <a:ext uri="{FF2B5EF4-FFF2-40B4-BE49-F238E27FC236}">
                  <a16:creationId xmlns:a16="http://schemas.microsoft.com/office/drawing/2014/main" id="{92365647-7C87-DE1B-2F06-B5CBCC87B70F}"/>
                </a:ext>
              </a:extLst>
            </p:cNvPr>
            <p:cNvSpPr>
              <a:spLocks/>
            </p:cNvSpPr>
            <p:nvPr/>
          </p:nvSpPr>
          <p:spPr bwMode="auto">
            <a:xfrm>
              <a:off x="6926963" y="4909508"/>
              <a:ext cx="2345594" cy="1462317"/>
            </a:xfrm>
            <a:prstGeom prst="roundRect">
              <a:avLst>
                <a:gd name="adj" fmla="val 6519"/>
              </a:avLst>
            </a:prstGeom>
            <a:solidFill>
              <a:srgbClr val="F2F2F2"/>
            </a:solidFill>
            <a:ln w="9525" cap="flat" cmpd="sng" algn="ctr">
              <a:noFill/>
              <a:prstDash val="solid"/>
              <a:headEnd type="none" w="med" len="med"/>
              <a:tailEnd type="none" w="med" len="med"/>
            </a:ln>
            <a:effectLst/>
          </p:spPr>
          <p:txBody>
            <a:bodyPr rot="0" spcFirstLastPara="0" vertOverflow="overflow" horzOverflow="overflow" vert="horz" wrap="square" lIns="45720" tIns="27432" rIns="45720" bIns="27432"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0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Semibold" pitchFamily="2" charset="0"/>
                  <a:ea typeface="+mn-ea"/>
                  <a:cs typeface="+mn-cs"/>
                </a:rPr>
                <a:t>Data to integrate</a:t>
              </a:r>
            </a:p>
          </p:txBody>
        </p:sp>
        <p:sp>
          <p:nvSpPr>
            <p:cNvPr id="37" name="Rectangle: Rounded Corners 36">
              <a:extLst>
                <a:ext uri="{FF2B5EF4-FFF2-40B4-BE49-F238E27FC236}">
                  <a16:creationId xmlns:a16="http://schemas.microsoft.com/office/drawing/2014/main" id="{80C63EC1-6450-20BD-DAA6-11F3BE6FBBA2}"/>
                </a:ext>
              </a:extLst>
            </p:cNvPr>
            <p:cNvSpPr>
              <a:spLocks/>
            </p:cNvSpPr>
            <p:nvPr/>
          </p:nvSpPr>
          <p:spPr bwMode="auto">
            <a:xfrm>
              <a:off x="9349557" y="4909508"/>
              <a:ext cx="2345594" cy="1462317"/>
            </a:xfrm>
            <a:prstGeom prst="roundRect">
              <a:avLst>
                <a:gd name="adj" fmla="val 6519"/>
              </a:avLst>
            </a:prstGeom>
            <a:solidFill>
              <a:srgbClr val="F2F2F2"/>
            </a:solidFill>
            <a:ln w="9525" cap="flat" cmpd="sng" algn="ctr">
              <a:noFill/>
              <a:prstDash val="solid"/>
              <a:headEnd type="none" w="med" len="med"/>
              <a:tailEnd type="none" w="med" len="med"/>
            </a:ln>
            <a:effectLst/>
          </p:spPr>
          <p:txBody>
            <a:bodyPr rot="0" spcFirstLastPara="0" vertOverflow="overflow" horzOverflow="overflow" vert="horz" wrap="square" lIns="45720" tIns="27432" rIns="45720" bIns="27432"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0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Semibold" pitchFamily="2" charset="0"/>
                  <a:ea typeface="+mn-ea"/>
                  <a:cs typeface="+mn-cs"/>
                </a:rPr>
                <a:t>Technical patterns</a:t>
              </a:r>
            </a:p>
          </p:txBody>
        </p:sp>
      </p:grpSp>
      <p:sp>
        <p:nvSpPr>
          <p:cNvPr id="38" name="Rectangle 37">
            <a:extLst>
              <a:ext uri="{FF2B5EF4-FFF2-40B4-BE49-F238E27FC236}">
                <a16:creationId xmlns:a16="http://schemas.microsoft.com/office/drawing/2014/main" id="{BECE04E9-76BE-B996-2B0C-958B19E5468C}"/>
              </a:ext>
            </a:extLst>
          </p:cNvPr>
          <p:cNvSpPr/>
          <p:nvPr/>
        </p:nvSpPr>
        <p:spPr bwMode="auto">
          <a:xfrm rot="5400000">
            <a:off x="7682537" y="-3282930"/>
            <a:ext cx="292608" cy="7830819"/>
          </a:xfrm>
          <a:prstGeom prst="rect">
            <a:avLst/>
          </a:prstGeom>
          <a:gradFill flip="none" rotWithShape="1">
            <a:gsLst>
              <a:gs pos="11000">
                <a:srgbClr val="0078D4"/>
              </a:gs>
              <a:gs pos="100000">
                <a:srgbClr val="49C5B1"/>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39" name="Rectangle 38">
            <a:extLst>
              <a:ext uri="{FF2B5EF4-FFF2-40B4-BE49-F238E27FC236}">
                <a16:creationId xmlns:a16="http://schemas.microsoft.com/office/drawing/2014/main" id="{4EDDCF5D-692C-1053-DB59-A3D408160E90}"/>
              </a:ext>
            </a:extLst>
          </p:cNvPr>
          <p:cNvSpPr>
            <a:spLocks/>
          </p:cNvSpPr>
          <p:nvPr/>
        </p:nvSpPr>
        <p:spPr bwMode="auto">
          <a:xfrm>
            <a:off x="4056062" y="540147"/>
            <a:ext cx="1713611"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mn-cs"/>
              </a:rPr>
              <a:t>What - Process overview</a:t>
            </a:r>
          </a:p>
        </p:txBody>
      </p:sp>
      <p:grpSp>
        <p:nvGrpSpPr>
          <p:cNvPr id="41" name="Group 40">
            <a:extLst>
              <a:ext uri="{FF2B5EF4-FFF2-40B4-BE49-F238E27FC236}">
                <a16:creationId xmlns:a16="http://schemas.microsoft.com/office/drawing/2014/main" id="{62EFBF3C-9ED3-99DB-3616-48E51F31F0BD}"/>
              </a:ext>
            </a:extLst>
          </p:cNvPr>
          <p:cNvGrpSpPr/>
          <p:nvPr/>
        </p:nvGrpSpPr>
        <p:grpSpPr>
          <a:xfrm>
            <a:off x="5267674" y="4917875"/>
            <a:ext cx="1374652" cy="261484"/>
            <a:chOff x="3464543" y="4917875"/>
            <a:chExt cx="1374652" cy="261484"/>
          </a:xfrm>
        </p:grpSpPr>
        <p:grpSp>
          <p:nvGrpSpPr>
            <p:cNvPr id="42" name="Group 41">
              <a:extLst>
                <a:ext uri="{FF2B5EF4-FFF2-40B4-BE49-F238E27FC236}">
                  <a16:creationId xmlns:a16="http://schemas.microsoft.com/office/drawing/2014/main" id="{8E452B4F-2C3E-DE04-882F-89A433213A0B}"/>
                </a:ext>
              </a:extLst>
            </p:cNvPr>
            <p:cNvGrpSpPr/>
            <p:nvPr/>
          </p:nvGrpSpPr>
          <p:grpSpPr>
            <a:xfrm>
              <a:off x="3464543" y="4917875"/>
              <a:ext cx="1374652" cy="261484"/>
              <a:chOff x="3464543" y="3978428"/>
              <a:chExt cx="1374652" cy="261484"/>
            </a:xfrm>
          </p:grpSpPr>
          <p:sp>
            <p:nvSpPr>
              <p:cNvPr id="44" name="Rectangle: Rounded Corners 43">
                <a:extLst>
                  <a:ext uri="{FF2B5EF4-FFF2-40B4-BE49-F238E27FC236}">
                    <a16:creationId xmlns:a16="http://schemas.microsoft.com/office/drawing/2014/main" id="{11443F62-7694-082C-BA80-D1D451FF96C9}"/>
                  </a:ext>
                </a:extLst>
              </p:cNvPr>
              <p:cNvSpPr/>
              <p:nvPr/>
            </p:nvSpPr>
            <p:spPr bwMode="auto">
              <a:xfrm>
                <a:off x="3464543" y="3978428"/>
                <a:ext cx="1374652" cy="261484"/>
              </a:xfrm>
              <a:prstGeom prst="roundRect">
                <a:avLst>
                  <a:gd name="adj" fmla="val 50000"/>
                </a:avLst>
              </a:prstGeom>
              <a:solidFill>
                <a:srgbClr val="FFFFFF">
                  <a:lumMod val="95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91F2C"/>
                  </a:solidFill>
                  <a:effectLst/>
                  <a:uLnTx/>
                  <a:uFillTx/>
                  <a:latin typeface="Segoe Sans Text Light" pitchFamily="2" charset="0"/>
                  <a:ea typeface="Segoe UI" pitchFamily="34" charset="0"/>
                  <a:cs typeface="Segoe Sans Text Light" pitchFamily="2" charset="0"/>
                </a:endParaRPr>
              </a:p>
            </p:txBody>
          </p:sp>
          <p:sp>
            <p:nvSpPr>
              <p:cNvPr id="46" name="TextBox 45">
                <a:extLst>
                  <a:ext uri="{FF2B5EF4-FFF2-40B4-BE49-F238E27FC236}">
                    <a16:creationId xmlns:a16="http://schemas.microsoft.com/office/drawing/2014/main" id="{867A4151-BE05-3B0B-1EB7-CDBF12DFEADE}"/>
                  </a:ext>
                </a:extLst>
              </p:cNvPr>
              <p:cNvSpPr txBox="1">
                <a:spLocks/>
              </p:cNvSpPr>
              <p:nvPr/>
            </p:nvSpPr>
            <p:spPr>
              <a:xfrm>
                <a:off x="3730655" y="4038202"/>
                <a:ext cx="1043226" cy="138499"/>
              </a:xfrm>
              <a:prstGeom prst="rect">
                <a:avLst/>
              </a:prstGeom>
              <a:noFill/>
            </p:spPr>
            <p:txBody>
              <a:bodyPr wrap="square" lIns="0" tIns="0" rIns="0" bIns="0" anchor="ctr">
                <a:spAutoFit/>
              </a:bodyPr>
              <a:lstStyle/>
              <a:p>
                <a:pPr marL="0" marR="0" lvl="2" indent="0" algn="l" defTabSz="932472"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bold" pitchFamily="2" charset="0"/>
                    <a:ea typeface="+mn-ea"/>
                    <a:cs typeface="+mn-cs"/>
                  </a:rPr>
                  <a:t>Roles addressed</a:t>
                </a:r>
              </a:p>
            </p:txBody>
          </p:sp>
          <p:sp>
            <p:nvSpPr>
              <p:cNvPr id="47" name="Freeform: Shape 46">
                <a:extLst>
                  <a:ext uri="{FF2B5EF4-FFF2-40B4-BE49-F238E27FC236}">
                    <a16:creationId xmlns:a16="http://schemas.microsoft.com/office/drawing/2014/main" id="{BAE52349-6558-36AA-5AF6-2344C527838D}"/>
                  </a:ext>
                  <a:ext uri="{C183D7F6-B498-43B3-948B-1728B52AA6E4}">
                    <adec:decorative xmlns:adec="http://schemas.microsoft.com/office/drawing/2017/decorative" val="1"/>
                  </a:ext>
                </a:extLst>
              </p:cNvPr>
              <p:cNvSpPr>
                <a:spLocks/>
              </p:cNvSpPr>
              <p:nvPr/>
            </p:nvSpPr>
            <p:spPr bwMode="auto">
              <a:xfrm>
                <a:off x="3533136" y="4026257"/>
                <a:ext cx="181273" cy="181273"/>
              </a:xfrm>
              <a:custGeom>
                <a:avLst/>
                <a:gdLst>
                  <a:gd name="connsiteX0" fmla="*/ 338078 w 676156"/>
                  <a:gd name="connsiteY0" fmla="*/ 0 h 677960"/>
                  <a:gd name="connsiteX1" fmla="*/ 676156 w 676156"/>
                  <a:gd name="connsiteY1" fmla="*/ 338980 h 677960"/>
                  <a:gd name="connsiteX2" fmla="*/ 338078 w 676156"/>
                  <a:gd name="connsiteY2" fmla="*/ 677960 h 677960"/>
                  <a:gd name="connsiteX3" fmla="*/ 0 w 676156"/>
                  <a:gd name="connsiteY3" fmla="*/ 338980 h 677960"/>
                  <a:gd name="connsiteX4" fmla="*/ 338078 w 676156"/>
                  <a:gd name="connsiteY4" fmla="*/ 0 h 67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156" h="677960">
                    <a:moveTo>
                      <a:pt x="338078" y="0"/>
                    </a:moveTo>
                    <a:cubicBezTo>
                      <a:pt x="524794" y="0"/>
                      <a:pt x="676156" y="151766"/>
                      <a:pt x="676156" y="338980"/>
                    </a:cubicBezTo>
                    <a:cubicBezTo>
                      <a:pt x="676156" y="526194"/>
                      <a:pt x="524794" y="677960"/>
                      <a:pt x="338078" y="677960"/>
                    </a:cubicBezTo>
                    <a:cubicBezTo>
                      <a:pt x="151362" y="677960"/>
                      <a:pt x="0" y="526194"/>
                      <a:pt x="0" y="338980"/>
                    </a:cubicBezTo>
                    <a:cubicBezTo>
                      <a:pt x="0" y="151766"/>
                      <a:pt x="151362" y="0"/>
                      <a:pt x="338078" y="0"/>
                    </a:cubicBez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grpSp>
        <p:sp>
          <p:nvSpPr>
            <p:cNvPr id="43" name="Graphic 56" descr="Icon of a group of three people">
              <a:extLst>
                <a:ext uri="{FF2B5EF4-FFF2-40B4-BE49-F238E27FC236}">
                  <a16:creationId xmlns:a16="http://schemas.microsoft.com/office/drawing/2014/main" id="{8B645ED3-E951-84BD-7C5C-104106E1EAD6}"/>
                </a:ext>
              </a:extLst>
            </p:cNvPr>
            <p:cNvSpPr>
              <a:spLocks/>
            </p:cNvSpPr>
            <p:nvPr/>
          </p:nvSpPr>
          <p:spPr>
            <a:xfrm>
              <a:off x="3560254" y="5002907"/>
              <a:ext cx="124193" cy="111803"/>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solidFill>
              <a:srgbClr val="118ACC"/>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Sans Text Light" pitchFamily="2" charset="0"/>
                <a:ea typeface="+mn-ea"/>
                <a:cs typeface="+mn-cs"/>
              </a:endParaRPr>
            </a:p>
          </p:txBody>
        </p:sp>
      </p:grpSp>
      <p:sp>
        <p:nvSpPr>
          <p:cNvPr id="48" name="TextBox 47">
            <a:extLst>
              <a:ext uri="{FF2B5EF4-FFF2-40B4-BE49-F238E27FC236}">
                <a16:creationId xmlns:a16="http://schemas.microsoft.com/office/drawing/2014/main" id="{23D3B703-D5A1-2D82-2BB3-C70B941BA44B}"/>
              </a:ext>
            </a:extLst>
          </p:cNvPr>
          <p:cNvSpPr txBox="1">
            <a:spLocks/>
          </p:cNvSpPr>
          <p:nvPr/>
        </p:nvSpPr>
        <p:spPr>
          <a:xfrm>
            <a:off x="586637" y="5217894"/>
            <a:ext cx="1929547" cy="138499"/>
          </a:xfrm>
          <a:prstGeom prst="rect">
            <a:avLst/>
          </a:prstGeom>
          <a:noFill/>
        </p:spPr>
        <p:txBody>
          <a:bodyPr wrap="square" lIns="0" tIns="0" rIns="0" bIns="0" anchor="t">
            <a:spAutoFit/>
          </a:bodyPr>
          <a:lstStyle/>
          <a:p>
            <a:pPr marL="0" marR="0" lvl="2" indent="0" algn="l" defTabSz="932472" rtl="0" eaLnBrk="1" fontAlgn="base"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Sans Text Semibold"/>
                <a:ea typeface="+mn-ea"/>
                <a:cs typeface="Segoe Sans Text Light" pitchFamily="2" charset="0"/>
              </a:rPr>
              <a:t>Cost savings:</a:t>
            </a:r>
            <a:endPar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endParaRPr>
          </a:p>
        </p:txBody>
      </p:sp>
      <p:sp>
        <p:nvSpPr>
          <p:cNvPr id="49" name="TextBox 48">
            <a:extLst>
              <a:ext uri="{FF2B5EF4-FFF2-40B4-BE49-F238E27FC236}">
                <a16:creationId xmlns:a16="http://schemas.microsoft.com/office/drawing/2014/main" id="{7F10B3FC-FF96-ADFD-EFD9-A61EC5386E73}"/>
              </a:ext>
            </a:extLst>
          </p:cNvPr>
          <p:cNvSpPr txBox="1">
            <a:spLocks/>
          </p:cNvSpPr>
          <p:nvPr/>
        </p:nvSpPr>
        <p:spPr>
          <a:xfrm>
            <a:off x="6995238" y="5246190"/>
            <a:ext cx="2181766" cy="933589"/>
          </a:xfrm>
          <a:prstGeom prst="rect">
            <a:avLst/>
          </a:prstGeom>
          <a:noFill/>
        </p:spPr>
        <p:txBody>
          <a:bodyPr wrap="square" lIns="0" tIns="0" rIns="0" bIns="0" anchor="t">
            <a:spAutoFit/>
          </a:bodyPr>
          <a:lstStyle/>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Contract repository, templates, clause library, and approval playbooks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Counterparty, product, pricing, and order data from sales and procurement systems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Policy, regulatory, and risk sources, incl. past negotiations and obligation records</a:t>
            </a:r>
          </a:p>
        </p:txBody>
      </p:sp>
      <p:sp>
        <p:nvSpPr>
          <p:cNvPr id="50" name="TextBox 49">
            <a:extLst>
              <a:ext uri="{FF2B5EF4-FFF2-40B4-BE49-F238E27FC236}">
                <a16:creationId xmlns:a16="http://schemas.microsoft.com/office/drawing/2014/main" id="{770080E1-A5AA-3835-8A9B-824E6481D61B}"/>
              </a:ext>
            </a:extLst>
          </p:cNvPr>
          <p:cNvSpPr txBox="1">
            <a:spLocks/>
          </p:cNvSpPr>
          <p:nvPr/>
        </p:nvSpPr>
        <p:spPr>
          <a:xfrm>
            <a:off x="9433435" y="5246190"/>
            <a:ext cx="2181766" cy="1159292"/>
          </a:xfrm>
          <a:prstGeom prst="rect">
            <a:avLst/>
          </a:prstGeom>
          <a:noFill/>
        </p:spPr>
        <p:txBody>
          <a:bodyPr wrap="square" lIns="0" tIns="0" rIns="0" bIns="0" anchor="t">
            <a:spAutoFit/>
          </a:bodyPr>
          <a:lstStyle/>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Retrieval-augmented clause extraction and drafting with tool use into contract editors and signature systems (create, compare, redline, sign)</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Event-driven orchestration for reviews, approvals, signatures, and obligation tracking with human-in-the-loop and auditable traces</a:t>
            </a:r>
          </a:p>
        </p:txBody>
      </p:sp>
      <p:sp>
        <p:nvSpPr>
          <p:cNvPr id="52" name="Rectangle 8">
            <a:extLst>
              <a:ext uri="{FF2B5EF4-FFF2-40B4-BE49-F238E27FC236}">
                <a16:creationId xmlns:a16="http://schemas.microsoft.com/office/drawing/2014/main" id="{0B2A84E0-56A1-F300-108A-63457073B4D8}"/>
              </a:ext>
            </a:extLst>
          </p:cNvPr>
          <p:cNvSpPr>
            <a:spLocks noChangeArrowheads="1"/>
          </p:cNvSpPr>
          <p:nvPr/>
        </p:nvSpPr>
        <p:spPr bwMode="auto">
          <a:xfrm>
            <a:off x="11714153" y="6187159"/>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5" name="Rectangle 3">
            <a:extLst>
              <a:ext uri="{FF2B5EF4-FFF2-40B4-BE49-F238E27FC236}">
                <a16:creationId xmlns:a16="http://schemas.microsoft.com/office/drawing/2014/main" id="{045C9EC0-1119-82B8-DAAE-F97EE86942E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sz="1800" b="0" i="0" u="none" strike="noStrike" kern="1200" cap="none" spc="0" normalizeH="0" baseline="0" noProof="0">
              <a:ln>
                <a:noFill/>
              </a:ln>
              <a:solidFill>
                <a:srgbClr val="080808"/>
              </a:solidFill>
              <a:effectLst/>
              <a:uLnTx/>
              <a:uFillTx/>
              <a:latin typeface="Arial" panose="020B0604020202020204" pitchFamily="34" charset="0"/>
              <a:ea typeface="+mn-ea"/>
              <a:cs typeface="+mn-cs"/>
            </a:endParaRPr>
          </a:p>
        </p:txBody>
      </p:sp>
      <p:sp>
        <p:nvSpPr>
          <p:cNvPr id="56" name="TextBox 55">
            <a:extLst>
              <a:ext uri="{FF2B5EF4-FFF2-40B4-BE49-F238E27FC236}">
                <a16:creationId xmlns:a16="http://schemas.microsoft.com/office/drawing/2014/main" id="{F0ECC820-3B3A-7AF5-9D7F-8AE032551F8E}"/>
              </a:ext>
            </a:extLst>
          </p:cNvPr>
          <p:cNvSpPr txBox="1">
            <a:spLocks/>
          </p:cNvSpPr>
          <p:nvPr/>
        </p:nvSpPr>
        <p:spPr>
          <a:xfrm>
            <a:off x="9269325" y="1901013"/>
            <a:ext cx="2328314" cy="2282676"/>
          </a:xfrm>
          <a:prstGeom prst="rect">
            <a:avLst/>
          </a:prstGeom>
          <a:noFill/>
        </p:spPr>
        <p:txBody>
          <a:bodyPr wrap="square" lIns="0" tIns="0" rIns="0" bIns="0" anchor="t">
            <a:spAutoFit/>
          </a:bodyPr>
          <a:lstStyle/>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Intake &amp; Drafting Agent: </a:t>
            </a: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Structures the request, selects the right template, inserts approved clauses, and auto-fills fields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Clause Extraction &amp; Risk Agent: </a:t>
            </a: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Extracts and classifies clauses from any draft, compares to standards, scores risk, and proposes fallbacks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Review &amp; Negotiation Agent: </a:t>
            </a: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Tracks versions, explains deviations, gathers evidence, and routes to the right reviewers</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Signature &amp; Repository Agent:</a:t>
            </a: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 Orchestrates approvals, manages signatures, stores signed copies with metadata</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Obligation &amp; Renewal Agent: </a:t>
            </a: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 Creates obligation records, monitors milestones and SLAs, triggers renewals or adjustments</a:t>
            </a:r>
          </a:p>
        </p:txBody>
      </p:sp>
      <p:sp>
        <p:nvSpPr>
          <p:cNvPr id="57" name="TextBox 56">
            <a:extLst>
              <a:ext uri="{FF2B5EF4-FFF2-40B4-BE49-F238E27FC236}">
                <a16:creationId xmlns:a16="http://schemas.microsoft.com/office/drawing/2014/main" id="{2E2AB9FD-0C98-44CB-6B0C-BDB399FC4C6D}"/>
              </a:ext>
            </a:extLst>
          </p:cNvPr>
          <p:cNvSpPr txBox="1">
            <a:spLocks/>
          </p:cNvSpPr>
          <p:nvPr/>
        </p:nvSpPr>
        <p:spPr>
          <a:xfrm>
            <a:off x="6663106" y="1565141"/>
            <a:ext cx="2442456" cy="2056973"/>
          </a:xfrm>
          <a:prstGeom prst="rect">
            <a:avLst/>
          </a:prstGeom>
          <a:noFill/>
        </p:spPr>
        <p:txBody>
          <a:bodyPr wrap="square" lIns="0" tIns="0" rIns="0" bIns="0" anchor="t">
            <a:spAutoFit/>
          </a:bodyPr>
          <a:lstStyle/>
          <a:p>
            <a:pPr marL="182563" marR="0" lvl="2" indent="-182563"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Capture request with counterparty, purpose, commercial terms, and required deadlines.</a:t>
            </a:r>
          </a:p>
          <a:p>
            <a:pPr marL="182563" marR="0" lvl="2" indent="-182563"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Draft from the correct template and clause playbook; auto-fill known data.</a:t>
            </a:r>
          </a:p>
          <a:p>
            <a:pPr marL="182563" marR="0" lvl="2" indent="-182563"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Ingest third-party drafts; extract clauses and compare to standards with deviations flagged.</a:t>
            </a:r>
          </a:p>
          <a:p>
            <a:pPr marL="182563" marR="0" lvl="2" indent="-182563"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Score risk; propose redlines and fallbacks; route for legal and business review.</a:t>
            </a:r>
          </a:p>
          <a:p>
            <a:pPr marL="182563" marR="0" lvl="2" indent="-182563"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Capture approvals, collect electronic signatures, and store final versions with metadata.</a:t>
            </a:r>
          </a:p>
          <a:p>
            <a:pPr marL="182563" marR="0" lvl="2" indent="-182563"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Create obligation records; monitor milestones, renewals, and amendments; notify owners.</a:t>
            </a:r>
          </a:p>
        </p:txBody>
      </p:sp>
      <p:sp>
        <p:nvSpPr>
          <p:cNvPr id="53" name="TextBox 52">
            <a:extLst>
              <a:ext uri="{FF2B5EF4-FFF2-40B4-BE49-F238E27FC236}">
                <a16:creationId xmlns:a16="http://schemas.microsoft.com/office/drawing/2014/main" id="{C259ABB8-877A-8420-F8E0-B8D4C7F3867D}"/>
              </a:ext>
            </a:extLst>
          </p:cNvPr>
          <p:cNvSpPr txBox="1">
            <a:spLocks/>
          </p:cNvSpPr>
          <p:nvPr/>
        </p:nvSpPr>
        <p:spPr>
          <a:xfrm>
            <a:off x="2847769" y="5394725"/>
            <a:ext cx="1929547" cy="882293"/>
          </a:xfrm>
          <a:prstGeom prst="rect">
            <a:avLst/>
          </a:prstGeom>
          <a:noFill/>
        </p:spPr>
        <p:txBody>
          <a:bodyPr wrap="square" lIns="0" tIns="0" rIns="0" bIns="0" anchor="t">
            <a:spAutoFit/>
          </a:bodyPr>
          <a:lstStyle/>
          <a:p>
            <a:pPr marL="91440" marR="0" lvl="2" indent="-9144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Fewer missed renewals and price changes; revenue leakage reduced by about 2–5%.</a:t>
            </a:r>
          </a:p>
          <a:p>
            <a:pPr marL="91440" marR="0" lvl="2" indent="-9144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Lower risk of penalties through tracked obligations and consistent regulatory language.</a:t>
            </a:r>
          </a:p>
        </p:txBody>
      </p:sp>
      <p:sp>
        <p:nvSpPr>
          <p:cNvPr id="54" name="TextBox 53">
            <a:extLst>
              <a:ext uri="{FF2B5EF4-FFF2-40B4-BE49-F238E27FC236}">
                <a16:creationId xmlns:a16="http://schemas.microsoft.com/office/drawing/2014/main" id="{3E076880-4667-5839-3007-B7C23B450C3B}"/>
              </a:ext>
            </a:extLst>
          </p:cNvPr>
          <p:cNvSpPr txBox="1">
            <a:spLocks/>
          </p:cNvSpPr>
          <p:nvPr/>
        </p:nvSpPr>
        <p:spPr>
          <a:xfrm>
            <a:off x="586637" y="5394725"/>
            <a:ext cx="1929547" cy="882293"/>
          </a:xfrm>
          <a:prstGeom prst="rect">
            <a:avLst/>
          </a:prstGeom>
          <a:noFill/>
        </p:spPr>
        <p:txBody>
          <a:bodyPr wrap="square" lIns="0" tIns="0" rIns="0" bIns="0" anchor="t">
            <a:spAutoFit/>
          </a:bodyPr>
          <a:lstStyle/>
          <a:p>
            <a:pPr marL="91440" marR="0" lvl="2" indent="-9144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About 30–50% faster cycle time from request to signature through automation and guided reviews.</a:t>
            </a:r>
          </a:p>
          <a:p>
            <a:pPr marL="91440" marR="0" lvl="2" indent="-9144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Outside counsel and rework reduced by about 15–30% with standard language and early risk detection.</a:t>
            </a:r>
          </a:p>
        </p:txBody>
      </p:sp>
      <p:sp>
        <p:nvSpPr>
          <p:cNvPr id="58" name="TextBox 57">
            <a:extLst>
              <a:ext uri="{FF2B5EF4-FFF2-40B4-BE49-F238E27FC236}">
                <a16:creationId xmlns:a16="http://schemas.microsoft.com/office/drawing/2014/main" id="{5ADD1C7A-B8DA-7ED2-83E9-47A5FD638B21}"/>
              </a:ext>
            </a:extLst>
          </p:cNvPr>
          <p:cNvSpPr txBox="1">
            <a:spLocks/>
          </p:cNvSpPr>
          <p:nvPr/>
        </p:nvSpPr>
        <p:spPr>
          <a:xfrm>
            <a:off x="5325389" y="5246190"/>
            <a:ext cx="1192242" cy="743793"/>
          </a:xfrm>
          <a:prstGeom prst="rect">
            <a:avLst/>
          </a:prstGeom>
          <a:noFill/>
        </p:spPr>
        <p:txBody>
          <a:bodyPr wrap="square" lIns="0" tIns="0" rIns="0" bIns="0" anchor="t">
            <a:spAutoFit/>
          </a:bodyPr>
          <a:lstStyle/>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Legal operations leaders and commercial counsel.</a:t>
            </a:r>
          </a:p>
          <a:p>
            <a:pPr marL="171450" marR="0" lvl="2" indent="-171450" algn="l" defTabSz="932472" rtl="0" eaLnBrk="1" fontAlgn="base" latinLnBrk="0" hangingPunct="1">
              <a:lnSpc>
                <a:spcPct val="1000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80808"/>
                </a:solidFill>
                <a:effectLst/>
                <a:uLnTx/>
                <a:uFillTx/>
                <a:latin typeface="Segoe Sans Text Light" pitchFamily="2" charset="0"/>
                <a:ea typeface="+mn-ea"/>
                <a:cs typeface="Segoe Sans Text Light" pitchFamily="2" charset="0"/>
              </a:rPr>
              <a:t>Procurement or sales operations leaders.</a:t>
            </a:r>
          </a:p>
        </p:txBody>
      </p:sp>
    </p:spTree>
    <p:extLst>
      <p:ext uri="{BB962C8B-B14F-4D97-AF65-F5344CB8AC3E}">
        <p14:creationId xmlns:p14="http://schemas.microsoft.com/office/powerpoint/2010/main" val="1579551848"/>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BCFC47-D301-69F2-F5F8-BB0E28715FDB}"/>
            </a:ext>
          </a:extLst>
        </p:cNvPr>
        <p:cNvGrpSpPr/>
        <p:nvPr/>
      </p:nvGrpSpPr>
      <p:grpSpPr>
        <a:xfrm>
          <a:off x="0" y="0"/>
          <a:ext cx="0" cy="0"/>
          <a:chOff x="0" y="0"/>
          <a:chExt cx="0" cy="0"/>
        </a:xfrm>
      </p:grpSpPr>
      <p:sp>
        <p:nvSpPr>
          <p:cNvPr id="2" name="Rounded Rectangle 21">
            <a:extLst>
              <a:ext uri="{FF2B5EF4-FFF2-40B4-BE49-F238E27FC236}">
                <a16:creationId xmlns:a16="http://schemas.microsoft.com/office/drawing/2014/main" id="{7A4E5831-D697-3DC8-9EDA-5EFDF38DD597}"/>
              </a:ext>
              <a:ext uri="{C183D7F6-B498-43B3-948B-1728B52AA6E4}">
                <adec:decorative xmlns:adec="http://schemas.microsoft.com/office/drawing/2017/decorative" val="1"/>
              </a:ext>
            </a:extLst>
          </p:cNvPr>
          <p:cNvSpPr>
            <a:spLocks/>
          </p:cNvSpPr>
          <p:nvPr/>
        </p:nvSpPr>
        <p:spPr bwMode="auto">
          <a:xfrm flipH="1" flipV="1">
            <a:off x="586740" y="1082675"/>
            <a:ext cx="11018520" cy="5468528"/>
          </a:xfrm>
          <a:prstGeom prst="roundRect">
            <a:avLst>
              <a:gd name="adj" fmla="val 2511"/>
            </a:avLst>
          </a:prstGeom>
          <a:solidFill>
            <a:schemeClr val="bg1">
              <a:alpha val="35000"/>
            </a:schemeClr>
          </a:solidFill>
          <a:ln w="9525">
            <a:solidFill>
              <a:schemeClr val="bg1"/>
            </a:solidFill>
            <a:headEnd type="none" w="med" len="med"/>
            <a:tailEnd type="none" w="med" len="med"/>
          </a:ln>
          <a:effectLst>
            <a:outerShdw blurRad="215900" dist="127000" algn="ctr" rotWithShape="0">
              <a:schemeClr val="tx1">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72000" rIns="108000" bIns="7200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84E3E705-59FD-8027-D639-1828907AD903}"/>
              </a:ext>
              <a:ext uri="{C183D7F6-B498-43B3-948B-1728B52AA6E4}">
                <adec:decorative xmlns:adec="http://schemas.microsoft.com/office/drawing/2017/decorative" val="1"/>
              </a:ext>
            </a:extLst>
          </p:cNvPr>
          <p:cNvSpPr>
            <a:spLocks/>
          </p:cNvSpPr>
          <p:nvPr/>
        </p:nvSpPr>
        <p:spPr>
          <a:xfrm>
            <a:off x="673633" y="1163616"/>
            <a:ext cx="10844734" cy="3313460"/>
          </a:xfrm>
          <a:prstGeom prst="roundRect">
            <a:avLst>
              <a:gd name="adj" fmla="val 2379"/>
            </a:avLst>
          </a:prstGeom>
          <a:solidFill>
            <a:srgbClr val="FFFFFF">
              <a:alpha val="94000"/>
            </a:srgbClr>
          </a:solidFill>
          <a:effectLst>
            <a:outerShdw blurRad="50800" dist="38100" dir="2700000" algn="tl" rotWithShape="0">
              <a:prstClr val="black">
                <a:alpha val="10000"/>
              </a:prstClr>
            </a:outerShdw>
          </a:effectLst>
        </p:spPr>
        <p:txBody>
          <a:bodyPr wrap="square" lIns="0" tIns="404132" rIns="0" bIns="0" rtlCol="0" anchor="ctr">
            <a:normAutofit/>
          </a:bodyPr>
          <a:lstStyle/>
          <a:p>
            <a:pPr marL="0" marR="0" lvl="0" indent="0" algn="ctr" defTabSz="1740645"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454142"/>
              </a:solidFill>
              <a:effectLst/>
              <a:uLnTx/>
              <a:uFillTx/>
              <a:latin typeface="Segoe UI Variable Display Semib" pitchFamily="2" charset="0"/>
              <a:ea typeface="+mn-ea"/>
              <a:cs typeface="Segoe Sans Display Semibold" pitchFamily="2" charset="0"/>
            </a:endParaRPr>
          </a:p>
        </p:txBody>
      </p:sp>
      <p:cxnSp>
        <p:nvCxnSpPr>
          <p:cNvPr id="4" name="Straight Arrow Connector 3">
            <a:extLst>
              <a:ext uri="{FF2B5EF4-FFF2-40B4-BE49-F238E27FC236}">
                <a16:creationId xmlns:a16="http://schemas.microsoft.com/office/drawing/2014/main" id="{86A16643-4C1B-E759-E523-F84E2ACBF6C0}"/>
              </a:ext>
              <a:ext uri="{C183D7F6-B498-43B3-948B-1728B52AA6E4}">
                <adec:decorative xmlns:adec="http://schemas.microsoft.com/office/drawing/2017/decorative" val="1"/>
              </a:ext>
            </a:extLst>
          </p:cNvPr>
          <p:cNvCxnSpPr>
            <a:cxnSpLocks/>
          </p:cNvCxnSpPr>
          <p:nvPr/>
        </p:nvCxnSpPr>
        <p:spPr>
          <a:xfrm flipV="1">
            <a:off x="673632" y="2172931"/>
            <a:ext cx="10844734" cy="17128"/>
          </a:xfrm>
          <a:prstGeom prst="straightConnector1">
            <a:avLst/>
          </a:prstGeom>
          <a:noFill/>
          <a:ln w="6350" cap="flat" cmpd="sng" algn="ctr">
            <a:solidFill>
              <a:srgbClr val="F7F7F8">
                <a:lumMod val="75000"/>
              </a:srgbClr>
            </a:solidFill>
            <a:prstDash val="dash"/>
            <a:headEnd type="none" w="med" len="med"/>
            <a:tailEnd type="none" w="med" len="med"/>
          </a:ln>
          <a:effectLst/>
        </p:spPr>
      </p:cxnSp>
      <p:grpSp>
        <p:nvGrpSpPr>
          <p:cNvPr id="5" name="Group 4">
            <a:extLst>
              <a:ext uri="{FF2B5EF4-FFF2-40B4-BE49-F238E27FC236}">
                <a16:creationId xmlns:a16="http://schemas.microsoft.com/office/drawing/2014/main" id="{A11087D2-A973-B376-4C3B-34390F5D47D4}"/>
              </a:ext>
              <a:ext uri="{C183D7F6-B498-43B3-948B-1728B52AA6E4}">
                <adec:decorative xmlns:adec="http://schemas.microsoft.com/office/drawing/2017/decorative" val="1"/>
              </a:ext>
            </a:extLst>
          </p:cNvPr>
          <p:cNvGrpSpPr/>
          <p:nvPr/>
        </p:nvGrpSpPr>
        <p:grpSpPr>
          <a:xfrm>
            <a:off x="1156308" y="1828559"/>
            <a:ext cx="440328" cy="573247"/>
            <a:chOff x="891471" y="1731551"/>
            <a:chExt cx="463370" cy="603244"/>
          </a:xfrm>
        </p:grpSpPr>
        <p:cxnSp>
          <p:nvCxnSpPr>
            <p:cNvPr id="6" name="Straight Connector 5">
              <a:extLst>
                <a:ext uri="{FF2B5EF4-FFF2-40B4-BE49-F238E27FC236}">
                  <a16:creationId xmlns:a16="http://schemas.microsoft.com/office/drawing/2014/main" id="{8C4C3A2A-4420-161B-36BD-8D21A941FC67}"/>
                </a:ext>
              </a:extLst>
            </p:cNvPr>
            <p:cNvCxnSpPr>
              <a:cxnSpLocks/>
            </p:cNvCxnSpPr>
            <p:nvPr/>
          </p:nvCxnSpPr>
          <p:spPr>
            <a:xfrm>
              <a:off x="1123156"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8" name="Oval 7">
              <a:extLst>
                <a:ext uri="{FF2B5EF4-FFF2-40B4-BE49-F238E27FC236}">
                  <a16:creationId xmlns:a16="http://schemas.microsoft.com/office/drawing/2014/main" id="{CCF72587-8065-9863-F174-585768B9EA29}"/>
                </a:ext>
                <a:ext uri="{C183D7F6-B498-43B3-948B-1728B52AA6E4}">
                  <adec:decorative xmlns:adec="http://schemas.microsoft.com/office/drawing/2017/decorative" val="1"/>
                </a:ext>
              </a:extLst>
            </p:cNvPr>
            <p:cNvSpPr/>
            <p:nvPr/>
          </p:nvSpPr>
          <p:spPr bwMode="auto">
            <a:xfrm>
              <a:off x="891471"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grpSp>
        <p:nvGrpSpPr>
          <p:cNvPr id="10" name="Group 9">
            <a:extLst>
              <a:ext uri="{FF2B5EF4-FFF2-40B4-BE49-F238E27FC236}">
                <a16:creationId xmlns:a16="http://schemas.microsoft.com/office/drawing/2014/main" id="{A07EC457-F4F3-BE24-A578-989B6370E761}"/>
              </a:ext>
              <a:ext uri="{C183D7F6-B498-43B3-948B-1728B52AA6E4}">
                <adec:decorative xmlns:adec="http://schemas.microsoft.com/office/drawing/2017/decorative" val="1"/>
              </a:ext>
            </a:extLst>
          </p:cNvPr>
          <p:cNvGrpSpPr/>
          <p:nvPr/>
        </p:nvGrpSpPr>
        <p:grpSpPr>
          <a:xfrm>
            <a:off x="2518308" y="1828559"/>
            <a:ext cx="440328" cy="573247"/>
            <a:chOff x="2140501" y="1731551"/>
            <a:chExt cx="463370" cy="603244"/>
          </a:xfrm>
        </p:grpSpPr>
        <p:cxnSp>
          <p:nvCxnSpPr>
            <p:cNvPr id="11" name="Straight Connector 10">
              <a:extLst>
                <a:ext uri="{FF2B5EF4-FFF2-40B4-BE49-F238E27FC236}">
                  <a16:creationId xmlns:a16="http://schemas.microsoft.com/office/drawing/2014/main" id="{33CB07B8-453B-6495-09F5-2AB9361EC8E3}"/>
                </a:ext>
              </a:extLst>
            </p:cNvPr>
            <p:cNvCxnSpPr>
              <a:cxnSpLocks/>
            </p:cNvCxnSpPr>
            <p:nvPr/>
          </p:nvCxnSpPr>
          <p:spPr>
            <a:xfrm flipH="1">
              <a:off x="2372185"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13" name="Oval 12">
              <a:extLst>
                <a:ext uri="{FF2B5EF4-FFF2-40B4-BE49-F238E27FC236}">
                  <a16:creationId xmlns:a16="http://schemas.microsoft.com/office/drawing/2014/main" id="{FED2EF37-7CE2-0845-F762-6099D689F864}"/>
                </a:ext>
                <a:ext uri="{C183D7F6-B498-43B3-948B-1728B52AA6E4}">
                  <adec:decorative xmlns:adec="http://schemas.microsoft.com/office/drawing/2017/decorative" val="1"/>
                </a:ext>
              </a:extLst>
            </p:cNvPr>
            <p:cNvSpPr/>
            <p:nvPr/>
          </p:nvSpPr>
          <p:spPr bwMode="auto">
            <a:xfrm>
              <a:off x="2140501"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grpSp>
        <p:nvGrpSpPr>
          <p:cNvPr id="26" name="Group 25">
            <a:extLst>
              <a:ext uri="{FF2B5EF4-FFF2-40B4-BE49-F238E27FC236}">
                <a16:creationId xmlns:a16="http://schemas.microsoft.com/office/drawing/2014/main" id="{8664B538-D8E4-C1FE-0546-841C15DB2A3E}"/>
              </a:ext>
              <a:ext uri="{C183D7F6-B498-43B3-948B-1728B52AA6E4}">
                <adec:decorative xmlns:adec="http://schemas.microsoft.com/office/drawing/2017/decorative" val="1"/>
              </a:ext>
            </a:extLst>
          </p:cNvPr>
          <p:cNvGrpSpPr/>
          <p:nvPr/>
        </p:nvGrpSpPr>
        <p:grpSpPr>
          <a:xfrm>
            <a:off x="6604308" y="1828559"/>
            <a:ext cx="440328" cy="573247"/>
            <a:chOff x="7320077" y="1731551"/>
            <a:chExt cx="463370" cy="603244"/>
          </a:xfrm>
        </p:grpSpPr>
        <p:cxnSp>
          <p:nvCxnSpPr>
            <p:cNvPr id="27" name="Straight Connector 26">
              <a:extLst>
                <a:ext uri="{FF2B5EF4-FFF2-40B4-BE49-F238E27FC236}">
                  <a16:creationId xmlns:a16="http://schemas.microsoft.com/office/drawing/2014/main" id="{40A4D305-49FA-2383-880D-926AE041EE13}"/>
                </a:ext>
              </a:extLst>
            </p:cNvPr>
            <p:cNvCxnSpPr>
              <a:cxnSpLocks/>
              <a:endCxn id="29" idx="0"/>
            </p:cNvCxnSpPr>
            <p:nvPr/>
          </p:nvCxnSpPr>
          <p:spPr>
            <a:xfrm>
              <a:off x="7551762"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29" name="Oval 28">
              <a:extLst>
                <a:ext uri="{FF2B5EF4-FFF2-40B4-BE49-F238E27FC236}">
                  <a16:creationId xmlns:a16="http://schemas.microsoft.com/office/drawing/2014/main" id="{EF94002A-8EB0-E1B6-2B0B-765FEAB4B691}"/>
                </a:ext>
                <a:ext uri="{C183D7F6-B498-43B3-948B-1728B52AA6E4}">
                  <adec:decorative xmlns:adec="http://schemas.microsoft.com/office/drawing/2017/decorative" val="1"/>
                </a:ext>
              </a:extLst>
            </p:cNvPr>
            <p:cNvSpPr/>
            <p:nvPr/>
          </p:nvSpPr>
          <p:spPr bwMode="auto">
            <a:xfrm>
              <a:off x="7320077"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grpSp>
        <p:nvGrpSpPr>
          <p:cNvPr id="36" name="Group 35">
            <a:extLst>
              <a:ext uri="{FF2B5EF4-FFF2-40B4-BE49-F238E27FC236}">
                <a16:creationId xmlns:a16="http://schemas.microsoft.com/office/drawing/2014/main" id="{2BC33F88-C699-CE62-78EA-70FB8C070BC7}"/>
              </a:ext>
              <a:ext uri="{C183D7F6-B498-43B3-948B-1728B52AA6E4}">
                <adec:decorative xmlns:adec="http://schemas.microsoft.com/office/drawing/2017/decorative" val="1"/>
              </a:ext>
            </a:extLst>
          </p:cNvPr>
          <p:cNvGrpSpPr/>
          <p:nvPr/>
        </p:nvGrpSpPr>
        <p:grpSpPr>
          <a:xfrm>
            <a:off x="9328308" y="1828559"/>
            <a:ext cx="440328" cy="573247"/>
            <a:chOff x="9818137" y="1731551"/>
            <a:chExt cx="463370" cy="603244"/>
          </a:xfrm>
        </p:grpSpPr>
        <p:cxnSp>
          <p:nvCxnSpPr>
            <p:cNvPr id="37" name="Straight Connector 36">
              <a:extLst>
                <a:ext uri="{FF2B5EF4-FFF2-40B4-BE49-F238E27FC236}">
                  <a16:creationId xmlns:a16="http://schemas.microsoft.com/office/drawing/2014/main" id="{8ED9C78D-CA8A-50F7-80AA-3668C3855CF8}"/>
                </a:ext>
              </a:extLst>
            </p:cNvPr>
            <p:cNvCxnSpPr>
              <a:cxnSpLocks/>
            </p:cNvCxnSpPr>
            <p:nvPr/>
          </p:nvCxnSpPr>
          <p:spPr>
            <a:xfrm>
              <a:off x="10049822"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39" name="Oval 38">
              <a:extLst>
                <a:ext uri="{FF2B5EF4-FFF2-40B4-BE49-F238E27FC236}">
                  <a16:creationId xmlns:a16="http://schemas.microsoft.com/office/drawing/2014/main" id="{42BD45C7-F55F-F03C-427A-30A71E95A311}"/>
                </a:ext>
                <a:ext uri="{C183D7F6-B498-43B3-948B-1728B52AA6E4}">
                  <adec:decorative xmlns:adec="http://schemas.microsoft.com/office/drawing/2017/decorative" val="1"/>
                </a:ext>
              </a:extLst>
            </p:cNvPr>
            <p:cNvSpPr/>
            <p:nvPr/>
          </p:nvSpPr>
          <p:spPr bwMode="auto">
            <a:xfrm>
              <a:off x="9818137"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grpSp>
        <p:nvGrpSpPr>
          <p:cNvPr id="41" name="Group 40">
            <a:extLst>
              <a:ext uri="{FF2B5EF4-FFF2-40B4-BE49-F238E27FC236}">
                <a16:creationId xmlns:a16="http://schemas.microsoft.com/office/drawing/2014/main" id="{9F59F35A-76C5-2009-C9DA-EA9EF9AB60F0}"/>
              </a:ext>
              <a:ext uri="{C183D7F6-B498-43B3-948B-1728B52AA6E4}">
                <adec:decorative xmlns:adec="http://schemas.microsoft.com/office/drawing/2017/decorative" val="1"/>
              </a:ext>
            </a:extLst>
          </p:cNvPr>
          <p:cNvGrpSpPr/>
          <p:nvPr/>
        </p:nvGrpSpPr>
        <p:grpSpPr>
          <a:xfrm>
            <a:off x="10690309" y="1828559"/>
            <a:ext cx="440328" cy="573247"/>
            <a:chOff x="11067165" y="1731551"/>
            <a:chExt cx="463370" cy="603244"/>
          </a:xfrm>
        </p:grpSpPr>
        <p:cxnSp>
          <p:nvCxnSpPr>
            <p:cNvPr id="42" name="Straight Connector 41">
              <a:extLst>
                <a:ext uri="{FF2B5EF4-FFF2-40B4-BE49-F238E27FC236}">
                  <a16:creationId xmlns:a16="http://schemas.microsoft.com/office/drawing/2014/main" id="{0095C702-CCC3-6569-E01D-8F1BD1BC18BE}"/>
                </a:ext>
              </a:extLst>
            </p:cNvPr>
            <p:cNvCxnSpPr>
              <a:cxnSpLocks/>
              <a:endCxn id="44" idx="0"/>
            </p:cNvCxnSpPr>
            <p:nvPr/>
          </p:nvCxnSpPr>
          <p:spPr>
            <a:xfrm>
              <a:off x="11298850"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44" name="Oval 43">
              <a:extLst>
                <a:ext uri="{FF2B5EF4-FFF2-40B4-BE49-F238E27FC236}">
                  <a16:creationId xmlns:a16="http://schemas.microsoft.com/office/drawing/2014/main" id="{A79768FA-9787-6084-B914-CD11070C7DE5}"/>
                </a:ext>
                <a:ext uri="{C183D7F6-B498-43B3-948B-1728B52AA6E4}">
                  <adec:decorative xmlns:adec="http://schemas.microsoft.com/office/drawing/2017/decorative" val="1"/>
                </a:ext>
              </a:extLst>
            </p:cNvPr>
            <p:cNvSpPr/>
            <p:nvPr/>
          </p:nvSpPr>
          <p:spPr bwMode="auto">
            <a:xfrm>
              <a:off x="11067165"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sp>
        <p:nvSpPr>
          <p:cNvPr id="47" name="Rectangle: Rounded Corners 36">
            <a:extLst>
              <a:ext uri="{FF2B5EF4-FFF2-40B4-BE49-F238E27FC236}">
                <a16:creationId xmlns:a16="http://schemas.microsoft.com/office/drawing/2014/main" id="{60FEC13D-B583-5CD7-6EA0-62CECB01AC4D}"/>
              </a:ext>
              <a:ext uri="{C183D7F6-B498-43B3-948B-1728B52AA6E4}">
                <adec:decorative xmlns:adec="http://schemas.microsoft.com/office/drawing/2017/decorative" val="1"/>
              </a:ext>
            </a:extLst>
          </p:cNvPr>
          <p:cNvSpPr>
            <a:spLocks/>
          </p:cNvSpPr>
          <p:nvPr/>
        </p:nvSpPr>
        <p:spPr>
          <a:xfrm>
            <a:off x="673633" y="4568113"/>
            <a:ext cx="10844734" cy="1908437"/>
          </a:xfrm>
          <a:prstGeom prst="roundRect">
            <a:avLst>
              <a:gd name="adj" fmla="val 5124"/>
            </a:avLst>
          </a:prstGeom>
          <a:solidFill>
            <a:srgbClr val="FFFFFF">
              <a:alpha val="94000"/>
            </a:srgbClr>
          </a:solidFill>
          <a:effectLst>
            <a:outerShdw blurRad="50800" dist="38100" dir="2700000" algn="tl" rotWithShape="0">
              <a:prstClr val="black">
                <a:alpha val="10000"/>
              </a:prstClr>
            </a:outerShdw>
          </a:effectLst>
        </p:spPr>
        <p:txBody>
          <a:bodyPr wrap="square" lIns="0" tIns="404132" rIns="0" bIns="0" rtlCol="0" anchor="ctr">
            <a:normAutofit/>
          </a:bodyPr>
          <a:lstStyle/>
          <a:p>
            <a:pPr marL="0" marR="0" lvl="0" indent="0" algn="ctr" defTabSz="1740645"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454142"/>
              </a:solidFill>
              <a:effectLst/>
              <a:uLnTx/>
              <a:uFillTx/>
              <a:latin typeface="Segoe UI Variable Display Semib" pitchFamily="2" charset="0"/>
              <a:ea typeface="+mn-ea"/>
              <a:cs typeface="Segoe Sans Display Semibold" pitchFamily="2" charset="0"/>
            </a:endParaRPr>
          </a:p>
        </p:txBody>
      </p:sp>
      <p:sp>
        <p:nvSpPr>
          <p:cNvPr id="48" name="Rectangle 47">
            <a:extLst>
              <a:ext uri="{FF2B5EF4-FFF2-40B4-BE49-F238E27FC236}">
                <a16:creationId xmlns:a16="http://schemas.microsoft.com/office/drawing/2014/main" id="{127289EB-27AD-8F7A-D043-2C89040CC14C}"/>
              </a:ext>
              <a:ext uri="{C183D7F6-B498-43B3-948B-1728B52AA6E4}">
                <adec:decorative xmlns:adec="http://schemas.microsoft.com/office/drawing/2017/decorative" val="0"/>
              </a:ext>
            </a:extLst>
          </p:cNvPr>
          <p:cNvSpPr/>
          <p:nvPr/>
        </p:nvSpPr>
        <p:spPr>
          <a:xfrm>
            <a:off x="864315" y="1272360"/>
            <a:ext cx="1024313" cy="169277"/>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Request intake</a:t>
            </a:r>
          </a:p>
        </p:txBody>
      </p:sp>
      <p:sp>
        <p:nvSpPr>
          <p:cNvPr id="66" name="Rectangle: Rounded Corners 65">
            <a:extLst>
              <a:ext uri="{FF2B5EF4-FFF2-40B4-BE49-F238E27FC236}">
                <a16:creationId xmlns:a16="http://schemas.microsoft.com/office/drawing/2014/main" id="{9422CC67-A9FB-E97F-C741-82E5EAE029FD}"/>
              </a:ext>
              <a:ext uri="{C183D7F6-B498-43B3-948B-1728B52AA6E4}">
                <adec:decorative xmlns:adec="http://schemas.microsoft.com/office/drawing/2017/decorative" val="0"/>
              </a:ext>
            </a:extLst>
          </p:cNvPr>
          <p:cNvSpPr>
            <a:spLocks/>
          </p:cNvSpPr>
          <p:nvPr/>
        </p:nvSpPr>
        <p:spPr>
          <a:xfrm>
            <a:off x="766367" y="4655836"/>
            <a:ext cx="10659264" cy="385288"/>
          </a:xfrm>
          <a:prstGeom prst="roundRect">
            <a:avLst>
              <a:gd name="adj" fmla="val 17173"/>
            </a:avLst>
          </a:prstGeom>
          <a:solidFill>
            <a:srgbClr val="F7F7F8"/>
          </a:solidFill>
          <a:ln w="12700" cap="flat">
            <a:solidFill>
              <a:srgbClr val="FFFFFF"/>
            </a:solidFill>
            <a:prstDash val="solid"/>
            <a:miter/>
          </a:ln>
          <a:effectLst>
            <a:innerShdw blurRad="152290" dist="50800" dir="13500000">
              <a:srgbClr val="B1B3B3">
                <a:alpha val="44000"/>
              </a:srgb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w="3175">
                  <a:noFill/>
                </a:ln>
                <a:solidFill>
                  <a:srgbClr val="080808"/>
                </a:solidFill>
                <a:effectLst/>
                <a:uLnTx/>
                <a:uFillTx/>
                <a:latin typeface="Segoe Sans Display Semibold"/>
                <a:ea typeface="+mn-ea"/>
                <a:cs typeface="Segoe Sans Display Semibold" pitchFamily="2" charset="0"/>
              </a:rPr>
              <a:t>Key Business Capabilities required for this process</a:t>
            </a:r>
          </a:p>
        </p:txBody>
      </p:sp>
      <p:sp>
        <p:nvSpPr>
          <p:cNvPr id="67" name="Rectangle: Rounded Corners 66">
            <a:extLst>
              <a:ext uri="{FF2B5EF4-FFF2-40B4-BE49-F238E27FC236}">
                <a16:creationId xmlns:a16="http://schemas.microsoft.com/office/drawing/2014/main" id="{E4427D1B-0BD7-FEB7-595F-ED0BC8B8D9EB}"/>
              </a:ext>
              <a:ext uri="{C183D7F6-B498-43B3-948B-1728B52AA6E4}">
                <adec:decorative xmlns:adec="http://schemas.microsoft.com/office/drawing/2017/decorative" val="0"/>
              </a:ext>
            </a:extLst>
          </p:cNvPr>
          <p:cNvSpPr>
            <a:spLocks/>
          </p:cNvSpPr>
          <p:nvPr/>
        </p:nvSpPr>
        <p:spPr>
          <a:xfrm>
            <a:off x="752683" y="5128848"/>
            <a:ext cx="2070329"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Intake and request management</a:t>
            </a:r>
          </a:p>
        </p:txBody>
      </p:sp>
      <p:sp>
        <p:nvSpPr>
          <p:cNvPr id="68" name="Rectangle: Rounded Corners 67">
            <a:extLst>
              <a:ext uri="{FF2B5EF4-FFF2-40B4-BE49-F238E27FC236}">
                <a16:creationId xmlns:a16="http://schemas.microsoft.com/office/drawing/2014/main" id="{FA7A8076-DDC9-17B0-E32D-9B984A348265}"/>
              </a:ext>
              <a:ext uri="{C183D7F6-B498-43B3-948B-1728B52AA6E4}">
                <adec:decorative xmlns:adec="http://schemas.microsoft.com/office/drawing/2017/decorative" val="0"/>
              </a:ext>
            </a:extLst>
          </p:cNvPr>
          <p:cNvSpPr>
            <a:spLocks/>
          </p:cNvSpPr>
          <p:nvPr/>
        </p:nvSpPr>
        <p:spPr>
          <a:xfrm>
            <a:off x="2917022" y="5128848"/>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Templates and clause library</a:t>
            </a:r>
          </a:p>
        </p:txBody>
      </p:sp>
      <p:sp>
        <p:nvSpPr>
          <p:cNvPr id="69" name="Rectangle: Rounded Corners 68">
            <a:extLst>
              <a:ext uri="{FF2B5EF4-FFF2-40B4-BE49-F238E27FC236}">
                <a16:creationId xmlns:a16="http://schemas.microsoft.com/office/drawing/2014/main" id="{25126DE2-118C-4881-0AD6-98ED2FA31631}"/>
              </a:ext>
              <a:ext uri="{C183D7F6-B498-43B3-948B-1728B52AA6E4}">
                <adec:decorative xmlns:adec="http://schemas.microsoft.com/office/drawing/2017/decorative" val="0"/>
              </a:ext>
            </a:extLst>
          </p:cNvPr>
          <p:cNvSpPr>
            <a:spLocks/>
          </p:cNvSpPr>
          <p:nvPr/>
        </p:nvSpPr>
        <p:spPr>
          <a:xfrm>
            <a:off x="5067677" y="5128848"/>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Party and counterparty data</a:t>
            </a:r>
          </a:p>
        </p:txBody>
      </p:sp>
      <p:sp>
        <p:nvSpPr>
          <p:cNvPr id="70" name="Rectangle: Rounded Corners 69">
            <a:extLst>
              <a:ext uri="{FF2B5EF4-FFF2-40B4-BE49-F238E27FC236}">
                <a16:creationId xmlns:a16="http://schemas.microsoft.com/office/drawing/2014/main" id="{54DFB238-C507-CEF4-3765-81A3C2404CBD}"/>
              </a:ext>
              <a:ext uri="{C183D7F6-B498-43B3-948B-1728B52AA6E4}">
                <adec:decorative xmlns:adec="http://schemas.microsoft.com/office/drawing/2017/decorative" val="0"/>
              </a:ext>
            </a:extLst>
          </p:cNvPr>
          <p:cNvSpPr>
            <a:spLocks/>
          </p:cNvSpPr>
          <p:nvPr/>
        </p:nvSpPr>
        <p:spPr>
          <a:xfrm>
            <a:off x="7218331" y="5128848"/>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Risk scoring and guardrails</a:t>
            </a:r>
          </a:p>
        </p:txBody>
      </p:sp>
      <p:sp>
        <p:nvSpPr>
          <p:cNvPr id="71" name="Rectangle: Rounded Corners 70">
            <a:extLst>
              <a:ext uri="{FF2B5EF4-FFF2-40B4-BE49-F238E27FC236}">
                <a16:creationId xmlns:a16="http://schemas.microsoft.com/office/drawing/2014/main" id="{A910BF01-5F8B-80C5-F566-7F1625A4EC21}"/>
              </a:ext>
              <a:ext uri="{C183D7F6-B498-43B3-948B-1728B52AA6E4}">
                <adec:decorative xmlns:adec="http://schemas.microsoft.com/office/drawing/2017/decorative" val="0"/>
              </a:ext>
            </a:extLst>
          </p:cNvPr>
          <p:cNvSpPr>
            <a:spLocks/>
          </p:cNvSpPr>
          <p:nvPr/>
        </p:nvSpPr>
        <p:spPr>
          <a:xfrm>
            <a:off x="9368987" y="5128848"/>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Policy and regulation checks</a:t>
            </a:r>
          </a:p>
        </p:txBody>
      </p:sp>
      <p:sp>
        <p:nvSpPr>
          <p:cNvPr id="72" name="Rectangle: Rounded Corners 71">
            <a:extLst>
              <a:ext uri="{FF2B5EF4-FFF2-40B4-BE49-F238E27FC236}">
                <a16:creationId xmlns:a16="http://schemas.microsoft.com/office/drawing/2014/main" id="{CA222BFF-20E2-21EE-F6C1-11E95F5AD2B5}"/>
              </a:ext>
              <a:ext uri="{C183D7F6-B498-43B3-948B-1728B52AA6E4}">
                <adec:decorative xmlns:adec="http://schemas.microsoft.com/office/drawing/2017/decorative" val="0"/>
              </a:ext>
            </a:extLst>
          </p:cNvPr>
          <p:cNvSpPr>
            <a:spLocks/>
          </p:cNvSpPr>
          <p:nvPr/>
        </p:nvSpPr>
        <p:spPr>
          <a:xfrm>
            <a:off x="752683" y="5811653"/>
            <a:ext cx="2070329"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Collaboration and redlining</a:t>
            </a:r>
          </a:p>
        </p:txBody>
      </p:sp>
      <p:sp>
        <p:nvSpPr>
          <p:cNvPr id="73" name="Rectangle: Rounded Corners 72">
            <a:extLst>
              <a:ext uri="{FF2B5EF4-FFF2-40B4-BE49-F238E27FC236}">
                <a16:creationId xmlns:a16="http://schemas.microsoft.com/office/drawing/2014/main" id="{9CDE7754-F4A2-0270-46EA-FDE2ED617B66}"/>
              </a:ext>
              <a:ext uri="{C183D7F6-B498-43B3-948B-1728B52AA6E4}">
                <adec:decorative xmlns:adec="http://schemas.microsoft.com/office/drawing/2017/decorative" val="0"/>
              </a:ext>
            </a:extLst>
          </p:cNvPr>
          <p:cNvSpPr>
            <a:spLocks/>
          </p:cNvSpPr>
          <p:nvPr/>
        </p:nvSpPr>
        <p:spPr>
          <a:xfrm>
            <a:off x="2917022" y="5811653"/>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Workflow and approvals</a:t>
            </a:r>
          </a:p>
        </p:txBody>
      </p:sp>
      <p:sp>
        <p:nvSpPr>
          <p:cNvPr id="74" name="Rectangle: Rounded Corners 73">
            <a:extLst>
              <a:ext uri="{FF2B5EF4-FFF2-40B4-BE49-F238E27FC236}">
                <a16:creationId xmlns:a16="http://schemas.microsoft.com/office/drawing/2014/main" id="{4EE8F21D-27A0-288C-C68D-74A4ED9C03D5}"/>
              </a:ext>
              <a:ext uri="{C183D7F6-B498-43B3-948B-1728B52AA6E4}">
                <adec:decorative xmlns:adec="http://schemas.microsoft.com/office/drawing/2017/decorative" val="0"/>
              </a:ext>
            </a:extLst>
          </p:cNvPr>
          <p:cNvSpPr>
            <a:spLocks/>
          </p:cNvSpPr>
          <p:nvPr/>
        </p:nvSpPr>
        <p:spPr>
          <a:xfrm>
            <a:off x="5067677" y="5811653"/>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Electronic signature integration</a:t>
            </a:r>
          </a:p>
        </p:txBody>
      </p:sp>
      <p:sp>
        <p:nvSpPr>
          <p:cNvPr id="75" name="Rectangle: Rounded Corners 74">
            <a:extLst>
              <a:ext uri="{FF2B5EF4-FFF2-40B4-BE49-F238E27FC236}">
                <a16:creationId xmlns:a16="http://schemas.microsoft.com/office/drawing/2014/main" id="{1E2D7C36-50DA-9E42-DCC0-DE0135B9739D}"/>
              </a:ext>
              <a:ext uri="{C183D7F6-B498-43B3-948B-1728B52AA6E4}">
                <adec:decorative xmlns:adec="http://schemas.microsoft.com/office/drawing/2017/decorative" val="0"/>
              </a:ext>
            </a:extLst>
          </p:cNvPr>
          <p:cNvSpPr>
            <a:spLocks/>
          </p:cNvSpPr>
          <p:nvPr/>
        </p:nvSpPr>
        <p:spPr>
          <a:xfrm>
            <a:off x="7218331" y="5811653"/>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Versioning and audit trail</a:t>
            </a:r>
          </a:p>
        </p:txBody>
      </p:sp>
      <p:sp>
        <p:nvSpPr>
          <p:cNvPr id="76" name="Rectangle: Rounded Corners 75">
            <a:extLst>
              <a:ext uri="{FF2B5EF4-FFF2-40B4-BE49-F238E27FC236}">
                <a16:creationId xmlns:a16="http://schemas.microsoft.com/office/drawing/2014/main" id="{2E2DFD97-ED50-9931-54F4-4228F8BF0AB6}"/>
              </a:ext>
              <a:ext uri="{C183D7F6-B498-43B3-948B-1728B52AA6E4}">
                <adec:decorative xmlns:adec="http://schemas.microsoft.com/office/drawing/2017/decorative" val="0"/>
              </a:ext>
            </a:extLst>
          </p:cNvPr>
          <p:cNvSpPr>
            <a:spLocks/>
          </p:cNvSpPr>
          <p:nvPr/>
        </p:nvSpPr>
        <p:spPr>
          <a:xfrm>
            <a:off x="9368987" y="5811653"/>
            <a:ext cx="2056644" cy="591304"/>
          </a:xfrm>
          <a:prstGeom prst="roundRect">
            <a:avLst>
              <a:gd name="adj" fmla="val 11300"/>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Obligations tracking and alerts</a:t>
            </a:r>
          </a:p>
        </p:txBody>
      </p:sp>
      <p:grpSp>
        <p:nvGrpSpPr>
          <p:cNvPr id="78" name="Group 77">
            <a:extLst>
              <a:ext uri="{FF2B5EF4-FFF2-40B4-BE49-F238E27FC236}">
                <a16:creationId xmlns:a16="http://schemas.microsoft.com/office/drawing/2014/main" id="{D675444D-74CD-4FDA-14BC-A994F38342E8}"/>
              </a:ext>
              <a:ext uri="{C183D7F6-B498-43B3-948B-1728B52AA6E4}">
                <adec:decorative xmlns:adec="http://schemas.microsoft.com/office/drawing/2017/decorative" val="1"/>
              </a:ext>
            </a:extLst>
          </p:cNvPr>
          <p:cNvGrpSpPr/>
          <p:nvPr/>
        </p:nvGrpSpPr>
        <p:grpSpPr>
          <a:xfrm>
            <a:off x="3880308" y="1828559"/>
            <a:ext cx="440328" cy="573247"/>
            <a:chOff x="7320077" y="1731551"/>
            <a:chExt cx="463370" cy="603244"/>
          </a:xfrm>
        </p:grpSpPr>
        <p:cxnSp>
          <p:nvCxnSpPr>
            <p:cNvPr id="79" name="Straight Connector 78">
              <a:extLst>
                <a:ext uri="{FF2B5EF4-FFF2-40B4-BE49-F238E27FC236}">
                  <a16:creationId xmlns:a16="http://schemas.microsoft.com/office/drawing/2014/main" id="{5DC7711C-A929-1097-6F64-B49AD8FD16E7}"/>
                </a:ext>
              </a:extLst>
            </p:cNvPr>
            <p:cNvCxnSpPr>
              <a:cxnSpLocks/>
              <a:endCxn id="81" idx="0"/>
            </p:cNvCxnSpPr>
            <p:nvPr/>
          </p:nvCxnSpPr>
          <p:spPr>
            <a:xfrm>
              <a:off x="7551762"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81" name="Oval 80">
              <a:extLst>
                <a:ext uri="{FF2B5EF4-FFF2-40B4-BE49-F238E27FC236}">
                  <a16:creationId xmlns:a16="http://schemas.microsoft.com/office/drawing/2014/main" id="{7E302158-41E3-6174-CBE8-AA04D34EF93A}"/>
                </a:ext>
                <a:ext uri="{C183D7F6-B498-43B3-948B-1728B52AA6E4}">
                  <adec:decorative xmlns:adec="http://schemas.microsoft.com/office/drawing/2017/decorative" val="1"/>
                </a:ext>
              </a:extLst>
            </p:cNvPr>
            <p:cNvSpPr/>
            <p:nvPr/>
          </p:nvSpPr>
          <p:spPr bwMode="auto">
            <a:xfrm>
              <a:off x="7320077"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grpSp>
        <p:nvGrpSpPr>
          <p:cNvPr id="83" name="Group 82">
            <a:extLst>
              <a:ext uri="{FF2B5EF4-FFF2-40B4-BE49-F238E27FC236}">
                <a16:creationId xmlns:a16="http://schemas.microsoft.com/office/drawing/2014/main" id="{1D9DA001-E6B5-28AC-2F8F-6B87BC72CF7A}"/>
              </a:ext>
              <a:ext uri="{C183D7F6-B498-43B3-948B-1728B52AA6E4}">
                <adec:decorative xmlns:adec="http://schemas.microsoft.com/office/drawing/2017/decorative" val="1"/>
              </a:ext>
            </a:extLst>
          </p:cNvPr>
          <p:cNvGrpSpPr/>
          <p:nvPr/>
        </p:nvGrpSpPr>
        <p:grpSpPr>
          <a:xfrm>
            <a:off x="5242308" y="1828559"/>
            <a:ext cx="440328" cy="573247"/>
            <a:chOff x="7320077" y="1731551"/>
            <a:chExt cx="463370" cy="603244"/>
          </a:xfrm>
        </p:grpSpPr>
        <p:cxnSp>
          <p:nvCxnSpPr>
            <p:cNvPr id="84" name="Straight Connector 83">
              <a:extLst>
                <a:ext uri="{FF2B5EF4-FFF2-40B4-BE49-F238E27FC236}">
                  <a16:creationId xmlns:a16="http://schemas.microsoft.com/office/drawing/2014/main" id="{52DC103D-36CB-A7F8-863D-73BAEFABB981}"/>
                </a:ext>
              </a:extLst>
            </p:cNvPr>
            <p:cNvCxnSpPr>
              <a:cxnSpLocks/>
              <a:endCxn id="86" idx="0"/>
            </p:cNvCxnSpPr>
            <p:nvPr/>
          </p:nvCxnSpPr>
          <p:spPr>
            <a:xfrm>
              <a:off x="7551762"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86" name="Oval 85">
              <a:extLst>
                <a:ext uri="{FF2B5EF4-FFF2-40B4-BE49-F238E27FC236}">
                  <a16:creationId xmlns:a16="http://schemas.microsoft.com/office/drawing/2014/main" id="{5711FB6B-71BB-FA3C-DE02-67A067336EF7}"/>
                </a:ext>
                <a:ext uri="{C183D7F6-B498-43B3-948B-1728B52AA6E4}">
                  <adec:decorative xmlns:adec="http://schemas.microsoft.com/office/drawing/2017/decorative" val="1"/>
                </a:ext>
              </a:extLst>
            </p:cNvPr>
            <p:cNvSpPr/>
            <p:nvPr/>
          </p:nvSpPr>
          <p:spPr bwMode="auto">
            <a:xfrm>
              <a:off x="7320077"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grpSp>
        <p:nvGrpSpPr>
          <p:cNvPr id="88" name="Group 87">
            <a:extLst>
              <a:ext uri="{FF2B5EF4-FFF2-40B4-BE49-F238E27FC236}">
                <a16:creationId xmlns:a16="http://schemas.microsoft.com/office/drawing/2014/main" id="{D015977B-BBD6-6574-16E1-0979D8589B61}"/>
              </a:ext>
              <a:ext uri="{C183D7F6-B498-43B3-948B-1728B52AA6E4}">
                <adec:decorative xmlns:adec="http://schemas.microsoft.com/office/drawing/2017/decorative" val="1"/>
              </a:ext>
            </a:extLst>
          </p:cNvPr>
          <p:cNvGrpSpPr/>
          <p:nvPr/>
        </p:nvGrpSpPr>
        <p:grpSpPr>
          <a:xfrm>
            <a:off x="7966308" y="1828559"/>
            <a:ext cx="440328" cy="573247"/>
            <a:chOff x="11067165" y="1731551"/>
            <a:chExt cx="463370" cy="603244"/>
          </a:xfrm>
        </p:grpSpPr>
        <p:cxnSp>
          <p:nvCxnSpPr>
            <p:cNvPr id="89" name="Straight Connector 88">
              <a:extLst>
                <a:ext uri="{FF2B5EF4-FFF2-40B4-BE49-F238E27FC236}">
                  <a16:creationId xmlns:a16="http://schemas.microsoft.com/office/drawing/2014/main" id="{71D001BB-4423-CDB5-F98B-06B80207CA67}"/>
                </a:ext>
              </a:extLst>
            </p:cNvPr>
            <p:cNvCxnSpPr>
              <a:cxnSpLocks/>
              <a:endCxn id="91" idx="0"/>
            </p:cNvCxnSpPr>
            <p:nvPr/>
          </p:nvCxnSpPr>
          <p:spPr>
            <a:xfrm>
              <a:off x="11298850" y="1731551"/>
              <a:ext cx="0" cy="139876"/>
            </a:xfrm>
            <a:prstGeom prst="line">
              <a:avLst/>
            </a:prstGeom>
            <a:noFill/>
            <a:ln w="6350" cap="rnd" cmpd="sng" algn="ctr">
              <a:solidFill>
                <a:srgbClr val="FFFFFF">
                  <a:lumMod val="85000"/>
                </a:srgbClr>
              </a:solidFill>
              <a:prstDash val="solid"/>
              <a:headEnd type="oval" w="sm" len="sm"/>
              <a:tailEnd type="none" w="lg" len="med"/>
            </a:ln>
            <a:effectLst/>
          </p:spPr>
        </p:cxnSp>
        <p:sp>
          <p:nvSpPr>
            <p:cNvPr id="91" name="Oval 90">
              <a:extLst>
                <a:ext uri="{FF2B5EF4-FFF2-40B4-BE49-F238E27FC236}">
                  <a16:creationId xmlns:a16="http://schemas.microsoft.com/office/drawing/2014/main" id="{4AE2F4D0-E5A3-33F6-3786-B19D0667AF54}"/>
                </a:ext>
                <a:ext uri="{C183D7F6-B498-43B3-948B-1728B52AA6E4}">
                  <adec:decorative xmlns:adec="http://schemas.microsoft.com/office/drawing/2017/decorative" val="1"/>
                </a:ext>
              </a:extLst>
            </p:cNvPr>
            <p:cNvSpPr/>
            <p:nvPr/>
          </p:nvSpPr>
          <p:spPr bwMode="auto">
            <a:xfrm>
              <a:off x="11067165" y="1871428"/>
              <a:ext cx="463370" cy="463367"/>
            </a:xfrm>
            <a:prstGeom prst="ellipse">
              <a:avLst/>
            </a:prstGeom>
            <a:solidFill>
              <a:srgbClr val="F4F3F5"/>
            </a:solidFill>
            <a:ln w="9525" cap="flat" cmpd="sng" algn="ctr">
              <a:noFill/>
              <a:prstDash val="solid"/>
              <a:headEnd type="none" w="med" len="med"/>
              <a:tailEnd type="none" w="med" len="med"/>
            </a:ln>
            <a:effectLst>
              <a:innerShdw blurRad="139700" dist="50800" dir="13500000">
                <a:srgbClr val="F7F7F8">
                  <a:lumMod val="65000"/>
                  <a:alpha val="40000"/>
                </a:srgb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Sans Text"/>
                <a:ea typeface="Segoe UI" pitchFamily="34" charset="0"/>
                <a:cs typeface="Segoe UI" pitchFamily="34" charset="0"/>
              </a:endParaRPr>
            </a:p>
          </p:txBody>
        </p:sp>
      </p:grpSp>
      <p:sp>
        <p:nvSpPr>
          <p:cNvPr id="93" name="Rectangle 92">
            <a:extLst>
              <a:ext uri="{FF2B5EF4-FFF2-40B4-BE49-F238E27FC236}">
                <a16:creationId xmlns:a16="http://schemas.microsoft.com/office/drawing/2014/main" id="{D1AF1C4F-FAFB-BE2F-23E7-5DADD5AC87C0}"/>
              </a:ext>
              <a:ext uri="{C183D7F6-B498-43B3-948B-1728B52AA6E4}">
                <adec:decorative xmlns:adec="http://schemas.microsoft.com/office/drawing/2017/decorative" val="0"/>
              </a:ext>
            </a:extLst>
          </p:cNvPr>
          <p:cNvSpPr/>
          <p:nvPr/>
        </p:nvSpPr>
        <p:spPr>
          <a:xfrm>
            <a:off x="2226744" y="1272360"/>
            <a:ext cx="1024313" cy="338554"/>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Draft and assemble</a:t>
            </a:r>
          </a:p>
        </p:txBody>
      </p:sp>
      <p:sp>
        <p:nvSpPr>
          <p:cNvPr id="94" name="Rectangle 93">
            <a:extLst>
              <a:ext uri="{FF2B5EF4-FFF2-40B4-BE49-F238E27FC236}">
                <a16:creationId xmlns:a16="http://schemas.microsoft.com/office/drawing/2014/main" id="{11DF6286-66AF-656C-8954-C87D40125A54}"/>
              </a:ext>
              <a:ext uri="{C183D7F6-B498-43B3-948B-1728B52AA6E4}">
                <adec:decorative xmlns:adec="http://schemas.microsoft.com/office/drawing/2017/decorative" val="0"/>
              </a:ext>
            </a:extLst>
          </p:cNvPr>
          <p:cNvSpPr/>
          <p:nvPr/>
        </p:nvSpPr>
        <p:spPr>
          <a:xfrm>
            <a:off x="3589173" y="1272360"/>
            <a:ext cx="1024313" cy="169277"/>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Cause selection</a:t>
            </a:r>
          </a:p>
        </p:txBody>
      </p:sp>
      <p:sp>
        <p:nvSpPr>
          <p:cNvPr id="95" name="Rectangle 94">
            <a:extLst>
              <a:ext uri="{FF2B5EF4-FFF2-40B4-BE49-F238E27FC236}">
                <a16:creationId xmlns:a16="http://schemas.microsoft.com/office/drawing/2014/main" id="{AEC2636E-E413-2CAD-EA1D-398FC69E9FAA}"/>
              </a:ext>
              <a:ext uri="{C183D7F6-B498-43B3-948B-1728B52AA6E4}">
                <adec:decorative xmlns:adec="http://schemas.microsoft.com/office/drawing/2017/decorative" val="0"/>
              </a:ext>
            </a:extLst>
          </p:cNvPr>
          <p:cNvSpPr/>
          <p:nvPr/>
        </p:nvSpPr>
        <p:spPr>
          <a:xfrm>
            <a:off x="4951602" y="1272360"/>
            <a:ext cx="1024313" cy="338554"/>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Review and redline</a:t>
            </a:r>
          </a:p>
        </p:txBody>
      </p:sp>
      <p:sp>
        <p:nvSpPr>
          <p:cNvPr id="96" name="Rectangle 95">
            <a:extLst>
              <a:ext uri="{FF2B5EF4-FFF2-40B4-BE49-F238E27FC236}">
                <a16:creationId xmlns:a16="http://schemas.microsoft.com/office/drawing/2014/main" id="{5C294199-3864-47E3-BDE5-E1D1F92551DF}"/>
              </a:ext>
              <a:ext uri="{C183D7F6-B498-43B3-948B-1728B52AA6E4}">
                <adec:decorative xmlns:adec="http://schemas.microsoft.com/office/drawing/2017/decorative" val="0"/>
              </a:ext>
            </a:extLst>
          </p:cNvPr>
          <p:cNvSpPr/>
          <p:nvPr/>
        </p:nvSpPr>
        <p:spPr>
          <a:xfrm>
            <a:off x="6314031" y="1272360"/>
            <a:ext cx="1024313" cy="338554"/>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Risk and compliance</a:t>
            </a:r>
          </a:p>
        </p:txBody>
      </p:sp>
      <p:sp>
        <p:nvSpPr>
          <p:cNvPr id="97" name="Rectangle 96">
            <a:extLst>
              <a:ext uri="{FF2B5EF4-FFF2-40B4-BE49-F238E27FC236}">
                <a16:creationId xmlns:a16="http://schemas.microsoft.com/office/drawing/2014/main" id="{86D63159-C958-3884-6417-64C29DEBFF04}"/>
              </a:ext>
              <a:ext uri="{C183D7F6-B498-43B3-948B-1728B52AA6E4}">
                <adec:decorative xmlns:adec="http://schemas.microsoft.com/office/drawing/2017/decorative" val="0"/>
              </a:ext>
            </a:extLst>
          </p:cNvPr>
          <p:cNvSpPr/>
          <p:nvPr/>
        </p:nvSpPr>
        <p:spPr>
          <a:xfrm>
            <a:off x="7676460" y="1272360"/>
            <a:ext cx="1024313" cy="338554"/>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Approvals and signatures</a:t>
            </a:r>
          </a:p>
        </p:txBody>
      </p:sp>
      <p:sp>
        <p:nvSpPr>
          <p:cNvPr id="98" name="Rectangle 97">
            <a:extLst>
              <a:ext uri="{FF2B5EF4-FFF2-40B4-BE49-F238E27FC236}">
                <a16:creationId xmlns:a16="http://schemas.microsoft.com/office/drawing/2014/main" id="{C64B7301-1A2B-BEAB-C2F8-194E66D8A0FC}"/>
              </a:ext>
              <a:ext uri="{C183D7F6-B498-43B3-948B-1728B52AA6E4}">
                <adec:decorative xmlns:adec="http://schemas.microsoft.com/office/drawing/2017/decorative" val="0"/>
              </a:ext>
            </a:extLst>
          </p:cNvPr>
          <p:cNvSpPr/>
          <p:nvPr/>
        </p:nvSpPr>
        <p:spPr>
          <a:xfrm>
            <a:off x="9038889" y="1272360"/>
            <a:ext cx="1024313" cy="338554"/>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Execution and storage</a:t>
            </a:r>
          </a:p>
        </p:txBody>
      </p:sp>
      <p:sp>
        <p:nvSpPr>
          <p:cNvPr id="99" name="Rectangle 98">
            <a:extLst>
              <a:ext uri="{FF2B5EF4-FFF2-40B4-BE49-F238E27FC236}">
                <a16:creationId xmlns:a16="http://schemas.microsoft.com/office/drawing/2014/main" id="{C9E0EEBA-06D5-BDB5-0388-9D39321EECC6}"/>
              </a:ext>
              <a:ext uri="{C183D7F6-B498-43B3-948B-1728B52AA6E4}">
                <adec:decorative xmlns:adec="http://schemas.microsoft.com/office/drawing/2017/decorative" val="0"/>
              </a:ext>
            </a:extLst>
          </p:cNvPr>
          <p:cNvSpPr/>
          <p:nvPr/>
        </p:nvSpPr>
        <p:spPr>
          <a:xfrm>
            <a:off x="10401318" y="1272360"/>
            <a:ext cx="1024313" cy="338554"/>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1" i="0" u="none" strike="noStrike" kern="0" cap="none" spc="0" normalizeH="0" baseline="0" noProof="0">
                <a:ln>
                  <a:noFill/>
                </a:ln>
                <a:solidFill>
                  <a:srgbClr val="454142"/>
                </a:solidFill>
                <a:effectLst/>
                <a:uLnTx/>
                <a:uFillTx/>
                <a:latin typeface="Segoe Sans Text"/>
                <a:ea typeface="+mn-ea"/>
                <a:cs typeface="+mn-cs"/>
              </a:rPr>
              <a:t>Obligations and renewals</a:t>
            </a:r>
          </a:p>
        </p:txBody>
      </p:sp>
      <p:sp>
        <p:nvSpPr>
          <p:cNvPr id="100" name="Rectangle 99">
            <a:extLst>
              <a:ext uri="{FF2B5EF4-FFF2-40B4-BE49-F238E27FC236}">
                <a16:creationId xmlns:a16="http://schemas.microsoft.com/office/drawing/2014/main" id="{0EE735E1-F21A-9620-973D-DBE703A64A61}"/>
              </a:ext>
              <a:ext uri="{C183D7F6-B498-43B3-948B-1728B52AA6E4}">
                <adec:decorative xmlns:adec="http://schemas.microsoft.com/office/drawing/2017/decorative" val="0"/>
              </a:ext>
            </a:extLst>
          </p:cNvPr>
          <p:cNvSpPr/>
          <p:nvPr/>
        </p:nvSpPr>
        <p:spPr>
          <a:xfrm>
            <a:off x="864315" y="2499527"/>
            <a:ext cx="1024313" cy="1184940"/>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Capture business request, purpose, spend, and deadlines; classify contract type and path.</a:t>
            </a:r>
          </a:p>
        </p:txBody>
      </p:sp>
      <p:sp>
        <p:nvSpPr>
          <p:cNvPr id="101" name="Rectangle 100">
            <a:extLst>
              <a:ext uri="{FF2B5EF4-FFF2-40B4-BE49-F238E27FC236}">
                <a16:creationId xmlns:a16="http://schemas.microsoft.com/office/drawing/2014/main" id="{C1AE2BB7-5BB1-8001-0350-9AEE332AE983}"/>
              </a:ext>
              <a:ext uri="{C183D7F6-B498-43B3-948B-1728B52AA6E4}">
                <adec:decorative xmlns:adec="http://schemas.microsoft.com/office/drawing/2017/decorative" val="0"/>
              </a:ext>
            </a:extLst>
          </p:cNvPr>
          <p:cNvSpPr/>
          <p:nvPr/>
        </p:nvSpPr>
        <p:spPr>
          <a:xfrm>
            <a:off x="2226744" y="2499527"/>
            <a:ext cx="1024313" cy="1015663"/>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Select template, merge party data, and assemble clauses based on rules.</a:t>
            </a:r>
          </a:p>
        </p:txBody>
      </p:sp>
      <p:sp>
        <p:nvSpPr>
          <p:cNvPr id="102" name="Rectangle 101">
            <a:extLst>
              <a:ext uri="{FF2B5EF4-FFF2-40B4-BE49-F238E27FC236}">
                <a16:creationId xmlns:a16="http://schemas.microsoft.com/office/drawing/2014/main" id="{8E193875-9275-6E0A-8DE7-4FE36AA51BD7}"/>
              </a:ext>
              <a:ext uri="{C183D7F6-B498-43B3-948B-1728B52AA6E4}">
                <adec:decorative xmlns:adec="http://schemas.microsoft.com/office/drawing/2017/decorative" val="0"/>
              </a:ext>
            </a:extLst>
          </p:cNvPr>
          <p:cNvSpPr/>
          <p:nvPr/>
        </p:nvSpPr>
        <p:spPr>
          <a:xfrm>
            <a:off x="3589173" y="2499527"/>
            <a:ext cx="1024313" cy="1184940"/>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Recommend standard or fallback clauses; explain implications and required approvals.</a:t>
            </a:r>
          </a:p>
        </p:txBody>
      </p:sp>
      <p:sp>
        <p:nvSpPr>
          <p:cNvPr id="103" name="Rectangle 102">
            <a:extLst>
              <a:ext uri="{FF2B5EF4-FFF2-40B4-BE49-F238E27FC236}">
                <a16:creationId xmlns:a16="http://schemas.microsoft.com/office/drawing/2014/main" id="{051AD0BB-AF2A-0C7E-7B86-A5060EC93689}"/>
              </a:ext>
              <a:ext uri="{C183D7F6-B498-43B3-948B-1728B52AA6E4}">
                <adec:decorative xmlns:adec="http://schemas.microsoft.com/office/drawing/2017/decorative" val="0"/>
              </a:ext>
            </a:extLst>
          </p:cNvPr>
          <p:cNvSpPr/>
          <p:nvPr/>
        </p:nvSpPr>
        <p:spPr>
          <a:xfrm>
            <a:off x="4951602" y="2499527"/>
            <a:ext cx="1024313" cy="1184940"/>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Collaborate with stakeholders; propose changes, track comments, and reconcile versions.</a:t>
            </a:r>
          </a:p>
        </p:txBody>
      </p:sp>
      <p:sp>
        <p:nvSpPr>
          <p:cNvPr id="104" name="Rectangle 103">
            <a:extLst>
              <a:ext uri="{FF2B5EF4-FFF2-40B4-BE49-F238E27FC236}">
                <a16:creationId xmlns:a16="http://schemas.microsoft.com/office/drawing/2014/main" id="{ACC49692-3230-95DD-CFC1-0890A1CEB275}"/>
              </a:ext>
              <a:ext uri="{C183D7F6-B498-43B3-948B-1728B52AA6E4}">
                <adec:decorative xmlns:adec="http://schemas.microsoft.com/office/drawing/2017/decorative" val="0"/>
              </a:ext>
            </a:extLst>
          </p:cNvPr>
          <p:cNvSpPr/>
          <p:nvPr/>
        </p:nvSpPr>
        <p:spPr>
          <a:xfrm>
            <a:off x="6314031" y="2499527"/>
            <a:ext cx="1024313" cy="1184940"/>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Score contractual risk, check policies and laws, and enforce mandatory controls.</a:t>
            </a:r>
          </a:p>
        </p:txBody>
      </p:sp>
      <p:sp>
        <p:nvSpPr>
          <p:cNvPr id="105" name="Rectangle 104">
            <a:extLst>
              <a:ext uri="{FF2B5EF4-FFF2-40B4-BE49-F238E27FC236}">
                <a16:creationId xmlns:a16="http://schemas.microsoft.com/office/drawing/2014/main" id="{39F6D94A-CFF2-6CF5-1798-6C1EEEFD4596}"/>
              </a:ext>
              <a:ext uri="{C183D7F6-B498-43B3-948B-1728B52AA6E4}">
                <adec:decorative xmlns:adec="http://schemas.microsoft.com/office/drawing/2017/decorative" val="0"/>
              </a:ext>
            </a:extLst>
          </p:cNvPr>
          <p:cNvSpPr/>
          <p:nvPr/>
        </p:nvSpPr>
        <p:spPr>
          <a:xfrm>
            <a:off x="7676460" y="2499527"/>
            <a:ext cx="1024313" cy="1184940"/>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Route for approvals, secure signatures, and verify identity and legal consent.</a:t>
            </a:r>
          </a:p>
        </p:txBody>
      </p:sp>
      <p:sp>
        <p:nvSpPr>
          <p:cNvPr id="106" name="Rectangle 105">
            <a:extLst>
              <a:ext uri="{FF2B5EF4-FFF2-40B4-BE49-F238E27FC236}">
                <a16:creationId xmlns:a16="http://schemas.microsoft.com/office/drawing/2014/main" id="{BB1D3457-C4B3-E7A8-B710-559A8EDF2DF4}"/>
              </a:ext>
              <a:ext uri="{C183D7F6-B498-43B3-948B-1728B52AA6E4}">
                <adec:decorative xmlns:adec="http://schemas.microsoft.com/office/drawing/2017/decorative" val="0"/>
              </a:ext>
            </a:extLst>
          </p:cNvPr>
          <p:cNvSpPr/>
          <p:nvPr/>
        </p:nvSpPr>
        <p:spPr>
          <a:xfrm>
            <a:off x="9038889" y="2499527"/>
            <a:ext cx="1024313" cy="1015663"/>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Register executed contract; index metadata, link orders, and store securely.</a:t>
            </a:r>
          </a:p>
        </p:txBody>
      </p:sp>
      <p:sp>
        <p:nvSpPr>
          <p:cNvPr id="107" name="Rectangle 106">
            <a:extLst>
              <a:ext uri="{FF2B5EF4-FFF2-40B4-BE49-F238E27FC236}">
                <a16:creationId xmlns:a16="http://schemas.microsoft.com/office/drawing/2014/main" id="{CD9E2BBB-68A0-A682-2470-83E239FFB86C}"/>
              </a:ext>
              <a:ext uri="{C183D7F6-B498-43B3-948B-1728B52AA6E4}">
                <adec:decorative xmlns:adec="http://schemas.microsoft.com/office/drawing/2017/decorative" val="0"/>
              </a:ext>
            </a:extLst>
          </p:cNvPr>
          <p:cNvSpPr/>
          <p:nvPr/>
        </p:nvSpPr>
        <p:spPr>
          <a:xfrm>
            <a:off x="10401318" y="2499527"/>
            <a:ext cx="1024313" cy="1015663"/>
          </a:xfrm>
          <a:prstGeom prst="rect">
            <a:avLst/>
          </a:prstGeom>
          <a:noFill/>
        </p:spPr>
        <p:txBody>
          <a:bodyPr wrap="square" lIns="0" tIns="0" rIns="0" bIns="0" anchor="t">
            <a:spAutoFit/>
          </a:bodyPr>
          <a:lstStyle/>
          <a:p>
            <a:pPr marL="0" marR="0" lvl="0" indent="0" algn="ctr" defTabSz="913368" rtl="0" eaLnBrk="1" fontAlgn="base" latinLnBrk="0" hangingPunct="1">
              <a:lnSpc>
                <a:spcPct val="100000"/>
              </a:lnSpc>
              <a:spcBef>
                <a:spcPts val="400"/>
              </a:spcBef>
              <a:spcAft>
                <a:spcPct val="0"/>
              </a:spcAft>
              <a:buClrTx/>
              <a:buSzTx/>
              <a:buFontTx/>
              <a:buNone/>
              <a:tabLst/>
              <a:defRPr/>
            </a:pPr>
            <a:r>
              <a:rPr kumimoji="0" lang="en-US" sz="1100" b="0" i="0" u="none" strike="noStrike" kern="1200" cap="none" spc="0" normalizeH="0" baseline="0" noProof="0">
                <a:ln>
                  <a:noFill/>
                </a:ln>
                <a:solidFill>
                  <a:srgbClr val="080808"/>
                </a:solidFill>
                <a:effectLst/>
                <a:uLnTx/>
                <a:uFillTx/>
                <a:latin typeface="Segoe UI"/>
                <a:ea typeface="+mn-ea"/>
                <a:cs typeface="+mn-cs"/>
              </a:rPr>
              <a:t>Track obligations, milestones, and renewals; notify owners and trigger actions.</a:t>
            </a:r>
          </a:p>
        </p:txBody>
      </p:sp>
      <p:sp>
        <p:nvSpPr>
          <p:cNvPr id="108" name="Graphic 63" descr="Icon of a notepad with a pen">
            <a:extLst>
              <a:ext uri="{FF2B5EF4-FFF2-40B4-BE49-F238E27FC236}">
                <a16:creationId xmlns:a16="http://schemas.microsoft.com/office/drawing/2014/main" id="{97F3B500-55FB-FB0B-B0AE-3FCA13F0CCC7}"/>
              </a:ext>
            </a:extLst>
          </p:cNvPr>
          <p:cNvSpPr>
            <a:spLocks noChangeAspect="1"/>
          </p:cNvSpPr>
          <p:nvPr/>
        </p:nvSpPr>
        <p:spPr>
          <a:xfrm>
            <a:off x="1281527" y="2086524"/>
            <a:ext cx="189889" cy="190239"/>
          </a:xfrm>
          <a:custGeom>
            <a:avLst/>
            <a:gdLst>
              <a:gd name="connsiteX0" fmla="*/ 0 w 190157"/>
              <a:gd name="connsiteY0" fmla="*/ 21431 h 190506"/>
              <a:gd name="connsiteX1" fmla="*/ 21431 w 190157"/>
              <a:gd name="connsiteY1" fmla="*/ 0 h 190506"/>
              <a:gd name="connsiteX2" fmla="*/ 150019 w 190157"/>
              <a:gd name="connsiteY2" fmla="*/ 0 h 190506"/>
              <a:gd name="connsiteX3" fmla="*/ 171450 w 190157"/>
              <a:gd name="connsiteY3" fmla="*/ 21431 h 190506"/>
              <a:gd name="connsiteX4" fmla="*/ 171450 w 190157"/>
              <a:gd name="connsiteY4" fmla="*/ 76314 h 190506"/>
              <a:gd name="connsiteX5" fmla="*/ 146618 w 190157"/>
              <a:gd name="connsiteY5" fmla="*/ 85363 h 190506"/>
              <a:gd name="connsiteX6" fmla="*/ 117681 w 190157"/>
              <a:gd name="connsiteY6" fmla="*/ 114300 h 190506"/>
              <a:gd name="connsiteX7" fmla="*/ 78581 w 190157"/>
              <a:gd name="connsiteY7" fmla="*/ 114300 h 190506"/>
              <a:gd name="connsiteX8" fmla="*/ 71438 w 190157"/>
              <a:gd name="connsiteY8" fmla="*/ 121444 h 190506"/>
              <a:gd name="connsiteX9" fmla="*/ 78581 w 190157"/>
              <a:gd name="connsiteY9" fmla="*/ 128588 h 190506"/>
              <a:gd name="connsiteX10" fmla="*/ 103394 w 190157"/>
              <a:gd name="connsiteY10" fmla="*/ 128588 h 190506"/>
              <a:gd name="connsiteX11" fmla="*/ 90392 w 190157"/>
              <a:gd name="connsiteY11" fmla="*/ 141589 h 190506"/>
              <a:gd name="connsiteX12" fmla="*/ 81153 w 190157"/>
              <a:gd name="connsiteY12" fmla="*/ 157896 h 190506"/>
              <a:gd name="connsiteX13" fmla="*/ 77781 w 190157"/>
              <a:gd name="connsiteY13" fmla="*/ 171450 h 190506"/>
              <a:gd name="connsiteX14" fmla="*/ 21431 w 190157"/>
              <a:gd name="connsiteY14" fmla="*/ 171450 h 190506"/>
              <a:gd name="connsiteX15" fmla="*/ 0 w 190157"/>
              <a:gd name="connsiteY15" fmla="*/ 150019 h 190506"/>
              <a:gd name="connsiteX16" fmla="*/ 0 w 190157"/>
              <a:gd name="connsiteY16" fmla="*/ 21431 h 190506"/>
              <a:gd name="connsiteX17" fmla="*/ 45244 w 190157"/>
              <a:gd name="connsiteY17" fmla="*/ 59531 h 190506"/>
              <a:gd name="connsiteX18" fmla="*/ 54769 w 190157"/>
              <a:gd name="connsiteY18" fmla="*/ 50006 h 190506"/>
              <a:gd name="connsiteX19" fmla="*/ 45244 w 190157"/>
              <a:gd name="connsiteY19" fmla="*/ 40481 h 190506"/>
              <a:gd name="connsiteX20" fmla="*/ 35719 w 190157"/>
              <a:gd name="connsiteY20" fmla="*/ 50006 h 190506"/>
              <a:gd name="connsiteX21" fmla="*/ 45244 w 190157"/>
              <a:gd name="connsiteY21" fmla="*/ 59531 h 190506"/>
              <a:gd name="connsiteX22" fmla="*/ 78581 w 190157"/>
              <a:gd name="connsiteY22" fmla="*/ 42863 h 190506"/>
              <a:gd name="connsiteX23" fmla="*/ 71438 w 190157"/>
              <a:gd name="connsiteY23" fmla="*/ 50006 h 190506"/>
              <a:gd name="connsiteX24" fmla="*/ 78581 w 190157"/>
              <a:gd name="connsiteY24" fmla="*/ 57150 h 190506"/>
              <a:gd name="connsiteX25" fmla="*/ 130969 w 190157"/>
              <a:gd name="connsiteY25" fmla="*/ 57150 h 190506"/>
              <a:gd name="connsiteX26" fmla="*/ 138113 w 190157"/>
              <a:gd name="connsiteY26" fmla="*/ 50006 h 190506"/>
              <a:gd name="connsiteX27" fmla="*/ 130969 w 190157"/>
              <a:gd name="connsiteY27" fmla="*/ 42863 h 190506"/>
              <a:gd name="connsiteX28" fmla="*/ 78581 w 190157"/>
              <a:gd name="connsiteY28" fmla="*/ 42863 h 190506"/>
              <a:gd name="connsiteX29" fmla="*/ 78581 w 190157"/>
              <a:gd name="connsiteY29" fmla="*/ 78581 h 190506"/>
              <a:gd name="connsiteX30" fmla="*/ 71438 w 190157"/>
              <a:gd name="connsiteY30" fmla="*/ 85725 h 190506"/>
              <a:gd name="connsiteX31" fmla="*/ 78581 w 190157"/>
              <a:gd name="connsiteY31" fmla="*/ 92869 h 190506"/>
              <a:gd name="connsiteX32" fmla="*/ 130969 w 190157"/>
              <a:gd name="connsiteY32" fmla="*/ 92869 h 190506"/>
              <a:gd name="connsiteX33" fmla="*/ 138113 w 190157"/>
              <a:gd name="connsiteY33" fmla="*/ 85725 h 190506"/>
              <a:gd name="connsiteX34" fmla="*/ 130969 w 190157"/>
              <a:gd name="connsiteY34" fmla="*/ 78581 h 190506"/>
              <a:gd name="connsiteX35" fmla="*/ 78581 w 190157"/>
              <a:gd name="connsiteY35" fmla="*/ 78581 h 190506"/>
              <a:gd name="connsiteX36" fmla="*/ 35719 w 190157"/>
              <a:gd name="connsiteY36" fmla="*/ 85725 h 190506"/>
              <a:gd name="connsiteX37" fmla="*/ 45244 w 190157"/>
              <a:gd name="connsiteY37" fmla="*/ 95250 h 190506"/>
              <a:gd name="connsiteX38" fmla="*/ 54769 w 190157"/>
              <a:gd name="connsiteY38" fmla="*/ 85725 h 190506"/>
              <a:gd name="connsiteX39" fmla="*/ 45244 w 190157"/>
              <a:gd name="connsiteY39" fmla="*/ 76200 h 190506"/>
              <a:gd name="connsiteX40" fmla="*/ 35719 w 190157"/>
              <a:gd name="connsiteY40" fmla="*/ 85725 h 190506"/>
              <a:gd name="connsiteX41" fmla="*/ 45244 w 190157"/>
              <a:gd name="connsiteY41" fmla="*/ 130969 h 190506"/>
              <a:gd name="connsiteX42" fmla="*/ 54769 w 190157"/>
              <a:gd name="connsiteY42" fmla="*/ 121444 h 190506"/>
              <a:gd name="connsiteX43" fmla="*/ 45244 w 190157"/>
              <a:gd name="connsiteY43" fmla="*/ 111919 h 190506"/>
              <a:gd name="connsiteX44" fmla="*/ 35719 w 190157"/>
              <a:gd name="connsiteY44" fmla="*/ 121444 h 190506"/>
              <a:gd name="connsiteX45" fmla="*/ 45244 w 190157"/>
              <a:gd name="connsiteY45" fmla="*/ 130969 h 190506"/>
              <a:gd name="connsiteX46" fmla="*/ 153353 w 190157"/>
              <a:gd name="connsiteY46" fmla="*/ 92107 h 190506"/>
              <a:gd name="connsiteX47" fmla="*/ 97126 w 190157"/>
              <a:gd name="connsiteY47" fmla="*/ 148323 h 190506"/>
              <a:gd name="connsiteX48" fmla="*/ 90402 w 190157"/>
              <a:gd name="connsiteY48" fmla="*/ 160201 h 190506"/>
              <a:gd name="connsiteX49" fmla="*/ 86039 w 190157"/>
              <a:gd name="connsiteY49" fmla="*/ 177641 h 190506"/>
              <a:gd name="connsiteX50" fmla="*/ 93573 w 190157"/>
              <a:gd name="connsiteY50" fmla="*/ 190197 h 190506"/>
              <a:gd name="connsiteX51" fmla="*/ 98603 w 190157"/>
              <a:gd name="connsiteY51" fmla="*/ 190195 h 190506"/>
              <a:gd name="connsiteX52" fmla="*/ 116034 w 190157"/>
              <a:gd name="connsiteY52" fmla="*/ 185842 h 190506"/>
              <a:gd name="connsiteX53" fmla="*/ 127921 w 190157"/>
              <a:gd name="connsiteY53" fmla="*/ 179108 h 190506"/>
              <a:gd name="connsiteX54" fmla="*/ 184137 w 190157"/>
              <a:gd name="connsiteY54" fmla="*/ 122892 h 190506"/>
              <a:gd name="connsiteX55" fmla="*/ 183414 w 190157"/>
              <a:gd name="connsiteY55" fmla="*/ 92107 h 190506"/>
              <a:gd name="connsiteX56" fmla="*/ 153353 w 190157"/>
              <a:gd name="connsiteY56" fmla="*/ 92107 h 190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0157" h="190506">
                <a:moveTo>
                  <a:pt x="0" y="21431"/>
                </a:moveTo>
                <a:cubicBezTo>
                  <a:pt x="0" y="9595"/>
                  <a:pt x="9595" y="0"/>
                  <a:pt x="21431" y="0"/>
                </a:cubicBezTo>
                <a:lnTo>
                  <a:pt x="150019" y="0"/>
                </a:lnTo>
                <a:cubicBezTo>
                  <a:pt x="161855" y="0"/>
                  <a:pt x="171450" y="9595"/>
                  <a:pt x="171450" y="21431"/>
                </a:cubicBezTo>
                <a:lnTo>
                  <a:pt x="171450" y="76314"/>
                </a:lnTo>
                <a:cubicBezTo>
                  <a:pt x="162241" y="75508"/>
                  <a:pt x="153149" y="78820"/>
                  <a:pt x="146618" y="85363"/>
                </a:cubicBezTo>
                <a:lnTo>
                  <a:pt x="117681" y="114300"/>
                </a:lnTo>
                <a:lnTo>
                  <a:pt x="78581" y="114300"/>
                </a:lnTo>
                <a:cubicBezTo>
                  <a:pt x="74636" y="114300"/>
                  <a:pt x="71438" y="117499"/>
                  <a:pt x="71438" y="121444"/>
                </a:cubicBezTo>
                <a:cubicBezTo>
                  <a:pt x="71438" y="125389"/>
                  <a:pt x="74636" y="128588"/>
                  <a:pt x="78581" y="128588"/>
                </a:cubicBezTo>
                <a:lnTo>
                  <a:pt x="103394" y="128588"/>
                </a:lnTo>
                <a:lnTo>
                  <a:pt x="90392" y="141589"/>
                </a:lnTo>
                <a:cubicBezTo>
                  <a:pt x="85892" y="146087"/>
                  <a:pt x="82698" y="151724"/>
                  <a:pt x="81153" y="157896"/>
                </a:cubicBezTo>
                <a:lnTo>
                  <a:pt x="77781" y="171450"/>
                </a:lnTo>
                <a:lnTo>
                  <a:pt x="21431" y="171450"/>
                </a:lnTo>
                <a:cubicBezTo>
                  <a:pt x="9595" y="171450"/>
                  <a:pt x="0" y="161855"/>
                  <a:pt x="0" y="150019"/>
                </a:cubicBezTo>
                <a:lnTo>
                  <a:pt x="0" y="21431"/>
                </a:lnTo>
                <a:close/>
                <a:moveTo>
                  <a:pt x="45244" y="59531"/>
                </a:moveTo>
                <a:cubicBezTo>
                  <a:pt x="50504" y="59531"/>
                  <a:pt x="54769" y="55267"/>
                  <a:pt x="54769" y="50006"/>
                </a:cubicBezTo>
                <a:cubicBezTo>
                  <a:pt x="54769" y="44746"/>
                  <a:pt x="50504" y="40481"/>
                  <a:pt x="45244" y="40481"/>
                </a:cubicBezTo>
                <a:cubicBezTo>
                  <a:pt x="39983" y="40481"/>
                  <a:pt x="35719" y="44746"/>
                  <a:pt x="35719" y="50006"/>
                </a:cubicBezTo>
                <a:cubicBezTo>
                  <a:pt x="35719" y="55267"/>
                  <a:pt x="39983" y="59531"/>
                  <a:pt x="45244" y="59531"/>
                </a:cubicBezTo>
                <a:close/>
                <a:moveTo>
                  <a:pt x="78581" y="42863"/>
                </a:moveTo>
                <a:cubicBezTo>
                  <a:pt x="74636" y="42863"/>
                  <a:pt x="71438" y="46061"/>
                  <a:pt x="71438" y="50006"/>
                </a:cubicBezTo>
                <a:cubicBezTo>
                  <a:pt x="71438" y="53952"/>
                  <a:pt x="74636" y="57150"/>
                  <a:pt x="78581" y="57150"/>
                </a:cubicBezTo>
                <a:lnTo>
                  <a:pt x="130969" y="57150"/>
                </a:lnTo>
                <a:cubicBezTo>
                  <a:pt x="134914" y="57150"/>
                  <a:pt x="138113" y="53952"/>
                  <a:pt x="138113" y="50006"/>
                </a:cubicBezTo>
                <a:cubicBezTo>
                  <a:pt x="138113" y="46061"/>
                  <a:pt x="134914" y="42863"/>
                  <a:pt x="130969" y="42863"/>
                </a:cubicBezTo>
                <a:lnTo>
                  <a:pt x="78581" y="42863"/>
                </a:lnTo>
                <a:close/>
                <a:moveTo>
                  <a:pt x="78581" y="78581"/>
                </a:moveTo>
                <a:cubicBezTo>
                  <a:pt x="74636" y="78581"/>
                  <a:pt x="71438" y="81780"/>
                  <a:pt x="71438" y="85725"/>
                </a:cubicBezTo>
                <a:cubicBezTo>
                  <a:pt x="71438" y="89670"/>
                  <a:pt x="74636" y="92869"/>
                  <a:pt x="78581" y="92869"/>
                </a:cubicBezTo>
                <a:lnTo>
                  <a:pt x="130969" y="92869"/>
                </a:lnTo>
                <a:cubicBezTo>
                  <a:pt x="134914" y="92869"/>
                  <a:pt x="138113" y="89670"/>
                  <a:pt x="138113" y="85725"/>
                </a:cubicBezTo>
                <a:cubicBezTo>
                  <a:pt x="138113" y="81780"/>
                  <a:pt x="134914" y="78581"/>
                  <a:pt x="130969" y="78581"/>
                </a:cubicBezTo>
                <a:lnTo>
                  <a:pt x="78581" y="78581"/>
                </a:lnTo>
                <a:close/>
                <a:moveTo>
                  <a:pt x="35719" y="85725"/>
                </a:moveTo>
                <a:cubicBezTo>
                  <a:pt x="35719" y="90986"/>
                  <a:pt x="39983" y="95250"/>
                  <a:pt x="45244" y="95250"/>
                </a:cubicBezTo>
                <a:cubicBezTo>
                  <a:pt x="50504" y="95250"/>
                  <a:pt x="54769" y="90986"/>
                  <a:pt x="54769" y="85725"/>
                </a:cubicBezTo>
                <a:cubicBezTo>
                  <a:pt x="54769" y="80464"/>
                  <a:pt x="50504" y="76200"/>
                  <a:pt x="45244" y="76200"/>
                </a:cubicBezTo>
                <a:cubicBezTo>
                  <a:pt x="39983" y="76200"/>
                  <a:pt x="35719" y="80464"/>
                  <a:pt x="35719" y="85725"/>
                </a:cubicBezTo>
                <a:close/>
                <a:moveTo>
                  <a:pt x="45244" y="130969"/>
                </a:moveTo>
                <a:cubicBezTo>
                  <a:pt x="50504" y="130969"/>
                  <a:pt x="54769" y="126704"/>
                  <a:pt x="54769" y="121444"/>
                </a:cubicBezTo>
                <a:cubicBezTo>
                  <a:pt x="54769" y="116183"/>
                  <a:pt x="50504" y="111919"/>
                  <a:pt x="45244" y="111919"/>
                </a:cubicBezTo>
                <a:cubicBezTo>
                  <a:pt x="39983" y="111919"/>
                  <a:pt x="35719" y="116183"/>
                  <a:pt x="35719" y="121444"/>
                </a:cubicBezTo>
                <a:cubicBezTo>
                  <a:pt x="35719" y="126704"/>
                  <a:pt x="39983" y="130969"/>
                  <a:pt x="45244" y="130969"/>
                </a:cubicBezTo>
                <a:close/>
                <a:moveTo>
                  <a:pt x="153353" y="92107"/>
                </a:moveTo>
                <a:lnTo>
                  <a:pt x="97126" y="148323"/>
                </a:lnTo>
                <a:cubicBezTo>
                  <a:pt x="93851" y="151601"/>
                  <a:pt x="91527" y="155706"/>
                  <a:pt x="90402" y="160201"/>
                </a:cubicBezTo>
                <a:lnTo>
                  <a:pt x="86039" y="177641"/>
                </a:lnTo>
                <a:cubicBezTo>
                  <a:pt x="84652" y="183189"/>
                  <a:pt x="88025" y="188810"/>
                  <a:pt x="93573" y="190197"/>
                </a:cubicBezTo>
                <a:cubicBezTo>
                  <a:pt x="95224" y="190611"/>
                  <a:pt x="96952" y="190610"/>
                  <a:pt x="98603" y="190195"/>
                </a:cubicBezTo>
                <a:lnTo>
                  <a:pt x="116034" y="185842"/>
                </a:lnTo>
                <a:cubicBezTo>
                  <a:pt x="120533" y="184717"/>
                  <a:pt x="124642" y="182389"/>
                  <a:pt x="127921" y="179108"/>
                </a:cubicBezTo>
                <a:lnTo>
                  <a:pt x="184137" y="122892"/>
                </a:lnTo>
                <a:cubicBezTo>
                  <a:pt x="192438" y="114190"/>
                  <a:pt x="192114" y="100408"/>
                  <a:pt x="183414" y="92107"/>
                </a:cubicBezTo>
                <a:cubicBezTo>
                  <a:pt x="175001" y="84080"/>
                  <a:pt x="161766" y="84080"/>
                  <a:pt x="153353" y="92107"/>
                </a:cubicBez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0" name="Graphic 52" descr="Icon of a team of three people">
            <a:extLst>
              <a:ext uri="{FF2B5EF4-FFF2-40B4-BE49-F238E27FC236}">
                <a16:creationId xmlns:a16="http://schemas.microsoft.com/office/drawing/2014/main" id="{C766F385-E604-12D0-DBF1-64A77A81933E}"/>
              </a:ext>
            </a:extLst>
          </p:cNvPr>
          <p:cNvSpPr>
            <a:spLocks/>
          </p:cNvSpPr>
          <p:nvPr/>
        </p:nvSpPr>
        <p:spPr>
          <a:xfrm>
            <a:off x="3982212" y="2075210"/>
            <a:ext cx="236519" cy="212867"/>
          </a:xfrm>
          <a:custGeom>
            <a:avLst/>
            <a:gdLst>
              <a:gd name="connsiteX0" fmla="*/ 121482 w 190500"/>
              <a:gd name="connsiteY0" fmla="*/ 66675 h 171450"/>
              <a:gd name="connsiteX1" fmla="*/ 138151 w 190500"/>
              <a:gd name="connsiteY1" fmla="*/ 83344 h 171450"/>
              <a:gd name="connsiteX2" fmla="*/ 138151 w 190500"/>
              <a:gd name="connsiteY2" fmla="*/ 128578 h 171450"/>
              <a:gd name="connsiteX3" fmla="*/ 95279 w 190500"/>
              <a:gd name="connsiteY3" fmla="*/ 171450 h 171450"/>
              <a:gd name="connsiteX4" fmla="*/ 52407 w 190500"/>
              <a:gd name="connsiteY4" fmla="*/ 128578 h 171450"/>
              <a:gd name="connsiteX5" fmla="*/ 52407 w 190500"/>
              <a:gd name="connsiteY5" fmla="*/ 83344 h 171450"/>
              <a:gd name="connsiteX6" fmla="*/ 69075 w 190500"/>
              <a:gd name="connsiteY6" fmla="*/ 66675 h 171450"/>
              <a:gd name="connsiteX7" fmla="*/ 121482 w 190500"/>
              <a:gd name="connsiteY7" fmla="*/ 66675 h 171450"/>
              <a:gd name="connsiteX8" fmla="*/ 48873 w 190500"/>
              <a:gd name="connsiteY8" fmla="*/ 66675 h 171450"/>
              <a:gd name="connsiteX9" fmla="*/ 42967 w 190500"/>
              <a:gd name="connsiteY9" fmla="*/ 81248 h 171450"/>
              <a:gd name="connsiteX10" fmla="*/ 42872 w 190500"/>
              <a:gd name="connsiteY10" fmla="*/ 83344 h 171450"/>
              <a:gd name="connsiteX11" fmla="*/ 42872 w 190500"/>
              <a:gd name="connsiteY11" fmla="*/ 128578 h 171450"/>
              <a:gd name="connsiteX12" fmla="*/ 47958 w 190500"/>
              <a:gd name="connsiteY12" fmla="*/ 151105 h 171450"/>
              <a:gd name="connsiteX13" fmla="*/ 1295 w 190500"/>
              <a:gd name="connsiteY13" fmla="*/ 124138 h 171450"/>
              <a:gd name="connsiteX14" fmla="*/ 0 w 190500"/>
              <a:gd name="connsiteY14" fmla="*/ 114290 h 171450"/>
              <a:gd name="connsiteX15" fmla="*/ 0 w 190500"/>
              <a:gd name="connsiteY15" fmla="*/ 83344 h 171450"/>
              <a:gd name="connsiteX16" fmla="*/ 15297 w 190500"/>
              <a:gd name="connsiteY16" fmla="*/ 66732 h 171450"/>
              <a:gd name="connsiteX17" fmla="*/ 16669 w 190500"/>
              <a:gd name="connsiteY17" fmla="*/ 66675 h 171450"/>
              <a:gd name="connsiteX18" fmla="*/ 48873 w 190500"/>
              <a:gd name="connsiteY18" fmla="*/ 66675 h 171450"/>
              <a:gd name="connsiteX19" fmla="*/ 141684 w 190500"/>
              <a:gd name="connsiteY19" fmla="*/ 66675 h 171450"/>
              <a:gd name="connsiteX20" fmla="*/ 173831 w 190500"/>
              <a:gd name="connsiteY20" fmla="*/ 66675 h 171450"/>
              <a:gd name="connsiteX21" fmla="*/ 190500 w 190500"/>
              <a:gd name="connsiteY21" fmla="*/ 83344 h 171450"/>
              <a:gd name="connsiteX22" fmla="*/ 190500 w 190500"/>
              <a:gd name="connsiteY22" fmla="*/ 114300 h 171450"/>
              <a:gd name="connsiteX23" fmla="*/ 152409 w 190500"/>
              <a:gd name="connsiteY23" fmla="*/ 152409 h 171450"/>
              <a:gd name="connsiteX24" fmla="*/ 142589 w 190500"/>
              <a:gd name="connsiteY24" fmla="*/ 151124 h 171450"/>
              <a:gd name="connsiteX25" fmla="*/ 147590 w 190500"/>
              <a:gd name="connsiteY25" fmla="*/ 131578 h 171450"/>
              <a:gd name="connsiteX26" fmla="*/ 147676 w 190500"/>
              <a:gd name="connsiteY26" fmla="*/ 128578 h 171450"/>
              <a:gd name="connsiteX27" fmla="*/ 147676 w 190500"/>
              <a:gd name="connsiteY27" fmla="*/ 83344 h 171450"/>
              <a:gd name="connsiteX28" fmla="*/ 141675 w 190500"/>
              <a:gd name="connsiteY28" fmla="*/ 66675 h 171450"/>
              <a:gd name="connsiteX29" fmla="*/ 95250 w 190500"/>
              <a:gd name="connsiteY29" fmla="*/ 0 h 171450"/>
              <a:gd name="connsiteX30" fmla="*/ 123825 w 190500"/>
              <a:gd name="connsiteY30" fmla="*/ 28575 h 171450"/>
              <a:gd name="connsiteX31" fmla="*/ 95250 w 190500"/>
              <a:gd name="connsiteY31" fmla="*/ 57150 h 171450"/>
              <a:gd name="connsiteX32" fmla="*/ 66675 w 190500"/>
              <a:gd name="connsiteY32" fmla="*/ 28575 h 171450"/>
              <a:gd name="connsiteX33" fmla="*/ 95250 w 190500"/>
              <a:gd name="connsiteY33" fmla="*/ 0 h 171450"/>
              <a:gd name="connsiteX34" fmla="*/ 157163 w 190500"/>
              <a:gd name="connsiteY34" fmla="*/ 9525 h 171450"/>
              <a:gd name="connsiteX35" fmla="*/ 180975 w 190500"/>
              <a:gd name="connsiteY35" fmla="*/ 33338 h 171450"/>
              <a:gd name="connsiteX36" fmla="*/ 157163 w 190500"/>
              <a:gd name="connsiteY36" fmla="*/ 57150 h 171450"/>
              <a:gd name="connsiteX37" fmla="*/ 133350 w 190500"/>
              <a:gd name="connsiteY37" fmla="*/ 33338 h 171450"/>
              <a:gd name="connsiteX38" fmla="*/ 157163 w 190500"/>
              <a:gd name="connsiteY38" fmla="*/ 9525 h 171450"/>
              <a:gd name="connsiteX39" fmla="*/ 33338 w 190500"/>
              <a:gd name="connsiteY39" fmla="*/ 9525 h 171450"/>
              <a:gd name="connsiteX40" fmla="*/ 57150 w 190500"/>
              <a:gd name="connsiteY40" fmla="*/ 33338 h 171450"/>
              <a:gd name="connsiteX41" fmla="*/ 33338 w 190500"/>
              <a:gd name="connsiteY41" fmla="*/ 57150 h 171450"/>
              <a:gd name="connsiteX42" fmla="*/ 9525 w 190500"/>
              <a:gd name="connsiteY42" fmla="*/ 33338 h 171450"/>
              <a:gd name="connsiteX43" fmla="*/ 33338 w 190500"/>
              <a:gd name="connsiteY43" fmla="*/ 95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0500" h="171450">
                <a:moveTo>
                  <a:pt x="121482" y="66675"/>
                </a:moveTo>
                <a:cubicBezTo>
                  <a:pt x="130683" y="66675"/>
                  <a:pt x="138151" y="74143"/>
                  <a:pt x="138151" y="83344"/>
                </a:cubicBezTo>
                <a:lnTo>
                  <a:pt x="138151" y="128578"/>
                </a:lnTo>
                <a:cubicBezTo>
                  <a:pt x="138151" y="152255"/>
                  <a:pt x="118956" y="171450"/>
                  <a:pt x="95279" y="171450"/>
                </a:cubicBezTo>
                <a:cubicBezTo>
                  <a:pt x="71601" y="171450"/>
                  <a:pt x="52407" y="152255"/>
                  <a:pt x="52407" y="128578"/>
                </a:cubicBezTo>
                <a:lnTo>
                  <a:pt x="52407" y="83344"/>
                </a:lnTo>
                <a:cubicBezTo>
                  <a:pt x="52407" y="74143"/>
                  <a:pt x="59865" y="66675"/>
                  <a:pt x="69075" y="66675"/>
                </a:cubicBezTo>
                <a:lnTo>
                  <a:pt x="121482" y="66675"/>
                </a:lnTo>
                <a:close/>
                <a:moveTo>
                  <a:pt x="48873" y="66675"/>
                </a:moveTo>
                <a:cubicBezTo>
                  <a:pt x="45539" y="70695"/>
                  <a:pt x="43396" y="75724"/>
                  <a:pt x="42967" y="81248"/>
                </a:cubicBezTo>
                <a:lnTo>
                  <a:pt x="42872" y="83344"/>
                </a:lnTo>
                <a:lnTo>
                  <a:pt x="42872" y="128578"/>
                </a:lnTo>
                <a:cubicBezTo>
                  <a:pt x="42872" y="136646"/>
                  <a:pt x="44701" y="144285"/>
                  <a:pt x="47958" y="151105"/>
                </a:cubicBezTo>
                <a:cubicBezTo>
                  <a:pt x="27626" y="156544"/>
                  <a:pt x="6734" y="144470"/>
                  <a:pt x="1295" y="124138"/>
                </a:cubicBezTo>
                <a:cubicBezTo>
                  <a:pt x="435" y="120927"/>
                  <a:pt x="0" y="117616"/>
                  <a:pt x="0" y="114290"/>
                </a:cubicBezTo>
                <a:lnTo>
                  <a:pt x="0" y="83344"/>
                </a:lnTo>
                <a:cubicBezTo>
                  <a:pt x="0" y="74670"/>
                  <a:pt x="6653" y="67446"/>
                  <a:pt x="15297" y="66732"/>
                </a:cubicBezTo>
                <a:lnTo>
                  <a:pt x="16669" y="66675"/>
                </a:lnTo>
                <a:lnTo>
                  <a:pt x="48873" y="66675"/>
                </a:lnTo>
                <a:close/>
                <a:moveTo>
                  <a:pt x="141684" y="66675"/>
                </a:moveTo>
                <a:lnTo>
                  <a:pt x="173831" y="66675"/>
                </a:lnTo>
                <a:cubicBezTo>
                  <a:pt x="183032" y="66675"/>
                  <a:pt x="190500" y="74143"/>
                  <a:pt x="190500" y="83344"/>
                </a:cubicBezTo>
                <a:lnTo>
                  <a:pt x="190500" y="114300"/>
                </a:lnTo>
                <a:cubicBezTo>
                  <a:pt x="190505" y="135342"/>
                  <a:pt x="173450" y="152404"/>
                  <a:pt x="152409" y="152409"/>
                </a:cubicBezTo>
                <a:cubicBezTo>
                  <a:pt x="149094" y="152410"/>
                  <a:pt x="145793" y="151977"/>
                  <a:pt x="142589" y="151124"/>
                </a:cubicBezTo>
                <a:cubicBezTo>
                  <a:pt x="145447" y="145142"/>
                  <a:pt x="147199" y="138551"/>
                  <a:pt x="147590" y="131578"/>
                </a:cubicBezTo>
                <a:lnTo>
                  <a:pt x="147676" y="128578"/>
                </a:lnTo>
                <a:lnTo>
                  <a:pt x="147676" y="83344"/>
                </a:lnTo>
                <a:cubicBezTo>
                  <a:pt x="147676" y="77010"/>
                  <a:pt x="145428" y="71199"/>
                  <a:pt x="141675" y="66675"/>
                </a:cubicBezTo>
                <a:close/>
                <a:moveTo>
                  <a:pt x="95250" y="0"/>
                </a:moveTo>
                <a:cubicBezTo>
                  <a:pt x="111032" y="0"/>
                  <a:pt x="123825" y="12794"/>
                  <a:pt x="123825" y="28575"/>
                </a:cubicBezTo>
                <a:cubicBezTo>
                  <a:pt x="123825" y="44356"/>
                  <a:pt x="111032" y="57150"/>
                  <a:pt x="95250" y="57150"/>
                </a:cubicBezTo>
                <a:cubicBezTo>
                  <a:pt x="79468" y="57150"/>
                  <a:pt x="66675" y="44356"/>
                  <a:pt x="66675" y="28575"/>
                </a:cubicBezTo>
                <a:cubicBezTo>
                  <a:pt x="66675" y="12794"/>
                  <a:pt x="79468" y="0"/>
                  <a:pt x="95250" y="0"/>
                </a:cubicBezTo>
                <a:close/>
                <a:moveTo>
                  <a:pt x="157163" y="9525"/>
                </a:moveTo>
                <a:cubicBezTo>
                  <a:pt x="170314" y="9525"/>
                  <a:pt x="180975" y="20186"/>
                  <a:pt x="180975" y="33338"/>
                </a:cubicBezTo>
                <a:cubicBezTo>
                  <a:pt x="180975" y="46489"/>
                  <a:pt x="170314" y="57150"/>
                  <a:pt x="157163" y="57150"/>
                </a:cubicBezTo>
                <a:cubicBezTo>
                  <a:pt x="144011" y="57150"/>
                  <a:pt x="133350" y="46489"/>
                  <a:pt x="133350" y="33338"/>
                </a:cubicBezTo>
                <a:cubicBezTo>
                  <a:pt x="133350" y="20186"/>
                  <a:pt x="144011" y="9525"/>
                  <a:pt x="157163" y="9525"/>
                </a:cubicBezTo>
                <a:close/>
                <a:moveTo>
                  <a:pt x="33338" y="9525"/>
                </a:moveTo>
                <a:cubicBezTo>
                  <a:pt x="46489" y="9525"/>
                  <a:pt x="57150" y="20186"/>
                  <a:pt x="57150" y="33338"/>
                </a:cubicBezTo>
                <a:cubicBezTo>
                  <a:pt x="57150" y="46489"/>
                  <a:pt x="46489" y="57150"/>
                  <a:pt x="33338" y="57150"/>
                </a:cubicBezTo>
                <a:cubicBezTo>
                  <a:pt x="20186" y="57150"/>
                  <a:pt x="9525" y="46489"/>
                  <a:pt x="9525" y="33338"/>
                </a:cubicBezTo>
                <a:cubicBezTo>
                  <a:pt x="9525" y="20186"/>
                  <a:pt x="20186" y="9525"/>
                  <a:pt x="33338" y="9525"/>
                </a:cubicBez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2" name="Graphic 52" descr="Icon of a team of three people">
            <a:extLst>
              <a:ext uri="{FF2B5EF4-FFF2-40B4-BE49-F238E27FC236}">
                <a16:creationId xmlns:a16="http://schemas.microsoft.com/office/drawing/2014/main" id="{CE7E7C9C-034B-1228-4AA6-BF53B43AC260}"/>
              </a:ext>
            </a:extLst>
          </p:cNvPr>
          <p:cNvSpPr>
            <a:spLocks/>
          </p:cNvSpPr>
          <p:nvPr/>
        </p:nvSpPr>
        <p:spPr>
          <a:xfrm>
            <a:off x="6706212" y="2075210"/>
            <a:ext cx="236519" cy="212867"/>
          </a:xfrm>
          <a:custGeom>
            <a:avLst/>
            <a:gdLst>
              <a:gd name="connsiteX0" fmla="*/ 121482 w 190500"/>
              <a:gd name="connsiteY0" fmla="*/ 66675 h 171450"/>
              <a:gd name="connsiteX1" fmla="*/ 138151 w 190500"/>
              <a:gd name="connsiteY1" fmla="*/ 83344 h 171450"/>
              <a:gd name="connsiteX2" fmla="*/ 138151 w 190500"/>
              <a:gd name="connsiteY2" fmla="*/ 128578 h 171450"/>
              <a:gd name="connsiteX3" fmla="*/ 95279 w 190500"/>
              <a:gd name="connsiteY3" fmla="*/ 171450 h 171450"/>
              <a:gd name="connsiteX4" fmla="*/ 52407 w 190500"/>
              <a:gd name="connsiteY4" fmla="*/ 128578 h 171450"/>
              <a:gd name="connsiteX5" fmla="*/ 52407 w 190500"/>
              <a:gd name="connsiteY5" fmla="*/ 83344 h 171450"/>
              <a:gd name="connsiteX6" fmla="*/ 69075 w 190500"/>
              <a:gd name="connsiteY6" fmla="*/ 66675 h 171450"/>
              <a:gd name="connsiteX7" fmla="*/ 121482 w 190500"/>
              <a:gd name="connsiteY7" fmla="*/ 66675 h 171450"/>
              <a:gd name="connsiteX8" fmla="*/ 48873 w 190500"/>
              <a:gd name="connsiteY8" fmla="*/ 66675 h 171450"/>
              <a:gd name="connsiteX9" fmla="*/ 42967 w 190500"/>
              <a:gd name="connsiteY9" fmla="*/ 81248 h 171450"/>
              <a:gd name="connsiteX10" fmla="*/ 42872 w 190500"/>
              <a:gd name="connsiteY10" fmla="*/ 83344 h 171450"/>
              <a:gd name="connsiteX11" fmla="*/ 42872 w 190500"/>
              <a:gd name="connsiteY11" fmla="*/ 128578 h 171450"/>
              <a:gd name="connsiteX12" fmla="*/ 47958 w 190500"/>
              <a:gd name="connsiteY12" fmla="*/ 151105 h 171450"/>
              <a:gd name="connsiteX13" fmla="*/ 1295 w 190500"/>
              <a:gd name="connsiteY13" fmla="*/ 124138 h 171450"/>
              <a:gd name="connsiteX14" fmla="*/ 0 w 190500"/>
              <a:gd name="connsiteY14" fmla="*/ 114290 h 171450"/>
              <a:gd name="connsiteX15" fmla="*/ 0 w 190500"/>
              <a:gd name="connsiteY15" fmla="*/ 83344 h 171450"/>
              <a:gd name="connsiteX16" fmla="*/ 15297 w 190500"/>
              <a:gd name="connsiteY16" fmla="*/ 66732 h 171450"/>
              <a:gd name="connsiteX17" fmla="*/ 16669 w 190500"/>
              <a:gd name="connsiteY17" fmla="*/ 66675 h 171450"/>
              <a:gd name="connsiteX18" fmla="*/ 48873 w 190500"/>
              <a:gd name="connsiteY18" fmla="*/ 66675 h 171450"/>
              <a:gd name="connsiteX19" fmla="*/ 141684 w 190500"/>
              <a:gd name="connsiteY19" fmla="*/ 66675 h 171450"/>
              <a:gd name="connsiteX20" fmla="*/ 173831 w 190500"/>
              <a:gd name="connsiteY20" fmla="*/ 66675 h 171450"/>
              <a:gd name="connsiteX21" fmla="*/ 190500 w 190500"/>
              <a:gd name="connsiteY21" fmla="*/ 83344 h 171450"/>
              <a:gd name="connsiteX22" fmla="*/ 190500 w 190500"/>
              <a:gd name="connsiteY22" fmla="*/ 114300 h 171450"/>
              <a:gd name="connsiteX23" fmla="*/ 152409 w 190500"/>
              <a:gd name="connsiteY23" fmla="*/ 152409 h 171450"/>
              <a:gd name="connsiteX24" fmla="*/ 142589 w 190500"/>
              <a:gd name="connsiteY24" fmla="*/ 151124 h 171450"/>
              <a:gd name="connsiteX25" fmla="*/ 147590 w 190500"/>
              <a:gd name="connsiteY25" fmla="*/ 131578 h 171450"/>
              <a:gd name="connsiteX26" fmla="*/ 147676 w 190500"/>
              <a:gd name="connsiteY26" fmla="*/ 128578 h 171450"/>
              <a:gd name="connsiteX27" fmla="*/ 147676 w 190500"/>
              <a:gd name="connsiteY27" fmla="*/ 83344 h 171450"/>
              <a:gd name="connsiteX28" fmla="*/ 141675 w 190500"/>
              <a:gd name="connsiteY28" fmla="*/ 66675 h 171450"/>
              <a:gd name="connsiteX29" fmla="*/ 95250 w 190500"/>
              <a:gd name="connsiteY29" fmla="*/ 0 h 171450"/>
              <a:gd name="connsiteX30" fmla="*/ 123825 w 190500"/>
              <a:gd name="connsiteY30" fmla="*/ 28575 h 171450"/>
              <a:gd name="connsiteX31" fmla="*/ 95250 w 190500"/>
              <a:gd name="connsiteY31" fmla="*/ 57150 h 171450"/>
              <a:gd name="connsiteX32" fmla="*/ 66675 w 190500"/>
              <a:gd name="connsiteY32" fmla="*/ 28575 h 171450"/>
              <a:gd name="connsiteX33" fmla="*/ 95250 w 190500"/>
              <a:gd name="connsiteY33" fmla="*/ 0 h 171450"/>
              <a:gd name="connsiteX34" fmla="*/ 157163 w 190500"/>
              <a:gd name="connsiteY34" fmla="*/ 9525 h 171450"/>
              <a:gd name="connsiteX35" fmla="*/ 180975 w 190500"/>
              <a:gd name="connsiteY35" fmla="*/ 33338 h 171450"/>
              <a:gd name="connsiteX36" fmla="*/ 157163 w 190500"/>
              <a:gd name="connsiteY36" fmla="*/ 57150 h 171450"/>
              <a:gd name="connsiteX37" fmla="*/ 133350 w 190500"/>
              <a:gd name="connsiteY37" fmla="*/ 33338 h 171450"/>
              <a:gd name="connsiteX38" fmla="*/ 157163 w 190500"/>
              <a:gd name="connsiteY38" fmla="*/ 9525 h 171450"/>
              <a:gd name="connsiteX39" fmla="*/ 33338 w 190500"/>
              <a:gd name="connsiteY39" fmla="*/ 9525 h 171450"/>
              <a:gd name="connsiteX40" fmla="*/ 57150 w 190500"/>
              <a:gd name="connsiteY40" fmla="*/ 33338 h 171450"/>
              <a:gd name="connsiteX41" fmla="*/ 33338 w 190500"/>
              <a:gd name="connsiteY41" fmla="*/ 57150 h 171450"/>
              <a:gd name="connsiteX42" fmla="*/ 9525 w 190500"/>
              <a:gd name="connsiteY42" fmla="*/ 33338 h 171450"/>
              <a:gd name="connsiteX43" fmla="*/ 33338 w 190500"/>
              <a:gd name="connsiteY43" fmla="*/ 95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0500" h="171450">
                <a:moveTo>
                  <a:pt x="121482" y="66675"/>
                </a:moveTo>
                <a:cubicBezTo>
                  <a:pt x="130683" y="66675"/>
                  <a:pt x="138151" y="74143"/>
                  <a:pt x="138151" y="83344"/>
                </a:cubicBezTo>
                <a:lnTo>
                  <a:pt x="138151" y="128578"/>
                </a:lnTo>
                <a:cubicBezTo>
                  <a:pt x="138151" y="152255"/>
                  <a:pt x="118956" y="171450"/>
                  <a:pt x="95279" y="171450"/>
                </a:cubicBezTo>
                <a:cubicBezTo>
                  <a:pt x="71601" y="171450"/>
                  <a:pt x="52407" y="152255"/>
                  <a:pt x="52407" y="128578"/>
                </a:cubicBezTo>
                <a:lnTo>
                  <a:pt x="52407" y="83344"/>
                </a:lnTo>
                <a:cubicBezTo>
                  <a:pt x="52407" y="74143"/>
                  <a:pt x="59865" y="66675"/>
                  <a:pt x="69075" y="66675"/>
                </a:cubicBezTo>
                <a:lnTo>
                  <a:pt x="121482" y="66675"/>
                </a:lnTo>
                <a:close/>
                <a:moveTo>
                  <a:pt x="48873" y="66675"/>
                </a:moveTo>
                <a:cubicBezTo>
                  <a:pt x="45539" y="70695"/>
                  <a:pt x="43396" y="75724"/>
                  <a:pt x="42967" y="81248"/>
                </a:cubicBezTo>
                <a:lnTo>
                  <a:pt x="42872" y="83344"/>
                </a:lnTo>
                <a:lnTo>
                  <a:pt x="42872" y="128578"/>
                </a:lnTo>
                <a:cubicBezTo>
                  <a:pt x="42872" y="136646"/>
                  <a:pt x="44701" y="144285"/>
                  <a:pt x="47958" y="151105"/>
                </a:cubicBezTo>
                <a:cubicBezTo>
                  <a:pt x="27626" y="156544"/>
                  <a:pt x="6734" y="144470"/>
                  <a:pt x="1295" y="124138"/>
                </a:cubicBezTo>
                <a:cubicBezTo>
                  <a:pt x="435" y="120927"/>
                  <a:pt x="0" y="117616"/>
                  <a:pt x="0" y="114290"/>
                </a:cubicBezTo>
                <a:lnTo>
                  <a:pt x="0" y="83344"/>
                </a:lnTo>
                <a:cubicBezTo>
                  <a:pt x="0" y="74670"/>
                  <a:pt x="6653" y="67446"/>
                  <a:pt x="15297" y="66732"/>
                </a:cubicBezTo>
                <a:lnTo>
                  <a:pt x="16669" y="66675"/>
                </a:lnTo>
                <a:lnTo>
                  <a:pt x="48873" y="66675"/>
                </a:lnTo>
                <a:close/>
                <a:moveTo>
                  <a:pt x="141684" y="66675"/>
                </a:moveTo>
                <a:lnTo>
                  <a:pt x="173831" y="66675"/>
                </a:lnTo>
                <a:cubicBezTo>
                  <a:pt x="183032" y="66675"/>
                  <a:pt x="190500" y="74143"/>
                  <a:pt x="190500" y="83344"/>
                </a:cubicBezTo>
                <a:lnTo>
                  <a:pt x="190500" y="114300"/>
                </a:lnTo>
                <a:cubicBezTo>
                  <a:pt x="190505" y="135342"/>
                  <a:pt x="173450" y="152404"/>
                  <a:pt x="152409" y="152409"/>
                </a:cubicBezTo>
                <a:cubicBezTo>
                  <a:pt x="149094" y="152410"/>
                  <a:pt x="145793" y="151977"/>
                  <a:pt x="142589" y="151124"/>
                </a:cubicBezTo>
                <a:cubicBezTo>
                  <a:pt x="145447" y="145142"/>
                  <a:pt x="147199" y="138551"/>
                  <a:pt x="147590" y="131578"/>
                </a:cubicBezTo>
                <a:lnTo>
                  <a:pt x="147676" y="128578"/>
                </a:lnTo>
                <a:lnTo>
                  <a:pt x="147676" y="83344"/>
                </a:lnTo>
                <a:cubicBezTo>
                  <a:pt x="147676" y="77010"/>
                  <a:pt x="145428" y="71199"/>
                  <a:pt x="141675" y="66675"/>
                </a:cubicBezTo>
                <a:close/>
                <a:moveTo>
                  <a:pt x="95250" y="0"/>
                </a:moveTo>
                <a:cubicBezTo>
                  <a:pt x="111032" y="0"/>
                  <a:pt x="123825" y="12794"/>
                  <a:pt x="123825" y="28575"/>
                </a:cubicBezTo>
                <a:cubicBezTo>
                  <a:pt x="123825" y="44356"/>
                  <a:pt x="111032" y="57150"/>
                  <a:pt x="95250" y="57150"/>
                </a:cubicBezTo>
                <a:cubicBezTo>
                  <a:pt x="79468" y="57150"/>
                  <a:pt x="66675" y="44356"/>
                  <a:pt x="66675" y="28575"/>
                </a:cubicBezTo>
                <a:cubicBezTo>
                  <a:pt x="66675" y="12794"/>
                  <a:pt x="79468" y="0"/>
                  <a:pt x="95250" y="0"/>
                </a:cubicBezTo>
                <a:close/>
                <a:moveTo>
                  <a:pt x="157163" y="9525"/>
                </a:moveTo>
                <a:cubicBezTo>
                  <a:pt x="170314" y="9525"/>
                  <a:pt x="180975" y="20186"/>
                  <a:pt x="180975" y="33338"/>
                </a:cubicBezTo>
                <a:cubicBezTo>
                  <a:pt x="180975" y="46489"/>
                  <a:pt x="170314" y="57150"/>
                  <a:pt x="157163" y="57150"/>
                </a:cubicBezTo>
                <a:cubicBezTo>
                  <a:pt x="144011" y="57150"/>
                  <a:pt x="133350" y="46489"/>
                  <a:pt x="133350" y="33338"/>
                </a:cubicBezTo>
                <a:cubicBezTo>
                  <a:pt x="133350" y="20186"/>
                  <a:pt x="144011" y="9525"/>
                  <a:pt x="157163" y="9525"/>
                </a:cubicBezTo>
                <a:close/>
                <a:moveTo>
                  <a:pt x="33338" y="9525"/>
                </a:moveTo>
                <a:cubicBezTo>
                  <a:pt x="46489" y="9525"/>
                  <a:pt x="57150" y="20186"/>
                  <a:pt x="57150" y="33338"/>
                </a:cubicBezTo>
                <a:cubicBezTo>
                  <a:pt x="57150" y="46489"/>
                  <a:pt x="46489" y="57150"/>
                  <a:pt x="33338" y="57150"/>
                </a:cubicBezTo>
                <a:cubicBezTo>
                  <a:pt x="20186" y="57150"/>
                  <a:pt x="9525" y="46489"/>
                  <a:pt x="9525" y="33338"/>
                </a:cubicBezTo>
                <a:cubicBezTo>
                  <a:pt x="9525" y="20186"/>
                  <a:pt x="20186" y="9525"/>
                  <a:pt x="33338" y="9525"/>
                </a:cubicBez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3" name="Graphic 38" descr="Icon of a bulleted clipboard">
            <a:extLst>
              <a:ext uri="{FF2B5EF4-FFF2-40B4-BE49-F238E27FC236}">
                <a16:creationId xmlns:a16="http://schemas.microsoft.com/office/drawing/2014/main" id="{6FF19FEE-6103-020D-46BE-04862D1F3636}"/>
              </a:ext>
            </a:extLst>
          </p:cNvPr>
          <p:cNvSpPr>
            <a:spLocks/>
          </p:cNvSpPr>
          <p:nvPr/>
        </p:nvSpPr>
        <p:spPr>
          <a:xfrm>
            <a:off x="8098161" y="2063895"/>
            <a:ext cx="176622" cy="235497"/>
          </a:xfrm>
          <a:custGeom>
            <a:avLst/>
            <a:gdLst>
              <a:gd name="connsiteX0" fmla="*/ 201463 w 783559"/>
              <a:gd name="connsiteY0" fmla="*/ 65297 h 1044745"/>
              <a:gd name="connsiteX1" fmla="*/ 97945 w 783559"/>
              <a:gd name="connsiteY1" fmla="*/ 65297 h 1044745"/>
              <a:gd name="connsiteX2" fmla="*/ 0 w 783559"/>
              <a:gd name="connsiteY2" fmla="*/ 163242 h 1044745"/>
              <a:gd name="connsiteX3" fmla="*/ 0 w 783559"/>
              <a:gd name="connsiteY3" fmla="*/ 946801 h 1044745"/>
              <a:gd name="connsiteX4" fmla="*/ 97945 w 783559"/>
              <a:gd name="connsiteY4" fmla="*/ 1044746 h 1044745"/>
              <a:gd name="connsiteX5" fmla="*/ 685614 w 783559"/>
              <a:gd name="connsiteY5" fmla="*/ 1044746 h 1044745"/>
              <a:gd name="connsiteX6" fmla="*/ 783559 w 783559"/>
              <a:gd name="connsiteY6" fmla="*/ 946801 h 1044745"/>
              <a:gd name="connsiteX7" fmla="*/ 783559 w 783559"/>
              <a:gd name="connsiteY7" fmla="*/ 163242 h 1044745"/>
              <a:gd name="connsiteX8" fmla="*/ 685614 w 783559"/>
              <a:gd name="connsiteY8" fmla="*/ 65297 h 1044745"/>
              <a:gd name="connsiteX9" fmla="*/ 582093 w 783559"/>
              <a:gd name="connsiteY9" fmla="*/ 65297 h 1044745"/>
              <a:gd name="connsiteX10" fmla="*/ 489725 w 783559"/>
              <a:gd name="connsiteY10" fmla="*/ 0 h 1044745"/>
              <a:gd name="connsiteX11" fmla="*/ 293835 w 783559"/>
              <a:gd name="connsiteY11" fmla="*/ 0 h 1044745"/>
              <a:gd name="connsiteX12" fmla="*/ 201463 w 783559"/>
              <a:gd name="connsiteY12" fmla="*/ 65297 h 1044745"/>
              <a:gd name="connsiteX13" fmla="*/ 293835 w 783559"/>
              <a:gd name="connsiteY13" fmla="*/ 65297 h 1044745"/>
              <a:gd name="connsiteX14" fmla="*/ 489725 w 783559"/>
              <a:gd name="connsiteY14" fmla="*/ 65297 h 1044745"/>
              <a:gd name="connsiteX15" fmla="*/ 522373 w 783559"/>
              <a:gd name="connsiteY15" fmla="*/ 97945 h 1044745"/>
              <a:gd name="connsiteX16" fmla="*/ 489725 w 783559"/>
              <a:gd name="connsiteY16" fmla="*/ 130593 h 1044745"/>
              <a:gd name="connsiteX17" fmla="*/ 293835 w 783559"/>
              <a:gd name="connsiteY17" fmla="*/ 130593 h 1044745"/>
              <a:gd name="connsiteX18" fmla="*/ 261186 w 783559"/>
              <a:gd name="connsiteY18" fmla="*/ 97945 h 1044745"/>
              <a:gd name="connsiteX19" fmla="*/ 293835 w 783559"/>
              <a:gd name="connsiteY19" fmla="*/ 65297 h 1044745"/>
              <a:gd name="connsiteX20" fmla="*/ 326483 w 783559"/>
              <a:gd name="connsiteY20" fmla="*/ 424428 h 1044745"/>
              <a:gd name="connsiteX21" fmla="*/ 359131 w 783559"/>
              <a:gd name="connsiteY21" fmla="*/ 391780 h 1044745"/>
              <a:gd name="connsiteX22" fmla="*/ 587669 w 783559"/>
              <a:gd name="connsiteY22" fmla="*/ 391780 h 1044745"/>
              <a:gd name="connsiteX23" fmla="*/ 620318 w 783559"/>
              <a:gd name="connsiteY23" fmla="*/ 424428 h 1044745"/>
              <a:gd name="connsiteX24" fmla="*/ 587669 w 783559"/>
              <a:gd name="connsiteY24" fmla="*/ 457076 h 1044745"/>
              <a:gd name="connsiteX25" fmla="*/ 359131 w 783559"/>
              <a:gd name="connsiteY25" fmla="*/ 457076 h 1044745"/>
              <a:gd name="connsiteX26" fmla="*/ 326483 w 783559"/>
              <a:gd name="connsiteY26" fmla="*/ 424428 h 1044745"/>
              <a:gd name="connsiteX27" fmla="*/ 326483 w 783559"/>
              <a:gd name="connsiteY27" fmla="*/ 620318 h 1044745"/>
              <a:gd name="connsiteX28" fmla="*/ 359131 w 783559"/>
              <a:gd name="connsiteY28" fmla="*/ 587669 h 1044745"/>
              <a:gd name="connsiteX29" fmla="*/ 587669 w 783559"/>
              <a:gd name="connsiteY29" fmla="*/ 587669 h 1044745"/>
              <a:gd name="connsiteX30" fmla="*/ 620318 w 783559"/>
              <a:gd name="connsiteY30" fmla="*/ 620318 h 1044745"/>
              <a:gd name="connsiteX31" fmla="*/ 587669 w 783559"/>
              <a:gd name="connsiteY31" fmla="*/ 652966 h 1044745"/>
              <a:gd name="connsiteX32" fmla="*/ 359131 w 783559"/>
              <a:gd name="connsiteY32" fmla="*/ 652966 h 1044745"/>
              <a:gd name="connsiteX33" fmla="*/ 326483 w 783559"/>
              <a:gd name="connsiteY33" fmla="*/ 620318 h 1044745"/>
              <a:gd name="connsiteX34" fmla="*/ 326483 w 783559"/>
              <a:gd name="connsiteY34" fmla="*/ 816208 h 1044745"/>
              <a:gd name="connsiteX35" fmla="*/ 359131 w 783559"/>
              <a:gd name="connsiteY35" fmla="*/ 783559 h 1044745"/>
              <a:gd name="connsiteX36" fmla="*/ 587669 w 783559"/>
              <a:gd name="connsiteY36" fmla="*/ 783559 h 1044745"/>
              <a:gd name="connsiteX37" fmla="*/ 620318 w 783559"/>
              <a:gd name="connsiteY37" fmla="*/ 816208 h 1044745"/>
              <a:gd name="connsiteX38" fmla="*/ 587669 w 783559"/>
              <a:gd name="connsiteY38" fmla="*/ 848856 h 1044745"/>
              <a:gd name="connsiteX39" fmla="*/ 359131 w 783559"/>
              <a:gd name="connsiteY39" fmla="*/ 848856 h 1044745"/>
              <a:gd name="connsiteX40" fmla="*/ 326483 w 783559"/>
              <a:gd name="connsiteY40" fmla="*/ 816208 h 1044745"/>
              <a:gd name="connsiteX41" fmla="*/ 261186 w 783559"/>
              <a:gd name="connsiteY41" fmla="*/ 424428 h 1044745"/>
              <a:gd name="connsiteX42" fmla="*/ 212214 w 783559"/>
              <a:gd name="connsiteY42" fmla="*/ 473400 h 1044745"/>
              <a:gd name="connsiteX43" fmla="*/ 163242 w 783559"/>
              <a:gd name="connsiteY43" fmla="*/ 424428 h 1044745"/>
              <a:gd name="connsiteX44" fmla="*/ 212214 w 783559"/>
              <a:gd name="connsiteY44" fmla="*/ 375455 h 1044745"/>
              <a:gd name="connsiteX45" fmla="*/ 261186 w 783559"/>
              <a:gd name="connsiteY45" fmla="*/ 424428 h 1044745"/>
              <a:gd name="connsiteX46" fmla="*/ 261186 w 783559"/>
              <a:gd name="connsiteY46" fmla="*/ 620318 h 1044745"/>
              <a:gd name="connsiteX47" fmla="*/ 212214 w 783559"/>
              <a:gd name="connsiteY47" fmla="*/ 669290 h 1044745"/>
              <a:gd name="connsiteX48" fmla="*/ 163242 w 783559"/>
              <a:gd name="connsiteY48" fmla="*/ 620318 h 1044745"/>
              <a:gd name="connsiteX49" fmla="*/ 212214 w 783559"/>
              <a:gd name="connsiteY49" fmla="*/ 571345 h 1044745"/>
              <a:gd name="connsiteX50" fmla="*/ 261186 w 783559"/>
              <a:gd name="connsiteY50" fmla="*/ 620318 h 1044745"/>
              <a:gd name="connsiteX51" fmla="*/ 212214 w 783559"/>
              <a:gd name="connsiteY51" fmla="*/ 865180 h 1044745"/>
              <a:gd name="connsiteX52" fmla="*/ 163242 w 783559"/>
              <a:gd name="connsiteY52" fmla="*/ 816208 h 1044745"/>
              <a:gd name="connsiteX53" fmla="*/ 212214 w 783559"/>
              <a:gd name="connsiteY53" fmla="*/ 767235 h 1044745"/>
              <a:gd name="connsiteX54" fmla="*/ 261186 w 783559"/>
              <a:gd name="connsiteY54" fmla="*/ 816208 h 1044745"/>
              <a:gd name="connsiteX55" fmla="*/ 212214 w 783559"/>
              <a:gd name="connsiteY55" fmla="*/ 865180 h 104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783559" h="1044745">
                <a:moveTo>
                  <a:pt x="201463" y="65297"/>
                </a:moveTo>
                <a:lnTo>
                  <a:pt x="97945" y="65297"/>
                </a:lnTo>
                <a:cubicBezTo>
                  <a:pt x="43851" y="65297"/>
                  <a:pt x="0" y="109148"/>
                  <a:pt x="0" y="163242"/>
                </a:cubicBezTo>
                <a:lnTo>
                  <a:pt x="0" y="946801"/>
                </a:lnTo>
                <a:cubicBezTo>
                  <a:pt x="0" y="1000892"/>
                  <a:pt x="43851" y="1044746"/>
                  <a:pt x="97945" y="1044746"/>
                </a:cubicBezTo>
                <a:lnTo>
                  <a:pt x="685614" y="1044746"/>
                </a:lnTo>
                <a:cubicBezTo>
                  <a:pt x="739706" y="1044746"/>
                  <a:pt x="783559" y="1000892"/>
                  <a:pt x="783559" y="946801"/>
                </a:cubicBezTo>
                <a:lnTo>
                  <a:pt x="783559" y="163242"/>
                </a:lnTo>
                <a:cubicBezTo>
                  <a:pt x="783559" y="109148"/>
                  <a:pt x="739706" y="65297"/>
                  <a:pt x="685614" y="65297"/>
                </a:cubicBezTo>
                <a:lnTo>
                  <a:pt x="582093" y="65297"/>
                </a:lnTo>
                <a:cubicBezTo>
                  <a:pt x="568649" y="27255"/>
                  <a:pt x="532370" y="0"/>
                  <a:pt x="489725" y="0"/>
                </a:cubicBezTo>
                <a:lnTo>
                  <a:pt x="293835" y="0"/>
                </a:lnTo>
                <a:cubicBezTo>
                  <a:pt x="251189" y="0"/>
                  <a:pt x="214909" y="27255"/>
                  <a:pt x="201463" y="65297"/>
                </a:cubicBezTo>
                <a:close/>
                <a:moveTo>
                  <a:pt x="293835" y="65297"/>
                </a:moveTo>
                <a:lnTo>
                  <a:pt x="489725" y="65297"/>
                </a:lnTo>
                <a:cubicBezTo>
                  <a:pt x="507753" y="65297"/>
                  <a:pt x="522373" y="79914"/>
                  <a:pt x="522373" y="97945"/>
                </a:cubicBezTo>
                <a:cubicBezTo>
                  <a:pt x="522373" y="115976"/>
                  <a:pt x="507753" y="130593"/>
                  <a:pt x="489725" y="130593"/>
                </a:cubicBezTo>
                <a:lnTo>
                  <a:pt x="293835" y="130593"/>
                </a:lnTo>
                <a:cubicBezTo>
                  <a:pt x="275804" y="130593"/>
                  <a:pt x="261186" y="115976"/>
                  <a:pt x="261186" y="97945"/>
                </a:cubicBezTo>
                <a:cubicBezTo>
                  <a:pt x="261186" y="79914"/>
                  <a:pt x="275804" y="65297"/>
                  <a:pt x="293835" y="65297"/>
                </a:cubicBezTo>
                <a:close/>
                <a:moveTo>
                  <a:pt x="326483" y="424428"/>
                </a:moveTo>
                <a:cubicBezTo>
                  <a:pt x="326483" y="406397"/>
                  <a:pt x="341100" y="391780"/>
                  <a:pt x="359131" y="391780"/>
                </a:cubicBezTo>
                <a:lnTo>
                  <a:pt x="587669" y="391780"/>
                </a:lnTo>
                <a:cubicBezTo>
                  <a:pt x="605698" y="391780"/>
                  <a:pt x="620318" y="406397"/>
                  <a:pt x="620318" y="424428"/>
                </a:cubicBezTo>
                <a:cubicBezTo>
                  <a:pt x="620318" y="442459"/>
                  <a:pt x="605698" y="457076"/>
                  <a:pt x="587669" y="457076"/>
                </a:cubicBezTo>
                <a:lnTo>
                  <a:pt x="359131" y="457076"/>
                </a:lnTo>
                <a:cubicBezTo>
                  <a:pt x="341100" y="457076"/>
                  <a:pt x="326483" y="442459"/>
                  <a:pt x="326483" y="424428"/>
                </a:cubicBezTo>
                <a:close/>
                <a:moveTo>
                  <a:pt x="326483" y="620318"/>
                </a:moveTo>
                <a:cubicBezTo>
                  <a:pt x="326483" y="602289"/>
                  <a:pt x="341100" y="587669"/>
                  <a:pt x="359131" y="587669"/>
                </a:cubicBezTo>
                <a:lnTo>
                  <a:pt x="587669" y="587669"/>
                </a:lnTo>
                <a:cubicBezTo>
                  <a:pt x="605698" y="587669"/>
                  <a:pt x="620318" y="602289"/>
                  <a:pt x="620318" y="620318"/>
                </a:cubicBezTo>
                <a:cubicBezTo>
                  <a:pt x="620318" y="638346"/>
                  <a:pt x="605698" y="652966"/>
                  <a:pt x="587669" y="652966"/>
                </a:cubicBezTo>
                <a:lnTo>
                  <a:pt x="359131" y="652966"/>
                </a:lnTo>
                <a:cubicBezTo>
                  <a:pt x="341100" y="652966"/>
                  <a:pt x="326483" y="638346"/>
                  <a:pt x="326483" y="620318"/>
                </a:cubicBezTo>
                <a:close/>
                <a:moveTo>
                  <a:pt x="326483" y="816208"/>
                </a:moveTo>
                <a:cubicBezTo>
                  <a:pt x="326483" y="798179"/>
                  <a:pt x="341100" y="783559"/>
                  <a:pt x="359131" y="783559"/>
                </a:cubicBezTo>
                <a:lnTo>
                  <a:pt x="587669" y="783559"/>
                </a:lnTo>
                <a:cubicBezTo>
                  <a:pt x="605698" y="783559"/>
                  <a:pt x="620318" y="798179"/>
                  <a:pt x="620318" y="816208"/>
                </a:cubicBezTo>
                <a:cubicBezTo>
                  <a:pt x="620318" y="834236"/>
                  <a:pt x="605698" y="848856"/>
                  <a:pt x="587669" y="848856"/>
                </a:cubicBezTo>
                <a:lnTo>
                  <a:pt x="359131" y="848856"/>
                </a:lnTo>
                <a:cubicBezTo>
                  <a:pt x="341100" y="848856"/>
                  <a:pt x="326483" y="834236"/>
                  <a:pt x="326483" y="816208"/>
                </a:cubicBezTo>
                <a:close/>
                <a:moveTo>
                  <a:pt x="261186" y="424428"/>
                </a:moveTo>
                <a:cubicBezTo>
                  <a:pt x="261186" y="451474"/>
                  <a:pt x="239260" y="473400"/>
                  <a:pt x="212214" y="473400"/>
                </a:cubicBezTo>
                <a:cubicBezTo>
                  <a:pt x="185167" y="473400"/>
                  <a:pt x="163242" y="451474"/>
                  <a:pt x="163242" y="424428"/>
                </a:cubicBezTo>
                <a:cubicBezTo>
                  <a:pt x="163242" y="397381"/>
                  <a:pt x="185167" y="375455"/>
                  <a:pt x="212214" y="375455"/>
                </a:cubicBezTo>
                <a:cubicBezTo>
                  <a:pt x="239260" y="375455"/>
                  <a:pt x="261186" y="397381"/>
                  <a:pt x="261186" y="424428"/>
                </a:cubicBezTo>
                <a:close/>
                <a:moveTo>
                  <a:pt x="261186" y="620318"/>
                </a:moveTo>
                <a:cubicBezTo>
                  <a:pt x="261186" y="647364"/>
                  <a:pt x="239260" y="669290"/>
                  <a:pt x="212214" y="669290"/>
                </a:cubicBezTo>
                <a:cubicBezTo>
                  <a:pt x="185167" y="669290"/>
                  <a:pt x="163242" y="647364"/>
                  <a:pt x="163242" y="620318"/>
                </a:cubicBezTo>
                <a:cubicBezTo>
                  <a:pt x="163242" y="593272"/>
                  <a:pt x="185167" y="571345"/>
                  <a:pt x="212214" y="571345"/>
                </a:cubicBezTo>
                <a:cubicBezTo>
                  <a:pt x="239260" y="571345"/>
                  <a:pt x="261186" y="593272"/>
                  <a:pt x="261186" y="620318"/>
                </a:cubicBezTo>
                <a:close/>
                <a:moveTo>
                  <a:pt x="212214" y="865180"/>
                </a:moveTo>
                <a:cubicBezTo>
                  <a:pt x="185167" y="865180"/>
                  <a:pt x="163242" y="843253"/>
                  <a:pt x="163242" y="816208"/>
                </a:cubicBezTo>
                <a:cubicBezTo>
                  <a:pt x="163242" y="789162"/>
                  <a:pt x="185167" y="767235"/>
                  <a:pt x="212214" y="767235"/>
                </a:cubicBezTo>
                <a:cubicBezTo>
                  <a:pt x="239260" y="767235"/>
                  <a:pt x="261186" y="789162"/>
                  <a:pt x="261186" y="816208"/>
                </a:cubicBezTo>
                <a:cubicBezTo>
                  <a:pt x="261186" y="843253"/>
                  <a:pt x="239260" y="865180"/>
                  <a:pt x="212214" y="865180"/>
                </a:cubicBez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4" name="Graphic 264" descr="Icon of a hand offering a money">
            <a:extLst>
              <a:ext uri="{FF2B5EF4-FFF2-40B4-BE49-F238E27FC236}">
                <a16:creationId xmlns:a16="http://schemas.microsoft.com/office/drawing/2014/main" id="{33A04CEF-2BC0-97F6-ECCF-FD66A4EB1299}"/>
              </a:ext>
            </a:extLst>
          </p:cNvPr>
          <p:cNvSpPr>
            <a:spLocks/>
          </p:cNvSpPr>
          <p:nvPr/>
        </p:nvSpPr>
        <p:spPr>
          <a:xfrm>
            <a:off x="9454154" y="2070683"/>
            <a:ext cx="188637" cy="221919"/>
          </a:xfrm>
          <a:custGeom>
            <a:avLst/>
            <a:gdLst>
              <a:gd name="connsiteX0" fmla="*/ 218070 w 1647686"/>
              <a:gd name="connsiteY0" fmla="*/ 0 h 1938399"/>
              <a:gd name="connsiteX1" fmla="*/ 0 w 1647686"/>
              <a:gd name="connsiteY1" fmla="*/ 218070 h 1938399"/>
              <a:gd name="connsiteX2" fmla="*/ 0 w 1647686"/>
              <a:gd name="connsiteY2" fmla="*/ 1720329 h 1938399"/>
              <a:gd name="connsiteX3" fmla="*/ 218070 w 1647686"/>
              <a:gd name="connsiteY3" fmla="*/ 1938399 h 1938399"/>
              <a:gd name="connsiteX4" fmla="*/ 945017 w 1647686"/>
              <a:gd name="connsiteY4" fmla="*/ 1938399 h 1938399"/>
              <a:gd name="connsiteX5" fmla="*/ 1163077 w 1647686"/>
              <a:gd name="connsiteY5" fmla="*/ 1722384 h 1938399"/>
              <a:gd name="connsiteX6" fmla="*/ 1163106 w 1647686"/>
              <a:gd name="connsiteY6" fmla="*/ 1720339 h 1938399"/>
              <a:gd name="connsiteX7" fmla="*/ 1163106 w 1647686"/>
              <a:gd name="connsiteY7" fmla="*/ 1574959 h 1938399"/>
              <a:gd name="connsiteX8" fmla="*/ 1090416 w 1647686"/>
              <a:gd name="connsiteY8" fmla="*/ 1502269 h 1938399"/>
              <a:gd name="connsiteX9" fmla="*/ 999612 w 1647686"/>
              <a:gd name="connsiteY9" fmla="*/ 1475054 h 1938399"/>
              <a:gd name="connsiteX10" fmla="*/ 950086 w 1647686"/>
              <a:gd name="connsiteY10" fmla="*/ 1398565 h 1938399"/>
              <a:gd name="connsiteX11" fmla="*/ 920807 w 1647686"/>
              <a:gd name="connsiteY11" fmla="*/ 1138810 h 1938399"/>
              <a:gd name="connsiteX12" fmla="*/ 901248 w 1647686"/>
              <a:gd name="connsiteY12" fmla="*/ 1089225 h 1938399"/>
              <a:gd name="connsiteX13" fmla="*/ 885314 w 1647686"/>
              <a:gd name="connsiteY13" fmla="*/ 1072071 h 1938399"/>
              <a:gd name="connsiteX14" fmla="*/ 868790 w 1647686"/>
              <a:gd name="connsiteY14" fmla="*/ 1055236 h 1938399"/>
              <a:gd name="connsiteX15" fmla="*/ 754133 w 1647686"/>
              <a:gd name="connsiteY15" fmla="*/ 942033 h 1938399"/>
              <a:gd name="connsiteX16" fmla="*/ 675308 w 1647686"/>
              <a:gd name="connsiteY16" fmla="*/ 828898 h 1938399"/>
              <a:gd name="connsiteX17" fmla="*/ 673806 w 1647686"/>
              <a:gd name="connsiteY17" fmla="*/ 797351 h 1938399"/>
              <a:gd name="connsiteX18" fmla="*/ 693636 w 1647686"/>
              <a:gd name="connsiteY18" fmla="*/ 766080 h 1938399"/>
              <a:gd name="connsiteX19" fmla="*/ 724825 w 1647686"/>
              <a:gd name="connsiteY19" fmla="*/ 746287 h 1938399"/>
              <a:gd name="connsiteX20" fmla="*/ 756256 w 1647686"/>
              <a:gd name="connsiteY20" fmla="*/ 747825 h 1938399"/>
              <a:gd name="connsiteX21" fmla="*/ 869381 w 1647686"/>
              <a:gd name="connsiteY21" fmla="*/ 826776 h 1938399"/>
              <a:gd name="connsiteX22" fmla="*/ 1015895 w 1647686"/>
              <a:gd name="connsiteY22" fmla="*/ 972282 h 1938399"/>
              <a:gd name="connsiteX23" fmla="*/ 1182655 w 1647686"/>
              <a:gd name="connsiteY23" fmla="*/ 1139963 h 1938399"/>
              <a:gd name="connsiteX24" fmla="*/ 1285390 w 1647686"/>
              <a:gd name="connsiteY24" fmla="*/ 1143500 h 1938399"/>
              <a:gd name="connsiteX25" fmla="*/ 1288938 w 1647686"/>
              <a:gd name="connsiteY25" fmla="*/ 1040765 h 1938399"/>
              <a:gd name="connsiteX26" fmla="*/ 1163058 w 1647686"/>
              <a:gd name="connsiteY26" fmla="*/ 913374 h 1938399"/>
              <a:gd name="connsiteX27" fmla="*/ 1163058 w 1647686"/>
              <a:gd name="connsiteY27" fmla="*/ 587365 h 1938399"/>
              <a:gd name="connsiteX28" fmla="*/ 1438437 w 1647686"/>
              <a:gd name="connsiteY28" fmla="*/ 862752 h 1938399"/>
              <a:gd name="connsiteX29" fmla="*/ 1502307 w 1647686"/>
              <a:gd name="connsiteY29" fmla="*/ 1016942 h 1938399"/>
              <a:gd name="connsiteX30" fmla="*/ 1502307 w 1647686"/>
              <a:gd name="connsiteY30" fmla="*/ 1865709 h 1938399"/>
              <a:gd name="connsiteX31" fmla="*/ 1574997 w 1647686"/>
              <a:gd name="connsiteY31" fmla="*/ 1938399 h 1938399"/>
              <a:gd name="connsiteX32" fmla="*/ 1647687 w 1647686"/>
              <a:gd name="connsiteY32" fmla="*/ 1865709 h 1938399"/>
              <a:gd name="connsiteX33" fmla="*/ 1647687 w 1647686"/>
              <a:gd name="connsiteY33" fmla="*/ 1016942 h 1938399"/>
              <a:gd name="connsiteX34" fmla="*/ 1541240 w 1647686"/>
              <a:gd name="connsiteY34" fmla="*/ 759948 h 1938399"/>
              <a:gd name="connsiteX35" fmla="*/ 1163048 w 1647686"/>
              <a:gd name="connsiteY35" fmla="*/ 381762 h 1938399"/>
              <a:gd name="connsiteX36" fmla="*/ 1163048 w 1647686"/>
              <a:gd name="connsiteY36" fmla="*/ 218064 h 1938399"/>
              <a:gd name="connsiteX37" fmla="*/ 944978 w 1647686"/>
              <a:gd name="connsiteY37" fmla="*/ 0 h 1938399"/>
              <a:gd name="connsiteX38" fmla="*/ 218070 w 1647686"/>
              <a:gd name="connsiteY38" fmla="*/ 0 h 1938399"/>
              <a:gd name="connsiteX39" fmla="*/ 908517 w 1647686"/>
              <a:gd name="connsiteY39" fmla="*/ 1588344 h 1938399"/>
              <a:gd name="connsiteX40" fmla="*/ 1017697 w 1647686"/>
              <a:gd name="connsiteY40" fmla="*/ 1640041 h 1938399"/>
              <a:gd name="connsiteX41" fmla="*/ 1017697 w 1647686"/>
              <a:gd name="connsiteY41" fmla="*/ 1647639 h 1938399"/>
              <a:gd name="connsiteX42" fmla="*/ 945017 w 1647686"/>
              <a:gd name="connsiteY42" fmla="*/ 1647639 h 1938399"/>
              <a:gd name="connsiteX43" fmla="*/ 872327 w 1647686"/>
              <a:gd name="connsiteY43" fmla="*/ 1720329 h 1938399"/>
              <a:gd name="connsiteX44" fmla="*/ 872327 w 1647686"/>
              <a:gd name="connsiteY44" fmla="*/ 1793019 h 1938399"/>
              <a:gd name="connsiteX45" fmla="*/ 726947 w 1647686"/>
              <a:gd name="connsiteY45" fmla="*/ 1793019 h 1938399"/>
              <a:gd name="connsiteX46" fmla="*/ 726947 w 1647686"/>
              <a:gd name="connsiteY46" fmla="*/ 1720329 h 1938399"/>
              <a:gd name="connsiteX47" fmla="*/ 850530 w 1647686"/>
              <a:gd name="connsiteY47" fmla="*/ 1523737 h 1938399"/>
              <a:gd name="connsiteX48" fmla="*/ 908517 w 1647686"/>
              <a:gd name="connsiteY48" fmla="*/ 1588344 h 1938399"/>
              <a:gd name="connsiteX49" fmla="*/ 775514 w 1647686"/>
              <a:gd name="connsiteY49" fmla="*/ 1167488 h 1938399"/>
              <a:gd name="connsiteX50" fmla="*/ 777714 w 1647686"/>
              <a:gd name="connsiteY50" fmla="*/ 1245984 h 1938399"/>
              <a:gd name="connsiteX51" fmla="*/ 581563 w 1647686"/>
              <a:gd name="connsiteY51" fmla="*/ 1308410 h 1938399"/>
              <a:gd name="connsiteX52" fmla="*/ 242344 w 1647686"/>
              <a:gd name="connsiteY52" fmla="*/ 969190 h 1938399"/>
              <a:gd name="connsiteX53" fmla="*/ 581563 w 1647686"/>
              <a:gd name="connsiteY53" fmla="*/ 629971 h 1938399"/>
              <a:gd name="connsiteX54" fmla="*/ 627459 w 1647686"/>
              <a:gd name="connsiteY54" fmla="*/ 633049 h 1938399"/>
              <a:gd name="connsiteX55" fmla="*/ 590823 w 1647686"/>
              <a:gd name="connsiteY55" fmla="*/ 663296 h 1938399"/>
              <a:gd name="connsiteX56" fmla="*/ 532983 w 1647686"/>
              <a:gd name="connsiteY56" fmla="*/ 761220 h 1938399"/>
              <a:gd name="connsiteX57" fmla="*/ 535341 w 1647686"/>
              <a:gd name="connsiteY57" fmla="*/ 868190 h 1938399"/>
              <a:gd name="connsiteX58" fmla="*/ 651359 w 1647686"/>
              <a:gd name="connsiteY58" fmla="*/ 1044855 h 1938399"/>
              <a:gd name="connsiteX59" fmla="*/ 769185 w 1647686"/>
              <a:gd name="connsiteY59" fmla="*/ 1161130 h 1938399"/>
              <a:gd name="connsiteX60" fmla="*/ 770474 w 1647686"/>
              <a:gd name="connsiteY60" fmla="*/ 1162332 h 1938399"/>
              <a:gd name="connsiteX61" fmla="*/ 771240 w 1647686"/>
              <a:gd name="connsiteY61" fmla="*/ 1163010 h 1938399"/>
              <a:gd name="connsiteX62" fmla="*/ 771618 w 1647686"/>
              <a:gd name="connsiteY62" fmla="*/ 1163350 h 1938399"/>
              <a:gd name="connsiteX63" fmla="*/ 775126 w 1647686"/>
              <a:gd name="connsiteY63" fmla="*/ 1167071 h 1938399"/>
              <a:gd name="connsiteX64" fmla="*/ 775514 w 1647686"/>
              <a:gd name="connsiteY64" fmla="*/ 1167488 h 1938399"/>
              <a:gd name="connsiteX65" fmla="*/ 290807 w 1647686"/>
              <a:gd name="connsiteY65" fmla="*/ 145380 h 1938399"/>
              <a:gd name="connsiteX66" fmla="*/ 436187 w 1647686"/>
              <a:gd name="connsiteY66" fmla="*/ 145380 h 1938399"/>
              <a:gd name="connsiteX67" fmla="*/ 436187 w 1647686"/>
              <a:gd name="connsiteY67" fmla="*/ 218022 h 1938399"/>
              <a:gd name="connsiteX68" fmla="*/ 218117 w 1647686"/>
              <a:gd name="connsiteY68" fmla="*/ 436092 h 1938399"/>
              <a:gd name="connsiteX69" fmla="*/ 145380 w 1647686"/>
              <a:gd name="connsiteY69" fmla="*/ 436092 h 1938399"/>
              <a:gd name="connsiteX70" fmla="*/ 145380 w 1647686"/>
              <a:gd name="connsiteY70" fmla="*/ 290712 h 1938399"/>
              <a:gd name="connsiteX71" fmla="*/ 218117 w 1647686"/>
              <a:gd name="connsiteY71" fmla="*/ 290712 h 1938399"/>
              <a:gd name="connsiteX72" fmla="*/ 290807 w 1647686"/>
              <a:gd name="connsiteY72" fmla="*/ 218022 h 1938399"/>
              <a:gd name="connsiteX73" fmla="*/ 290807 w 1647686"/>
              <a:gd name="connsiteY73" fmla="*/ 145380 h 1938399"/>
              <a:gd name="connsiteX74" fmla="*/ 726947 w 1647686"/>
              <a:gd name="connsiteY74" fmla="*/ 145380 h 1938399"/>
              <a:gd name="connsiteX75" fmla="*/ 872327 w 1647686"/>
              <a:gd name="connsiteY75" fmla="*/ 145380 h 1938399"/>
              <a:gd name="connsiteX76" fmla="*/ 872327 w 1647686"/>
              <a:gd name="connsiteY76" fmla="*/ 218022 h 1938399"/>
              <a:gd name="connsiteX77" fmla="*/ 945017 w 1647686"/>
              <a:gd name="connsiteY77" fmla="*/ 290712 h 1938399"/>
              <a:gd name="connsiteX78" fmla="*/ 1017668 w 1647686"/>
              <a:gd name="connsiteY78" fmla="*/ 290712 h 1938399"/>
              <a:gd name="connsiteX79" fmla="*/ 1017668 w 1647686"/>
              <a:gd name="connsiteY79" fmla="*/ 436092 h 1938399"/>
              <a:gd name="connsiteX80" fmla="*/ 945017 w 1647686"/>
              <a:gd name="connsiteY80" fmla="*/ 436092 h 1938399"/>
              <a:gd name="connsiteX81" fmla="*/ 726947 w 1647686"/>
              <a:gd name="connsiteY81" fmla="*/ 218022 h 1938399"/>
              <a:gd name="connsiteX82" fmla="*/ 726947 w 1647686"/>
              <a:gd name="connsiteY82" fmla="*/ 145380 h 1938399"/>
              <a:gd name="connsiteX83" fmla="*/ 436187 w 1647686"/>
              <a:gd name="connsiteY83" fmla="*/ 1793019 h 1938399"/>
              <a:gd name="connsiteX84" fmla="*/ 290807 w 1647686"/>
              <a:gd name="connsiteY84" fmla="*/ 1793019 h 1938399"/>
              <a:gd name="connsiteX85" fmla="*/ 290807 w 1647686"/>
              <a:gd name="connsiteY85" fmla="*/ 1720329 h 1938399"/>
              <a:gd name="connsiteX86" fmla="*/ 218117 w 1647686"/>
              <a:gd name="connsiteY86" fmla="*/ 1647639 h 1938399"/>
              <a:gd name="connsiteX87" fmla="*/ 145380 w 1647686"/>
              <a:gd name="connsiteY87" fmla="*/ 1647639 h 1938399"/>
              <a:gd name="connsiteX88" fmla="*/ 145380 w 1647686"/>
              <a:gd name="connsiteY88" fmla="*/ 1502259 h 1938399"/>
              <a:gd name="connsiteX89" fmla="*/ 218117 w 1647686"/>
              <a:gd name="connsiteY89" fmla="*/ 1502259 h 1938399"/>
              <a:gd name="connsiteX90" fmla="*/ 436187 w 1647686"/>
              <a:gd name="connsiteY90" fmla="*/ 1720329 h 1938399"/>
              <a:gd name="connsiteX91" fmla="*/ 436187 w 1647686"/>
              <a:gd name="connsiteY91" fmla="*/ 1793019 h 193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47686" h="1938399">
                <a:moveTo>
                  <a:pt x="218070" y="0"/>
                </a:moveTo>
                <a:cubicBezTo>
                  <a:pt x="97633" y="0"/>
                  <a:pt x="0" y="97633"/>
                  <a:pt x="0" y="218070"/>
                </a:cubicBezTo>
                <a:lnTo>
                  <a:pt x="0" y="1720329"/>
                </a:lnTo>
                <a:cubicBezTo>
                  <a:pt x="0" y="1840762"/>
                  <a:pt x="97633" y="1938399"/>
                  <a:pt x="218070" y="1938399"/>
                </a:cubicBezTo>
                <a:lnTo>
                  <a:pt x="945017" y="1938399"/>
                </a:lnTo>
                <a:cubicBezTo>
                  <a:pt x="1064762" y="1938399"/>
                  <a:pt x="1161972" y="1841877"/>
                  <a:pt x="1163077" y="1722384"/>
                </a:cubicBezTo>
                <a:lnTo>
                  <a:pt x="1163106" y="1720339"/>
                </a:lnTo>
                <a:lnTo>
                  <a:pt x="1163106" y="1574959"/>
                </a:lnTo>
                <a:cubicBezTo>
                  <a:pt x="1163106" y="1534815"/>
                  <a:pt x="1130561" y="1502269"/>
                  <a:pt x="1090416" y="1502269"/>
                </a:cubicBezTo>
                <a:cubicBezTo>
                  <a:pt x="1046424" y="1502269"/>
                  <a:pt x="1018754" y="1490435"/>
                  <a:pt x="999612" y="1475054"/>
                </a:cubicBezTo>
                <a:cubicBezTo>
                  <a:pt x="979453" y="1458839"/>
                  <a:pt x="962831" y="1433834"/>
                  <a:pt x="950086" y="1398565"/>
                </a:cubicBezTo>
                <a:cubicBezTo>
                  <a:pt x="923666" y="1325390"/>
                  <a:pt x="920807" y="1228906"/>
                  <a:pt x="920807" y="1138810"/>
                </a:cubicBezTo>
                <a:cubicBezTo>
                  <a:pt x="920797" y="1120404"/>
                  <a:pt x="913809" y="1102678"/>
                  <a:pt x="901248" y="1089225"/>
                </a:cubicBezTo>
                <a:cubicBezTo>
                  <a:pt x="893863" y="1081297"/>
                  <a:pt x="888891" y="1075928"/>
                  <a:pt x="885314" y="1072071"/>
                </a:cubicBezTo>
                <a:cubicBezTo>
                  <a:pt x="876553" y="1062601"/>
                  <a:pt x="876146" y="1062156"/>
                  <a:pt x="868790" y="1055236"/>
                </a:cubicBezTo>
                <a:cubicBezTo>
                  <a:pt x="861627" y="1048500"/>
                  <a:pt x="839752" y="1027613"/>
                  <a:pt x="754133" y="942033"/>
                </a:cubicBezTo>
                <a:cubicBezTo>
                  <a:pt x="708726" y="896645"/>
                  <a:pt x="683546" y="858236"/>
                  <a:pt x="675308" y="828898"/>
                </a:cubicBezTo>
                <a:cubicBezTo>
                  <a:pt x="671538" y="815455"/>
                  <a:pt x="671732" y="805424"/>
                  <a:pt x="673806" y="797351"/>
                </a:cubicBezTo>
                <a:cubicBezTo>
                  <a:pt x="675861" y="789345"/>
                  <a:pt x="680891" y="778829"/>
                  <a:pt x="693636" y="766080"/>
                </a:cubicBezTo>
                <a:cubicBezTo>
                  <a:pt x="706371" y="753337"/>
                  <a:pt x="716868" y="748324"/>
                  <a:pt x="724825" y="746287"/>
                </a:cubicBezTo>
                <a:cubicBezTo>
                  <a:pt x="732850" y="744232"/>
                  <a:pt x="742842" y="744041"/>
                  <a:pt x="756256" y="747825"/>
                </a:cubicBezTo>
                <a:cubicBezTo>
                  <a:pt x="785574" y="756095"/>
                  <a:pt x="823954" y="781320"/>
                  <a:pt x="869381" y="826776"/>
                </a:cubicBezTo>
                <a:cubicBezTo>
                  <a:pt x="921679" y="879103"/>
                  <a:pt x="971379" y="928251"/>
                  <a:pt x="1015895" y="972282"/>
                </a:cubicBezTo>
                <a:cubicBezTo>
                  <a:pt x="1089505" y="1045069"/>
                  <a:pt x="1149024" y="1103928"/>
                  <a:pt x="1182655" y="1139963"/>
                </a:cubicBezTo>
                <a:cubicBezTo>
                  <a:pt x="1210045" y="1169310"/>
                  <a:pt x="1256043" y="1170890"/>
                  <a:pt x="1285390" y="1143500"/>
                </a:cubicBezTo>
                <a:cubicBezTo>
                  <a:pt x="1314738" y="1116111"/>
                  <a:pt x="1316327" y="1070113"/>
                  <a:pt x="1288938" y="1040765"/>
                </a:cubicBezTo>
                <a:cubicBezTo>
                  <a:pt x="1261364" y="1011214"/>
                  <a:pt x="1217033" y="966864"/>
                  <a:pt x="1163058" y="913374"/>
                </a:cubicBezTo>
                <a:lnTo>
                  <a:pt x="1163058" y="587365"/>
                </a:lnTo>
                <a:lnTo>
                  <a:pt x="1438437" y="862752"/>
                </a:lnTo>
                <a:cubicBezTo>
                  <a:pt x="1479327" y="903643"/>
                  <a:pt x="1502307" y="959110"/>
                  <a:pt x="1502307" y="1016942"/>
                </a:cubicBezTo>
                <a:lnTo>
                  <a:pt x="1502307" y="1865709"/>
                </a:lnTo>
                <a:cubicBezTo>
                  <a:pt x="1502307" y="1905853"/>
                  <a:pt x="1534853" y="1938399"/>
                  <a:pt x="1574997" y="1938399"/>
                </a:cubicBezTo>
                <a:cubicBezTo>
                  <a:pt x="1615141" y="1938399"/>
                  <a:pt x="1647687" y="1905853"/>
                  <a:pt x="1647687" y="1865709"/>
                </a:cubicBezTo>
                <a:lnTo>
                  <a:pt x="1647687" y="1016942"/>
                </a:lnTo>
                <a:cubicBezTo>
                  <a:pt x="1647687" y="920556"/>
                  <a:pt x="1609394" y="828113"/>
                  <a:pt x="1541240" y="759948"/>
                </a:cubicBezTo>
                <a:lnTo>
                  <a:pt x="1163048" y="381762"/>
                </a:lnTo>
                <a:lnTo>
                  <a:pt x="1163048" y="218064"/>
                </a:lnTo>
                <a:cubicBezTo>
                  <a:pt x="1163039" y="97629"/>
                  <a:pt x="1065411" y="0"/>
                  <a:pt x="944978" y="0"/>
                </a:cubicBezTo>
                <a:lnTo>
                  <a:pt x="218070" y="0"/>
                </a:lnTo>
                <a:close/>
                <a:moveTo>
                  <a:pt x="908517" y="1588344"/>
                </a:moveTo>
                <a:cubicBezTo>
                  <a:pt x="939657" y="1613388"/>
                  <a:pt x="976148" y="1630833"/>
                  <a:pt x="1017697" y="1640041"/>
                </a:cubicBezTo>
                <a:lnTo>
                  <a:pt x="1017697" y="1647639"/>
                </a:lnTo>
                <a:lnTo>
                  <a:pt x="945017" y="1647639"/>
                </a:lnTo>
                <a:cubicBezTo>
                  <a:pt x="904873" y="1647639"/>
                  <a:pt x="872327" y="1680185"/>
                  <a:pt x="872327" y="1720329"/>
                </a:cubicBezTo>
                <a:lnTo>
                  <a:pt x="872327" y="1793019"/>
                </a:lnTo>
                <a:lnTo>
                  <a:pt x="726947" y="1793019"/>
                </a:lnTo>
                <a:lnTo>
                  <a:pt x="726947" y="1720329"/>
                </a:lnTo>
                <a:cubicBezTo>
                  <a:pt x="726947" y="1633741"/>
                  <a:pt x="777413" y="1558938"/>
                  <a:pt x="850530" y="1523737"/>
                </a:cubicBezTo>
                <a:cubicBezTo>
                  <a:pt x="866047" y="1547473"/>
                  <a:pt x="885082" y="1569512"/>
                  <a:pt x="908517" y="1588344"/>
                </a:cubicBezTo>
                <a:close/>
                <a:moveTo>
                  <a:pt x="775514" y="1167488"/>
                </a:moveTo>
                <a:cubicBezTo>
                  <a:pt x="775698" y="1192009"/>
                  <a:pt x="776241" y="1218507"/>
                  <a:pt x="777714" y="1245984"/>
                </a:cubicBezTo>
                <a:cubicBezTo>
                  <a:pt x="722334" y="1285294"/>
                  <a:pt x="654655" y="1308410"/>
                  <a:pt x="581563" y="1308410"/>
                </a:cubicBezTo>
                <a:cubicBezTo>
                  <a:pt x="394218" y="1308410"/>
                  <a:pt x="242344" y="1156536"/>
                  <a:pt x="242344" y="969190"/>
                </a:cubicBezTo>
                <a:cubicBezTo>
                  <a:pt x="242344" y="781844"/>
                  <a:pt x="394218" y="629971"/>
                  <a:pt x="581563" y="629971"/>
                </a:cubicBezTo>
                <a:cubicBezTo>
                  <a:pt x="597133" y="629971"/>
                  <a:pt x="612446" y="631020"/>
                  <a:pt x="627459" y="633049"/>
                </a:cubicBezTo>
                <a:cubicBezTo>
                  <a:pt x="614539" y="641664"/>
                  <a:pt x="602318" y="651799"/>
                  <a:pt x="590823" y="663296"/>
                </a:cubicBezTo>
                <a:cubicBezTo>
                  <a:pt x="562486" y="691639"/>
                  <a:pt x="542431" y="724397"/>
                  <a:pt x="532983" y="761220"/>
                </a:cubicBezTo>
                <a:cubicBezTo>
                  <a:pt x="523552" y="797981"/>
                  <a:pt x="525832" y="834326"/>
                  <a:pt x="535341" y="868190"/>
                </a:cubicBezTo>
                <a:cubicBezTo>
                  <a:pt x="553664" y="933456"/>
                  <a:pt x="599817" y="993342"/>
                  <a:pt x="651359" y="1044855"/>
                </a:cubicBezTo>
                <a:cubicBezTo>
                  <a:pt x="736959" y="1130407"/>
                  <a:pt x="760230" y="1152718"/>
                  <a:pt x="769185" y="1161130"/>
                </a:cubicBezTo>
                <a:cubicBezTo>
                  <a:pt x="769737" y="1161654"/>
                  <a:pt x="770154" y="1162041"/>
                  <a:pt x="770474" y="1162332"/>
                </a:cubicBezTo>
                <a:cubicBezTo>
                  <a:pt x="770813" y="1162642"/>
                  <a:pt x="771046" y="1162846"/>
                  <a:pt x="771240" y="1163010"/>
                </a:cubicBezTo>
                <a:lnTo>
                  <a:pt x="771618" y="1163350"/>
                </a:lnTo>
                <a:cubicBezTo>
                  <a:pt x="772122" y="1163815"/>
                  <a:pt x="772587" y="1164319"/>
                  <a:pt x="775126" y="1167071"/>
                </a:cubicBezTo>
                <a:lnTo>
                  <a:pt x="775514" y="1167488"/>
                </a:lnTo>
                <a:close/>
                <a:moveTo>
                  <a:pt x="290807" y="145380"/>
                </a:moveTo>
                <a:lnTo>
                  <a:pt x="436187" y="145380"/>
                </a:lnTo>
                <a:lnTo>
                  <a:pt x="436187" y="218022"/>
                </a:lnTo>
                <a:cubicBezTo>
                  <a:pt x="436187" y="338459"/>
                  <a:pt x="338554" y="436092"/>
                  <a:pt x="218117" y="436092"/>
                </a:cubicBezTo>
                <a:lnTo>
                  <a:pt x="145380" y="436092"/>
                </a:lnTo>
                <a:lnTo>
                  <a:pt x="145380" y="290712"/>
                </a:lnTo>
                <a:lnTo>
                  <a:pt x="218117" y="290712"/>
                </a:lnTo>
                <a:cubicBezTo>
                  <a:pt x="258263" y="290712"/>
                  <a:pt x="290807" y="258169"/>
                  <a:pt x="290807" y="218022"/>
                </a:cubicBezTo>
                <a:lnTo>
                  <a:pt x="290807" y="145380"/>
                </a:lnTo>
                <a:close/>
                <a:moveTo>
                  <a:pt x="726947" y="145380"/>
                </a:moveTo>
                <a:lnTo>
                  <a:pt x="872327" y="145380"/>
                </a:lnTo>
                <a:lnTo>
                  <a:pt x="872327" y="218022"/>
                </a:lnTo>
                <a:cubicBezTo>
                  <a:pt x="872327" y="258169"/>
                  <a:pt x="904873" y="290712"/>
                  <a:pt x="945017" y="290712"/>
                </a:cubicBezTo>
                <a:lnTo>
                  <a:pt x="1017668" y="290712"/>
                </a:lnTo>
                <a:lnTo>
                  <a:pt x="1017668" y="436092"/>
                </a:lnTo>
                <a:lnTo>
                  <a:pt x="945017" y="436092"/>
                </a:lnTo>
                <a:cubicBezTo>
                  <a:pt x="824584" y="436092"/>
                  <a:pt x="726947" y="338459"/>
                  <a:pt x="726947" y="218022"/>
                </a:cubicBezTo>
                <a:lnTo>
                  <a:pt x="726947" y="145380"/>
                </a:lnTo>
                <a:close/>
                <a:moveTo>
                  <a:pt x="436187" y="1793019"/>
                </a:moveTo>
                <a:lnTo>
                  <a:pt x="290807" y="1793019"/>
                </a:lnTo>
                <a:lnTo>
                  <a:pt x="290807" y="1720329"/>
                </a:lnTo>
                <a:cubicBezTo>
                  <a:pt x="290807" y="1680185"/>
                  <a:pt x="258263" y="1647639"/>
                  <a:pt x="218117" y="1647639"/>
                </a:cubicBezTo>
                <a:lnTo>
                  <a:pt x="145380" y="1647639"/>
                </a:lnTo>
                <a:lnTo>
                  <a:pt x="145380" y="1502259"/>
                </a:lnTo>
                <a:lnTo>
                  <a:pt x="218117" y="1502259"/>
                </a:lnTo>
                <a:cubicBezTo>
                  <a:pt x="338554" y="1502259"/>
                  <a:pt x="436187" y="1599897"/>
                  <a:pt x="436187" y="1720329"/>
                </a:cubicBezTo>
                <a:lnTo>
                  <a:pt x="436187" y="1793019"/>
                </a:ln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5" name="Graphic 38" descr="Icon of a bulleted clipboard">
            <a:extLst>
              <a:ext uri="{FF2B5EF4-FFF2-40B4-BE49-F238E27FC236}">
                <a16:creationId xmlns:a16="http://schemas.microsoft.com/office/drawing/2014/main" id="{889567BD-C54C-1F4E-E4E4-024381BC6567}"/>
              </a:ext>
            </a:extLst>
          </p:cNvPr>
          <p:cNvSpPr>
            <a:spLocks/>
          </p:cNvSpPr>
          <p:nvPr/>
        </p:nvSpPr>
        <p:spPr>
          <a:xfrm>
            <a:off x="10822162" y="2063895"/>
            <a:ext cx="176622" cy="235497"/>
          </a:xfrm>
          <a:custGeom>
            <a:avLst/>
            <a:gdLst>
              <a:gd name="connsiteX0" fmla="*/ 201463 w 783559"/>
              <a:gd name="connsiteY0" fmla="*/ 65297 h 1044745"/>
              <a:gd name="connsiteX1" fmla="*/ 97945 w 783559"/>
              <a:gd name="connsiteY1" fmla="*/ 65297 h 1044745"/>
              <a:gd name="connsiteX2" fmla="*/ 0 w 783559"/>
              <a:gd name="connsiteY2" fmla="*/ 163242 h 1044745"/>
              <a:gd name="connsiteX3" fmla="*/ 0 w 783559"/>
              <a:gd name="connsiteY3" fmla="*/ 946801 h 1044745"/>
              <a:gd name="connsiteX4" fmla="*/ 97945 w 783559"/>
              <a:gd name="connsiteY4" fmla="*/ 1044746 h 1044745"/>
              <a:gd name="connsiteX5" fmla="*/ 685614 w 783559"/>
              <a:gd name="connsiteY5" fmla="*/ 1044746 h 1044745"/>
              <a:gd name="connsiteX6" fmla="*/ 783559 w 783559"/>
              <a:gd name="connsiteY6" fmla="*/ 946801 h 1044745"/>
              <a:gd name="connsiteX7" fmla="*/ 783559 w 783559"/>
              <a:gd name="connsiteY7" fmla="*/ 163242 h 1044745"/>
              <a:gd name="connsiteX8" fmla="*/ 685614 w 783559"/>
              <a:gd name="connsiteY8" fmla="*/ 65297 h 1044745"/>
              <a:gd name="connsiteX9" fmla="*/ 582093 w 783559"/>
              <a:gd name="connsiteY9" fmla="*/ 65297 h 1044745"/>
              <a:gd name="connsiteX10" fmla="*/ 489725 w 783559"/>
              <a:gd name="connsiteY10" fmla="*/ 0 h 1044745"/>
              <a:gd name="connsiteX11" fmla="*/ 293835 w 783559"/>
              <a:gd name="connsiteY11" fmla="*/ 0 h 1044745"/>
              <a:gd name="connsiteX12" fmla="*/ 201463 w 783559"/>
              <a:gd name="connsiteY12" fmla="*/ 65297 h 1044745"/>
              <a:gd name="connsiteX13" fmla="*/ 293835 w 783559"/>
              <a:gd name="connsiteY13" fmla="*/ 65297 h 1044745"/>
              <a:gd name="connsiteX14" fmla="*/ 489725 w 783559"/>
              <a:gd name="connsiteY14" fmla="*/ 65297 h 1044745"/>
              <a:gd name="connsiteX15" fmla="*/ 522373 w 783559"/>
              <a:gd name="connsiteY15" fmla="*/ 97945 h 1044745"/>
              <a:gd name="connsiteX16" fmla="*/ 489725 w 783559"/>
              <a:gd name="connsiteY16" fmla="*/ 130593 h 1044745"/>
              <a:gd name="connsiteX17" fmla="*/ 293835 w 783559"/>
              <a:gd name="connsiteY17" fmla="*/ 130593 h 1044745"/>
              <a:gd name="connsiteX18" fmla="*/ 261186 w 783559"/>
              <a:gd name="connsiteY18" fmla="*/ 97945 h 1044745"/>
              <a:gd name="connsiteX19" fmla="*/ 293835 w 783559"/>
              <a:gd name="connsiteY19" fmla="*/ 65297 h 1044745"/>
              <a:gd name="connsiteX20" fmla="*/ 326483 w 783559"/>
              <a:gd name="connsiteY20" fmla="*/ 424428 h 1044745"/>
              <a:gd name="connsiteX21" fmla="*/ 359131 w 783559"/>
              <a:gd name="connsiteY21" fmla="*/ 391780 h 1044745"/>
              <a:gd name="connsiteX22" fmla="*/ 587669 w 783559"/>
              <a:gd name="connsiteY22" fmla="*/ 391780 h 1044745"/>
              <a:gd name="connsiteX23" fmla="*/ 620318 w 783559"/>
              <a:gd name="connsiteY23" fmla="*/ 424428 h 1044745"/>
              <a:gd name="connsiteX24" fmla="*/ 587669 w 783559"/>
              <a:gd name="connsiteY24" fmla="*/ 457076 h 1044745"/>
              <a:gd name="connsiteX25" fmla="*/ 359131 w 783559"/>
              <a:gd name="connsiteY25" fmla="*/ 457076 h 1044745"/>
              <a:gd name="connsiteX26" fmla="*/ 326483 w 783559"/>
              <a:gd name="connsiteY26" fmla="*/ 424428 h 1044745"/>
              <a:gd name="connsiteX27" fmla="*/ 326483 w 783559"/>
              <a:gd name="connsiteY27" fmla="*/ 620318 h 1044745"/>
              <a:gd name="connsiteX28" fmla="*/ 359131 w 783559"/>
              <a:gd name="connsiteY28" fmla="*/ 587669 h 1044745"/>
              <a:gd name="connsiteX29" fmla="*/ 587669 w 783559"/>
              <a:gd name="connsiteY29" fmla="*/ 587669 h 1044745"/>
              <a:gd name="connsiteX30" fmla="*/ 620318 w 783559"/>
              <a:gd name="connsiteY30" fmla="*/ 620318 h 1044745"/>
              <a:gd name="connsiteX31" fmla="*/ 587669 w 783559"/>
              <a:gd name="connsiteY31" fmla="*/ 652966 h 1044745"/>
              <a:gd name="connsiteX32" fmla="*/ 359131 w 783559"/>
              <a:gd name="connsiteY32" fmla="*/ 652966 h 1044745"/>
              <a:gd name="connsiteX33" fmla="*/ 326483 w 783559"/>
              <a:gd name="connsiteY33" fmla="*/ 620318 h 1044745"/>
              <a:gd name="connsiteX34" fmla="*/ 326483 w 783559"/>
              <a:gd name="connsiteY34" fmla="*/ 816208 h 1044745"/>
              <a:gd name="connsiteX35" fmla="*/ 359131 w 783559"/>
              <a:gd name="connsiteY35" fmla="*/ 783559 h 1044745"/>
              <a:gd name="connsiteX36" fmla="*/ 587669 w 783559"/>
              <a:gd name="connsiteY36" fmla="*/ 783559 h 1044745"/>
              <a:gd name="connsiteX37" fmla="*/ 620318 w 783559"/>
              <a:gd name="connsiteY37" fmla="*/ 816208 h 1044745"/>
              <a:gd name="connsiteX38" fmla="*/ 587669 w 783559"/>
              <a:gd name="connsiteY38" fmla="*/ 848856 h 1044745"/>
              <a:gd name="connsiteX39" fmla="*/ 359131 w 783559"/>
              <a:gd name="connsiteY39" fmla="*/ 848856 h 1044745"/>
              <a:gd name="connsiteX40" fmla="*/ 326483 w 783559"/>
              <a:gd name="connsiteY40" fmla="*/ 816208 h 1044745"/>
              <a:gd name="connsiteX41" fmla="*/ 261186 w 783559"/>
              <a:gd name="connsiteY41" fmla="*/ 424428 h 1044745"/>
              <a:gd name="connsiteX42" fmla="*/ 212214 w 783559"/>
              <a:gd name="connsiteY42" fmla="*/ 473400 h 1044745"/>
              <a:gd name="connsiteX43" fmla="*/ 163242 w 783559"/>
              <a:gd name="connsiteY43" fmla="*/ 424428 h 1044745"/>
              <a:gd name="connsiteX44" fmla="*/ 212214 w 783559"/>
              <a:gd name="connsiteY44" fmla="*/ 375455 h 1044745"/>
              <a:gd name="connsiteX45" fmla="*/ 261186 w 783559"/>
              <a:gd name="connsiteY45" fmla="*/ 424428 h 1044745"/>
              <a:gd name="connsiteX46" fmla="*/ 261186 w 783559"/>
              <a:gd name="connsiteY46" fmla="*/ 620318 h 1044745"/>
              <a:gd name="connsiteX47" fmla="*/ 212214 w 783559"/>
              <a:gd name="connsiteY47" fmla="*/ 669290 h 1044745"/>
              <a:gd name="connsiteX48" fmla="*/ 163242 w 783559"/>
              <a:gd name="connsiteY48" fmla="*/ 620318 h 1044745"/>
              <a:gd name="connsiteX49" fmla="*/ 212214 w 783559"/>
              <a:gd name="connsiteY49" fmla="*/ 571345 h 1044745"/>
              <a:gd name="connsiteX50" fmla="*/ 261186 w 783559"/>
              <a:gd name="connsiteY50" fmla="*/ 620318 h 1044745"/>
              <a:gd name="connsiteX51" fmla="*/ 212214 w 783559"/>
              <a:gd name="connsiteY51" fmla="*/ 865180 h 1044745"/>
              <a:gd name="connsiteX52" fmla="*/ 163242 w 783559"/>
              <a:gd name="connsiteY52" fmla="*/ 816208 h 1044745"/>
              <a:gd name="connsiteX53" fmla="*/ 212214 w 783559"/>
              <a:gd name="connsiteY53" fmla="*/ 767235 h 1044745"/>
              <a:gd name="connsiteX54" fmla="*/ 261186 w 783559"/>
              <a:gd name="connsiteY54" fmla="*/ 816208 h 1044745"/>
              <a:gd name="connsiteX55" fmla="*/ 212214 w 783559"/>
              <a:gd name="connsiteY55" fmla="*/ 865180 h 104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783559" h="1044745">
                <a:moveTo>
                  <a:pt x="201463" y="65297"/>
                </a:moveTo>
                <a:lnTo>
                  <a:pt x="97945" y="65297"/>
                </a:lnTo>
                <a:cubicBezTo>
                  <a:pt x="43851" y="65297"/>
                  <a:pt x="0" y="109148"/>
                  <a:pt x="0" y="163242"/>
                </a:cubicBezTo>
                <a:lnTo>
                  <a:pt x="0" y="946801"/>
                </a:lnTo>
                <a:cubicBezTo>
                  <a:pt x="0" y="1000892"/>
                  <a:pt x="43851" y="1044746"/>
                  <a:pt x="97945" y="1044746"/>
                </a:cubicBezTo>
                <a:lnTo>
                  <a:pt x="685614" y="1044746"/>
                </a:lnTo>
                <a:cubicBezTo>
                  <a:pt x="739706" y="1044746"/>
                  <a:pt x="783559" y="1000892"/>
                  <a:pt x="783559" y="946801"/>
                </a:cubicBezTo>
                <a:lnTo>
                  <a:pt x="783559" y="163242"/>
                </a:lnTo>
                <a:cubicBezTo>
                  <a:pt x="783559" y="109148"/>
                  <a:pt x="739706" y="65297"/>
                  <a:pt x="685614" y="65297"/>
                </a:cubicBezTo>
                <a:lnTo>
                  <a:pt x="582093" y="65297"/>
                </a:lnTo>
                <a:cubicBezTo>
                  <a:pt x="568649" y="27255"/>
                  <a:pt x="532370" y="0"/>
                  <a:pt x="489725" y="0"/>
                </a:cubicBezTo>
                <a:lnTo>
                  <a:pt x="293835" y="0"/>
                </a:lnTo>
                <a:cubicBezTo>
                  <a:pt x="251189" y="0"/>
                  <a:pt x="214909" y="27255"/>
                  <a:pt x="201463" y="65297"/>
                </a:cubicBezTo>
                <a:close/>
                <a:moveTo>
                  <a:pt x="293835" y="65297"/>
                </a:moveTo>
                <a:lnTo>
                  <a:pt x="489725" y="65297"/>
                </a:lnTo>
                <a:cubicBezTo>
                  <a:pt x="507753" y="65297"/>
                  <a:pt x="522373" y="79914"/>
                  <a:pt x="522373" y="97945"/>
                </a:cubicBezTo>
                <a:cubicBezTo>
                  <a:pt x="522373" y="115976"/>
                  <a:pt x="507753" y="130593"/>
                  <a:pt x="489725" y="130593"/>
                </a:cubicBezTo>
                <a:lnTo>
                  <a:pt x="293835" y="130593"/>
                </a:lnTo>
                <a:cubicBezTo>
                  <a:pt x="275804" y="130593"/>
                  <a:pt x="261186" y="115976"/>
                  <a:pt x="261186" y="97945"/>
                </a:cubicBezTo>
                <a:cubicBezTo>
                  <a:pt x="261186" y="79914"/>
                  <a:pt x="275804" y="65297"/>
                  <a:pt x="293835" y="65297"/>
                </a:cubicBezTo>
                <a:close/>
                <a:moveTo>
                  <a:pt x="326483" y="424428"/>
                </a:moveTo>
                <a:cubicBezTo>
                  <a:pt x="326483" y="406397"/>
                  <a:pt x="341100" y="391780"/>
                  <a:pt x="359131" y="391780"/>
                </a:cubicBezTo>
                <a:lnTo>
                  <a:pt x="587669" y="391780"/>
                </a:lnTo>
                <a:cubicBezTo>
                  <a:pt x="605698" y="391780"/>
                  <a:pt x="620318" y="406397"/>
                  <a:pt x="620318" y="424428"/>
                </a:cubicBezTo>
                <a:cubicBezTo>
                  <a:pt x="620318" y="442459"/>
                  <a:pt x="605698" y="457076"/>
                  <a:pt x="587669" y="457076"/>
                </a:cubicBezTo>
                <a:lnTo>
                  <a:pt x="359131" y="457076"/>
                </a:lnTo>
                <a:cubicBezTo>
                  <a:pt x="341100" y="457076"/>
                  <a:pt x="326483" y="442459"/>
                  <a:pt x="326483" y="424428"/>
                </a:cubicBezTo>
                <a:close/>
                <a:moveTo>
                  <a:pt x="326483" y="620318"/>
                </a:moveTo>
                <a:cubicBezTo>
                  <a:pt x="326483" y="602289"/>
                  <a:pt x="341100" y="587669"/>
                  <a:pt x="359131" y="587669"/>
                </a:cubicBezTo>
                <a:lnTo>
                  <a:pt x="587669" y="587669"/>
                </a:lnTo>
                <a:cubicBezTo>
                  <a:pt x="605698" y="587669"/>
                  <a:pt x="620318" y="602289"/>
                  <a:pt x="620318" y="620318"/>
                </a:cubicBezTo>
                <a:cubicBezTo>
                  <a:pt x="620318" y="638346"/>
                  <a:pt x="605698" y="652966"/>
                  <a:pt x="587669" y="652966"/>
                </a:cubicBezTo>
                <a:lnTo>
                  <a:pt x="359131" y="652966"/>
                </a:lnTo>
                <a:cubicBezTo>
                  <a:pt x="341100" y="652966"/>
                  <a:pt x="326483" y="638346"/>
                  <a:pt x="326483" y="620318"/>
                </a:cubicBezTo>
                <a:close/>
                <a:moveTo>
                  <a:pt x="326483" y="816208"/>
                </a:moveTo>
                <a:cubicBezTo>
                  <a:pt x="326483" y="798179"/>
                  <a:pt x="341100" y="783559"/>
                  <a:pt x="359131" y="783559"/>
                </a:cubicBezTo>
                <a:lnTo>
                  <a:pt x="587669" y="783559"/>
                </a:lnTo>
                <a:cubicBezTo>
                  <a:pt x="605698" y="783559"/>
                  <a:pt x="620318" y="798179"/>
                  <a:pt x="620318" y="816208"/>
                </a:cubicBezTo>
                <a:cubicBezTo>
                  <a:pt x="620318" y="834236"/>
                  <a:pt x="605698" y="848856"/>
                  <a:pt x="587669" y="848856"/>
                </a:cubicBezTo>
                <a:lnTo>
                  <a:pt x="359131" y="848856"/>
                </a:lnTo>
                <a:cubicBezTo>
                  <a:pt x="341100" y="848856"/>
                  <a:pt x="326483" y="834236"/>
                  <a:pt x="326483" y="816208"/>
                </a:cubicBezTo>
                <a:close/>
                <a:moveTo>
                  <a:pt x="261186" y="424428"/>
                </a:moveTo>
                <a:cubicBezTo>
                  <a:pt x="261186" y="451474"/>
                  <a:pt x="239260" y="473400"/>
                  <a:pt x="212214" y="473400"/>
                </a:cubicBezTo>
                <a:cubicBezTo>
                  <a:pt x="185167" y="473400"/>
                  <a:pt x="163242" y="451474"/>
                  <a:pt x="163242" y="424428"/>
                </a:cubicBezTo>
                <a:cubicBezTo>
                  <a:pt x="163242" y="397381"/>
                  <a:pt x="185167" y="375455"/>
                  <a:pt x="212214" y="375455"/>
                </a:cubicBezTo>
                <a:cubicBezTo>
                  <a:pt x="239260" y="375455"/>
                  <a:pt x="261186" y="397381"/>
                  <a:pt x="261186" y="424428"/>
                </a:cubicBezTo>
                <a:close/>
                <a:moveTo>
                  <a:pt x="261186" y="620318"/>
                </a:moveTo>
                <a:cubicBezTo>
                  <a:pt x="261186" y="647364"/>
                  <a:pt x="239260" y="669290"/>
                  <a:pt x="212214" y="669290"/>
                </a:cubicBezTo>
                <a:cubicBezTo>
                  <a:pt x="185167" y="669290"/>
                  <a:pt x="163242" y="647364"/>
                  <a:pt x="163242" y="620318"/>
                </a:cubicBezTo>
                <a:cubicBezTo>
                  <a:pt x="163242" y="593272"/>
                  <a:pt x="185167" y="571345"/>
                  <a:pt x="212214" y="571345"/>
                </a:cubicBezTo>
                <a:cubicBezTo>
                  <a:pt x="239260" y="571345"/>
                  <a:pt x="261186" y="593272"/>
                  <a:pt x="261186" y="620318"/>
                </a:cubicBezTo>
                <a:close/>
                <a:moveTo>
                  <a:pt x="212214" y="865180"/>
                </a:moveTo>
                <a:cubicBezTo>
                  <a:pt x="185167" y="865180"/>
                  <a:pt x="163242" y="843253"/>
                  <a:pt x="163242" y="816208"/>
                </a:cubicBezTo>
                <a:cubicBezTo>
                  <a:pt x="163242" y="789162"/>
                  <a:pt x="185167" y="767235"/>
                  <a:pt x="212214" y="767235"/>
                </a:cubicBezTo>
                <a:cubicBezTo>
                  <a:pt x="239260" y="767235"/>
                  <a:pt x="261186" y="789162"/>
                  <a:pt x="261186" y="816208"/>
                </a:cubicBezTo>
                <a:cubicBezTo>
                  <a:pt x="261186" y="843253"/>
                  <a:pt x="239260" y="865180"/>
                  <a:pt x="212214" y="865180"/>
                </a:cubicBez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6" name="Graphic 158" descr="Icon of a person in front of a notepad">
            <a:extLst>
              <a:ext uri="{FF2B5EF4-FFF2-40B4-BE49-F238E27FC236}">
                <a16:creationId xmlns:a16="http://schemas.microsoft.com/office/drawing/2014/main" id="{3EB1DF17-661E-630D-2CE6-EAFDFC004B93}"/>
              </a:ext>
            </a:extLst>
          </p:cNvPr>
          <p:cNvSpPr/>
          <p:nvPr/>
        </p:nvSpPr>
        <p:spPr>
          <a:xfrm>
            <a:off x="5380353" y="2080625"/>
            <a:ext cx="197590" cy="212867"/>
          </a:xfrm>
          <a:custGeom>
            <a:avLst/>
            <a:gdLst>
              <a:gd name="connsiteX0" fmla="*/ 161925 w 247650"/>
              <a:gd name="connsiteY0" fmla="*/ 97 h 266796"/>
              <a:gd name="connsiteX1" fmla="*/ 171348 w 247650"/>
              <a:gd name="connsiteY1" fmla="*/ 8326 h 266796"/>
              <a:gd name="connsiteX2" fmla="*/ 171450 w 247650"/>
              <a:gd name="connsiteY2" fmla="*/ 9622 h 266796"/>
              <a:gd name="connsiteX3" fmla="*/ 171450 w 247650"/>
              <a:gd name="connsiteY3" fmla="*/ 19134 h 266796"/>
              <a:gd name="connsiteX4" fmla="*/ 180962 w 247650"/>
              <a:gd name="connsiteY4" fmla="*/ 19134 h 266796"/>
              <a:gd name="connsiteX5" fmla="*/ 209537 w 247650"/>
              <a:gd name="connsiteY5" fmla="*/ 47709 h 266796"/>
              <a:gd name="connsiteX6" fmla="*/ 209537 w 247650"/>
              <a:gd name="connsiteY6" fmla="*/ 102675 h 266796"/>
              <a:gd name="connsiteX7" fmla="*/ 143825 w 247650"/>
              <a:gd name="connsiteY7" fmla="*/ 117610 h 266796"/>
              <a:gd name="connsiteX8" fmla="*/ 139230 w 247650"/>
              <a:gd name="connsiteY8" fmla="*/ 127097 h 266796"/>
              <a:gd name="connsiteX9" fmla="*/ 47600 w 247650"/>
              <a:gd name="connsiteY9" fmla="*/ 127097 h 266796"/>
              <a:gd name="connsiteX10" fmla="*/ 46304 w 247650"/>
              <a:gd name="connsiteY10" fmla="*/ 127186 h 266796"/>
              <a:gd name="connsiteX11" fmla="*/ 38166 w 247650"/>
              <a:gd name="connsiteY11" fmla="*/ 137920 h 266796"/>
              <a:gd name="connsiteX12" fmla="*/ 46304 w 247650"/>
              <a:gd name="connsiteY12" fmla="*/ 146058 h 266796"/>
              <a:gd name="connsiteX13" fmla="*/ 47600 w 247650"/>
              <a:gd name="connsiteY13" fmla="*/ 146147 h 266796"/>
              <a:gd name="connsiteX14" fmla="*/ 136627 w 247650"/>
              <a:gd name="connsiteY14" fmla="*/ 146147 h 266796"/>
              <a:gd name="connsiteX15" fmla="*/ 151765 w 247650"/>
              <a:gd name="connsiteY15" fmla="*/ 177897 h 266796"/>
              <a:gd name="connsiteX16" fmla="*/ 139687 w 247650"/>
              <a:gd name="connsiteY16" fmla="*/ 177897 h 266796"/>
              <a:gd name="connsiteX17" fmla="*/ 107937 w 247650"/>
              <a:gd name="connsiteY17" fmla="*/ 209647 h 266796"/>
              <a:gd name="connsiteX18" fmla="*/ 107937 w 247650"/>
              <a:gd name="connsiteY18" fmla="*/ 215997 h 266796"/>
              <a:gd name="connsiteX19" fmla="*/ 122834 w 247650"/>
              <a:gd name="connsiteY19" fmla="*/ 254160 h 266796"/>
              <a:gd name="connsiteX20" fmla="*/ 28600 w 247650"/>
              <a:gd name="connsiteY20" fmla="*/ 254160 h 266796"/>
              <a:gd name="connsiteX21" fmla="*/ 25 w 247650"/>
              <a:gd name="connsiteY21" fmla="*/ 225585 h 266796"/>
              <a:gd name="connsiteX22" fmla="*/ 0 w 247650"/>
              <a:gd name="connsiteY22" fmla="*/ 47722 h 266796"/>
              <a:gd name="connsiteX23" fmla="*/ 28575 w 247650"/>
              <a:gd name="connsiteY23" fmla="*/ 19147 h 266796"/>
              <a:gd name="connsiteX24" fmla="*/ 38062 w 247650"/>
              <a:gd name="connsiteY24" fmla="*/ 19134 h 266796"/>
              <a:gd name="connsiteX25" fmla="*/ 38062 w 247650"/>
              <a:gd name="connsiteY25" fmla="*/ 9622 h 266796"/>
              <a:gd name="connsiteX26" fmla="*/ 47490 w 247650"/>
              <a:gd name="connsiteY26" fmla="*/ 1 h 266796"/>
              <a:gd name="connsiteX27" fmla="*/ 57036 w 247650"/>
              <a:gd name="connsiteY27" fmla="*/ 8326 h 266796"/>
              <a:gd name="connsiteX28" fmla="*/ 57125 w 247650"/>
              <a:gd name="connsiteY28" fmla="*/ 9622 h 266796"/>
              <a:gd name="connsiteX29" fmla="*/ 57125 w 247650"/>
              <a:gd name="connsiteY29" fmla="*/ 19134 h 266796"/>
              <a:gd name="connsiteX30" fmla="*/ 95250 w 247650"/>
              <a:gd name="connsiteY30" fmla="*/ 19134 h 266796"/>
              <a:gd name="connsiteX31" fmla="*/ 95250 w 247650"/>
              <a:gd name="connsiteY31" fmla="*/ 9622 h 266796"/>
              <a:gd name="connsiteX32" fmla="*/ 104678 w 247650"/>
              <a:gd name="connsiteY32" fmla="*/ 1 h 266796"/>
              <a:gd name="connsiteX33" fmla="*/ 114224 w 247650"/>
              <a:gd name="connsiteY33" fmla="*/ 8326 h 266796"/>
              <a:gd name="connsiteX34" fmla="*/ 114313 w 247650"/>
              <a:gd name="connsiteY34" fmla="*/ 9622 h 266796"/>
              <a:gd name="connsiteX35" fmla="*/ 114313 w 247650"/>
              <a:gd name="connsiteY35" fmla="*/ 19134 h 266796"/>
              <a:gd name="connsiteX36" fmla="*/ 152387 w 247650"/>
              <a:gd name="connsiteY36" fmla="*/ 19134 h 266796"/>
              <a:gd name="connsiteX37" fmla="*/ 152387 w 247650"/>
              <a:gd name="connsiteY37" fmla="*/ 9622 h 266796"/>
              <a:gd name="connsiteX38" fmla="*/ 161912 w 247650"/>
              <a:gd name="connsiteY38" fmla="*/ 97 h 266796"/>
              <a:gd name="connsiteX39" fmla="*/ 98387 w 247650"/>
              <a:gd name="connsiteY39" fmla="*/ 177897 h 266796"/>
              <a:gd name="connsiteX40" fmla="*/ 47600 w 247650"/>
              <a:gd name="connsiteY40" fmla="*/ 177897 h 266796"/>
              <a:gd name="connsiteX41" fmla="*/ 46304 w 247650"/>
              <a:gd name="connsiteY41" fmla="*/ 177986 h 266796"/>
              <a:gd name="connsiteX42" fmla="*/ 38166 w 247650"/>
              <a:gd name="connsiteY42" fmla="*/ 188720 h 266796"/>
              <a:gd name="connsiteX43" fmla="*/ 46304 w 247650"/>
              <a:gd name="connsiteY43" fmla="*/ 196858 h 266796"/>
              <a:gd name="connsiteX44" fmla="*/ 47600 w 247650"/>
              <a:gd name="connsiteY44" fmla="*/ 196947 h 266796"/>
              <a:gd name="connsiteX45" fmla="*/ 98387 w 247650"/>
              <a:gd name="connsiteY45" fmla="*/ 196947 h 266796"/>
              <a:gd name="connsiteX46" fmla="*/ 99682 w 247650"/>
              <a:gd name="connsiteY46" fmla="*/ 196858 h 266796"/>
              <a:gd name="connsiteX47" fmla="*/ 107820 w 247650"/>
              <a:gd name="connsiteY47" fmla="*/ 186124 h 266796"/>
              <a:gd name="connsiteX48" fmla="*/ 99682 w 247650"/>
              <a:gd name="connsiteY48" fmla="*/ 177986 h 266796"/>
              <a:gd name="connsiteX49" fmla="*/ 98387 w 247650"/>
              <a:gd name="connsiteY49" fmla="*/ 177897 h 266796"/>
              <a:gd name="connsiteX50" fmla="*/ 161887 w 247650"/>
              <a:gd name="connsiteY50" fmla="*/ 76297 h 266796"/>
              <a:gd name="connsiteX51" fmla="*/ 47612 w 247650"/>
              <a:gd name="connsiteY51" fmla="*/ 76297 h 266796"/>
              <a:gd name="connsiteX52" fmla="*/ 46317 w 247650"/>
              <a:gd name="connsiteY52" fmla="*/ 76386 h 266796"/>
              <a:gd name="connsiteX53" fmla="*/ 38179 w 247650"/>
              <a:gd name="connsiteY53" fmla="*/ 87120 h 266796"/>
              <a:gd name="connsiteX54" fmla="*/ 46317 w 247650"/>
              <a:gd name="connsiteY54" fmla="*/ 95258 h 266796"/>
              <a:gd name="connsiteX55" fmla="*/ 47612 w 247650"/>
              <a:gd name="connsiteY55" fmla="*/ 95347 h 266796"/>
              <a:gd name="connsiteX56" fmla="*/ 161912 w 247650"/>
              <a:gd name="connsiteY56" fmla="*/ 95347 h 266796"/>
              <a:gd name="connsiteX57" fmla="*/ 163195 w 247650"/>
              <a:gd name="connsiteY57" fmla="*/ 95258 h 266796"/>
              <a:gd name="connsiteX58" fmla="*/ 171333 w 247650"/>
              <a:gd name="connsiteY58" fmla="*/ 84524 h 266796"/>
              <a:gd name="connsiteX59" fmla="*/ 163195 w 247650"/>
              <a:gd name="connsiteY59" fmla="*/ 76386 h 266796"/>
              <a:gd name="connsiteX60" fmla="*/ 161900 w 247650"/>
              <a:gd name="connsiteY60" fmla="*/ 76297 h 266796"/>
              <a:gd name="connsiteX61" fmla="*/ 184150 w 247650"/>
              <a:gd name="connsiteY61" fmla="*/ 108047 h 266796"/>
              <a:gd name="connsiteX62" fmla="*/ 209550 w 247650"/>
              <a:gd name="connsiteY62" fmla="*/ 118982 h 266796"/>
              <a:gd name="connsiteX63" fmla="*/ 219075 w 247650"/>
              <a:gd name="connsiteY63" fmla="*/ 142972 h 266796"/>
              <a:gd name="connsiteX64" fmla="*/ 209550 w 247650"/>
              <a:gd name="connsiteY64" fmla="*/ 166949 h 266796"/>
              <a:gd name="connsiteX65" fmla="*/ 160179 w 247650"/>
              <a:gd name="connsiteY65" fmla="*/ 168365 h 266796"/>
              <a:gd name="connsiteX66" fmla="*/ 158763 w 247650"/>
              <a:gd name="connsiteY66" fmla="*/ 118994 h 266796"/>
              <a:gd name="connsiteX67" fmla="*/ 184150 w 247650"/>
              <a:gd name="connsiteY67" fmla="*/ 108047 h 266796"/>
              <a:gd name="connsiteX68" fmla="*/ 120650 w 247650"/>
              <a:gd name="connsiteY68" fmla="*/ 209647 h 266796"/>
              <a:gd name="connsiteX69" fmla="*/ 139700 w 247650"/>
              <a:gd name="connsiteY69" fmla="*/ 190597 h 266796"/>
              <a:gd name="connsiteX70" fmla="*/ 228600 w 247650"/>
              <a:gd name="connsiteY70" fmla="*/ 190597 h 266796"/>
              <a:gd name="connsiteX71" fmla="*/ 247650 w 247650"/>
              <a:gd name="connsiteY71" fmla="*/ 209647 h 266796"/>
              <a:gd name="connsiteX72" fmla="*/ 247650 w 247650"/>
              <a:gd name="connsiteY72" fmla="*/ 215997 h 266796"/>
              <a:gd name="connsiteX73" fmla="*/ 184150 w 247650"/>
              <a:gd name="connsiteY73" fmla="*/ 266797 h 266796"/>
              <a:gd name="connsiteX74" fmla="*/ 133274 w 247650"/>
              <a:gd name="connsiteY74" fmla="*/ 246731 h 266796"/>
              <a:gd name="connsiteX75" fmla="*/ 120650 w 247650"/>
              <a:gd name="connsiteY75" fmla="*/ 215997 h 266796"/>
              <a:gd name="connsiteX76" fmla="*/ 120650 w 247650"/>
              <a:gd name="connsiteY76" fmla="*/ 209647 h 26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47650" h="266796">
                <a:moveTo>
                  <a:pt x="161925" y="97"/>
                </a:moveTo>
                <a:cubicBezTo>
                  <a:pt x="166680" y="103"/>
                  <a:pt x="170702" y="3616"/>
                  <a:pt x="171348" y="8326"/>
                </a:cubicBezTo>
                <a:lnTo>
                  <a:pt x="171450" y="9622"/>
                </a:lnTo>
                <a:lnTo>
                  <a:pt x="171450" y="19134"/>
                </a:lnTo>
                <a:lnTo>
                  <a:pt x="180962" y="19134"/>
                </a:lnTo>
                <a:cubicBezTo>
                  <a:pt x="196744" y="19134"/>
                  <a:pt x="209537" y="31928"/>
                  <a:pt x="209537" y="47709"/>
                </a:cubicBezTo>
                <a:lnTo>
                  <a:pt x="209537" y="102675"/>
                </a:lnTo>
                <a:cubicBezTo>
                  <a:pt x="187267" y="88653"/>
                  <a:pt x="157847" y="95340"/>
                  <a:pt x="143825" y="117610"/>
                </a:cubicBezTo>
                <a:cubicBezTo>
                  <a:pt x="141947" y="120593"/>
                  <a:pt x="140406" y="123774"/>
                  <a:pt x="139230" y="127097"/>
                </a:cubicBezTo>
                <a:lnTo>
                  <a:pt x="47600" y="127097"/>
                </a:lnTo>
                <a:lnTo>
                  <a:pt x="46304" y="127186"/>
                </a:lnTo>
                <a:cubicBezTo>
                  <a:pt x="41093" y="127903"/>
                  <a:pt x="37449" y="132709"/>
                  <a:pt x="38166" y="137920"/>
                </a:cubicBezTo>
                <a:cubicBezTo>
                  <a:pt x="38748" y="142150"/>
                  <a:pt x="42074" y="145476"/>
                  <a:pt x="46304" y="146058"/>
                </a:cubicBezTo>
                <a:lnTo>
                  <a:pt x="47600" y="146147"/>
                </a:lnTo>
                <a:lnTo>
                  <a:pt x="136627" y="146147"/>
                </a:lnTo>
                <a:cubicBezTo>
                  <a:pt x="137424" y="158278"/>
                  <a:pt x="142842" y="169641"/>
                  <a:pt x="151765" y="177897"/>
                </a:cubicBezTo>
                <a:lnTo>
                  <a:pt x="139687" y="177897"/>
                </a:lnTo>
                <a:cubicBezTo>
                  <a:pt x="122152" y="177897"/>
                  <a:pt x="107937" y="192112"/>
                  <a:pt x="107937" y="209647"/>
                </a:cubicBezTo>
                <a:lnTo>
                  <a:pt x="107937" y="215997"/>
                </a:lnTo>
                <a:cubicBezTo>
                  <a:pt x="107937" y="229967"/>
                  <a:pt x="113297" y="243327"/>
                  <a:pt x="122834" y="254160"/>
                </a:cubicBezTo>
                <a:lnTo>
                  <a:pt x="28600" y="254160"/>
                </a:lnTo>
                <a:cubicBezTo>
                  <a:pt x="12819" y="254160"/>
                  <a:pt x="25" y="241367"/>
                  <a:pt x="25" y="225585"/>
                </a:cubicBezTo>
                <a:lnTo>
                  <a:pt x="0" y="47722"/>
                </a:lnTo>
                <a:cubicBezTo>
                  <a:pt x="0" y="31940"/>
                  <a:pt x="12793" y="19147"/>
                  <a:pt x="28575" y="19147"/>
                </a:cubicBezTo>
                <a:lnTo>
                  <a:pt x="38062" y="19134"/>
                </a:lnTo>
                <a:lnTo>
                  <a:pt x="38062" y="9622"/>
                </a:lnTo>
                <a:cubicBezTo>
                  <a:pt x="38008" y="4362"/>
                  <a:pt x="42229" y="54"/>
                  <a:pt x="47490" y="1"/>
                </a:cubicBezTo>
                <a:cubicBezTo>
                  <a:pt x="52323" y="-49"/>
                  <a:pt x="56427" y="3531"/>
                  <a:pt x="57036" y="8326"/>
                </a:cubicBezTo>
                <a:lnTo>
                  <a:pt x="57125" y="9622"/>
                </a:lnTo>
                <a:lnTo>
                  <a:pt x="57125" y="19134"/>
                </a:lnTo>
                <a:lnTo>
                  <a:pt x="95250" y="19134"/>
                </a:lnTo>
                <a:lnTo>
                  <a:pt x="95250" y="9622"/>
                </a:lnTo>
                <a:cubicBezTo>
                  <a:pt x="95197" y="4362"/>
                  <a:pt x="99417" y="54"/>
                  <a:pt x="104678" y="1"/>
                </a:cubicBezTo>
                <a:cubicBezTo>
                  <a:pt x="109511" y="-49"/>
                  <a:pt x="113616" y="3531"/>
                  <a:pt x="114224" y="8326"/>
                </a:cubicBezTo>
                <a:lnTo>
                  <a:pt x="114313" y="9622"/>
                </a:lnTo>
                <a:lnTo>
                  <a:pt x="114313" y="19134"/>
                </a:lnTo>
                <a:lnTo>
                  <a:pt x="152387" y="19134"/>
                </a:lnTo>
                <a:lnTo>
                  <a:pt x="152387" y="9622"/>
                </a:lnTo>
                <a:cubicBezTo>
                  <a:pt x="152387" y="4361"/>
                  <a:pt x="156652" y="97"/>
                  <a:pt x="161912" y="97"/>
                </a:cubicBezTo>
                <a:close/>
                <a:moveTo>
                  <a:pt x="98387" y="177897"/>
                </a:moveTo>
                <a:lnTo>
                  <a:pt x="47600" y="177897"/>
                </a:lnTo>
                <a:lnTo>
                  <a:pt x="46304" y="177986"/>
                </a:lnTo>
                <a:cubicBezTo>
                  <a:pt x="41093" y="178703"/>
                  <a:pt x="37449" y="183509"/>
                  <a:pt x="38166" y="188720"/>
                </a:cubicBezTo>
                <a:cubicBezTo>
                  <a:pt x="38748" y="192950"/>
                  <a:pt x="42074" y="196276"/>
                  <a:pt x="46304" y="196858"/>
                </a:cubicBezTo>
                <a:lnTo>
                  <a:pt x="47600" y="196947"/>
                </a:lnTo>
                <a:lnTo>
                  <a:pt x="98387" y="196947"/>
                </a:lnTo>
                <a:lnTo>
                  <a:pt x="99682" y="196858"/>
                </a:lnTo>
                <a:cubicBezTo>
                  <a:pt x="104894" y="196141"/>
                  <a:pt x="108537" y="191335"/>
                  <a:pt x="107820" y="186124"/>
                </a:cubicBezTo>
                <a:cubicBezTo>
                  <a:pt x="107238" y="181894"/>
                  <a:pt x="103912" y="178568"/>
                  <a:pt x="99682" y="177986"/>
                </a:cubicBezTo>
                <a:lnTo>
                  <a:pt x="98387" y="177897"/>
                </a:lnTo>
                <a:close/>
                <a:moveTo>
                  <a:pt x="161887" y="76297"/>
                </a:moveTo>
                <a:lnTo>
                  <a:pt x="47612" y="76297"/>
                </a:lnTo>
                <a:lnTo>
                  <a:pt x="46317" y="76386"/>
                </a:lnTo>
                <a:cubicBezTo>
                  <a:pt x="41105" y="77103"/>
                  <a:pt x="37462" y="81909"/>
                  <a:pt x="38179" y="87120"/>
                </a:cubicBezTo>
                <a:cubicBezTo>
                  <a:pt x="38761" y="91350"/>
                  <a:pt x="42087" y="94676"/>
                  <a:pt x="46317" y="95258"/>
                </a:cubicBezTo>
                <a:lnTo>
                  <a:pt x="47612" y="95347"/>
                </a:lnTo>
                <a:lnTo>
                  <a:pt x="161912" y="95347"/>
                </a:lnTo>
                <a:lnTo>
                  <a:pt x="163195" y="95258"/>
                </a:lnTo>
                <a:cubicBezTo>
                  <a:pt x="168406" y="94541"/>
                  <a:pt x="172050" y="89735"/>
                  <a:pt x="171333" y="84524"/>
                </a:cubicBezTo>
                <a:cubicBezTo>
                  <a:pt x="170751" y="80294"/>
                  <a:pt x="167425" y="76968"/>
                  <a:pt x="163195" y="76386"/>
                </a:cubicBezTo>
                <a:lnTo>
                  <a:pt x="161900" y="76297"/>
                </a:lnTo>
                <a:close/>
                <a:moveTo>
                  <a:pt x="184150" y="108047"/>
                </a:moveTo>
                <a:cubicBezTo>
                  <a:pt x="194158" y="108047"/>
                  <a:pt x="203175" y="112251"/>
                  <a:pt x="209550" y="118982"/>
                </a:cubicBezTo>
                <a:cubicBezTo>
                  <a:pt x="215683" y="125462"/>
                  <a:pt x="219093" y="134050"/>
                  <a:pt x="219075" y="142972"/>
                </a:cubicBezTo>
                <a:cubicBezTo>
                  <a:pt x="219090" y="151890"/>
                  <a:pt x="215680" y="160473"/>
                  <a:pt x="209550" y="166949"/>
                </a:cubicBezTo>
                <a:cubicBezTo>
                  <a:pt x="196308" y="180974"/>
                  <a:pt x="174203" y="181608"/>
                  <a:pt x="160179" y="168365"/>
                </a:cubicBezTo>
                <a:cubicBezTo>
                  <a:pt x="146154" y="155123"/>
                  <a:pt x="145521" y="133019"/>
                  <a:pt x="158763" y="118994"/>
                </a:cubicBezTo>
                <a:cubicBezTo>
                  <a:pt x="165359" y="112008"/>
                  <a:pt x="174542" y="108049"/>
                  <a:pt x="184150" y="108047"/>
                </a:cubicBezTo>
                <a:close/>
                <a:moveTo>
                  <a:pt x="120650" y="209647"/>
                </a:moveTo>
                <a:cubicBezTo>
                  <a:pt x="120650" y="199126"/>
                  <a:pt x="129179" y="190597"/>
                  <a:pt x="139700" y="190597"/>
                </a:cubicBezTo>
                <a:lnTo>
                  <a:pt x="228600" y="190597"/>
                </a:lnTo>
                <a:cubicBezTo>
                  <a:pt x="239121" y="190597"/>
                  <a:pt x="247650" y="199126"/>
                  <a:pt x="247650" y="209647"/>
                </a:cubicBezTo>
                <a:lnTo>
                  <a:pt x="247650" y="215997"/>
                </a:lnTo>
                <a:cubicBezTo>
                  <a:pt x="247650" y="241029"/>
                  <a:pt x="224028" y="266797"/>
                  <a:pt x="184150" y="266797"/>
                </a:cubicBezTo>
                <a:cubicBezTo>
                  <a:pt x="161493" y="266797"/>
                  <a:pt x="144094" y="258491"/>
                  <a:pt x="133274" y="246731"/>
                </a:cubicBezTo>
                <a:cubicBezTo>
                  <a:pt x="125044" y="237777"/>
                  <a:pt x="120650" y="226817"/>
                  <a:pt x="120650" y="215997"/>
                </a:cubicBezTo>
                <a:lnTo>
                  <a:pt x="120650" y="209647"/>
                </a:ln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7" name="Freeform: Shape 116" descr="Icon of a magnifying glass over a rectangle with contents inside">
            <a:extLst>
              <a:ext uri="{FF2B5EF4-FFF2-40B4-BE49-F238E27FC236}">
                <a16:creationId xmlns:a16="http://schemas.microsoft.com/office/drawing/2014/main" id="{5A82AD06-9D49-9A1D-5959-B559D4F1B64A}"/>
              </a:ext>
            </a:extLst>
          </p:cNvPr>
          <p:cNvSpPr/>
          <p:nvPr/>
        </p:nvSpPr>
        <p:spPr>
          <a:xfrm>
            <a:off x="2619577" y="2091859"/>
            <a:ext cx="237787" cy="203816"/>
          </a:xfrm>
          <a:custGeom>
            <a:avLst/>
            <a:gdLst>
              <a:gd name="connsiteX0" fmla="*/ 68329 w 318854"/>
              <a:gd name="connsiteY0" fmla="*/ 128925 h 273302"/>
              <a:gd name="connsiteX1" fmla="*/ 22779 w 318854"/>
              <a:gd name="connsiteY1" fmla="*/ 174429 h 273302"/>
              <a:gd name="connsiteX2" fmla="*/ 68329 w 318854"/>
              <a:gd name="connsiteY2" fmla="*/ 219932 h 273302"/>
              <a:gd name="connsiteX3" fmla="*/ 113879 w 318854"/>
              <a:gd name="connsiteY3" fmla="*/ 174429 h 273302"/>
              <a:gd name="connsiteX4" fmla="*/ 68329 w 318854"/>
              <a:gd name="connsiteY4" fmla="*/ 128925 h 273302"/>
              <a:gd name="connsiteX5" fmla="*/ 56940 w 318854"/>
              <a:gd name="connsiteY5" fmla="*/ 107129 h 273302"/>
              <a:gd name="connsiteX6" fmla="*/ 107914 w 318854"/>
              <a:gd name="connsiteY6" fmla="*/ 118794 h 273302"/>
              <a:gd name="connsiteX7" fmla="*/ 124022 w 318854"/>
              <a:gd name="connsiteY7" fmla="*/ 213970 h 273302"/>
              <a:gd name="connsiteX8" fmla="*/ 163680 w 318854"/>
              <a:gd name="connsiteY8" fmla="*/ 253604 h 273302"/>
              <a:gd name="connsiteX9" fmla="*/ 164247 w 318854"/>
              <a:gd name="connsiteY9" fmla="*/ 254172 h 273302"/>
              <a:gd name="connsiteX10" fmla="*/ 163680 w 318854"/>
              <a:gd name="connsiteY10" fmla="*/ 270249 h 273302"/>
              <a:gd name="connsiteX11" fmla="*/ 147586 w 318854"/>
              <a:gd name="connsiteY11" fmla="*/ 269683 h 273302"/>
              <a:gd name="connsiteX12" fmla="*/ 107912 w 318854"/>
              <a:gd name="connsiteY12" fmla="*/ 230063 h 273302"/>
              <a:gd name="connsiteX13" fmla="*/ 68329 w 318854"/>
              <a:gd name="connsiteY13" fmla="*/ 242683 h 273302"/>
              <a:gd name="connsiteX14" fmla="*/ 28747 w 318854"/>
              <a:gd name="connsiteY14" fmla="*/ 230063 h 273302"/>
              <a:gd name="connsiteX15" fmla="*/ 12639 w 318854"/>
              <a:gd name="connsiteY15" fmla="*/ 134886 h 273302"/>
              <a:gd name="connsiteX16" fmla="*/ 56940 w 318854"/>
              <a:gd name="connsiteY16" fmla="*/ 107129 h 273302"/>
              <a:gd name="connsiteX17" fmla="*/ 87309 w 318854"/>
              <a:gd name="connsiteY17" fmla="*/ 60671 h 273302"/>
              <a:gd name="connsiteX18" fmla="*/ 75921 w 318854"/>
              <a:gd name="connsiteY18" fmla="*/ 72048 h 273302"/>
              <a:gd name="connsiteX19" fmla="*/ 87309 w 318854"/>
              <a:gd name="connsiteY19" fmla="*/ 83424 h 273302"/>
              <a:gd name="connsiteX20" fmla="*/ 186000 w 318854"/>
              <a:gd name="connsiteY20" fmla="*/ 83424 h 273302"/>
              <a:gd name="connsiteX21" fmla="*/ 197388 w 318854"/>
              <a:gd name="connsiteY21" fmla="*/ 72048 h 273302"/>
              <a:gd name="connsiteX22" fmla="*/ 186000 w 318854"/>
              <a:gd name="connsiteY22" fmla="*/ 60671 h 273302"/>
              <a:gd name="connsiteX23" fmla="*/ 56943 w 318854"/>
              <a:gd name="connsiteY23" fmla="*/ 0 h 273302"/>
              <a:gd name="connsiteX24" fmla="*/ 277100 w 318854"/>
              <a:gd name="connsiteY24" fmla="*/ 0 h 273302"/>
              <a:gd name="connsiteX25" fmla="*/ 318854 w 318854"/>
              <a:gd name="connsiteY25" fmla="*/ 41712 h 273302"/>
              <a:gd name="connsiteX26" fmla="*/ 318854 w 318854"/>
              <a:gd name="connsiteY26" fmla="*/ 200973 h 273302"/>
              <a:gd name="connsiteX27" fmla="*/ 277100 w 318854"/>
              <a:gd name="connsiteY27" fmla="*/ 242685 h 273302"/>
              <a:gd name="connsiteX28" fmla="*/ 174233 w 318854"/>
              <a:gd name="connsiteY28" fmla="*/ 242685 h 273302"/>
              <a:gd name="connsiteX29" fmla="*/ 143107 w 318854"/>
              <a:gd name="connsiteY29" fmla="*/ 211592 h 273302"/>
              <a:gd name="connsiteX30" fmla="*/ 151838 w 318854"/>
              <a:gd name="connsiteY30" fmla="*/ 174431 h 273302"/>
              <a:gd name="connsiteX31" fmla="*/ 216366 w 318854"/>
              <a:gd name="connsiteY31" fmla="*/ 174431 h 273302"/>
              <a:gd name="connsiteX32" fmla="*/ 227754 w 318854"/>
              <a:gd name="connsiteY32" fmla="*/ 163055 h 273302"/>
              <a:gd name="connsiteX33" fmla="*/ 216366 w 318854"/>
              <a:gd name="connsiteY33" fmla="*/ 151678 h 273302"/>
              <a:gd name="connsiteX34" fmla="*/ 148694 w 318854"/>
              <a:gd name="connsiteY34" fmla="*/ 151678 h 273302"/>
              <a:gd name="connsiteX35" fmla="*/ 138339 w 318854"/>
              <a:gd name="connsiteY35" fmla="*/ 128927 h 273302"/>
              <a:gd name="connsiteX36" fmla="*/ 246733 w 318854"/>
              <a:gd name="connsiteY36" fmla="*/ 128927 h 273302"/>
              <a:gd name="connsiteX37" fmla="*/ 258121 w 318854"/>
              <a:gd name="connsiteY37" fmla="*/ 117551 h 273302"/>
              <a:gd name="connsiteX38" fmla="*/ 246733 w 318854"/>
              <a:gd name="connsiteY38" fmla="*/ 106175 h 273302"/>
              <a:gd name="connsiteX39" fmla="*/ 116354 w 318854"/>
              <a:gd name="connsiteY39" fmla="*/ 106175 h 273302"/>
              <a:gd name="connsiteX40" fmla="*/ 68330 w 318854"/>
              <a:gd name="connsiteY40" fmla="*/ 91007 h 273302"/>
              <a:gd name="connsiteX41" fmla="*/ 15188 w 318854"/>
              <a:gd name="connsiteY41" fmla="*/ 110073 h 273302"/>
              <a:gd name="connsiteX42" fmla="*/ 15188 w 318854"/>
              <a:gd name="connsiteY42" fmla="*/ 41712 h 273302"/>
              <a:gd name="connsiteX43" fmla="*/ 56943 w 318854"/>
              <a:gd name="connsiteY43" fmla="*/ 0 h 273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18854" h="273302">
                <a:moveTo>
                  <a:pt x="68329" y="128925"/>
                </a:moveTo>
                <a:cubicBezTo>
                  <a:pt x="43173" y="128925"/>
                  <a:pt x="22779" y="149297"/>
                  <a:pt x="22779" y="174429"/>
                </a:cubicBezTo>
                <a:cubicBezTo>
                  <a:pt x="22779" y="199560"/>
                  <a:pt x="43173" y="219932"/>
                  <a:pt x="68329" y="219932"/>
                </a:cubicBezTo>
                <a:cubicBezTo>
                  <a:pt x="93486" y="219932"/>
                  <a:pt x="113879" y="199560"/>
                  <a:pt x="113879" y="174429"/>
                </a:cubicBezTo>
                <a:cubicBezTo>
                  <a:pt x="113879" y="149297"/>
                  <a:pt x="93486" y="128925"/>
                  <a:pt x="68329" y="128925"/>
                </a:cubicBezTo>
                <a:close/>
                <a:moveTo>
                  <a:pt x="56940" y="107129"/>
                </a:moveTo>
                <a:cubicBezTo>
                  <a:pt x="74182" y="104217"/>
                  <a:pt x="92535" y="107875"/>
                  <a:pt x="107914" y="118794"/>
                </a:cubicBezTo>
                <a:cubicBezTo>
                  <a:pt x="138669" y="140633"/>
                  <a:pt x="145882" y="183246"/>
                  <a:pt x="124022" y="213970"/>
                </a:cubicBezTo>
                <a:lnTo>
                  <a:pt x="163680" y="253604"/>
                </a:lnTo>
                <a:cubicBezTo>
                  <a:pt x="163876" y="253787"/>
                  <a:pt x="164066" y="253977"/>
                  <a:pt x="164247" y="254172"/>
                </a:cubicBezTo>
                <a:cubicBezTo>
                  <a:pt x="168535" y="258770"/>
                  <a:pt x="168280" y="265966"/>
                  <a:pt x="163680" y="270249"/>
                </a:cubicBezTo>
                <a:cubicBezTo>
                  <a:pt x="159079" y="274533"/>
                  <a:pt x="151873" y="274278"/>
                  <a:pt x="147586" y="269683"/>
                </a:cubicBezTo>
                <a:lnTo>
                  <a:pt x="107912" y="230063"/>
                </a:lnTo>
                <a:cubicBezTo>
                  <a:pt x="96358" y="238291"/>
                  <a:pt x="82517" y="242705"/>
                  <a:pt x="68329" y="242683"/>
                </a:cubicBezTo>
                <a:cubicBezTo>
                  <a:pt x="54143" y="242683"/>
                  <a:pt x="40310" y="238272"/>
                  <a:pt x="28747" y="230063"/>
                </a:cubicBezTo>
                <a:cubicBezTo>
                  <a:pt x="-2010" y="208223"/>
                  <a:pt x="-9222" y="165612"/>
                  <a:pt x="12639" y="134886"/>
                </a:cubicBezTo>
                <a:cubicBezTo>
                  <a:pt x="23570" y="119523"/>
                  <a:pt x="39699" y="110040"/>
                  <a:pt x="56940" y="107129"/>
                </a:cubicBezTo>
                <a:close/>
                <a:moveTo>
                  <a:pt x="87309" y="60671"/>
                </a:moveTo>
                <a:cubicBezTo>
                  <a:pt x="81019" y="60671"/>
                  <a:pt x="75921" y="65764"/>
                  <a:pt x="75921" y="72048"/>
                </a:cubicBezTo>
                <a:cubicBezTo>
                  <a:pt x="75921" y="78330"/>
                  <a:pt x="81019" y="83424"/>
                  <a:pt x="87309" y="83424"/>
                </a:cubicBezTo>
                <a:lnTo>
                  <a:pt x="186000" y="83424"/>
                </a:lnTo>
                <a:cubicBezTo>
                  <a:pt x="192290" y="83424"/>
                  <a:pt x="197388" y="78330"/>
                  <a:pt x="197388" y="72048"/>
                </a:cubicBezTo>
                <a:cubicBezTo>
                  <a:pt x="197388" y="65764"/>
                  <a:pt x="192290" y="60671"/>
                  <a:pt x="186000" y="60671"/>
                </a:cubicBezTo>
                <a:close/>
                <a:moveTo>
                  <a:pt x="56943" y="0"/>
                </a:moveTo>
                <a:lnTo>
                  <a:pt x="277100" y="0"/>
                </a:lnTo>
                <a:cubicBezTo>
                  <a:pt x="300161" y="0"/>
                  <a:pt x="318854" y="18674"/>
                  <a:pt x="318854" y="41712"/>
                </a:cubicBezTo>
                <a:lnTo>
                  <a:pt x="318854" y="200973"/>
                </a:lnTo>
                <a:cubicBezTo>
                  <a:pt x="318854" y="224011"/>
                  <a:pt x="300161" y="242685"/>
                  <a:pt x="277100" y="242685"/>
                </a:cubicBezTo>
                <a:lnTo>
                  <a:pt x="174233" y="242685"/>
                </a:lnTo>
                <a:lnTo>
                  <a:pt x="143107" y="211592"/>
                </a:lnTo>
                <a:cubicBezTo>
                  <a:pt x="148694" y="200413"/>
                  <a:pt x="151838" y="187777"/>
                  <a:pt x="151838" y="174431"/>
                </a:cubicBezTo>
                <a:lnTo>
                  <a:pt x="216366" y="174431"/>
                </a:lnTo>
                <a:cubicBezTo>
                  <a:pt x="222656" y="174431"/>
                  <a:pt x="227754" y="169337"/>
                  <a:pt x="227754" y="163055"/>
                </a:cubicBezTo>
                <a:cubicBezTo>
                  <a:pt x="227754" y="156772"/>
                  <a:pt x="222656" y="151678"/>
                  <a:pt x="216366" y="151678"/>
                </a:cubicBezTo>
                <a:lnTo>
                  <a:pt x="148694" y="151678"/>
                </a:lnTo>
                <a:cubicBezTo>
                  <a:pt x="146413" y="143616"/>
                  <a:pt x="142922" y="135945"/>
                  <a:pt x="138339" y="128927"/>
                </a:cubicBezTo>
                <a:lnTo>
                  <a:pt x="246733" y="128927"/>
                </a:lnTo>
                <a:cubicBezTo>
                  <a:pt x="253023" y="128927"/>
                  <a:pt x="258121" y="123833"/>
                  <a:pt x="258121" y="117551"/>
                </a:cubicBezTo>
                <a:cubicBezTo>
                  <a:pt x="258121" y="111269"/>
                  <a:pt x="253023" y="106175"/>
                  <a:pt x="246733" y="106175"/>
                </a:cubicBezTo>
                <a:lnTo>
                  <a:pt x="116354" y="106175"/>
                </a:lnTo>
                <a:cubicBezTo>
                  <a:pt x="102765" y="96619"/>
                  <a:pt x="86200" y="91007"/>
                  <a:pt x="68330" y="91007"/>
                </a:cubicBezTo>
                <a:cubicBezTo>
                  <a:pt x="48135" y="91007"/>
                  <a:pt x="29613" y="98166"/>
                  <a:pt x="15188" y="110073"/>
                </a:cubicBezTo>
                <a:lnTo>
                  <a:pt x="15188" y="41712"/>
                </a:lnTo>
                <a:cubicBezTo>
                  <a:pt x="15188" y="18674"/>
                  <a:pt x="33881" y="0"/>
                  <a:pt x="56943" y="0"/>
                </a:cubicBezTo>
                <a:close/>
              </a:path>
            </a:pathLst>
          </a:custGeom>
          <a:gradFill flip="none" rotWithShape="1">
            <a:gsLst>
              <a:gs pos="0">
                <a:schemeClr val="bg2"/>
              </a:gs>
              <a:gs pos="100000">
                <a:schemeClr val="bg2">
                  <a:lumMod val="50000"/>
                </a:schemeClr>
              </a:gs>
            </a:gsLst>
            <a:path path="circle">
              <a:fillToRect r="100000" b="100000"/>
            </a:path>
            <a:tileRect l="-100000" t="-100000"/>
          </a:gradFill>
          <a:ln w="9525" cap="flat">
            <a:noFill/>
            <a:prstDash val="solid"/>
            <a:miter/>
          </a:ln>
          <a:effectLst>
            <a:outerShdw blurRad="50800" dist="25400" dir="5400000" algn="t" rotWithShape="0">
              <a:srgbClr val="F7F7F8">
                <a:lumMod val="65000"/>
                <a:alpha val="40000"/>
              </a:srgbClr>
            </a:outerShdw>
          </a:effectLst>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454142"/>
              </a:solidFill>
              <a:effectLst/>
              <a:uLnTx/>
              <a:uFillTx/>
              <a:latin typeface="Segoe Sans Text"/>
              <a:ea typeface="+mn-ea"/>
              <a:cs typeface="+mn-cs"/>
            </a:endParaRPr>
          </a:p>
        </p:txBody>
      </p:sp>
      <p:sp>
        <p:nvSpPr>
          <p:cNvPr id="118" name="Title 117">
            <a:extLst>
              <a:ext uri="{FF2B5EF4-FFF2-40B4-BE49-F238E27FC236}">
                <a16:creationId xmlns:a16="http://schemas.microsoft.com/office/drawing/2014/main" id="{E86DC602-A7D3-8A01-E567-22EDC57D591A}"/>
              </a:ext>
            </a:extLst>
          </p:cNvPr>
          <p:cNvSpPr>
            <a:spLocks noGrp="1"/>
          </p:cNvSpPr>
          <p:nvPr>
            <p:ph type="title"/>
          </p:nvPr>
        </p:nvSpPr>
        <p:spPr>
          <a:xfrm>
            <a:off x="588263" y="457200"/>
            <a:ext cx="11018520" cy="430887"/>
          </a:xfrm>
        </p:spPr>
        <p:txBody>
          <a:bodyPr/>
          <a:lstStyle/>
          <a:p>
            <a:r>
              <a:rPr lang="en-US" noProof="0"/>
              <a:t>What does the contract lifecycle process look like? </a:t>
            </a:r>
          </a:p>
        </p:txBody>
      </p:sp>
    </p:spTree>
    <p:extLst>
      <p:ext uri="{BB962C8B-B14F-4D97-AF65-F5344CB8AC3E}">
        <p14:creationId xmlns:p14="http://schemas.microsoft.com/office/powerpoint/2010/main" val="828409678"/>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466E21-4885-8A2C-1373-1F261DF1F0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501205454"/>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33CA9F-9A9D-C007-9484-CE3D48572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cxnSp>
        <p:nvCxnSpPr>
          <p:cNvPr id="4" name="Straight Arrow Connector 3">
            <a:extLst>
              <a:ext uri="{FF2B5EF4-FFF2-40B4-BE49-F238E27FC236}">
                <a16:creationId xmlns:a16="http://schemas.microsoft.com/office/drawing/2014/main" id="{23A99160-8AD1-E252-E1A0-DC6F0043D30C}"/>
              </a:ext>
            </a:extLst>
          </p:cNvPr>
          <p:cNvCxnSpPr/>
          <p:nvPr/>
        </p:nvCxnSpPr>
        <p:spPr>
          <a:xfrm>
            <a:off x="6347861" y="966804"/>
            <a:ext cx="0" cy="264695"/>
          </a:xfrm>
          <a:prstGeom prst="straightConnector1">
            <a:avLst/>
          </a:prstGeom>
          <a:ln w="9525">
            <a:headEnd type="triangle"/>
            <a:tailEnd type="triangle"/>
          </a:ln>
        </p:spPr>
        <p:style>
          <a:lnRef idx="2">
            <a:schemeClr val="dk1"/>
          </a:lnRef>
          <a:fillRef idx="0">
            <a:schemeClr val="dk1"/>
          </a:fillRef>
          <a:effectRef idx="1">
            <a:schemeClr val="dk1"/>
          </a:effectRef>
          <a:fontRef idx="minor">
            <a:schemeClr val="tx1"/>
          </a:fontRef>
        </p:style>
      </p:cxnSp>
      <p:cxnSp>
        <p:nvCxnSpPr>
          <p:cNvPr id="5" name="Connector: Elbow 4">
            <a:extLst>
              <a:ext uri="{FF2B5EF4-FFF2-40B4-BE49-F238E27FC236}">
                <a16:creationId xmlns:a16="http://schemas.microsoft.com/office/drawing/2014/main" id="{66B00D9C-9381-3356-6913-EB7398F4D5B3}"/>
              </a:ext>
            </a:extLst>
          </p:cNvPr>
          <p:cNvCxnSpPr>
            <a:cxnSpLocks/>
          </p:cNvCxnSpPr>
          <p:nvPr/>
        </p:nvCxnSpPr>
        <p:spPr>
          <a:xfrm rot="5400000">
            <a:off x="4985887" y="1689237"/>
            <a:ext cx="659333" cy="514948"/>
          </a:xfrm>
          <a:prstGeom prst="bentConnector3">
            <a:avLst>
              <a:gd name="adj1" fmla="val 50000"/>
            </a:avLst>
          </a:prstGeom>
          <a:ln w="9525">
            <a:headEnd type="triangle"/>
            <a:tailEnd type="triangle"/>
          </a:ln>
        </p:spPr>
        <p:style>
          <a:lnRef idx="2">
            <a:schemeClr val="dk1"/>
          </a:lnRef>
          <a:fillRef idx="0">
            <a:schemeClr val="dk1"/>
          </a:fillRef>
          <a:effectRef idx="1">
            <a:schemeClr val="dk1"/>
          </a:effectRef>
          <a:fontRef idx="minor">
            <a:schemeClr val="tx1"/>
          </a:fontRef>
        </p:style>
      </p:cxnSp>
      <p:cxnSp>
        <p:nvCxnSpPr>
          <p:cNvPr id="6" name="Connector: Elbow 5">
            <a:extLst>
              <a:ext uri="{FF2B5EF4-FFF2-40B4-BE49-F238E27FC236}">
                <a16:creationId xmlns:a16="http://schemas.microsoft.com/office/drawing/2014/main" id="{85811CE0-5729-871B-7500-6F5CFA671D2A}"/>
              </a:ext>
            </a:extLst>
          </p:cNvPr>
          <p:cNvCxnSpPr>
            <a:cxnSpLocks/>
          </p:cNvCxnSpPr>
          <p:nvPr/>
        </p:nvCxnSpPr>
        <p:spPr>
          <a:xfrm rot="10800000" flipV="1">
            <a:off x="2126934" y="2422362"/>
            <a:ext cx="1717825" cy="368968"/>
          </a:xfrm>
          <a:prstGeom prst="bentConnector3">
            <a:avLst>
              <a:gd name="adj1" fmla="val 100117"/>
            </a:avLst>
          </a:prstGeom>
          <a:ln w="9525">
            <a:tailEnd type="triangle"/>
          </a:ln>
        </p:spPr>
        <p:style>
          <a:lnRef idx="2">
            <a:schemeClr val="dk1"/>
          </a:lnRef>
          <a:fillRef idx="0">
            <a:schemeClr val="dk1"/>
          </a:fillRef>
          <a:effectRef idx="1">
            <a:schemeClr val="dk1"/>
          </a:effectRef>
          <a:fontRef idx="minor">
            <a:schemeClr val="tx1"/>
          </a:fontRef>
        </p:style>
      </p:cxnSp>
      <p:cxnSp>
        <p:nvCxnSpPr>
          <p:cNvPr id="7" name="Connector: Elbow 6">
            <a:extLst>
              <a:ext uri="{FF2B5EF4-FFF2-40B4-BE49-F238E27FC236}">
                <a16:creationId xmlns:a16="http://schemas.microsoft.com/office/drawing/2014/main" id="{AC5C66DB-F305-A1C3-1B54-379391E9B14D}"/>
              </a:ext>
            </a:extLst>
          </p:cNvPr>
          <p:cNvCxnSpPr>
            <a:cxnSpLocks/>
          </p:cNvCxnSpPr>
          <p:nvPr/>
        </p:nvCxnSpPr>
        <p:spPr>
          <a:xfrm>
            <a:off x="6128085" y="2459790"/>
            <a:ext cx="1556084" cy="320847"/>
          </a:xfrm>
          <a:prstGeom prst="bentConnector3">
            <a:avLst>
              <a:gd name="adj1" fmla="val 99485"/>
            </a:avLst>
          </a:prstGeom>
          <a:ln w="9525">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C6AEA72C-4814-8270-6BBE-B29718F59AE7}"/>
              </a:ext>
            </a:extLst>
          </p:cNvPr>
          <p:cNvCxnSpPr/>
          <p:nvPr/>
        </p:nvCxnSpPr>
        <p:spPr>
          <a:xfrm>
            <a:off x="4978400" y="2641598"/>
            <a:ext cx="0" cy="181815"/>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690F276-CF0D-4094-89CD-CA422765B416}"/>
              </a:ext>
            </a:extLst>
          </p:cNvPr>
          <p:cNvCxnSpPr>
            <a:cxnSpLocks/>
          </p:cNvCxnSpPr>
          <p:nvPr/>
        </p:nvCxnSpPr>
        <p:spPr>
          <a:xfrm>
            <a:off x="2059677" y="3247185"/>
            <a:ext cx="0" cy="394757"/>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B492EBF9-6FC7-B967-E5F1-77688C56463E}"/>
              </a:ext>
            </a:extLst>
          </p:cNvPr>
          <p:cNvCxnSpPr>
            <a:cxnSpLocks/>
          </p:cNvCxnSpPr>
          <p:nvPr/>
        </p:nvCxnSpPr>
        <p:spPr>
          <a:xfrm>
            <a:off x="4985350" y="3247185"/>
            <a:ext cx="0" cy="394757"/>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3E64B768-D59A-8033-B039-895CAD524A9B}"/>
              </a:ext>
            </a:extLst>
          </p:cNvPr>
          <p:cNvCxnSpPr>
            <a:cxnSpLocks/>
          </p:cNvCxnSpPr>
          <p:nvPr/>
        </p:nvCxnSpPr>
        <p:spPr>
          <a:xfrm>
            <a:off x="7745450" y="3247185"/>
            <a:ext cx="0" cy="394757"/>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sp>
        <p:nvSpPr>
          <p:cNvPr id="12" name="Rectangle 11">
            <a:extLst>
              <a:ext uri="{FF2B5EF4-FFF2-40B4-BE49-F238E27FC236}">
                <a16:creationId xmlns:a16="http://schemas.microsoft.com/office/drawing/2014/main" id="{6F74A0BB-9FD2-A85B-6B3B-99EF38204807}"/>
              </a:ext>
            </a:extLst>
          </p:cNvPr>
          <p:cNvSpPr/>
          <p:nvPr/>
        </p:nvSpPr>
        <p:spPr>
          <a:xfrm>
            <a:off x="395207" y="1764224"/>
            <a:ext cx="514949" cy="343545"/>
          </a:xfrm>
          <a:prstGeom prst="rect">
            <a:avLst/>
          </a:prstGeom>
          <a:solidFill>
            <a:srgbClr val="FBFCFE"/>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3" name="Picture 12" descr="AI Model Catalog | Microsoft Foundry Models">
            <a:extLst>
              <a:ext uri="{FF2B5EF4-FFF2-40B4-BE49-F238E27FC236}">
                <a16:creationId xmlns:a16="http://schemas.microsoft.com/office/drawing/2014/main" id="{006C19A5-4CFD-47B7-6ECC-FF179AA7C6F7}"/>
              </a:ext>
            </a:extLst>
          </p:cNvPr>
          <p:cNvPicPr>
            <a:picLocks noChangeAspect="1"/>
          </p:cNvPicPr>
          <p:nvPr/>
        </p:nvPicPr>
        <p:blipFill>
          <a:blip r:embed="rId3"/>
          <a:stretch>
            <a:fillRect/>
          </a:stretch>
        </p:blipFill>
        <p:spPr>
          <a:xfrm>
            <a:off x="395207" y="1764224"/>
            <a:ext cx="575876" cy="302335"/>
          </a:xfrm>
          <a:prstGeom prst="rect">
            <a:avLst/>
          </a:prstGeom>
          <a:ln w="9525">
            <a:noFill/>
          </a:ln>
        </p:spPr>
      </p:pic>
      <p:sp>
        <p:nvSpPr>
          <p:cNvPr id="17" name="Rectangle 16">
            <a:extLst>
              <a:ext uri="{FF2B5EF4-FFF2-40B4-BE49-F238E27FC236}">
                <a16:creationId xmlns:a16="http://schemas.microsoft.com/office/drawing/2014/main" id="{7C4138D2-0291-9237-D901-585CE65BE14B}"/>
              </a:ext>
            </a:extLst>
          </p:cNvPr>
          <p:cNvSpPr/>
          <p:nvPr/>
        </p:nvSpPr>
        <p:spPr>
          <a:xfrm>
            <a:off x="3218574" y="4705664"/>
            <a:ext cx="514949" cy="420382"/>
          </a:xfrm>
          <a:prstGeom prst="rect">
            <a:avLst/>
          </a:prstGeom>
          <a:solidFill>
            <a:srgbClr val="F6F9FD"/>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9" name="Connector: Elbow 18">
            <a:extLst>
              <a:ext uri="{FF2B5EF4-FFF2-40B4-BE49-F238E27FC236}">
                <a16:creationId xmlns:a16="http://schemas.microsoft.com/office/drawing/2014/main" id="{2C491A4A-3E38-8D54-394D-9D7966209F1A}"/>
              </a:ext>
            </a:extLst>
          </p:cNvPr>
          <p:cNvCxnSpPr/>
          <p:nvPr/>
        </p:nvCxnSpPr>
        <p:spPr>
          <a:xfrm rot="16200000" flipH="1">
            <a:off x="2544533" y="3710154"/>
            <a:ext cx="1614792" cy="237988"/>
          </a:xfrm>
          <a:prstGeom prst="bentConnector3">
            <a:avLst>
              <a:gd name="adj1" fmla="val -400"/>
            </a:avLst>
          </a:prstGeom>
          <a:ln w="9525">
            <a:tailEnd type="triangle"/>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7888AF59-06AE-BA67-6478-0F35D5288A27}"/>
              </a:ext>
            </a:extLst>
          </p:cNvPr>
          <p:cNvCxnSpPr/>
          <p:nvPr/>
        </p:nvCxnSpPr>
        <p:spPr>
          <a:xfrm flipH="1">
            <a:off x="3332054" y="3016098"/>
            <a:ext cx="272884" cy="0"/>
          </a:xfrm>
          <a:prstGeom prst="line">
            <a:avLst/>
          </a:prstGeom>
          <a:ln w="9525"/>
        </p:spPr>
        <p:style>
          <a:lnRef idx="2">
            <a:schemeClr val="dk1"/>
          </a:lnRef>
          <a:fillRef idx="0">
            <a:schemeClr val="dk1"/>
          </a:fillRef>
          <a:effectRef idx="1">
            <a:schemeClr val="dk1"/>
          </a:effectRef>
          <a:fontRef idx="minor">
            <a:schemeClr val="tx1"/>
          </a:fontRef>
        </p:style>
      </p:cxnSp>
      <p:cxnSp>
        <p:nvCxnSpPr>
          <p:cNvPr id="21" name="Connector: Elbow 20">
            <a:extLst>
              <a:ext uri="{FF2B5EF4-FFF2-40B4-BE49-F238E27FC236}">
                <a16:creationId xmlns:a16="http://schemas.microsoft.com/office/drawing/2014/main" id="{82265B0E-F34F-ACA2-42FB-073250DFB7B0}"/>
              </a:ext>
            </a:extLst>
          </p:cNvPr>
          <p:cNvCxnSpPr>
            <a:cxnSpLocks/>
          </p:cNvCxnSpPr>
          <p:nvPr/>
        </p:nvCxnSpPr>
        <p:spPr>
          <a:xfrm rot="16200000" flipH="1">
            <a:off x="5462504" y="3712696"/>
            <a:ext cx="1632322" cy="215375"/>
          </a:xfrm>
          <a:prstGeom prst="bentConnector3">
            <a:avLst>
              <a:gd name="adj1" fmla="val 572"/>
            </a:avLst>
          </a:prstGeom>
          <a:ln w="9525">
            <a:tailEnd type="triangle"/>
          </a:ln>
        </p:spPr>
        <p:style>
          <a:lnRef idx="2">
            <a:schemeClr val="dk1"/>
          </a:lnRef>
          <a:fillRef idx="0">
            <a:schemeClr val="dk1"/>
          </a:fillRef>
          <a:effectRef idx="1">
            <a:schemeClr val="dk1"/>
          </a:effectRef>
          <a:fontRef idx="minor">
            <a:schemeClr val="tx1"/>
          </a:fontRef>
        </p:style>
      </p:cxnSp>
      <p:cxnSp>
        <p:nvCxnSpPr>
          <p:cNvPr id="22" name="Connector: Elbow 21">
            <a:extLst>
              <a:ext uri="{FF2B5EF4-FFF2-40B4-BE49-F238E27FC236}">
                <a16:creationId xmlns:a16="http://schemas.microsoft.com/office/drawing/2014/main" id="{3F90D167-4A1F-9C9E-1086-B474E5DA4135}"/>
              </a:ext>
            </a:extLst>
          </p:cNvPr>
          <p:cNvCxnSpPr>
            <a:cxnSpLocks/>
          </p:cNvCxnSpPr>
          <p:nvPr/>
        </p:nvCxnSpPr>
        <p:spPr>
          <a:xfrm rot="16200000" flipH="1">
            <a:off x="-267526" y="4208903"/>
            <a:ext cx="2074742" cy="1350507"/>
          </a:xfrm>
          <a:prstGeom prst="bentConnector3">
            <a:avLst>
              <a:gd name="adj1" fmla="val 99848"/>
            </a:avLst>
          </a:prstGeom>
          <a:ln w="9525">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7616D3D0-BF00-C513-BFD8-0F39B40A7589}"/>
              </a:ext>
            </a:extLst>
          </p:cNvPr>
          <p:cNvCxnSpPr>
            <a:cxnSpLocks/>
          </p:cNvCxnSpPr>
          <p:nvPr/>
        </p:nvCxnSpPr>
        <p:spPr>
          <a:xfrm flipH="1">
            <a:off x="94591" y="3846785"/>
            <a:ext cx="437058" cy="0"/>
          </a:xfrm>
          <a:prstGeom prst="line">
            <a:avLst/>
          </a:prstGeom>
          <a:ln w="9525"/>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91668F3B-8D63-7B14-C310-F06E6F2469AA}"/>
              </a:ext>
            </a:extLst>
          </p:cNvPr>
          <p:cNvCxnSpPr>
            <a:cxnSpLocks/>
          </p:cNvCxnSpPr>
          <p:nvPr/>
        </p:nvCxnSpPr>
        <p:spPr>
          <a:xfrm flipH="1">
            <a:off x="94591" y="3004223"/>
            <a:ext cx="490889" cy="0"/>
          </a:xfrm>
          <a:prstGeom prst="line">
            <a:avLst/>
          </a:prstGeom>
          <a:ln w="9525"/>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EC017F6D-1F33-6BC5-3E1F-9B3BB446AC11}"/>
              </a:ext>
            </a:extLst>
          </p:cNvPr>
          <p:cNvCxnSpPr>
            <a:cxnSpLocks/>
          </p:cNvCxnSpPr>
          <p:nvPr/>
        </p:nvCxnSpPr>
        <p:spPr>
          <a:xfrm flipV="1">
            <a:off x="94591" y="3004223"/>
            <a:ext cx="0" cy="881977"/>
          </a:xfrm>
          <a:prstGeom prst="line">
            <a:avLst/>
          </a:prstGeom>
          <a:ln w="9525"/>
        </p:spPr>
        <p:style>
          <a:lnRef idx="2">
            <a:schemeClr val="dk1"/>
          </a:lnRef>
          <a:fillRef idx="0">
            <a:schemeClr val="dk1"/>
          </a:fillRef>
          <a:effectRef idx="1">
            <a:schemeClr val="dk1"/>
          </a:effectRef>
          <a:fontRef idx="minor">
            <a:schemeClr val="tx1"/>
          </a:fontRef>
        </p:style>
      </p:cxnSp>
      <p:cxnSp>
        <p:nvCxnSpPr>
          <p:cNvPr id="26" name="Connector: Elbow 25">
            <a:extLst>
              <a:ext uri="{FF2B5EF4-FFF2-40B4-BE49-F238E27FC236}">
                <a16:creationId xmlns:a16="http://schemas.microsoft.com/office/drawing/2014/main" id="{9415B4E8-71D6-EB3B-113B-A530A90AFE36}"/>
              </a:ext>
            </a:extLst>
          </p:cNvPr>
          <p:cNvCxnSpPr>
            <a:cxnSpLocks/>
          </p:cNvCxnSpPr>
          <p:nvPr/>
        </p:nvCxnSpPr>
        <p:spPr>
          <a:xfrm rot="10800000">
            <a:off x="6128085" y="2356574"/>
            <a:ext cx="3443626" cy="1219898"/>
          </a:xfrm>
          <a:prstGeom prst="bentConnector3">
            <a:avLst>
              <a:gd name="adj1" fmla="val 10081"/>
            </a:avLst>
          </a:prstGeom>
          <a:ln w="9525">
            <a:solidFill>
              <a:srgbClr val="EE0000"/>
            </a:solidFill>
            <a:prstDash val="dash"/>
            <a:headEnd type="triangle"/>
            <a:tailEnd type="triangle"/>
          </a:ln>
        </p:spPr>
        <p:style>
          <a:lnRef idx="2">
            <a:schemeClr val="dk1"/>
          </a:lnRef>
          <a:fillRef idx="0">
            <a:schemeClr val="dk1"/>
          </a:fillRef>
          <a:effectRef idx="1">
            <a:schemeClr val="dk1"/>
          </a:effectRef>
          <a:fontRef idx="minor">
            <a:schemeClr val="tx1"/>
          </a:fontRef>
        </p:style>
      </p:cxnSp>
      <p:cxnSp>
        <p:nvCxnSpPr>
          <p:cNvPr id="2" name="Straight Arrow Connector 1">
            <a:extLst>
              <a:ext uri="{FF2B5EF4-FFF2-40B4-BE49-F238E27FC236}">
                <a16:creationId xmlns:a16="http://schemas.microsoft.com/office/drawing/2014/main" id="{CF53344B-EBFF-EBB7-6997-9EE5E353D3E5}"/>
              </a:ext>
            </a:extLst>
          </p:cNvPr>
          <p:cNvCxnSpPr>
            <a:cxnSpLocks/>
          </p:cNvCxnSpPr>
          <p:nvPr/>
        </p:nvCxnSpPr>
        <p:spPr>
          <a:xfrm>
            <a:off x="2835254" y="4949172"/>
            <a:ext cx="322393" cy="0"/>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cxnSp>
        <p:nvCxnSpPr>
          <p:cNvPr id="36" name="Connector: Elbow 35">
            <a:extLst>
              <a:ext uri="{FF2B5EF4-FFF2-40B4-BE49-F238E27FC236}">
                <a16:creationId xmlns:a16="http://schemas.microsoft.com/office/drawing/2014/main" id="{65B34ECE-E155-E9A3-B692-6BB333C83A79}"/>
              </a:ext>
            </a:extLst>
          </p:cNvPr>
          <p:cNvCxnSpPr/>
          <p:nvPr/>
        </p:nvCxnSpPr>
        <p:spPr>
          <a:xfrm>
            <a:off x="8733709" y="3132341"/>
            <a:ext cx="127992" cy="1806145"/>
          </a:xfrm>
          <a:prstGeom prst="bentConnector3">
            <a:avLst>
              <a:gd name="adj1" fmla="val 254631"/>
            </a:avLst>
          </a:prstGeom>
          <a:ln w="9525">
            <a:tailEnd type="triangle"/>
          </a:ln>
        </p:spPr>
        <p:style>
          <a:lnRef idx="2">
            <a:schemeClr val="dk1"/>
          </a:lnRef>
          <a:fillRef idx="0">
            <a:schemeClr val="dk1"/>
          </a:fillRef>
          <a:effectRef idx="1">
            <a:schemeClr val="dk1"/>
          </a:effectRef>
          <a:fontRef idx="minor">
            <a:schemeClr val="tx1"/>
          </a:fontRef>
        </p:style>
      </p:cxnSp>
      <p:cxnSp>
        <p:nvCxnSpPr>
          <p:cNvPr id="43" name="Connector: Elbow 42">
            <a:extLst>
              <a:ext uri="{FF2B5EF4-FFF2-40B4-BE49-F238E27FC236}">
                <a16:creationId xmlns:a16="http://schemas.microsoft.com/office/drawing/2014/main" id="{E02A821F-BEDC-B571-D7D5-7BCC82E10E2B}"/>
              </a:ext>
            </a:extLst>
          </p:cNvPr>
          <p:cNvCxnSpPr>
            <a:cxnSpLocks/>
          </p:cNvCxnSpPr>
          <p:nvPr/>
        </p:nvCxnSpPr>
        <p:spPr>
          <a:xfrm rot="10800000">
            <a:off x="9144001" y="2160194"/>
            <a:ext cx="464535" cy="435723"/>
          </a:xfrm>
          <a:prstGeom prst="bentConnector3">
            <a:avLst>
              <a:gd name="adj1" fmla="val 50000"/>
            </a:avLst>
          </a:prstGeom>
          <a:ln w="9525">
            <a:solidFill>
              <a:schemeClr val="bg1">
                <a:lumMod val="50000"/>
              </a:schemeClr>
            </a:solidFill>
            <a:prstDash val="dash"/>
            <a:headEnd type="triangle"/>
            <a:tailEnd type="triangle"/>
          </a:ln>
        </p:spPr>
        <p:style>
          <a:lnRef idx="2">
            <a:schemeClr val="dk1"/>
          </a:lnRef>
          <a:fillRef idx="0">
            <a:schemeClr val="dk1"/>
          </a:fillRef>
          <a:effectRef idx="1">
            <a:schemeClr val="dk1"/>
          </a:effectRef>
          <a:fontRef idx="minor">
            <a:schemeClr val="tx1"/>
          </a:fontRef>
        </p:style>
      </p:cxnSp>
      <p:cxnSp>
        <p:nvCxnSpPr>
          <p:cNvPr id="47" name="Connector: Elbow 46">
            <a:extLst>
              <a:ext uri="{FF2B5EF4-FFF2-40B4-BE49-F238E27FC236}">
                <a16:creationId xmlns:a16="http://schemas.microsoft.com/office/drawing/2014/main" id="{5919DD7A-772C-BE96-AEDF-328B73938C4C}"/>
              </a:ext>
            </a:extLst>
          </p:cNvPr>
          <p:cNvCxnSpPr/>
          <p:nvPr/>
        </p:nvCxnSpPr>
        <p:spPr>
          <a:xfrm flipV="1">
            <a:off x="8727572" y="742649"/>
            <a:ext cx="163029" cy="2137845"/>
          </a:xfrm>
          <a:prstGeom prst="bentConnector3">
            <a:avLst>
              <a:gd name="adj1" fmla="val 210106"/>
            </a:avLst>
          </a:prstGeom>
          <a:ln w="9525">
            <a:solidFill>
              <a:schemeClr val="accent3"/>
            </a:solidFill>
            <a:prstDash val="dash"/>
            <a:tailEnd type="triangle"/>
          </a:ln>
        </p:spPr>
        <p:style>
          <a:lnRef idx="2">
            <a:schemeClr val="dk1"/>
          </a:lnRef>
          <a:fillRef idx="0">
            <a:schemeClr val="dk1"/>
          </a:fillRef>
          <a:effectRef idx="1">
            <a:schemeClr val="dk1"/>
          </a:effectRef>
          <a:fontRef idx="minor">
            <a:schemeClr val="tx1"/>
          </a:fontRef>
        </p:style>
      </p:cxnSp>
      <p:sp>
        <p:nvSpPr>
          <p:cNvPr id="49" name="Rectangle 48">
            <a:extLst>
              <a:ext uri="{FF2B5EF4-FFF2-40B4-BE49-F238E27FC236}">
                <a16:creationId xmlns:a16="http://schemas.microsoft.com/office/drawing/2014/main" id="{FA5000B5-F491-4C1A-9671-1FDB43196BAD}"/>
              </a:ext>
            </a:extLst>
          </p:cNvPr>
          <p:cNvSpPr/>
          <p:nvPr/>
        </p:nvSpPr>
        <p:spPr>
          <a:xfrm>
            <a:off x="5946666" y="6382389"/>
            <a:ext cx="1350122" cy="302335"/>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Aptos" panose="02110004020202020204"/>
                <a:ea typeface="+mn-ea"/>
                <a:cs typeface="+mn-cs"/>
              </a:rPr>
              <a:t>Microsoft Foundry</a:t>
            </a:r>
            <a:endParaRPr kumimoji="0" lang="en-DE" sz="10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2" name="Rectangle 51">
            <a:extLst>
              <a:ext uri="{FF2B5EF4-FFF2-40B4-BE49-F238E27FC236}">
                <a16:creationId xmlns:a16="http://schemas.microsoft.com/office/drawing/2014/main" id="{6F9D2138-C18B-9172-8A87-A24300677CD1}"/>
              </a:ext>
            </a:extLst>
          </p:cNvPr>
          <p:cNvSpPr/>
          <p:nvPr/>
        </p:nvSpPr>
        <p:spPr>
          <a:xfrm>
            <a:off x="5709474" y="6374672"/>
            <a:ext cx="325599" cy="294680"/>
          </a:xfrm>
          <a:prstGeom prst="rect">
            <a:avLst/>
          </a:prstGeom>
          <a:solidFill>
            <a:srgbClr val="FBFCFE"/>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4" name="Picture 53" descr="AI Model Catalog | Microsoft Foundry Models">
            <a:extLst>
              <a:ext uri="{FF2B5EF4-FFF2-40B4-BE49-F238E27FC236}">
                <a16:creationId xmlns:a16="http://schemas.microsoft.com/office/drawing/2014/main" id="{C1374FB5-02EF-2E3A-D9AE-53D07DF2D6F6}"/>
              </a:ext>
            </a:extLst>
          </p:cNvPr>
          <p:cNvPicPr>
            <a:picLocks noChangeAspect="1"/>
          </p:cNvPicPr>
          <p:nvPr/>
        </p:nvPicPr>
        <p:blipFill>
          <a:blip r:embed="rId3"/>
          <a:stretch>
            <a:fillRect/>
          </a:stretch>
        </p:blipFill>
        <p:spPr>
          <a:xfrm>
            <a:off x="5602034" y="6399220"/>
            <a:ext cx="493966" cy="259332"/>
          </a:xfrm>
          <a:prstGeom prst="rect">
            <a:avLst/>
          </a:prstGeom>
          <a:ln w="9525">
            <a:noFill/>
          </a:ln>
        </p:spPr>
      </p:pic>
      <p:sp>
        <p:nvSpPr>
          <p:cNvPr id="57" name="Rectangle 56">
            <a:extLst>
              <a:ext uri="{FF2B5EF4-FFF2-40B4-BE49-F238E27FC236}">
                <a16:creationId xmlns:a16="http://schemas.microsoft.com/office/drawing/2014/main" id="{5FDB73D9-BFF2-AC3F-51C6-B134B30ACF4D}"/>
              </a:ext>
            </a:extLst>
          </p:cNvPr>
          <p:cNvSpPr/>
          <p:nvPr/>
        </p:nvSpPr>
        <p:spPr>
          <a:xfrm>
            <a:off x="9314236" y="4712383"/>
            <a:ext cx="535723" cy="435724"/>
          </a:xfrm>
          <a:prstGeom prst="rect">
            <a:avLst/>
          </a:prstGeom>
          <a:solidFill>
            <a:srgbClr val="FDFAF5"/>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1" name="Picture 60" descr="JDBC vs ODBC: How to Choose the Best Option?">
            <a:extLst>
              <a:ext uri="{FF2B5EF4-FFF2-40B4-BE49-F238E27FC236}">
                <a16:creationId xmlns:a16="http://schemas.microsoft.com/office/drawing/2014/main" id="{7F96FD5E-0A36-F167-492B-4B37D3247D95}"/>
              </a:ext>
            </a:extLst>
          </p:cNvPr>
          <p:cNvPicPr>
            <a:picLocks noChangeAspect="1"/>
          </p:cNvPicPr>
          <p:nvPr/>
        </p:nvPicPr>
        <p:blipFill>
          <a:blip r:embed="rId4"/>
          <a:stretch>
            <a:fillRect/>
          </a:stretch>
        </p:blipFill>
        <p:spPr>
          <a:xfrm>
            <a:off x="9193096" y="4618133"/>
            <a:ext cx="771236" cy="673547"/>
          </a:xfrm>
          <a:prstGeom prst="rect">
            <a:avLst/>
          </a:prstGeom>
        </p:spPr>
      </p:pic>
      <p:cxnSp>
        <p:nvCxnSpPr>
          <p:cNvPr id="65" name="Connector: Elbow 64">
            <a:extLst>
              <a:ext uri="{FF2B5EF4-FFF2-40B4-BE49-F238E27FC236}">
                <a16:creationId xmlns:a16="http://schemas.microsoft.com/office/drawing/2014/main" id="{D527C8C4-D1FD-E332-5E86-CA102EA0E634}"/>
              </a:ext>
            </a:extLst>
          </p:cNvPr>
          <p:cNvCxnSpPr/>
          <p:nvPr/>
        </p:nvCxnSpPr>
        <p:spPr>
          <a:xfrm flipH="1">
            <a:off x="8890601" y="3978602"/>
            <a:ext cx="270305" cy="1942926"/>
          </a:xfrm>
          <a:prstGeom prst="bentConnector3">
            <a:avLst>
              <a:gd name="adj1" fmla="val -21001"/>
            </a:avLst>
          </a:prstGeom>
          <a:ln w="9525">
            <a:tailEnd type="triangle"/>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C268F1FE-2BFA-85AB-C9C2-27DFD73762ED}"/>
              </a:ext>
            </a:extLst>
          </p:cNvPr>
          <p:cNvSpPr txBox="1"/>
          <p:nvPr/>
        </p:nvSpPr>
        <p:spPr>
          <a:xfrm>
            <a:off x="4757468" y="1816526"/>
            <a:ext cx="143020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highlight>
                  <a:srgbClr val="F6F9FD"/>
                </a:highlight>
                <a:uLnTx/>
                <a:uFillTx/>
                <a:latin typeface="Aptos" panose="02110004020202020204"/>
                <a:ea typeface="+mn-ea"/>
                <a:cs typeface="+mn-cs"/>
              </a:rPr>
              <a:t>request – grounded answers</a:t>
            </a:r>
            <a:endParaRPr kumimoji="0" lang="en-DE" sz="800" b="0" i="0" u="none" strike="noStrike" kern="1200" cap="none" spc="0" normalizeH="0" baseline="0" noProof="0">
              <a:ln>
                <a:noFill/>
              </a:ln>
              <a:solidFill>
                <a:prstClr val="black"/>
              </a:solidFill>
              <a:effectLst/>
              <a:highlight>
                <a:srgbClr val="F6F9FD"/>
              </a:highlight>
              <a:uLnTx/>
              <a:uFillTx/>
              <a:latin typeface="Aptos" panose="02110004020202020204"/>
              <a:ea typeface="+mn-ea"/>
              <a:cs typeface="+mn-cs"/>
            </a:endParaRPr>
          </a:p>
        </p:txBody>
      </p:sp>
      <p:sp>
        <p:nvSpPr>
          <p:cNvPr id="69" name="TextBox 68">
            <a:extLst>
              <a:ext uri="{FF2B5EF4-FFF2-40B4-BE49-F238E27FC236}">
                <a16:creationId xmlns:a16="http://schemas.microsoft.com/office/drawing/2014/main" id="{40247832-80A4-D3C4-18D0-ABCF46501F38}"/>
              </a:ext>
            </a:extLst>
          </p:cNvPr>
          <p:cNvSpPr txBox="1"/>
          <p:nvPr/>
        </p:nvSpPr>
        <p:spPr>
          <a:xfrm>
            <a:off x="3202412" y="3429000"/>
            <a:ext cx="519694"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highlight>
                  <a:srgbClr val="F6F9FD"/>
                </a:highlight>
                <a:uLnTx/>
                <a:uFillTx/>
                <a:latin typeface="Aptos" panose="02110004020202020204"/>
                <a:ea typeface="+mn-ea"/>
                <a:cs typeface="+mn-cs"/>
              </a:rPr>
              <a:t>retrieve</a:t>
            </a:r>
            <a:endParaRPr kumimoji="0" lang="en-DE" sz="800" b="0" i="0" u="none" strike="noStrike" kern="1200" cap="none" spc="0" normalizeH="0" baseline="0" noProof="0">
              <a:ln>
                <a:noFill/>
              </a:ln>
              <a:solidFill>
                <a:prstClr val="black"/>
              </a:solidFill>
              <a:effectLst/>
              <a:highlight>
                <a:srgbClr val="F6F9FD"/>
              </a:highlight>
              <a:uLnTx/>
              <a:uFillTx/>
              <a:latin typeface="Aptos" panose="02110004020202020204"/>
              <a:ea typeface="+mn-ea"/>
              <a:cs typeface="+mn-cs"/>
            </a:endParaRPr>
          </a:p>
        </p:txBody>
      </p:sp>
      <p:sp>
        <p:nvSpPr>
          <p:cNvPr id="71" name="TextBox 70">
            <a:extLst>
              <a:ext uri="{FF2B5EF4-FFF2-40B4-BE49-F238E27FC236}">
                <a16:creationId xmlns:a16="http://schemas.microsoft.com/office/drawing/2014/main" id="{A05BF7EC-10E7-F648-F8D1-B33D60480957}"/>
              </a:ext>
            </a:extLst>
          </p:cNvPr>
          <p:cNvSpPr txBox="1"/>
          <p:nvPr/>
        </p:nvSpPr>
        <p:spPr>
          <a:xfrm>
            <a:off x="8731771" y="4402689"/>
            <a:ext cx="46358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highlight>
                  <a:srgbClr val="FEFEFE"/>
                </a:highlight>
                <a:uLnTx/>
                <a:uFillTx/>
                <a:latin typeface="Aptos" panose="02110004020202020204"/>
                <a:ea typeface="+mn-ea"/>
                <a:cs typeface="+mn-cs"/>
              </a:rPr>
              <a:t>status</a:t>
            </a:r>
          </a:p>
        </p:txBody>
      </p:sp>
      <p:sp>
        <p:nvSpPr>
          <p:cNvPr id="73" name="TextBox 72">
            <a:extLst>
              <a:ext uri="{FF2B5EF4-FFF2-40B4-BE49-F238E27FC236}">
                <a16:creationId xmlns:a16="http://schemas.microsoft.com/office/drawing/2014/main" id="{3A4CC68B-8F44-7DFC-4C59-B41CAACF1CE6}"/>
              </a:ext>
            </a:extLst>
          </p:cNvPr>
          <p:cNvSpPr txBox="1"/>
          <p:nvPr/>
        </p:nvSpPr>
        <p:spPr>
          <a:xfrm>
            <a:off x="668349" y="5819629"/>
            <a:ext cx="46519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highlight>
                  <a:srgbClr val="FEFEFE"/>
                </a:highlight>
                <a:uLnTx/>
                <a:uFillTx/>
                <a:latin typeface="Aptos" panose="02110004020202020204"/>
                <a:ea typeface="+mn-ea"/>
                <a:cs typeface="+mn-cs"/>
              </a:rPr>
              <a:t>traces</a:t>
            </a:r>
          </a:p>
        </p:txBody>
      </p:sp>
      <p:sp>
        <p:nvSpPr>
          <p:cNvPr id="75" name="TextBox 74">
            <a:extLst>
              <a:ext uri="{FF2B5EF4-FFF2-40B4-BE49-F238E27FC236}">
                <a16:creationId xmlns:a16="http://schemas.microsoft.com/office/drawing/2014/main" id="{07765800-53DD-5BDC-407C-3266D249EACF}"/>
              </a:ext>
            </a:extLst>
          </p:cNvPr>
          <p:cNvSpPr txBox="1"/>
          <p:nvPr/>
        </p:nvSpPr>
        <p:spPr>
          <a:xfrm>
            <a:off x="8887766" y="845401"/>
            <a:ext cx="62068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196B24"/>
                </a:solidFill>
                <a:effectLst/>
                <a:highlight>
                  <a:srgbClr val="FEFEFE"/>
                </a:highlight>
                <a:uLnTx/>
                <a:uFillTx/>
                <a:latin typeface="Aptos" panose="02110004020202020204"/>
                <a:ea typeface="+mn-ea"/>
                <a:cs typeface="+mn-cs"/>
              </a:rPr>
              <a:t>proactive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196B24"/>
                </a:solidFill>
                <a:effectLst/>
                <a:highlight>
                  <a:srgbClr val="FEFEFE"/>
                </a:highlight>
                <a:uLnTx/>
                <a:uFillTx/>
                <a:latin typeface="Aptos" panose="02110004020202020204"/>
                <a:ea typeface="+mn-ea"/>
                <a:cs typeface="+mn-cs"/>
              </a:rPr>
              <a:t>alert</a:t>
            </a:r>
          </a:p>
        </p:txBody>
      </p:sp>
      <p:sp>
        <p:nvSpPr>
          <p:cNvPr id="79" name="TextBox 78">
            <a:extLst>
              <a:ext uri="{FF2B5EF4-FFF2-40B4-BE49-F238E27FC236}">
                <a16:creationId xmlns:a16="http://schemas.microsoft.com/office/drawing/2014/main" id="{F7C1224B-D2A9-43DC-1B7E-68D1E4C625AC}"/>
              </a:ext>
            </a:extLst>
          </p:cNvPr>
          <p:cNvSpPr txBox="1"/>
          <p:nvPr/>
        </p:nvSpPr>
        <p:spPr>
          <a:xfrm>
            <a:off x="7089630" y="2240488"/>
            <a:ext cx="62709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EE0000"/>
                </a:solidFill>
                <a:effectLst/>
                <a:highlight>
                  <a:srgbClr val="F6F9FD"/>
                </a:highlight>
                <a:uLnTx/>
                <a:uFillTx/>
                <a:latin typeface="Aptos" panose="02110004020202020204"/>
                <a:ea typeface="+mn-ea"/>
                <a:cs typeface="+mn-cs"/>
              </a:rPr>
              <a:t>guardrails</a:t>
            </a:r>
            <a:endParaRPr kumimoji="0" lang="en-DE" sz="800" b="0" i="0" u="none" strike="noStrike" kern="1200" cap="none" spc="0" normalizeH="0" baseline="0" noProof="0">
              <a:ln>
                <a:noFill/>
              </a:ln>
              <a:solidFill>
                <a:srgbClr val="EE0000"/>
              </a:solidFill>
              <a:effectLst/>
              <a:highlight>
                <a:srgbClr val="F6F9FD"/>
              </a:highlight>
              <a:uLnTx/>
              <a:uFillTx/>
              <a:latin typeface="Aptos" panose="02110004020202020204"/>
              <a:ea typeface="+mn-ea"/>
              <a:cs typeface="+mn-cs"/>
            </a:endParaRPr>
          </a:p>
        </p:txBody>
      </p:sp>
      <p:sp>
        <p:nvSpPr>
          <p:cNvPr id="81" name="TextBox 80">
            <a:extLst>
              <a:ext uri="{FF2B5EF4-FFF2-40B4-BE49-F238E27FC236}">
                <a16:creationId xmlns:a16="http://schemas.microsoft.com/office/drawing/2014/main" id="{ED8251EC-52F6-EF4C-73D7-ED4E9D7174F4}"/>
              </a:ext>
            </a:extLst>
          </p:cNvPr>
          <p:cNvSpPr txBox="1"/>
          <p:nvPr/>
        </p:nvSpPr>
        <p:spPr>
          <a:xfrm>
            <a:off x="9233327" y="2129254"/>
            <a:ext cx="51488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lumMod val="50000"/>
                    <a:lumOff val="50000"/>
                  </a:prstClr>
                </a:solidFill>
                <a:effectLst/>
                <a:highlight>
                  <a:srgbClr val="FEFEFE"/>
                </a:highlight>
                <a:uLnTx/>
                <a:uFillTx/>
                <a:latin typeface="Aptos" panose="02110004020202020204"/>
                <a:ea typeface="+mn-ea"/>
                <a:cs typeface="+mn-cs"/>
              </a:rPr>
              <a:t>identity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lumMod val="50000"/>
                    <a:lumOff val="50000"/>
                  </a:prstClr>
                </a:solidFill>
                <a:effectLst/>
                <a:highlight>
                  <a:srgbClr val="FEFEFE"/>
                </a:highlight>
                <a:uLnTx/>
                <a:uFillTx/>
                <a:latin typeface="Aptos" panose="02110004020202020204"/>
                <a:ea typeface="+mn-ea"/>
                <a:cs typeface="+mn-cs"/>
              </a:rPr>
              <a:t>auth</a:t>
            </a:r>
          </a:p>
        </p:txBody>
      </p:sp>
      <p:sp>
        <p:nvSpPr>
          <p:cNvPr id="83" name="Rectangle 82">
            <a:extLst>
              <a:ext uri="{FF2B5EF4-FFF2-40B4-BE49-F238E27FC236}">
                <a16:creationId xmlns:a16="http://schemas.microsoft.com/office/drawing/2014/main" id="{33F35642-56D3-7E23-D3BA-9920A09C8A8F}"/>
              </a:ext>
            </a:extLst>
          </p:cNvPr>
          <p:cNvSpPr/>
          <p:nvPr/>
        </p:nvSpPr>
        <p:spPr>
          <a:xfrm>
            <a:off x="4409234" y="3677979"/>
            <a:ext cx="1074616" cy="215443"/>
          </a:xfrm>
          <a:prstGeom prst="rect">
            <a:avLst/>
          </a:prstGeom>
          <a:solidFill>
            <a:srgbClr val="F3F7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Aptos" panose="02110004020202020204"/>
                <a:ea typeface="+mn-ea"/>
                <a:cs typeface="+mn-cs"/>
              </a:rPr>
              <a:t>GPT 5.6 Sol</a:t>
            </a:r>
            <a:endParaRPr kumimoji="0" lang="en-DE" sz="9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5" name="Rectangle 84">
            <a:extLst>
              <a:ext uri="{FF2B5EF4-FFF2-40B4-BE49-F238E27FC236}">
                <a16:creationId xmlns:a16="http://schemas.microsoft.com/office/drawing/2014/main" id="{2F074A59-7C44-FCC8-8761-A5E0226364FC}"/>
              </a:ext>
            </a:extLst>
          </p:cNvPr>
          <p:cNvSpPr/>
          <p:nvPr/>
        </p:nvSpPr>
        <p:spPr>
          <a:xfrm>
            <a:off x="7312590" y="3692559"/>
            <a:ext cx="1074616" cy="215443"/>
          </a:xfrm>
          <a:prstGeom prst="rect">
            <a:avLst/>
          </a:prstGeom>
          <a:solidFill>
            <a:srgbClr val="F3F7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Aptos" panose="02110004020202020204"/>
                <a:ea typeface="+mn-ea"/>
                <a:cs typeface="+mn-cs"/>
              </a:rPr>
              <a:t>GPT 5.4</a:t>
            </a:r>
            <a:r>
              <a:rPr lang="en-GB" sz="900" b="1">
                <a:solidFill>
                  <a:prstClr val="black"/>
                </a:solidFill>
                <a:latin typeface="Aptos" panose="02110004020202020204"/>
              </a:rPr>
              <a:t> nano</a:t>
            </a:r>
            <a:endParaRPr kumimoji="0" lang="en-DE" sz="9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8" name="Rectangle 87">
            <a:extLst>
              <a:ext uri="{FF2B5EF4-FFF2-40B4-BE49-F238E27FC236}">
                <a16:creationId xmlns:a16="http://schemas.microsoft.com/office/drawing/2014/main" id="{962885E9-F71F-E862-C850-005BDA831D90}"/>
              </a:ext>
            </a:extLst>
          </p:cNvPr>
          <p:cNvSpPr/>
          <p:nvPr/>
        </p:nvSpPr>
        <p:spPr>
          <a:xfrm>
            <a:off x="3889897" y="2298531"/>
            <a:ext cx="575875" cy="343067"/>
          </a:xfrm>
          <a:prstGeom prst="rect">
            <a:avLst/>
          </a:prstGeom>
          <a:solidFill>
            <a:srgbClr val="FD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87" name="Graphic 86">
            <a:extLst>
              <a:ext uri="{FF2B5EF4-FFF2-40B4-BE49-F238E27FC236}">
                <a16:creationId xmlns:a16="http://schemas.microsoft.com/office/drawing/2014/main" id="{99ABA583-3586-B277-0C41-3E61D91FF5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8784" y="2285832"/>
            <a:ext cx="379104" cy="379104"/>
          </a:xfrm>
          <a:prstGeom prst="rect">
            <a:avLst/>
          </a:prstGeom>
        </p:spPr>
      </p:pic>
      <p:sp>
        <p:nvSpPr>
          <p:cNvPr id="90" name="Rectangle 89">
            <a:extLst>
              <a:ext uri="{FF2B5EF4-FFF2-40B4-BE49-F238E27FC236}">
                <a16:creationId xmlns:a16="http://schemas.microsoft.com/office/drawing/2014/main" id="{E4CBD447-12EB-6460-73BC-585B91701301}"/>
              </a:ext>
            </a:extLst>
          </p:cNvPr>
          <p:cNvSpPr/>
          <p:nvPr/>
        </p:nvSpPr>
        <p:spPr>
          <a:xfrm>
            <a:off x="651633" y="2834362"/>
            <a:ext cx="575875" cy="343067"/>
          </a:xfrm>
          <a:prstGeom prst="rect">
            <a:avLst/>
          </a:prstGeom>
          <a:solidFill>
            <a:srgbClr val="F7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92" name="Graphic 91">
            <a:extLst>
              <a:ext uri="{FF2B5EF4-FFF2-40B4-BE49-F238E27FC236}">
                <a16:creationId xmlns:a16="http://schemas.microsoft.com/office/drawing/2014/main" id="{879441B0-B43E-F8B3-EECD-215514FE2C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520" y="2821663"/>
            <a:ext cx="379104" cy="379104"/>
          </a:xfrm>
          <a:prstGeom prst="rect">
            <a:avLst/>
          </a:prstGeom>
        </p:spPr>
      </p:pic>
      <p:sp>
        <p:nvSpPr>
          <p:cNvPr id="94" name="Rectangle 93">
            <a:extLst>
              <a:ext uri="{FF2B5EF4-FFF2-40B4-BE49-F238E27FC236}">
                <a16:creationId xmlns:a16="http://schemas.microsoft.com/office/drawing/2014/main" id="{2BDC8EE6-C5DE-5401-4DB0-B73F94F80BD0}"/>
              </a:ext>
            </a:extLst>
          </p:cNvPr>
          <p:cNvSpPr/>
          <p:nvPr/>
        </p:nvSpPr>
        <p:spPr>
          <a:xfrm>
            <a:off x="3681760" y="2839901"/>
            <a:ext cx="575875" cy="343067"/>
          </a:xfrm>
          <a:prstGeom prst="rect">
            <a:avLst/>
          </a:prstGeom>
          <a:solidFill>
            <a:srgbClr val="F7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96" name="Graphic 95">
            <a:extLst>
              <a:ext uri="{FF2B5EF4-FFF2-40B4-BE49-F238E27FC236}">
                <a16:creationId xmlns:a16="http://schemas.microsoft.com/office/drawing/2014/main" id="{EEFE0BD0-713E-32AE-E842-DB580F5118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50647" y="2827202"/>
            <a:ext cx="379104" cy="379104"/>
          </a:xfrm>
          <a:prstGeom prst="rect">
            <a:avLst/>
          </a:prstGeom>
        </p:spPr>
      </p:pic>
      <p:sp>
        <p:nvSpPr>
          <p:cNvPr id="98" name="Rectangle 97">
            <a:extLst>
              <a:ext uri="{FF2B5EF4-FFF2-40B4-BE49-F238E27FC236}">
                <a16:creationId xmlns:a16="http://schemas.microsoft.com/office/drawing/2014/main" id="{82071021-7076-BA34-0CD0-CBFCBC6AE293}"/>
              </a:ext>
            </a:extLst>
          </p:cNvPr>
          <p:cNvSpPr/>
          <p:nvPr/>
        </p:nvSpPr>
        <p:spPr>
          <a:xfrm>
            <a:off x="6604991" y="2833450"/>
            <a:ext cx="575875" cy="343067"/>
          </a:xfrm>
          <a:prstGeom prst="rect">
            <a:avLst/>
          </a:prstGeom>
          <a:solidFill>
            <a:srgbClr val="F7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0" name="Graphic 99">
            <a:extLst>
              <a:ext uri="{FF2B5EF4-FFF2-40B4-BE49-F238E27FC236}">
                <a16:creationId xmlns:a16="http://schemas.microsoft.com/office/drawing/2014/main" id="{C89CDACD-3205-40B9-4591-D89940FE75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73878" y="2820751"/>
            <a:ext cx="379104" cy="379104"/>
          </a:xfrm>
          <a:prstGeom prst="rect">
            <a:avLst/>
          </a:prstGeom>
        </p:spPr>
      </p:pic>
      <p:pic>
        <p:nvPicPr>
          <p:cNvPr id="102" name="Graphic 101">
            <a:extLst>
              <a:ext uri="{FF2B5EF4-FFF2-40B4-BE49-F238E27FC236}">
                <a16:creationId xmlns:a16="http://schemas.microsoft.com/office/drawing/2014/main" id="{B1266B27-59D8-3532-F334-C15BFE3962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5912" y="3735427"/>
            <a:ext cx="304154" cy="304154"/>
          </a:xfrm>
          <a:prstGeom prst="rect">
            <a:avLst/>
          </a:prstGeom>
        </p:spPr>
      </p:pic>
      <p:pic>
        <p:nvPicPr>
          <p:cNvPr id="104" name="Graphic 103">
            <a:extLst>
              <a:ext uri="{FF2B5EF4-FFF2-40B4-BE49-F238E27FC236}">
                <a16:creationId xmlns:a16="http://schemas.microsoft.com/office/drawing/2014/main" id="{04746660-2488-C787-24C9-1753D840433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64469" y="3735427"/>
            <a:ext cx="304154" cy="304154"/>
          </a:xfrm>
          <a:prstGeom prst="rect">
            <a:avLst/>
          </a:prstGeom>
        </p:spPr>
      </p:pic>
      <p:pic>
        <p:nvPicPr>
          <p:cNvPr id="106" name="Graphic 105">
            <a:extLst>
              <a:ext uri="{FF2B5EF4-FFF2-40B4-BE49-F238E27FC236}">
                <a16:creationId xmlns:a16="http://schemas.microsoft.com/office/drawing/2014/main" id="{79773E82-E4E1-1D26-4252-50265950DCD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05734" y="3710144"/>
            <a:ext cx="304154" cy="304154"/>
          </a:xfrm>
          <a:prstGeom prst="rect">
            <a:avLst/>
          </a:prstGeom>
        </p:spPr>
      </p:pic>
      <p:pic>
        <p:nvPicPr>
          <p:cNvPr id="108" name="Graphic 107">
            <a:extLst>
              <a:ext uri="{FF2B5EF4-FFF2-40B4-BE49-F238E27FC236}">
                <a16:creationId xmlns:a16="http://schemas.microsoft.com/office/drawing/2014/main" id="{9026E562-E025-B8B2-D54E-6699D9F04AA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60676" y="4762160"/>
            <a:ext cx="403166" cy="403166"/>
          </a:xfrm>
          <a:prstGeom prst="rect">
            <a:avLst/>
          </a:prstGeom>
        </p:spPr>
      </p:pic>
      <p:pic>
        <p:nvPicPr>
          <p:cNvPr id="110" name="Graphic 109">
            <a:extLst>
              <a:ext uri="{FF2B5EF4-FFF2-40B4-BE49-F238E27FC236}">
                <a16:creationId xmlns:a16="http://schemas.microsoft.com/office/drawing/2014/main" id="{C6C02637-48F6-E55F-D609-45261BB879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6406" y="5662388"/>
            <a:ext cx="376077" cy="376077"/>
          </a:xfrm>
          <a:prstGeom prst="rect">
            <a:avLst/>
          </a:prstGeom>
        </p:spPr>
      </p:pic>
      <p:sp>
        <p:nvSpPr>
          <p:cNvPr id="112" name="TextBox 111">
            <a:extLst>
              <a:ext uri="{FF2B5EF4-FFF2-40B4-BE49-F238E27FC236}">
                <a16:creationId xmlns:a16="http://schemas.microsoft.com/office/drawing/2014/main" id="{5DF4C239-FE16-BD02-4911-B416E578D3E0}"/>
              </a:ext>
            </a:extLst>
          </p:cNvPr>
          <p:cNvSpPr txBox="1"/>
          <p:nvPr/>
        </p:nvSpPr>
        <p:spPr>
          <a:xfrm>
            <a:off x="9748212" y="5507124"/>
            <a:ext cx="9857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92CFD"/>
                </a:solidFill>
                <a:effectLst/>
                <a:highlight>
                  <a:srgbClr val="FEFEFE"/>
                </a:highlight>
                <a:uLnTx/>
                <a:uFillTx/>
                <a:latin typeface="Aptos" panose="02110004020202020204"/>
                <a:ea typeface="+mn-ea"/>
                <a:cs typeface="+mn-cs"/>
              </a:rPr>
              <a:t>Foundry Control Plane</a:t>
            </a:r>
          </a:p>
        </p:txBody>
      </p:sp>
      <p:sp>
        <p:nvSpPr>
          <p:cNvPr id="115" name="Rectangle 114">
            <a:extLst>
              <a:ext uri="{FF2B5EF4-FFF2-40B4-BE49-F238E27FC236}">
                <a16:creationId xmlns:a16="http://schemas.microsoft.com/office/drawing/2014/main" id="{CCCEE5D0-3ED6-EA0B-DBB0-0F07F2AFDE08}"/>
              </a:ext>
            </a:extLst>
          </p:cNvPr>
          <p:cNvSpPr/>
          <p:nvPr/>
        </p:nvSpPr>
        <p:spPr>
          <a:xfrm>
            <a:off x="9673024" y="3302000"/>
            <a:ext cx="518067" cy="544785"/>
          </a:xfrm>
          <a:prstGeom prst="rect">
            <a:avLst/>
          </a:prstGeom>
          <a:solidFill>
            <a:srgbClr val="F6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14" name="Graphic 113">
            <a:extLst>
              <a:ext uri="{FF2B5EF4-FFF2-40B4-BE49-F238E27FC236}">
                <a16:creationId xmlns:a16="http://schemas.microsoft.com/office/drawing/2014/main" id="{08189656-0F7C-F3E2-62DC-F084160BF5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90995" y="3375343"/>
            <a:ext cx="471442" cy="471442"/>
          </a:xfrm>
          <a:prstGeom prst="rect">
            <a:avLst/>
          </a:prstGeom>
        </p:spPr>
      </p:pic>
      <p:pic>
        <p:nvPicPr>
          <p:cNvPr id="117" name="Graphic 116">
            <a:extLst>
              <a:ext uri="{FF2B5EF4-FFF2-40B4-BE49-F238E27FC236}">
                <a16:creationId xmlns:a16="http://schemas.microsoft.com/office/drawing/2014/main" id="{7349112C-EEA2-B6AE-500B-A5FDA9C7988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713020" y="2384407"/>
            <a:ext cx="435724" cy="435724"/>
          </a:xfrm>
          <a:prstGeom prst="rect">
            <a:avLst/>
          </a:prstGeom>
        </p:spPr>
      </p:pic>
      <p:sp>
        <p:nvSpPr>
          <p:cNvPr id="14" name="Rectangle 13">
            <a:extLst>
              <a:ext uri="{FF2B5EF4-FFF2-40B4-BE49-F238E27FC236}">
                <a16:creationId xmlns:a16="http://schemas.microsoft.com/office/drawing/2014/main" id="{F1591003-15BD-208F-8688-1C1FD640633D}"/>
              </a:ext>
            </a:extLst>
          </p:cNvPr>
          <p:cNvSpPr/>
          <p:nvPr/>
        </p:nvSpPr>
        <p:spPr>
          <a:xfrm>
            <a:off x="1560014" y="3710144"/>
            <a:ext cx="1145356" cy="183278"/>
          </a:xfrm>
          <a:prstGeom prst="rect">
            <a:avLst/>
          </a:prstGeom>
          <a:solidFill>
            <a:srgbClr val="F9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13EA69AA-55EC-0146-61C1-4B2CCBEF8BF8}"/>
              </a:ext>
            </a:extLst>
          </p:cNvPr>
          <p:cNvSpPr txBox="1"/>
          <p:nvPr/>
        </p:nvSpPr>
        <p:spPr>
          <a:xfrm>
            <a:off x="1626274" y="3677979"/>
            <a:ext cx="1554732"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Aptos" panose="02110004020202020204"/>
                <a:ea typeface="+mn-ea"/>
                <a:cs typeface="+mn-cs"/>
              </a:rPr>
              <a:t>GPT 5.4</a:t>
            </a:r>
            <a:endParaRPr kumimoji="0" lang="en-DE" sz="9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016015E-BFCC-CC99-29EA-EB9B3C843053}"/>
              </a:ext>
            </a:extLst>
          </p:cNvPr>
          <p:cNvSpPr/>
          <p:nvPr/>
        </p:nvSpPr>
        <p:spPr>
          <a:xfrm>
            <a:off x="1882083" y="3925088"/>
            <a:ext cx="928386" cy="106296"/>
          </a:xfrm>
          <a:prstGeom prst="rect">
            <a:avLst/>
          </a:prstGeom>
          <a:solidFill>
            <a:srgbClr val="F8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D50DA91F-366D-D810-ECA5-4148E315C8AB}"/>
              </a:ext>
            </a:extLst>
          </p:cNvPr>
          <p:cNvSpPr txBox="1"/>
          <p:nvPr/>
        </p:nvSpPr>
        <p:spPr>
          <a:xfrm>
            <a:off x="1966319" y="3862040"/>
            <a:ext cx="1064474"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err="1">
                <a:ln>
                  <a:noFill/>
                </a:ln>
                <a:solidFill>
                  <a:prstClr val="black"/>
                </a:solidFill>
                <a:effectLst/>
                <a:uLnTx/>
                <a:uFillTx/>
                <a:latin typeface="Aptos" panose="02110004020202020204"/>
                <a:ea typeface="+mn-ea"/>
                <a:cs typeface="+mn-cs"/>
              </a:rPr>
              <a:t>GlobalStandard</a:t>
            </a:r>
            <a:endParaRPr kumimoji="0" lang="en-DE" sz="7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516030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1BA85D-A0F3-950E-DD03-F8CA4D36AB18}"/>
            </a:ext>
          </a:extLst>
        </p:cNvPr>
        <p:cNvGrpSpPr/>
        <p:nvPr/>
      </p:nvGrpSpPr>
      <p:grpSpPr>
        <a:xfrm>
          <a:off x="0" y="0"/>
          <a:ext cx="0" cy="0"/>
          <a:chOff x="0" y="0"/>
          <a:chExt cx="0" cy="0"/>
        </a:xfrm>
      </p:grpSpPr>
      <p:sp>
        <p:nvSpPr>
          <p:cNvPr id="34" name="Rounded Rectangle 21">
            <a:extLst>
              <a:ext uri="{FF2B5EF4-FFF2-40B4-BE49-F238E27FC236}">
                <a16:creationId xmlns:a16="http://schemas.microsoft.com/office/drawing/2014/main" id="{A29E2CBE-D1DA-CD55-4B0D-4BF72A8A61DA}"/>
              </a:ext>
              <a:ext uri="{C183D7F6-B498-43B3-948B-1728B52AA6E4}">
                <adec:decorative xmlns:adec="http://schemas.microsoft.com/office/drawing/2017/decorative" val="1"/>
              </a:ext>
            </a:extLst>
          </p:cNvPr>
          <p:cNvSpPr>
            <a:spLocks/>
          </p:cNvSpPr>
          <p:nvPr/>
        </p:nvSpPr>
        <p:spPr bwMode="auto">
          <a:xfrm flipH="1" flipV="1">
            <a:off x="1497787" y="1395314"/>
            <a:ext cx="10360837" cy="4930140"/>
          </a:xfrm>
          <a:prstGeom prst="roundRect">
            <a:avLst>
              <a:gd name="adj" fmla="val 2511"/>
            </a:avLst>
          </a:prstGeom>
          <a:solidFill>
            <a:schemeClr val="bg1">
              <a:alpha val="35000"/>
            </a:schemeClr>
          </a:solidFill>
          <a:ln w="9525">
            <a:solidFill>
              <a:schemeClr val="bg1"/>
            </a:solidFill>
            <a:headEnd type="none" w="med" len="med"/>
            <a:tailEnd type="none" w="med" len="med"/>
          </a:ln>
          <a:effectLst>
            <a:outerShdw blurRad="215900" dist="127000" algn="ctr" rotWithShape="0">
              <a:schemeClr val="tx1">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72000" rIns="108000" bIns="7200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1ED05D6E-ECD0-7577-5095-D65F38DED0EA}"/>
              </a:ext>
            </a:extLst>
          </p:cNvPr>
          <p:cNvSpPr>
            <a:spLocks noGrp="1"/>
          </p:cNvSpPr>
          <p:nvPr>
            <p:ph type="title"/>
          </p:nvPr>
        </p:nvSpPr>
        <p:spPr/>
        <p:txBody>
          <a:bodyPr/>
          <a:lstStyle/>
          <a:p>
            <a:r>
              <a:rPr lang="en-US" noProof="0"/>
              <a:t>Example agentic contract lifecycle management</a:t>
            </a:r>
          </a:p>
        </p:txBody>
      </p:sp>
      <p:grpSp>
        <p:nvGrpSpPr>
          <p:cNvPr id="17" name="Group 16">
            <a:extLst>
              <a:ext uri="{FF2B5EF4-FFF2-40B4-BE49-F238E27FC236}">
                <a16:creationId xmlns:a16="http://schemas.microsoft.com/office/drawing/2014/main" id="{8722D7F8-36DD-0838-6B6E-2C0780A7BE21}"/>
              </a:ext>
            </a:extLst>
          </p:cNvPr>
          <p:cNvGrpSpPr/>
          <p:nvPr/>
        </p:nvGrpSpPr>
        <p:grpSpPr>
          <a:xfrm>
            <a:off x="392542" y="1507761"/>
            <a:ext cx="978689" cy="1896362"/>
            <a:chOff x="688329" y="2586311"/>
            <a:chExt cx="1570276" cy="1896362"/>
          </a:xfrm>
        </p:grpSpPr>
        <p:sp>
          <p:nvSpPr>
            <p:cNvPr id="18" name="Rounded Rectangle 7">
              <a:extLst>
                <a:ext uri="{FF2B5EF4-FFF2-40B4-BE49-F238E27FC236}">
                  <a16:creationId xmlns:a16="http://schemas.microsoft.com/office/drawing/2014/main" id="{4712CBBD-65F6-3BB6-01BE-2593FEE7E075}"/>
                </a:ext>
                <a:ext uri="{C183D7F6-B498-43B3-948B-1728B52AA6E4}">
                  <adec:decorative xmlns:adec="http://schemas.microsoft.com/office/drawing/2017/decorative" val="1"/>
                </a:ext>
              </a:extLst>
            </p:cNvPr>
            <p:cNvSpPr/>
            <p:nvPr/>
          </p:nvSpPr>
          <p:spPr bwMode="auto">
            <a:xfrm>
              <a:off x="688329" y="2586311"/>
              <a:ext cx="1570276" cy="1896362"/>
            </a:xfrm>
            <a:prstGeom prst="roundRect">
              <a:avLst>
                <a:gd name="adj" fmla="val 7119"/>
              </a:avLst>
            </a:prstGeom>
            <a:solidFill>
              <a:srgbClr val="AABCD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9" name="Rounded Rectangle 23">
              <a:extLst>
                <a:ext uri="{FF2B5EF4-FFF2-40B4-BE49-F238E27FC236}">
                  <a16:creationId xmlns:a16="http://schemas.microsoft.com/office/drawing/2014/main" id="{C40B1C2F-5E59-B2B2-71C9-4AC916284D94}"/>
                </a:ext>
                <a:ext uri="{C183D7F6-B498-43B3-948B-1728B52AA6E4}">
                  <adec:decorative xmlns:adec="http://schemas.microsoft.com/office/drawing/2017/decorative" val="1"/>
                </a:ext>
              </a:extLst>
            </p:cNvPr>
            <p:cNvSpPr/>
            <p:nvPr/>
          </p:nvSpPr>
          <p:spPr bwMode="auto">
            <a:xfrm>
              <a:off x="737893" y="3088857"/>
              <a:ext cx="1470958" cy="1255253"/>
            </a:xfrm>
            <a:prstGeom prst="roundRect">
              <a:avLst>
                <a:gd name="adj" fmla="val 7512"/>
              </a:avLst>
            </a:prstGeom>
            <a:solidFill>
              <a:srgbClr val="FFFFF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0" name="TextBox 19">
              <a:extLst>
                <a:ext uri="{FF2B5EF4-FFF2-40B4-BE49-F238E27FC236}">
                  <a16:creationId xmlns:a16="http://schemas.microsoft.com/office/drawing/2014/main" id="{4023176C-3E75-F117-543B-037EBC0C5F8E}"/>
                </a:ext>
                <a:ext uri="{C183D7F6-B498-43B3-948B-1728B52AA6E4}">
                  <adec:decorative xmlns:adec="http://schemas.microsoft.com/office/drawing/2017/decorative" val="0"/>
                </a:ext>
              </a:extLst>
            </p:cNvPr>
            <p:cNvSpPr txBox="1"/>
            <p:nvPr/>
          </p:nvSpPr>
          <p:spPr>
            <a:xfrm>
              <a:off x="777518" y="3094409"/>
              <a:ext cx="1375657" cy="969496"/>
            </a:xfrm>
            <a:prstGeom prst="rect">
              <a:avLst/>
            </a:prstGeom>
            <a:noFill/>
          </p:spPr>
          <p:txBody>
            <a:bodyPr wrap="square" lIns="0" tIns="0" rIns="0" bIns="0">
              <a:spAutoFit/>
            </a:bodyPr>
            <a:lstStyle>
              <a:defPPr>
                <a:defRPr lang="en-US"/>
              </a:defPPr>
              <a:lvl1pPr marR="0" lvl="0" indent="0" fontAlgn="auto">
                <a:lnSpc>
                  <a:spcPct val="100000"/>
                </a:lnSpc>
                <a:spcBef>
                  <a:spcPts val="0"/>
                </a:spcBef>
                <a:spcAft>
                  <a:spcPts val="0"/>
                </a:spcAft>
                <a:buClrTx/>
                <a:buSzTx/>
                <a:buFontTx/>
                <a:buNone/>
                <a:tabLst/>
                <a:defRPr sz="1000">
                  <a:solidFill>
                    <a:srgbClr val="000000"/>
                  </a:solidFill>
                  <a:latin typeface="Segoe Sans Text"/>
                </a:defRPr>
              </a:lvl1pPr>
            </a:lstStyle>
            <a:p>
              <a:pPr marL="171450" marR="0" lvl="0" indent="-171450" algn="l" defTabSz="91446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Commercial terms</a:t>
              </a:r>
            </a:p>
            <a:p>
              <a:pPr marL="171450" marR="0" lvl="0" indent="-171450" algn="l" defTabSz="91446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SLAs</a:t>
              </a:r>
            </a:p>
            <a:p>
              <a:pPr marL="171450" marR="0" lvl="0" indent="-171450" algn="l" defTabSz="91446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Deadlines &amp; approvers</a:t>
              </a:r>
            </a:p>
            <a:p>
              <a:pPr marL="171450" marR="0" lvl="0" indent="-171450" algn="l" defTabSz="91446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Counterparty &amp; purpose</a:t>
              </a:r>
            </a:p>
          </p:txBody>
        </p:sp>
        <p:sp>
          <p:nvSpPr>
            <p:cNvPr id="21" name="TextBox 20">
              <a:extLst>
                <a:ext uri="{FF2B5EF4-FFF2-40B4-BE49-F238E27FC236}">
                  <a16:creationId xmlns:a16="http://schemas.microsoft.com/office/drawing/2014/main" id="{539F66CD-3BED-C658-5A38-E2CFFDAD75C7}"/>
                </a:ext>
              </a:extLst>
            </p:cNvPr>
            <p:cNvSpPr txBox="1"/>
            <p:nvPr/>
          </p:nvSpPr>
          <p:spPr>
            <a:xfrm>
              <a:off x="817474" y="2660658"/>
              <a:ext cx="1300266" cy="3231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80808"/>
                  </a:solidFill>
                  <a:effectLst/>
                  <a:uLnTx/>
                  <a:uFillTx/>
                  <a:latin typeface="Segoe UI"/>
                  <a:ea typeface="+mn-ea"/>
                  <a:cs typeface="+mn-cs"/>
                </a:rPr>
                <a:t>Customer request</a:t>
              </a:r>
            </a:p>
          </p:txBody>
        </p:sp>
      </p:grpSp>
      <p:grpSp>
        <p:nvGrpSpPr>
          <p:cNvPr id="28" name="Group 27">
            <a:extLst>
              <a:ext uri="{FF2B5EF4-FFF2-40B4-BE49-F238E27FC236}">
                <a16:creationId xmlns:a16="http://schemas.microsoft.com/office/drawing/2014/main" id="{67B4E688-28C1-79BE-357F-9007E8591EBB}"/>
              </a:ext>
            </a:extLst>
          </p:cNvPr>
          <p:cNvGrpSpPr/>
          <p:nvPr/>
        </p:nvGrpSpPr>
        <p:grpSpPr>
          <a:xfrm rot="16200000">
            <a:off x="1639820" y="3120446"/>
            <a:ext cx="383015" cy="395634"/>
            <a:chOff x="6297062" y="1153709"/>
            <a:chExt cx="383015" cy="395634"/>
          </a:xfrm>
        </p:grpSpPr>
        <p:pic>
          <p:nvPicPr>
            <p:cNvPr id="33" name="Graphic 32" descr="Envelope outline">
              <a:extLst>
                <a:ext uri="{FF2B5EF4-FFF2-40B4-BE49-F238E27FC236}">
                  <a16:creationId xmlns:a16="http://schemas.microsoft.com/office/drawing/2014/main" id="{93ABA371-7A03-AC0A-FE1E-4430CC9765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7062" y="1166328"/>
              <a:ext cx="383015" cy="383015"/>
            </a:xfrm>
            <a:prstGeom prst="rect">
              <a:avLst/>
            </a:prstGeom>
          </p:spPr>
        </p:pic>
        <p:sp>
          <p:nvSpPr>
            <p:cNvPr id="30" name="Rectangle 29">
              <a:extLst>
                <a:ext uri="{FF2B5EF4-FFF2-40B4-BE49-F238E27FC236}">
                  <a16:creationId xmlns:a16="http://schemas.microsoft.com/office/drawing/2014/main" id="{AC8D29AE-DA50-29B7-29DA-799A15D1F432}"/>
                </a:ext>
              </a:extLst>
            </p:cNvPr>
            <p:cNvSpPr/>
            <p:nvPr/>
          </p:nvSpPr>
          <p:spPr bwMode="auto">
            <a:xfrm>
              <a:off x="6402705" y="1228725"/>
              <a:ext cx="180975" cy="45719"/>
            </a:xfrm>
            <a:prstGeom prst="rect">
              <a:avLst/>
            </a:prstGeom>
            <a:solidFill>
              <a:srgbClr val="EDEEEF"/>
            </a:solidFill>
            <a:ln w="762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cxnSp>
          <p:nvCxnSpPr>
            <p:cNvPr id="31" name="Straight Arrow Connector 30">
              <a:extLst>
                <a:ext uri="{FF2B5EF4-FFF2-40B4-BE49-F238E27FC236}">
                  <a16:creationId xmlns:a16="http://schemas.microsoft.com/office/drawing/2014/main" id="{581F997C-F042-4DD4-3A6E-A65654B832DF}"/>
                </a:ext>
              </a:extLst>
            </p:cNvPr>
            <p:cNvCxnSpPr>
              <a:cxnSpLocks/>
            </p:cNvCxnSpPr>
            <p:nvPr/>
          </p:nvCxnSpPr>
          <p:spPr>
            <a:xfrm>
              <a:off x="6492531" y="1153709"/>
              <a:ext cx="0" cy="182705"/>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47BD6C46-9EBB-4053-F96C-05FD87B2FFCE}"/>
              </a:ext>
            </a:extLst>
          </p:cNvPr>
          <p:cNvGrpSpPr/>
          <p:nvPr/>
        </p:nvGrpSpPr>
        <p:grpSpPr>
          <a:xfrm>
            <a:off x="5338173" y="2065011"/>
            <a:ext cx="1706881" cy="1545405"/>
            <a:chOff x="5125380" y="338091"/>
            <a:chExt cx="1706881" cy="1545405"/>
          </a:xfrm>
        </p:grpSpPr>
        <p:grpSp>
          <p:nvGrpSpPr>
            <p:cNvPr id="112" name="Group 111">
              <a:extLst>
                <a:ext uri="{FF2B5EF4-FFF2-40B4-BE49-F238E27FC236}">
                  <a16:creationId xmlns:a16="http://schemas.microsoft.com/office/drawing/2014/main" id="{49C5EFBF-FB07-4C56-4305-C32FA1A1C213}"/>
                </a:ext>
              </a:extLst>
            </p:cNvPr>
            <p:cNvGrpSpPr/>
            <p:nvPr/>
          </p:nvGrpSpPr>
          <p:grpSpPr>
            <a:xfrm>
              <a:off x="5125380" y="338091"/>
              <a:ext cx="1706881" cy="1545405"/>
              <a:chOff x="2685746" y="2461649"/>
              <a:chExt cx="1962244" cy="1776609"/>
            </a:xfrm>
          </p:grpSpPr>
          <p:sp>
            <p:nvSpPr>
              <p:cNvPr id="114" name="Rounded Rectangle 7">
                <a:extLst>
                  <a:ext uri="{FF2B5EF4-FFF2-40B4-BE49-F238E27FC236}">
                    <a16:creationId xmlns:a16="http://schemas.microsoft.com/office/drawing/2014/main" id="{65316BA1-F87E-2CC3-59B1-504BBE390F1E}"/>
                  </a:ext>
                  <a:ext uri="{C183D7F6-B498-43B3-948B-1728B52AA6E4}">
                    <adec:decorative xmlns:adec="http://schemas.microsoft.com/office/drawing/2017/decorative" val="1"/>
                  </a:ext>
                </a:extLst>
              </p:cNvPr>
              <p:cNvSpPr/>
              <p:nvPr/>
            </p:nvSpPr>
            <p:spPr bwMode="auto">
              <a:xfrm>
                <a:off x="2685746" y="2596138"/>
                <a:ext cx="1962244" cy="1642120"/>
              </a:xfrm>
              <a:prstGeom prst="roundRect">
                <a:avLst>
                  <a:gd name="adj" fmla="val 7119"/>
                </a:avLst>
              </a:prstGeom>
              <a:solidFill>
                <a:srgbClr val="FFFFF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15" name="TextBox 114">
                <a:extLst>
                  <a:ext uri="{FF2B5EF4-FFF2-40B4-BE49-F238E27FC236}">
                    <a16:creationId xmlns:a16="http://schemas.microsoft.com/office/drawing/2014/main" id="{76D21111-87BD-D4C3-04F7-EF49AE14B81F}"/>
                  </a:ext>
                  <a:ext uri="{C183D7F6-B498-43B3-948B-1728B52AA6E4}">
                    <adec:decorative xmlns:adec="http://schemas.microsoft.com/office/drawing/2017/decorative" val="0"/>
                  </a:ext>
                </a:extLst>
              </p:cNvPr>
              <p:cNvSpPr txBox="1"/>
              <p:nvPr/>
            </p:nvSpPr>
            <p:spPr>
              <a:xfrm>
                <a:off x="3126920" y="2946064"/>
                <a:ext cx="1117244" cy="123838"/>
              </a:xfrm>
              <a:prstGeom prst="rect">
                <a:avLst/>
              </a:prstGeom>
              <a:noFill/>
            </p:spPr>
            <p:txBody>
              <a:bodyPr wrap="square" lIns="0" tIns="0" rIns="0" bIns="0">
                <a:spAutoFit/>
              </a:bodyPr>
              <a:lstStyle/>
              <a:p>
                <a:pPr marL="0" marR="0" lvl="0" indent="0" algn="ctr" defTabSz="93278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gradFill>
                      <a:gsLst>
                        <a:gs pos="0">
                          <a:srgbClr val="000000"/>
                        </a:gs>
                        <a:gs pos="99000">
                          <a:srgbClr val="000000"/>
                        </a:gs>
                      </a:gsLst>
                      <a:path path="circle">
                        <a:fillToRect r="100000" b="100000"/>
                      </a:path>
                    </a:gradFill>
                    <a:effectLst/>
                    <a:uLnTx/>
                    <a:uFillTx/>
                    <a:latin typeface="Segoe UI Variable Display Semibold"/>
                    <a:ea typeface="+mn-ea"/>
                    <a:cs typeface="Segoe Sans Display Semibold"/>
                  </a:rPr>
                  <a:t>Foundry Agent Service</a:t>
                </a:r>
              </a:p>
            </p:txBody>
          </p:sp>
          <p:sp>
            <p:nvSpPr>
              <p:cNvPr id="116" name="!! Purple box">
                <a:extLst>
                  <a:ext uri="{FF2B5EF4-FFF2-40B4-BE49-F238E27FC236}">
                    <a16:creationId xmlns:a16="http://schemas.microsoft.com/office/drawing/2014/main" id="{57375B03-A13C-F27C-F6B3-4690D7DF4BDF}"/>
                  </a:ext>
                  <a:ext uri="{C183D7F6-B498-43B3-948B-1728B52AA6E4}">
                    <adec:decorative xmlns:adec="http://schemas.microsoft.com/office/drawing/2017/decorative" val="0"/>
                  </a:ext>
                </a:extLst>
              </p:cNvPr>
              <p:cNvSpPr txBox="1"/>
              <p:nvPr/>
            </p:nvSpPr>
            <p:spPr>
              <a:xfrm>
                <a:off x="2846397" y="2461649"/>
                <a:ext cx="1653582" cy="365684"/>
              </a:xfrm>
              <a:prstGeom prst="roundRect">
                <a:avLst>
                  <a:gd name="adj" fmla="val 16667"/>
                </a:avLst>
              </a:prstGeom>
              <a:solidFill>
                <a:srgbClr val="8661C5"/>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Segoe Sans Text Semibold"/>
                    <a:ea typeface="+mn-ea"/>
                    <a:cs typeface="Segoe UI" pitchFamily="34" charset="0"/>
                  </a:rPr>
                  <a:t>Review &amp; negotiation agent </a:t>
                </a:r>
                <a:endParaRPr kumimoji="0" lang="en-US" sz="1000" b="1" i="0" u="none" strike="noStrike" kern="0" cap="none" spc="0" normalizeH="0" baseline="0" noProof="0">
                  <a:ln>
                    <a:noFill/>
                  </a:ln>
                  <a:gradFill>
                    <a:gsLst>
                      <a:gs pos="0">
                        <a:srgbClr val="FFFFFF"/>
                      </a:gs>
                      <a:gs pos="100000">
                        <a:srgbClr val="FFFFFF"/>
                      </a:gs>
                    </a:gsLst>
                    <a:lin ang="5400000" scaled="0"/>
                  </a:gradFill>
                  <a:effectLst/>
                  <a:uLnTx/>
                  <a:uFillTx/>
                  <a:latin typeface="Segoe Sans Text Semibold"/>
                  <a:ea typeface="+mn-ea"/>
                  <a:cs typeface="Segoe UI" pitchFamily="34" charset="0"/>
                </a:endParaRPr>
              </a:p>
            </p:txBody>
          </p:sp>
          <p:sp>
            <p:nvSpPr>
              <p:cNvPr id="117" name="!! Purple box">
                <a:extLst>
                  <a:ext uri="{FF2B5EF4-FFF2-40B4-BE49-F238E27FC236}">
                    <a16:creationId xmlns:a16="http://schemas.microsoft.com/office/drawing/2014/main" id="{5EAE2543-0B5A-866C-DA40-3DBB18F83052}"/>
                  </a:ext>
                  <a:ext uri="{C183D7F6-B498-43B3-948B-1728B52AA6E4}">
                    <adec:decorative xmlns:adec="http://schemas.microsoft.com/office/drawing/2017/decorative" val="0"/>
                  </a:ext>
                </a:extLst>
              </p:cNvPr>
              <p:cNvSpPr txBox="1"/>
              <p:nvPr/>
            </p:nvSpPr>
            <p:spPr>
              <a:xfrm>
                <a:off x="2778481" y="3200513"/>
                <a:ext cx="1631731" cy="245562"/>
              </a:xfrm>
              <a:prstGeom prst="roundRect">
                <a:avLst>
                  <a:gd name="adj" fmla="val 16667"/>
                </a:avLst>
              </a:prstGeom>
              <a:solidFill>
                <a:srgbClr val="D4EC8E">
                  <a:lumMod val="75000"/>
                </a:srgb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Model (o3)</a:t>
                </a:r>
              </a:p>
            </p:txBody>
          </p:sp>
          <p:sp>
            <p:nvSpPr>
              <p:cNvPr id="118" name="!! Purple box">
                <a:extLst>
                  <a:ext uri="{FF2B5EF4-FFF2-40B4-BE49-F238E27FC236}">
                    <a16:creationId xmlns:a16="http://schemas.microsoft.com/office/drawing/2014/main" id="{EEACF839-D1F1-9979-6C37-2406F9E8490F}"/>
                  </a:ext>
                  <a:ext uri="{C183D7F6-B498-43B3-948B-1728B52AA6E4}">
                    <adec:decorative xmlns:adec="http://schemas.microsoft.com/office/drawing/2017/decorative" val="0"/>
                  </a:ext>
                </a:extLst>
              </p:cNvPr>
              <p:cNvSpPr txBox="1"/>
              <p:nvPr/>
            </p:nvSpPr>
            <p:spPr>
              <a:xfrm>
                <a:off x="2778481" y="3470810"/>
                <a:ext cx="1631731" cy="245562"/>
              </a:xfrm>
              <a:prstGeom prst="roundRect">
                <a:avLst>
                  <a:gd name="adj" fmla="val 16667"/>
                </a:avLst>
              </a:prstGeom>
              <a:solidFill>
                <a:srgbClr val="E5F4BB"/>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marR="0" lvl="0" indent="0" algn="ctr" defTabSz="914102" fontAlgn="base">
                  <a:lnSpc>
                    <a:spcPct val="100000"/>
                  </a:lnSpc>
                  <a:spcBef>
                    <a:spcPct val="0"/>
                  </a:spcBef>
                  <a:spcAft>
                    <a:spcPct val="0"/>
                  </a:spcAft>
                  <a:buClrTx/>
                  <a:buSzTx/>
                  <a:buFontTx/>
                  <a:buNone/>
                  <a:tabLst/>
                  <a:defRPr kumimoji="0" sz="800" b="1" i="0" u="none" strike="noStrike" kern="0" cap="none" spc="0" normalizeH="0" baseline="0">
                    <a:ln>
                      <a:noFill/>
                    </a:ln>
                    <a:solidFill>
                      <a:srgbClr val="000000"/>
                    </a:solidFill>
                    <a:effectLst/>
                    <a:uLnTx/>
                    <a:uFillTx/>
                    <a:latin typeface="Segoe Sans Text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Memory</a:t>
                </a:r>
              </a:p>
            </p:txBody>
          </p:sp>
          <p:sp>
            <p:nvSpPr>
              <p:cNvPr id="119" name="!! Purple box">
                <a:extLst>
                  <a:ext uri="{FF2B5EF4-FFF2-40B4-BE49-F238E27FC236}">
                    <a16:creationId xmlns:a16="http://schemas.microsoft.com/office/drawing/2014/main" id="{7FB475D0-FA13-1D4C-6A32-2663622D1C7D}"/>
                  </a:ext>
                  <a:ext uri="{C183D7F6-B498-43B3-948B-1728B52AA6E4}">
                    <adec:decorative xmlns:adec="http://schemas.microsoft.com/office/drawing/2017/decorative" val="0"/>
                  </a:ext>
                </a:extLst>
              </p:cNvPr>
              <p:cNvSpPr txBox="1"/>
              <p:nvPr/>
            </p:nvSpPr>
            <p:spPr>
              <a:xfrm>
                <a:off x="2778481" y="3863149"/>
                <a:ext cx="1631731" cy="245562"/>
              </a:xfrm>
              <a:prstGeom prst="roundRect">
                <a:avLst>
                  <a:gd name="adj" fmla="val 16667"/>
                </a:avLst>
              </a:prstGeom>
              <a:solidFill>
                <a:schemeClr val="bg1">
                  <a:lumMod val="85000"/>
                </a:scheme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Azure MCP</a:t>
                </a:r>
              </a:p>
            </p:txBody>
          </p:sp>
          <p:pic>
            <p:nvPicPr>
              <p:cNvPr id="120" name="Picture 6">
                <a:extLst>
                  <a:ext uri="{FF2B5EF4-FFF2-40B4-BE49-F238E27FC236}">
                    <a16:creationId xmlns:a16="http://schemas.microsoft.com/office/drawing/2014/main" id="{562940F8-DD5C-BDD4-200C-CA1BE6E1B7D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9708" y="3223554"/>
                <a:ext cx="209394" cy="209394"/>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120">
                <a:extLst>
                  <a:ext uri="{FF2B5EF4-FFF2-40B4-BE49-F238E27FC236}">
                    <a16:creationId xmlns:a16="http://schemas.microsoft.com/office/drawing/2014/main" id="{C8D39AC5-BFE8-AFE8-CD28-256EF584C51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9708" y="3855963"/>
                <a:ext cx="217528" cy="217528"/>
              </a:xfrm>
              <a:prstGeom prst="rect">
                <a:avLst/>
              </a:prstGeom>
              <a:noFill/>
            </p:spPr>
          </p:pic>
          <p:pic>
            <p:nvPicPr>
              <p:cNvPr id="122" name="Picture 2" descr="Azure AI Foundry">
                <a:extLst>
                  <a:ext uri="{FF2B5EF4-FFF2-40B4-BE49-F238E27FC236}">
                    <a16:creationId xmlns:a16="http://schemas.microsoft.com/office/drawing/2014/main" id="{CB77999A-B2C4-6AE9-A5E4-2C1A6B60A3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228" y="2889091"/>
                <a:ext cx="237781" cy="237781"/>
              </a:xfrm>
              <a:prstGeom prst="rect">
                <a:avLst/>
              </a:prstGeom>
              <a:noFill/>
              <a:extLst>
                <a:ext uri="{909E8E84-426E-40DD-AFC4-6F175D3DCCD1}">
                  <a14:hiddenFill xmlns:a14="http://schemas.microsoft.com/office/drawing/2010/main">
                    <a:solidFill>
                      <a:srgbClr val="FFFFFF"/>
                    </a:solidFill>
                  </a14:hiddenFill>
                </a:ext>
              </a:extLst>
            </p:spPr>
          </p:pic>
        </p:grpSp>
        <p:pic>
          <p:nvPicPr>
            <p:cNvPr id="113" name="Picture 2">
              <a:extLst>
                <a:ext uri="{FF2B5EF4-FFF2-40B4-BE49-F238E27FC236}">
                  <a16:creationId xmlns:a16="http://schemas.microsoft.com/office/drawing/2014/main" id="{9C4E4884-18FE-5572-E34C-526D552078D5}"/>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9485" y="1221098"/>
              <a:ext cx="216179" cy="16401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2" name="Elbow Connector 7">
            <a:extLst>
              <a:ext uri="{FF2B5EF4-FFF2-40B4-BE49-F238E27FC236}">
                <a16:creationId xmlns:a16="http://schemas.microsoft.com/office/drawing/2014/main" id="{00C46693-F566-DE66-CF47-C4830FF14DC4}"/>
              </a:ext>
            </a:extLst>
          </p:cNvPr>
          <p:cNvCxnSpPr>
            <a:cxnSpLocks/>
            <a:stCxn id="7" idx="2"/>
            <a:endCxn id="71" idx="0"/>
          </p:cNvCxnSpPr>
          <p:nvPr/>
        </p:nvCxnSpPr>
        <p:spPr>
          <a:xfrm rot="5400000">
            <a:off x="2088280" y="3602682"/>
            <a:ext cx="419839" cy="435307"/>
          </a:xfrm>
          <a:prstGeom prst="bentConnector3">
            <a:avLst>
              <a:gd name="adj1" fmla="val 50000"/>
            </a:avLst>
          </a:prstGeom>
          <a:noFill/>
          <a:ln w="9525" cap="flat" cmpd="sng" algn="ctr">
            <a:solidFill>
              <a:srgbClr val="454142"/>
            </a:solidFill>
            <a:prstDash val="solid"/>
            <a:headEnd type="none" w="lg" len="med"/>
            <a:tailEnd type="triangle"/>
          </a:ln>
          <a:effectLst/>
        </p:spPr>
      </p:cxnSp>
      <p:grpSp>
        <p:nvGrpSpPr>
          <p:cNvPr id="35" name="Group 34">
            <a:extLst>
              <a:ext uri="{FF2B5EF4-FFF2-40B4-BE49-F238E27FC236}">
                <a16:creationId xmlns:a16="http://schemas.microsoft.com/office/drawing/2014/main" id="{256E5047-3CFD-AAF6-99D4-0ED664E00D4D}"/>
              </a:ext>
            </a:extLst>
          </p:cNvPr>
          <p:cNvGrpSpPr/>
          <p:nvPr/>
        </p:nvGrpSpPr>
        <p:grpSpPr>
          <a:xfrm>
            <a:off x="7176053" y="2065011"/>
            <a:ext cx="1706881" cy="1545405"/>
            <a:chOff x="5125380" y="338091"/>
            <a:chExt cx="1706881" cy="1545405"/>
          </a:xfrm>
        </p:grpSpPr>
        <p:grpSp>
          <p:nvGrpSpPr>
            <p:cNvPr id="36" name="Group 35">
              <a:extLst>
                <a:ext uri="{FF2B5EF4-FFF2-40B4-BE49-F238E27FC236}">
                  <a16:creationId xmlns:a16="http://schemas.microsoft.com/office/drawing/2014/main" id="{FCA9BBA4-11D0-3866-65E6-5B685F745EC4}"/>
                </a:ext>
              </a:extLst>
            </p:cNvPr>
            <p:cNvGrpSpPr/>
            <p:nvPr/>
          </p:nvGrpSpPr>
          <p:grpSpPr>
            <a:xfrm>
              <a:off x="5125380" y="338091"/>
              <a:ext cx="1706881" cy="1545405"/>
              <a:chOff x="2685746" y="2461649"/>
              <a:chExt cx="1962244" cy="1776609"/>
            </a:xfrm>
          </p:grpSpPr>
          <p:sp>
            <p:nvSpPr>
              <p:cNvPr id="38" name="Rounded Rectangle 7">
                <a:extLst>
                  <a:ext uri="{FF2B5EF4-FFF2-40B4-BE49-F238E27FC236}">
                    <a16:creationId xmlns:a16="http://schemas.microsoft.com/office/drawing/2014/main" id="{ECADC0B4-87D9-48E8-A403-603A18B352CE}"/>
                  </a:ext>
                  <a:ext uri="{C183D7F6-B498-43B3-948B-1728B52AA6E4}">
                    <adec:decorative xmlns:adec="http://schemas.microsoft.com/office/drawing/2017/decorative" val="1"/>
                  </a:ext>
                </a:extLst>
              </p:cNvPr>
              <p:cNvSpPr/>
              <p:nvPr/>
            </p:nvSpPr>
            <p:spPr bwMode="auto">
              <a:xfrm>
                <a:off x="2685746" y="2596138"/>
                <a:ext cx="1962244" cy="1642120"/>
              </a:xfrm>
              <a:prstGeom prst="roundRect">
                <a:avLst>
                  <a:gd name="adj" fmla="val 7119"/>
                </a:avLst>
              </a:prstGeom>
              <a:solidFill>
                <a:srgbClr val="FFFFF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9" name="TextBox 38">
                <a:extLst>
                  <a:ext uri="{FF2B5EF4-FFF2-40B4-BE49-F238E27FC236}">
                    <a16:creationId xmlns:a16="http://schemas.microsoft.com/office/drawing/2014/main" id="{53734127-468C-096E-EF25-0F4A4C4C344D}"/>
                  </a:ext>
                  <a:ext uri="{C183D7F6-B498-43B3-948B-1728B52AA6E4}">
                    <adec:decorative xmlns:adec="http://schemas.microsoft.com/office/drawing/2017/decorative" val="0"/>
                  </a:ext>
                </a:extLst>
              </p:cNvPr>
              <p:cNvSpPr txBox="1"/>
              <p:nvPr/>
            </p:nvSpPr>
            <p:spPr>
              <a:xfrm>
                <a:off x="3126920" y="2946064"/>
                <a:ext cx="1117244" cy="123838"/>
              </a:xfrm>
              <a:prstGeom prst="rect">
                <a:avLst/>
              </a:prstGeom>
              <a:noFill/>
            </p:spPr>
            <p:txBody>
              <a:bodyPr wrap="square" lIns="0" tIns="0" rIns="0" bIns="0">
                <a:spAutoFit/>
              </a:bodyPr>
              <a:lstStyle/>
              <a:p>
                <a:pPr marL="0" marR="0" lvl="0" indent="0" algn="ctr" defTabSz="93278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gradFill>
                      <a:gsLst>
                        <a:gs pos="0">
                          <a:srgbClr val="000000"/>
                        </a:gs>
                        <a:gs pos="99000">
                          <a:srgbClr val="000000"/>
                        </a:gs>
                      </a:gsLst>
                      <a:path path="circle">
                        <a:fillToRect r="100000" b="100000"/>
                      </a:path>
                    </a:gradFill>
                    <a:effectLst/>
                    <a:uLnTx/>
                    <a:uFillTx/>
                    <a:latin typeface="Segoe UI Variable Display Semibold"/>
                    <a:ea typeface="+mn-ea"/>
                    <a:cs typeface="Segoe Sans Display Semibold"/>
                  </a:rPr>
                  <a:t>Foundry Agent Service</a:t>
                </a:r>
              </a:p>
            </p:txBody>
          </p:sp>
          <p:sp>
            <p:nvSpPr>
              <p:cNvPr id="40" name="!! Purple box">
                <a:extLst>
                  <a:ext uri="{FF2B5EF4-FFF2-40B4-BE49-F238E27FC236}">
                    <a16:creationId xmlns:a16="http://schemas.microsoft.com/office/drawing/2014/main" id="{3E30E393-28C6-94F4-1EBE-5FAFC1B8939B}"/>
                  </a:ext>
                  <a:ext uri="{C183D7F6-B498-43B3-948B-1728B52AA6E4}">
                    <adec:decorative xmlns:adec="http://schemas.microsoft.com/office/drawing/2017/decorative" val="0"/>
                  </a:ext>
                </a:extLst>
              </p:cNvPr>
              <p:cNvSpPr txBox="1"/>
              <p:nvPr/>
            </p:nvSpPr>
            <p:spPr>
              <a:xfrm>
                <a:off x="2846397" y="2461649"/>
                <a:ext cx="1653582" cy="365684"/>
              </a:xfrm>
              <a:prstGeom prst="roundRect">
                <a:avLst>
                  <a:gd name="adj" fmla="val 16667"/>
                </a:avLst>
              </a:prstGeom>
              <a:solidFill>
                <a:srgbClr val="8661C5"/>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Segoe Sans Text Semibold"/>
                    <a:ea typeface="+mn-ea"/>
                    <a:cs typeface="Segoe UI" pitchFamily="34" charset="0"/>
                  </a:rPr>
                  <a:t>Signature &amp; repository agent</a:t>
                </a:r>
                <a:endParaRPr kumimoji="0" lang="en-US" sz="1000" b="1" i="0" u="none" strike="noStrike" kern="0" cap="none" spc="0" normalizeH="0" baseline="0" noProof="0">
                  <a:ln>
                    <a:noFill/>
                  </a:ln>
                  <a:gradFill>
                    <a:gsLst>
                      <a:gs pos="0">
                        <a:srgbClr val="FFFFFF"/>
                      </a:gs>
                      <a:gs pos="100000">
                        <a:srgbClr val="FFFFFF"/>
                      </a:gs>
                    </a:gsLst>
                    <a:lin ang="5400000" scaled="0"/>
                  </a:gradFill>
                  <a:effectLst/>
                  <a:uLnTx/>
                  <a:uFillTx/>
                  <a:latin typeface="Segoe Sans Text Semibold"/>
                  <a:ea typeface="+mn-ea"/>
                  <a:cs typeface="Segoe UI" pitchFamily="34" charset="0"/>
                </a:endParaRPr>
              </a:p>
            </p:txBody>
          </p:sp>
          <p:sp>
            <p:nvSpPr>
              <p:cNvPr id="41" name="!! Purple box">
                <a:extLst>
                  <a:ext uri="{FF2B5EF4-FFF2-40B4-BE49-F238E27FC236}">
                    <a16:creationId xmlns:a16="http://schemas.microsoft.com/office/drawing/2014/main" id="{35B57115-A142-B086-BACA-07A96AA6AE70}"/>
                  </a:ext>
                  <a:ext uri="{C183D7F6-B498-43B3-948B-1728B52AA6E4}">
                    <adec:decorative xmlns:adec="http://schemas.microsoft.com/office/drawing/2017/decorative" val="0"/>
                  </a:ext>
                </a:extLst>
              </p:cNvPr>
              <p:cNvSpPr txBox="1"/>
              <p:nvPr/>
            </p:nvSpPr>
            <p:spPr>
              <a:xfrm>
                <a:off x="2778481" y="3200513"/>
                <a:ext cx="1631731" cy="245562"/>
              </a:xfrm>
              <a:prstGeom prst="roundRect">
                <a:avLst>
                  <a:gd name="adj" fmla="val 16667"/>
                </a:avLst>
              </a:prstGeom>
              <a:solidFill>
                <a:srgbClr val="D4EC8E">
                  <a:lumMod val="75000"/>
                </a:srgb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Model (GPT5)</a:t>
                </a:r>
              </a:p>
            </p:txBody>
          </p:sp>
          <p:sp>
            <p:nvSpPr>
              <p:cNvPr id="42" name="!! Purple box">
                <a:extLst>
                  <a:ext uri="{FF2B5EF4-FFF2-40B4-BE49-F238E27FC236}">
                    <a16:creationId xmlns:a16="http://schemas.microsoft.com/office/drawing/2014/main" id="{C736D8EC-1D08-E0F9-CC20-43611671725D}"/>
                  </a:ext>
                  <a:ext uri="{C183D7F6-B498-43B3-948B-1728B52AA6E4}">
                    <adec:decorative xmlns:adec="http://schemas.microsoft.com/office/drawing/2017/decorative" val="0"/>
                  </a:ext>
                </a:extLst>
              </p:cNvPr>
              <p:cNvSpPr txBox="1"/>
              <p:nvPr/>
            </p:nvSpPr>
            <p:spPr>
              <a:xfrm>
                <a:off x="2778481" y="3470810"/>
                <a:ext cx="1631731" cy="245562"/>
              </a:xfrm>
              <a:prstGeom prst="roundRect">
                <a:avLst>
                  <a:gd name="adj" fmla="val 16667"/>
                </a:avLst>
              </a:prstGeom>
              <a:solidFill>
                <a:srgbClr val="E5F4BB"/>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marR="0" lvl="0" indent="0" algn="ctr" defTabSz="914102" fontAlgn="base">
                  <a:lnSpc>
                    <a:spcPct val="100000"/>
                  </a:lnSpc>
                  <a:spcBef>
                    <a:spcPct val="0"/>
                  </a:spcBef>
                  <a:spcAft>
                    <a:spcPct val="0"/>
                  </a:spcAft>
                  <a:buClrTx/>
                  <a:buSzTx/>
                  <a:buFontTx/>
                  <a:buNone/>
                  <a:tabLst/>
                  <a:defRPr kumimoji="0" sz="800" b="1" i="0" u="none" strike="noStrike" kern="0" cap="none" spc="0" normalizeH="0" baseline="0">
                    <a:ln>
                      <a:noFill/>
                    </a:ln>
                    <a:solidFill>
                      <a:srgbClr val="000000"/>
                    </a:solidFill>
                    <a:effectLst/>
                    <a:uLnTx/>
                    <a:uFillTx/>
                    <a:latin typeface="Segoe Sans Text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Memory</a:t>
                </a:r>
              </a:p>
            </p:txBody>
          </p:sp>
          <p:sp>
            <p:nvSpPr>
              <p:cNvPr id="43" name="!! Purple box">
                <a:extLst>
                  <a:ext uri="{FF2B5EF4-FFF2-40B4-BE49-F238E27FC236}">
                    <a16:creationId xmlns:a16="http://schemas.microsoft.com/office/drawing/2014/main" id="{17BE9B9D-2F45-AFB3-1A31-7B56BD32EFBC}"/>
                  </a:ext>
                  <a:ext uri="{C183D7F6-B498-43B3-948B-1728B52AA6E4}">
                    <adec:decorative xmlns:adec="http://schemas.microsoft.com/office/drawing/2017/decorative" val="0"/>
                  </a:ext>
                </a:extLst>
              </p:cNvPr>
              <p:cNvSpPr txBox="1"/>
              <p:nvPr/>
            </p:nvSpPr>
            <p:spPr>
              <a:xfrm>
                <a:off x="2778481" y="3863149"/>
                <a:ext cx="1631731" cy="245562"/>
              </a:xfrm>
              <a:prstGeom prst="roundRect">
                <a:avLst>
                  <a:gd name="adj" fmla="val 16667"/>
                </a:avLst>
              </a:prstGeom>
              <a:solidFill>
                <a:schemeClr val="bg1">
                  <a:lumMod val="85000"/>
                </a:scheme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Azure MCP</a:t>
                </a:r>
              </a:p>
            </p:txBody>
          </p:sp>
          <p:pic>
            <p:nvPicPr>
              <p:cNvPr id="44" name="Picture 6">
                <a:extLst>
                  <a:ext uri="{FF2B5EF4-FFF2-40B4-BE49-F238E27FC236}">
                    <a16:creationId xmlns:a16="http://schemas.microsoft.com/office/drawing/2014/main" id="{E6927DBE-D736-8AB7-2938-03FA1BE119D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9708" y="3223554"/>
                <a:ext cx="209394" cy="20939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8B763D6D-4DDD-0788-C30A-D3149164958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9708" y="3855963"/>
                <a:ext cx="217528" cy="217528"/>
              </a:xfrm>
              <a:prstGeom prst="rect">
                <a:avLst/>
              </a:prstGeom>
              <a:noFill/>
            </p:spPr>
          </p:pic>
          <p:pic>
            <p:nvPicPr>
              <p:cNvPr id="46" name="Picture 2" descr="Azure AI Foundry">
                <a:extLst>
                  <a:ext uri="{FF2B5EF4-FFF2-40B4-BE49-F238E27FC236}">
                    <a16:creationId xmlns:a16="http://schemas.microsoft.com/office/drawing/2014/main" id="{31E68EF8-6A31-C3B6-86A9-46EBF6BEF1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228" y="2889091"/>
                <a:ext cx="237781" cy="237781"/>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Picture 2">
              <a:extLst>
                <a:ext uri="{FF2B5EF4-FFF2-40B4-BE49-F238E27FC236}">
                  <a16:creationId xmlns:a16="http://schemas.microsoft.com/office/drawing/2014/main" id="{E3CFFB4B-BCDB-E77F-B408-912007A8580E}"/>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9485" y="1221098"/>
              <a:ext cx="216179" cy="1640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9" name="Group 338">
            <a:extLst>
              <a:ext uri="{FF2B5EF4-FFF2-40B4-BE49-F238E27FC236}">
                <a16:creationId xmlns:a16="http://schemas.microsoft.com/office/drawing/2014/main" id="{54473710-2A70-5D02-55F9-60BB26151350}"/>
              </a:ext>
            </a:extLst>
          </p:cNvPr>
          <p:cNvGrpSpPr/>
          <p:nvPr/>
        </p:nvGrpSpPr>
        <p:grpSpPr>
          <a:xfrm>
            <a:off x="6772804" y="6077247"/>
            <a:ext cx="4690186" cy="215037"/>
            <a:chOff x="6772804" y="6077247"/>
            <a:chExt cx="4690186" cy="215037"/>
          </a:xfrm>
        </p:grpSpPr>
        <p:grpSp>
          <p:nvGrpSpPr>
            <p:cNvPr id="340" name="Group 339">
              <a:extLst>
                <a:ext uri="{FF2B5EF4-FFF2-40B4-BE49-F238E27FC236}">
                  <a16:creationId xmlns:a16="http://schemas.microsoft.com/office/drawing/2014/main" id="{3F39B219-8A26-CEF2-E3F4-2536F36309EF}"/>
                </a:ext>
              </a:extLst>
            </p:cNvPr>
            <p:cNvGrpSpPr/>
            <p:nvPr/>
          </p:nvGrpSpPr>
          <p:grpSpPr>
            <a:xfrm>
              <a:off x="6772804" y="6081669"/>
              <a:ext cx="4690186" cy="203530"/>
              <a:chOff x="7163274" y="1095116"/>
              <a:chExt cx="4690186" cy="203530"/>
            </a:xfrm>
          </p:grpSpPr>
          <p:grpSp>
            <p:nvGrpSpPr>
              <p:cNvPr id="342" name="Group 341">
                <a:extLst>
                  <a:ext uri="{FF2B5EF4-FFF2-40B4-BE49-F238E27FC236}">
                    <a16:creationId xmlns:a16="http://schemas.microsoft.com/office/drawing/2014/main" id="{22171709-8B21-8A52-ACD1-F6BDB96CFEA2}"/>
                  </a:ext>
                  <a:ext uri="{C183D7F6-B498-43B3-948B-1728B52AA6E4}">
                    <adec:decorative xmlns:adec="http://schemas.microsoft.com/office/drawing/2017/decorative" val="1"/>
                  </a:ext>
                </a:extLst>
              </p:cNvPr>
              <p:cNvGrpSpPr/>
              <p:nvPr/>
            </p:nvGrpSpPr>
            <p:grpSpPr>
              <a:xfrm>
                <a:off x="9991501" y="1095116"/>
                <a:ext cx="209589" cy="203530"/>
                <a:chOff x="6045061" y="3893063"/>
                <a:chExt cx="782897" cy="760263"/>
              </a:xfrm>
              <a:effectLst>
                <a:outerShdw blurRad="76200" dist="38100" dir="2700000" algn="tl" rotWithShape="0">
                  <a:prstClr val="black">
                    <a:alpha val="20000"/>
                  </a:prstClr>
                </a:outerShdw>
              </a:effectLst>
            </p:grpSpPr>
            <p:sp>
              <p:nvSpPr>
                <p:cNvPr id="354" name="Oval 353">
                  <a:extLst>
                    <a:ext uri="{FF2B5EF4-FFF2-40B4-BE49-F238E27FC236}">
                      <a16:creationId xmlns:a16="http://schemas.microsoft.com/office/drawing/2014/main" id="{1C0CCBC8-1D57-86DA-AC80-73282FDD6ED5}"/>
                    </a:ext>
                    <a:ext uri="{C183D7F6-B498-43B3-948B-1728B52AA6E4}">
                      <adec:decorative xmlns:adec="http://schemas.microsoft.com/office/drawing/2017/decorative" val="1"/>
                    </a:ext>
                  </a:extLst>
                </p:cNvPr>
                <p:cNvSpPr/>
                <p:nvPr/>
              </p:nvSpPr>
              <p:spPr bwMode="auto">
                <a:xfrm>
                  <a:off x="6078359" y="3905186"/>
                  <a:ext cx="710790" cy="710790"/>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Sans Text Semibold" pitchFamily="2" charset="0"/>
                    <a:ea typeface="+mn-ea"/>
                    <a:cs typeface="Segoe Sans Text Semibold" pitchFamily="2" charset="0"/>
                  </a:endParaRPr>
                </a:p>
              </p:txBody>
            </p:sp>
            <p:pic>
              <p:nvPicPr>
                <p:cNvPr id="355" name="Picture 354" descr="A group of people in a circle&#10;&#10;Description automatically generated">
                  <a:extLst>
                    <a:ext uri="{FF2B5EF4-FFF2-40B4-BE49-F238E27FC236}">
                      <a16:creationId xmlns:a16="http://schemas.microsoft.com/office/drawing/2014/main" id="{153AD64F-000B-6FDC-2CAB-E8B320DFBA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5061" y="3893063"/>
                  <a:ext cx="782897" cy="760263"/>
                </a:xfrm>
                <a:prstGeom prst="rect">
                  <a:avLst/>
                </a:prstGeom>
              </p:spPr>
            </p:pic>
          </p:grpSp>
          <p:sp>
            <p:nvSpPr>
              <p:cNvPr id="343" name="!! Purple box">
                <a:extLst>
                  <a:ext uri="{FF2B5EF4-FFF2-40B4-BE49-F238E27FC236}">
                    <a16:creationId xmlns:a16="http://schemas.microsoft.com/office/drawing/2014/main" id="{89CF9985-043E-E9B8-4E1A-912EC19CCF83}"/>
                  </a:ext>
                  <a:ext uri="{C183D7F6-B498-43B3-948B-1728B52AA6E4}">
                    <adec:decorative xmlns:adec="http://schemas.microsoft.com/office/drawing/2017/decorative" val="0"/>
                  </a:ext>
                </a:extLst>
              </p:cNvPr>
              <p:cNvSpPr txBox="1"/>
              <p:nvPr/>
            </p:nvSpPr>
            <p:spPr>
              <a:xfrm>
                <a:off x="7666219" y="1127631"/>
                <a:ext cx="135586" cy="138499"/>
              </a:xfrm>
              <a:prstGeom prst="roundRect">
                <a:avLst>
                  <a:gd name="adj" fmla="val 16667"/>
                </a:avLst>
              </a:prstGeom>
              <a:solidFill>
                <a:srgbClr val="D4EC8E">
                  <a:lumMod val="75000"/>
                </a:srgbClr>
              </a:solidFill>
              <a:ln w="15875" cap="flat" cmpd="sng" algn="ctr">
                <a:noFill/>
                <a:prstDash val="solid"/>
                <a:headEnd type="none" w="med" len="med"/>
                <a:tailEnd type="none" w="med" len="med"/>
              </a:ln>
              <a:effectLst/>
            </p:spPr>
            <p:txBody>
              <a:bodyPr rot="0" spcFirstLastPara="0" vertOverflow="overflow" horzOverflow="overflow" vert="horz" wrap="square" lIns="179285" tIns="72000" rIns="179285" bIns="72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000000"/>
                  </a:solidFill>
                  <a:effectLst/>
                  <a:uLnTx/>
                  <a:uFillTx/>
                  <a:latin typeface="Segoe Sans Text Semibold"/>
                  <a:ea typeface="+mn-ea"/>
                  <a:cs typeface="Segoe UI" pitchFamily="34" charset="0"/>
                </a:endParaRPr>
              </a:p>
            </p:txBody>
          </p:sp>
          <p:sp>
            <p:nvSpPr>
              <p:cNvPr id="344" name="TextBox 343">
                <a:extLst>
                  <a:ext uri="{FF2B5EF4-FFF2-40B4-BE49-F238E27FC236}">
                    <a16:creationId xmlns:a16="http://schemas.microsoft.com/office/drawing/2014/main" id="{E27623D7-FDA2-B936-516F-3D1539C6A96F}"/>
                  </a:ext>
                </a:extLst>
              </p:cNvPr>
              <p:cNvSpPr txBox="1"/>
              <p:nvPr/>
            </p:nvSpPr>
            <p:spPr>
              <a:xfrm>
                <a:off x="7848659" y="1127631"/>
                <a:ext cx="437126"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Models</a:t>
                </a:r>
              </a:p>
            </p:txBody>
          </p:sp>
          <p:sp>
            <p:nvSpPr>
              <p:cNvPr id="345" name="TextBox 344">
                <a:extLst>
                  <a:ext uri="{FF2B5EF4-FFF2-40B4-BE49-F238E27FC236}">
                    <a16:creationId xmlns:a16="http://schemas.microsoft.com/office/drawing/2014/main" id="{9B92EFB0-03C0-5E63-6D38-6D49FABACB9B}"/>
                  </a:ext>
                </a:extLst>
              </p:cNvPr>
              <p:cNvSpPr txBox="1"/>
              <p:nvPr/>
            </p:nvSpPr>
            <p:spPr>
              <a:xfrm>
                <a:off x="10233727" y="1127631"/>
                <a:ext cx="1011552"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Human in the loop</a:t>
                </a:r>
              </a:p>
            </p:txBody>
          </p:sp>
          <p:sp>
            <p:nvSpPr>
              <p:cNvPr id="346" name="!! Purple box">
                <a:extLst>
                  <a:ext uri="{FF2B5EF4-FFF2-40B4-BE49-F238E27FC236}">
                    <a16:creationId xmlns:a16="http://schemas.microsoft.com/office/drawing/2014/main" id="{5AEAAF4B-9441-B761-93E8-B97D8924AD3B}"/>
                  </a:ext>
                  <a:ext uri="{C183D7F6-B498-43B3-948B-1728B52AA6E4}">
                    <adec:decorative xmlns:adec="http://schemas.microsoft.com/office/drawing/2017/decorative" val="0"/>
                  </a:ext>
                </a:extLst>
              </p:cNvPr>
              <p:cNvSpPr txBox="1"/>
              <p:nvPr/>
            </p:nvSpPr>
            <p:spPr>
              <a:xfrm>
                <a:off x="7163274" y="1127631"/>
                <a:ext cx="135586" cy="138499"/>
              </a:xfrm>
              <a:prstGeom prst="roundRect">
                <a:avLst>
                  <a:gd name="adj" fmla="val 16667"/>
                </a:avLst>
              </a:prstGeom>
              <a:solidFill>
                <a:srgbClr val="8661C5"/>
              </a:solidFill>
              <a:ln w="15875" cap="flat" cmpd="sng" algn="ctr">
                <a:noFill/>
                <a:prstDash val="solid"/>
                <a:headEnd type="none" w="med" len="med"/>
                <a:tailEnd type="none" w="med" len="med"/>
              </a:ln>
              <a:effectLst/>
            </p:spPr>
            <p:txBody>
              <a:bodyPr rot="0" spcFirstLastPara="0" vertOverflow="overflow" horzOverflow="overflow" vert="horz" wrap="square" lIns="179285" tIns="72000" rIns="179285" bIns="72000" numCol="1" spcCol="0" rtlCol="0" fromWordArt="0" anchor="ctr" anchorCtr="0" forceAA="0" compatLnSpc="1">
                <a:prstTxWarp prst="textNoShape">
                  <a:avLst/>
                </a:prstTxWarp>
                <a:noAutofit/>
              </a:bodyPr>
              <a:lstStyle>
                <a:defPPr>
                  <a:defRPr lang="en-US"/>
                </a:defPPr>
                <a:lvl1pPr marR="0" lvl="0" indent="0" algn="ctr" defTabSz="914102" fontAlgn="base">
                  <a:lnSpc>
                    <a:spcPct val="100000"/>
                  </a:lnSpc>
                  <a:spcBef>
                    <a:spcPct val="0"/>
                  </a:spcBef>
                  <a:spcAft>
                    <a:spcPct val="0"/>
                  </a:spcAft>
                  <a:buClrTx/>
                  <a:buSzTx/>
                  <a:buFontTx/>
                  <a:buNone/>
                  <a:tabLst/>
                  <a:defRPr kumimoji="0" sz="1050" b="1" i="0" u="none" strike="noStrike" kern="0" cap="none" spc="0" normalizeH="0" baseline="0">
                    <a:ln>
                      <a:noFill/>
                    </a:ln>
                    <a:solidFill>
                      <a:srgbClr val="FFFFFF"/>
                    </a:solidFill>
                    <a:effectLst/>
                    <a:uLnTx/>
                    <a:uFillTx/>
                    <a:latin typeface="Segoe Sans Text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050" b="1" i="0" u="none" strike="noStrike" kern="0" cap="none" spc="0" normalizeH="0" baseline="0" noProof="0">
                  <a:ln>
                    <a:noFill/>
                  </a:ln>
                  <a:solidFill>
                    <a:srgbClr val="FFFFFF"/>
                  </a:solidFill>
                  <a:effectLst/>
                  <a:uLnTx/>
                  <a:uFillTx/>
                  <a:latin typeface="Segoe Sans Text Semibold"/>
                  <a:ea typeface="+mn-ea"/>
                  <a:cs typeface="Segoe UI" pitchFamily="34" charset="0"/>
                </a:endParaRPr>
              </a:p>
            </p:txBody>
          </p:sp>
          <p:sp>
            <p:nvSpPr>
              <p:cNvPr id="347" name="TextBox 346">
                <a:extLst>
                  <a:ext uri="{FF2B5EF4-FFF2-40B4-BE49-F238E27FC236}">
                    <a16:creationId xmlns:a16="http://schemas.microsoft.com/office/drawing/2014/main" id="{55D3919E-6E66-88E5-2C54-C03C01DCE3A0}"/>
                  </a:ext>
                </a:extLst>
              </p:cNvPr>
              <p:cNvSpPr txBox="1"/>
              <p:nvPr/>
            </p:nvSpPr>
            <p:spPr>
              <a:xfrm>
                <a:off x="7320382" y="1127631"/>
                <a:ext cx="408243"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Agent</a:t>
                </a:r>
              </a:p>
            </p:txBody>
          </p:sp>
          <p:sp>
            <p:nvSpPr>
              <p:cNvPr id="348" name="!! Purple box">
                <a:extLst>
                  <a:ext uri="{FF2B5EF4-FFF2-40B4-BE49-F238E27FC236}">
                    <a16:creationId xmlns:a16="http://schemas.microsoft.com/office/drawing/2014/main" id="{FA5274E2-6A77-1B0C-32DD-DC5F85591700}"/>
                  </a:ext>
                  <a:ext uri="{C183D7F6-B498-43B3-948B-1728B52AA6E4}">
                    <adec:decorative xmlns:adec="http://schemas.microsoft.com/office/drawing/2017/decorative" val="0"/>
                  </a:ext>
                </a:extLst>
              </p:cNvPr>
              <p:cNvSpPr txBox="1"/>
              <p:nvPr/>
            </p:nvSpPr>
            <p:spPr>
              <a:xfrm>
                <a:off x="9337166" y="1127631"/>
                <a:ext cx="135586" cy="138499"/>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endParaRPr>
              </a:p>
            </p:txBody>
          </p:sp>
          <p:sp>
            <p:nvSpPr>
              <p:cNvPr id="349" name="TextBox 348">
                <a:extLst>
                  <a:ext uri="{FF2B5EF4-FFF2-40B4-BE49-F238E27FC236}">
                    <a16:creationId xmlns:a16="http://schemas.microsoft.com/office/drawing/2014/main" id="{A15B90C4-6927-33C3-6007-A5B83E89FE17}"/>
                  </a:ext>
                </a:extLst>
              </p:cNvPr>
              <p:cNvSpPr txBox="1"/>
              <p:nvPr/>
            </p:nvSpPr>
            <p:spPr>
              <a:xfrm>
                <a:off x="9526443" y="1127631"/>
                <a:ext cx="458988"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Actions</a:t>
                </a:r>
              </a:p>
            </p:txBody>
          </p:sp>
          <p:sp>
            <p:nvSpPr>
              <p:cNvPr id="350" name="Oval 349">
                <a:extLst>
                  <a:ext uri="{FF2B5EF4-FFF2-40B4-BE49-F238E27FC236}">
                    <a16:creationId xmlns:a16="http://schemas.microsoft.com/office/drawing/2014/main" id="{BB305FAA-A6B6-C69F-0E00-AA705F38D505}"/>
                  </a:ext>
                  <a:ext uri="{C183D7F6-B498-43B3-948B-1728B52AA6E4}">
                    <adec:decorative xmlns:adec="http://schemas.microsoft.com/office/drawing/2017/decorative" val="1"/>
                  </a:ext>
                </a:extLst>
              </p:cNvPr>
              <p:cNvSpPr/>
              <p:nvPr/>
            </p:nvSpPr>
            <p:spPr bwMode="auto">
              <a:xfrm>
                <a:off x="11230344" y="1098361"/>
                <a:ext cx="190285" cy="190286"/>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Sans Text Semibold" pitchFamily="2" charset="0"/>
                  <a:ea typeface="+mn-ea"/>
                  <a:cs typeface="Segoe Sans Text Semibold" pitchFamily="2" charset="0"/>
                </a:endParaRPr>
              </a:p>
            </p:txBody>
          </p:sp>
          <p:sp>
            <p:nvSpPr>
              <p:cNvPr id="351" name="TextBox 350">
                <a:extLst>
                  <a:ext uri="{FF2B5EF4-FFF2-40B4-BE49-F238E27FC236}">
                    <a16:creationId xmlns:a16="http://schemas.microsoft.com/office/drawing/2014/main" id="{359ED0E6-EFB5-04FF-E815-6A7A693E0616}"/>
                  </a:ext>
                </a:extLst>
              </p:cNvPr>
              <p:cNvSpPr txBox="1"/>
              <p:nvPr/>
            </p:nvSpPr>
            <p:spPr>
              <a:xfrm>
                <a:off x="11482179" y="1127631"/>
                <a:ext cx="371281"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RAG</a:t>
                </a:r>
              </a:p>
            </p:txBody>
          </p:sp>
          <p:sp>
            <p:nvSpPr>
              <p:cNvPr id="352" name="!! Purple box">
                <a:extLst>
                  <a:ext uri="{FF2B5EF4-FFF2-40B4-BE49-F238E27FC236}">
                    <a16:creationId xmlns:a16="http://schemas.microsoft.com/office/drawing/2014/main" id="{9B6ABDAC-D8EA-E1C4-AC3C-FEC40CC57EDC}"/>
                  </a:ext>
                  <a:ext uri="{C183D7F6-B498-43B3-948B-1728B52AA6E4}">
                    <adec:decorative xmlns:adec="http://schemas.microsoft.com/office/drawing/2017/decorative" val="0"/>
                  </a:ext>
                </a:extLst>
              </p:cNvPr>
              <p:cNvSpPr txBox="1"/>
              <p:nvPr/>
            </p:nvSpPr>
            <p:spPr>
              <a:xfrm>
                <a:off x="8284524" y="1127631"/>
                <a:ext cx="135586" cy="138499"/>
              </a:xfrm>
              <a:prstGeom prst="roundRect">
                <a:avLst>
                  <a:gd name="adj" fmla="val 16667"/>
                </a:avLst>
              </a:prstGeom>
              <a:solidFill>
                <a:schemeClr val="accent2">
                  <a:lumMod val="20000"/>
                  <a:lumOff val="80000"/>
                </a:schemeClr>
              </a:solidFill>
              <a:ln w="15875" cap="flat" cmpd="sng" algn="ctr">
                <a:noFill/>
                <a:prstDash val="solid"/>
                <a:headEnd type="none" w="med" len="med"/>
                <a:tailEnd type="none" w="med" len="med"/>
              </a:ln>
              <a:effectLst/>
            </p:spPr>
            <p:txBody>
              <a:bodyPr rot="0" spcFirstLastPara="0" vertOverflow="overflow" horzOverflow="overflow" vert="horz" wrap="square" lIns="179285" tIns="72000" rIns="179285" bIns="72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000000"/>
                  </a:solidFill>
                  <a:effectLst/>
                  <a:uLnTx/>
                  <a:uFillTx/>
                  <a:latin typeface="Segoe Sans Text Semibold"/>
                  <a:ea typeface="+mn-ea"/>
                  <a:cs typeface="Segoe UI" pitchFamily="34" charset="0"/>
                </a:endParaRPr>
              </a:p>
            </p:txBody>
          </p:sp>
          <p:sp>
            <p:nvSpPr>
              <p:cNvPr id="353" name="TextBox 352">
                <a:extLst>
                  <a:ext uri="{FF2B5EF4-FFF2-40B4-BE49-F238E27FC236}">
                    <a16:creationId xmlns:a16="http://schemas.microsoft.com/office/drawing/2014/main" id="{B3EBBD7A-557D-7904-33F6-49EDB81BA2BF}"/>
                  </a:ext>
                </a:extLst>
              </p:cNvPr>
              <p:cNvSpPr txBox="1"/>
              <p:nvPr/>
            </p:nvSpPr>
            <p:spPr>
              <a:xfrm>
                <a:off x="8466964" y="1127631"/>
                <a:ext cx="879466"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Text"/>
                    <a:ea typeface="+mn-ea"/>
                    <a:cs typeface="+mn-cs"/>
                  </a:rPr>
                  <a:t>External systems</a:t>
                </a:r>
              </a:p>
            </p:txBody>
          </p:sp>
        </p:grpSp>
        <p:pic>
          <p:nvPicPr>
            <p:cNvPr id="341" name="Picture 340" descr="A white icon with a magnifying glass&#10;&#10;Description automatically generated">
              <a:extLst>
                <a:ext uri="{FF2B5EF4-FFF2-40B4-BE49-F238E27FC236}">
                  <a16:creationId xmlns:a16="http://schemas.microsoft.com/office/drawing/2014/main" id="{D1AE2B21-2621-C200-B611-419611E241F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21943" y="6077247"/>
              <a:ext cx="221439" cy="215037"/>
            </a:xfrm>
            <a:prstGeom prst="rect">
              <a:avLst/>
            </a:prstGeom>
          </p:spPr>
        </p:pic>
      </p:grpSp>
      <p:sp>
        <p:nvSpPr>
          <p:cNvPr id="379" name="!! Purple box">
            <a:extLst>
              <a:ext uri="{FF2B5EF4-FFF2-40B4-BE49-F238E27FC236}">
                <a16:creationId xmlns:a16="http://schemas.microsoft.com/office/drawing/2014/main" id="{F74EF76F-EF61-FA08-F60A-E989EB553DFB}"/>
              </a:ext>
              <a:ext uri="{C183D7F6-B498-43B3-948B-1728B52AA6E4}">
                <adec:decorative xmlns:adec="http://schemas.microsoft.com/office/drawing/2017/decorative" val="0"/>
              </a:ext>
            </a:extLst>
          </p:cNvPr>
          <p:cNvSpPr txBox="1"/>
          <p:nvPr/>
        </p:nvSpPr>
        <p:spPr>
          <a:xfrm>
            <a:off x="2633548"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Auto-fill meta data </a:t>
            </a:r>
          </a:p>
        </p:txBody>
      </p:sp>
      <p:sp>
        <p:nvSpPr>
          <p:cNvPr id="383" name="!! Purple box">
            <a:extLst>
              <a:ext uri="{FF2B5EF4-FFF2-40B4-BE49-F238E27FC236}">
                <a16:creationId xmlns:a16="http://schemas.microsoft.com/office/drawing/2014/main" id="{B3F12478-EBD4-C2AB-EA9A-4CE99B94994F}"/>
              </a:ext>
              <a:ext uri="{C183D7F6-B498-43B3-948B-1728B52AA6E4}">
                <adec:decorative xmlns:adec="http://schemas.microsoft.com/office/drawing/2017/decorative" val="0"/>
              </a:ext>
            </a:extLst>
          </p:cNvPr>
          <p:cNvSpPr txBox="1"/>
          <p:nvPr/>
        </p:nvSpPr>
        <p:spPr>
          <a:xfrm>
            <a:off x="7406033"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Collect approvals </a:t>
            </a:r>
          </a:p>
        </p:txBody>
      </p:sp>
      <p:cxnSp>
        <p:nvCxnSpPr>
          <p:cNvPr id="385" name="Elbow Connector 7">
            <a:extLst>
              <a:ext uri="{FF2B5EF4-FFF2-40B4-BE49-F238E27FC236}">
                <a16:creationId xmlns:a16="http://schemas.microsoft.com/office/drawing/2014/main" id="{1FD14AA6-279A-9626-C4C6-A393483FC384}"/>
              </a:ext>
            </a:extLst>
          </p:cNvPr>
          <p:cNvCxnSpPr>
            <a:cxnSpLocks/>
            <a:stCxn id="7" idx="2"/>
            <a:endCxn id="379" idx="0"/>
          </p:cNvCxnSpPr>
          <p:nvPr/>
        </p:nvCxnSpPr>
        <p:spPr>
          <a:xfrm rot="16200000" flipH="1">
            <a:off x="2565528" y="3560740"/>
            <a:ext cx="419839" cy="519190"/>
          </a:xfrm>
          <a:prstGeom prst="bentConnector3">
            <a:avLst>
              <a:gd name="adj1" fmla="val 50000"/>
            </a:avLst>
          </a:prstGeom>
          <a:noFill/>
          <a:ln w="9525" cap="flat" cmpd="sng" algn="ctr">
            <a:solidFill>
              <a:srgbClr val="454142"/>
            </a:solidFill>
            <a:prstDash val="solid"/>
            <a:headEnd type="none" w="lg" len="med"/>
            <a:tailEnd type="triangle"/>
          </a:ln>
          <a:effectLst/>
        </p:spPr>
      </p:cxnSp>
      <p:cxnSp>
        <p:nvCxnSpPr>
          <p:cNvPr id="391" name="Elbow Connector 7">
            <a:extLst>
              <a:ext uri="{FF2B5EF4-FFF2-40B4-BE49-F238E27FC236}">
                <a16:creationId xmlns:a16="http://schemas.microsoft.com/office/drawing/2014/main" id="{D176F963-C04E-1C3D-C999-DCA5A7080B05}"/>
              </a:ext>
            </a:extLst>
          </p:cNvPr>
          <p:cNvCxnSpPr>
            <a:cxnSpLocks/>
            <a:stCxn id="38" idx="2"/>
            <a:endCxn id="383" idx="0"/>
          </p:cNvCxnSpPr>
          <p:nvPr/>
        </p:nvCxnSpPr>
        <p:spPr>
          <a:xfrm rot="5400000">
            <a:off x="7708592" y="3709352"/>
            <a:ext cx="419839" cy="221967"/>
          </a:xfrm>
          <a:prstGeom prst="bentConnector3">
            <a:avLst>
              <a:gd name="adj1" fmla="val 50000"/>
            </a:avLst>
          </a:prstGeom>
          <a:noFill/>
          <a:ln w="9525" cap="flat" cmpd="sng" algn="ctr">
            <a:solidFill>
              <a:srgbClr val="454142"/>
            </a:solidFill>
            <a:prstDash val="solid"/>
            <a:headEnd type="none" w="lg" len="med"/>
            <a:tailEnd type="triangle"/>
          </a:ln>
          <a:effectLst/>
        </p:spPr>
      </p:cxnSp>
      <p:cxnSp>
        <p:nvCxnSpPr>
          <p:cNvPr id="397" name="Elbow Connector 7">
            <a:extLst>
              <a:ext uri="{FF2B5EF4-FFF2-40B4-BE49-F238E27FC236}">
                <a16:creationId xmlns:a16="http://schemas.microsoft.com/office/drawing/2014/main" id="{CE425E6D-CBD1-F774-5B9E-C0CDBB76CB94}"/>
              </a:ext>
            </a:extLst>
          </p:cNvPr>
          <p:cNvCxnSpPr>
            <a:cxnSpLocks/>
            <a:stCxn id="327" idx="2"/>
            <a:endCxn id="261" idx="0"/>
          </p:cNvCxnSpPr>
          <p:nvPr/>
        </p:nvCxnSpPr>
        <p:spPr>
          <a:xfrm rot="5400000">
            <a:off x="10082655" y="3244282"/>
            <a:ext cx="364975" cy="1097242"/>
          </a:xfrm>
          <a:prstGeom prst="bentConnector3">
            <a:avLst>
              <a:gd name="adj1" fmla="val 50000"/>
            </a:avLst>
          </a:prstGeom>
          <a:noFill/>
          <a:ln w="9525" cap="flat" cmpd="sng" algn="ctr">
            <a:solidFill>
              <a:srgbClr val="454142"/>
            </a:solidFill>
            <a:prstDash val="solid"/>
            <a:headEnd type="none" w="lg" len="med"/>
            <a:tailEnd type="triangle"/>
          </a:ln>
          <a:effectLst/>
        </p:spPr>
      </p:cxnSp>
      <p:cxnSp>
        <p:nvCxnSpPr>
          <p:cNvPr id="400" name="Elbow Connector 7">
            <a:extLst>
              <a:ext uri="{FF2B5EF4-FFF2-40B4-BE49-F238E27FC236}">
                <a16:creationId xmlns:a16="http://schemas.microsoft.com/office/drawing/2014/main" id="{5A4F088F-E2A0-327A-6761-3F50424F56B7}"/>
              </a:ext>
            </a:extLst>
          </p:cNvPr>
          <p:cNvCxnSpPr>
            <a:cxnSpLocks/>
            <a:stCxn id="114" idx="2"/>
            <a:endCxn id="126" idx="0"/>
          </p:cNvCxnSpPr>
          <p:nvPr/>
        </p:nvCxnSpPr>
        <p:spPr>
          <a:xfrm rot="16200000" flipH="1">
            <a:off x="6312403" y="3489627"/>
            <a:ext cx="419839" cy="661416"/>
          </a:xfrm>
          <a:prstGeom prst="bentConnector3">
            <a:avLst>
              <a:gd name="adj1" fmla="val 50000"/>
            </a:avLst>
          </a:prstGeom>
          <a:noFill/>
          <a:ln w="9525" cap="flat" cmpd="sng" algn="ctr">
            <a:solidFill>
              <a:srgbClr val="454142"/>
            </a:solidFill>
            <a:prstDash val="solid"/>
            <a:headEnd type="none" w="lg" len="med"/>
            <a:tailEnd type="triangle"/>
          </a:ln>
          <a:effectLst/>
        </p:spPr>
      </p:cxnSp>
      <p:grpSp>
        <p:nvGrpSpPr>
          <p:cNvPr id="5" name="Group 4">
            <a:extLst>
              <a:ext uri="{FF2B5EF4-FFF2-40B4-BE49-F238E27FC236}">
                <a16:creationId xmlns:a16="http://schemas.microsoft.com/office/drawing/2014/main" id="{264380C3-E3C5-3A56-94AF-D40B29DC1E4D}"/>
              </a:ext>
            </a:extLst>
          </p:cNvPr>
          <p:cNvGrpSpPr/>
          <p:nvPr/>
        </p:nvGrpSpPr>
        <p:grpSpPr>
          <a:xfrm>
            <a:off x="1662411" y="2065011"/>
            <a:ext cx="1706881" cy="1545405"/>
            <a:chOff x="2685746" y="2461649"/>
            <a:chExt cx="1962244" cy="1776609"/>
          </a:xfrm>
        </p:grpSpPr>
        <p:sp>
          <p:nvSpPr>
            <p:cNvPr id="7" name="Rounded Rectangle 7">
              <a:extLst>
                <a:ext uri="{FF2B5EF4-FFF2-40B4-BE49-F238E27FC236}">
                  <a16:creationId xmlns:a16="http://schemas.microsoft.com/office/drawing/2014/main" id="{BB8B3438-A84F-D9AC-E281-E1865D4D19F0}"/>
                </a:ext>
                <a:ext uri="{C183D7F6-B498-43B3-948B-1728B52AA6E4}">
                  <adec:decorative xmlns:adec="http://schemas.microsoft.com/office/drawing/2017/decorative" val="1"/>
                </a:ext>
              </a:extLst>
            </p:cNvPr>
            <p:cNvSpPr/>
            <p:nvPr/>
          </p:nvSpPr>
          <p:spPr bwMode="auto">
            <a:xfrm>
              <a:off x="2685746" y="2596138"/>
              <a:ext cx="1962244" cy="1642120"/>
            </a:xfrm>
            <a:prstGeom prst="roundRect">
              <a:avLst>
                <a:gd name="adj" fmla="val 7119"/>
              </a:avLst>
            </a:prstGeom>
            <a:solidFill>
              <a:srgbClr val="FFFFF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8" name="TextBox 7">
              <a:extLst>
                <a:ext uri="{FF2B5EF4-FFF2-40B4-BE49-F238E27FC236}">
                  <a16:creationId xmlns:a16="http://schemas.microsoft.com/office/drawing/2014/main" id="{9D76B3A6-ABE1-413B-D691-D2425823C318}"/>
                </a:ext>
                <a:ext uri="{C183D7F6-B498-43B3-948B-1728B52AA6E4}">
                  <adec:decorative xmlns:adec="http://schemas.microsoft.com/office/drawing/2017/decorative" val="0"/>
                </a:ext>
              </a:extLst>
            </p:cNvPr>
            <p:cNvSpPr txBox="1"/>
            <p:nvPr/>
          </p:nvSpPr>
          <p:spPr>
            <a:xfrm>
              <a:off x="3126920" y="2946064"/>
              <a:ext cx="1117244" cy="123838"/>
            </a:xfrm>
            <a:prstGeom prst="rect">
              <a:avLst/>
            </a:prstGeom>
            <a:noFill/>
          </p:spPr>
          <p:txBody>
            <a:bodyPr wrap="square" lIns="0" tIns="0" rIns="0" bIns="0">
              <a:spAutoFit/>
            </a:bodyPr>
            <a:lstStyle/>
            <a:p>
              <a:pPr marL="0" marR="0" lvl="0" indent="0" algn="ctr" defTabSz="93278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gradFill>
                    <a:gsLst>
                      <a:gs pos="0">
                        <a:srgbClr val="000000"/>
                      </a:gs>
                      <a:gs pos="99000">
                        <a:srgbClr val="000000"/>
                      </a:gs>
                    </a:gsLst>
                    <a:path path="circle">
                      <a:fillToRect r="100000" b="100000"/>
                    </a:path>
                  </a:gradFill>
                  <a:effectLst/>
                  <a:uLnTx/>
                  <a:uFillTx/>
                  <a:latin typeface="Segoe UI Variable Display Semibold"/>
                  <a:ea typeface="+mn-ea"/>
                  <a:cs typeface="Segoe Sans Display Semibold"/>
                </a:rPr>
                <a:t>Foundry Agent Service</a:t>
              </a:r>
            </a:p>
          </p:txBody>
        </p:sp>
        <p:sp>
          <p:nvSpPr>
            <p:cNvPr id="9" name="!! Purple box">
              <a:extLst>
                <a:ext uri="{FF2B5EF4-FFF2-40B4-BE49-F238E27FC236}">
                  <a16:creationId xmlns:a16="http://schemas.microsoft.com/office/drawing/2014/main" id="{8865947C-382C-1133-F816-70ED4B577EBA}"/>
                </a:ext>
                <a:ext uri="{C183D7F6-B498-43B3-948B-1728B52AA6E4}">
                  <adec:decorative xmlns:adec="http://schemas.microsoft.com/office/drawing/2017/decorative" val="0"/>
                </a:ext>
              </a:extLst>
            </p:cNvPr>
            <p:cNvSpPr txBox="1"/>
            <p:nvPr/>
          </p:nvSpPr>
          <p:spPr>
            <a:xfrm>
              <a:off x="2846397" y="2461649"/>
              <a:ext cx="1653582" cy="365684"/>
            </a:xfrm>
            <a:prstGeom prst="roundRect">
              <a:avLst>
                <a:gd name="adj" fmla="val 16667"/>
              </a:avLst>
            </a:prstGeom>
            <a:solidFill>
              <a:srgbClr val="8661C5"/>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Segoe Sans Text Semibold"/>
                  <a:ea typeface="+mn-ea"/>
                  <a:cs typeface="Segoe UI" pitchFamily="34" charset="0"/>
                </a:rPr>
                <a:t>Intake &amp; drafting agent </a:t>
              </a:r>
              <a:endParaRPr kumimoji="0" lang="en-US" sz="1000" b="1" i="0" u="none" strike="noStrike" kern="0" cap="none" spc="0" normalizeH="0" baseline="0" noProof="0">
                <a:ln>
                  <a:noFill/>
                </a:ln>
                <a:gradFill>
                  <a:gsLst>
                    <a:gs pos="0">
                      <a:srgbClr val="FFFFFF"/>
                    </a:gs>
                    <a:gs pos="100000">
                      <a:srgbClr val="FFFFFF"/>
                    </a:gs>
                  </a:gsLst>
                  <a:lin ang="5400000" scaled="0"/>
                </a:gradFill>
                <a:effectLst/>
                <a:uLnTx/>
                <a:uFillTx/>
                <a:latin typeface="Segoe Sans Text Semibold"/>
                <a:ea typeface="+mn-ea"/>
                <a:cs typeface="Segoe UI" pitchFamily="34" charset="0"/>
              </a:endParaRPr>
            </a:p>
          </p:txBody>
        </p:sp>
        <p:sp>
          <p:nvSpPr>
            <p:cNvPr id="10" name="!! Purple box">
              <a:extLst>
                <a:ext uri="{FF2B5EF4-FFF2-40B4-BE49-F238E27FC236}">
                  <a16:creationId xmlns:a16="http://schemas.microsoft.com/office/drawing/2014/main" id="{EBAB3F41-8E92-421F-0347-62BAC823661B}"/>
                </a:ext>
                <a:ext uri="{C183D7F6-B498-43B3-948B-1728B52AA6E4}">
                  <adec:decorative xmlns:adec="http://schemas.microsoft.com/office/drawing/2017/decorative" val="0"/>
                </a:ext>
              </a:extLst>
            </p:cNvPr>
            <p:cNvSpPr txBox="1"/>
            <p:nvPr/>
          </p:nvSpPr>
          <p:spPr>
            <a:xfrm>
              <a:off x="2778481" y="3200513"/>
              <a:ext cx="1631731" cy="245562"/>
            </a:xfrm>
            <a:prstGeom prst="roundRect">
              <a:avLst>
                <a:gd name="adj" fmla="val 16667"/>
              </a:avLst>
            </a:prstGeom>
            <a:solidFill>
              <a:srgbClr val="D4EC8E">
                <a:lumMod val="75000"/>
              </a:srgb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Model (GPT5)</a:t>
              </a:r>
            </a:p>
          </p:txBody>
        </p:sp>
        <p:sp>
          <p:nvSpPr>
            <p:cNvPr id="12" name="!! Purple box">
              <a:extLst>
                <a:ext uri="{FF2B5EF4-FFF2-40B4-BE49-F238E27FC236}">
                  <a16:creationId xmlns:a16="http://schemas.microsoft.com/office/drawing/2014/main" id="{82CEE335-C150-3603-0C46-C91A5CE190B3}"/>
                </a:ext>
                <a:ext uri="{C183D7F6-B498-43B3-948B-1728B52AA6E4}">
                  <adec:decorative xmlns:adec="http://schemas.microsoft.com/office/drawing/2017/decorative" val="0"/>
                </a:ext>
              </a:extLst>
            </p:cNvPr>
            <p:cNvSpPr txBox="1"/>
            <p:nvPr/>
          </p:nvSpPr>
          <p:spPr>
            <a:xfrm>
              <a:off x="2778481" y="3863149"/>
              <a:ext cx="1631731" cy="245562"/>
            </a:xfrm>
            <a:prstGeom prst="roundRect">
              <a:avLst>
                <a:gd name="adj" fmla="val 16667"/>
              </a:avLst>
            </a:prstGeom>
            <a:solidFill>
              <a:schemeClr val="bg1">
                <a:lumMod val="85000"/>
              </a:scheme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Azure MCP</a:t>
              </a:r>
            </a:p>
          </p:txBody>
        </p:sp>
        <p:pic>
          <p:nvPicPr>
            <p:cNvPr id="13" name="Picture 6">
              <a:extLst>
                <a:ext uri="{FF2B5EF4-FFF2-40B4-BE49-F238E27FC236}">
                  <a16:creationId xmlns:a16="http://schemas.microsoft.com/office/drawing/2014/main" id="{FE8C1549-F945-2B10-4AED-C5B9A538B15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9708" y="3223554"/>
              <a:ext cx="209394" cy="20939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C8D2F5A8-D714-AA59-48A9-E46F9339D60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9708" y="3855963"/>
              <a:ext cx="217528" cy="217528"/>
            </a:xfrm>
            <a:prstGeom prst="rect">
              <a:avLst/>
            </a:prstGeom>
            <a:noFill/>
          </p:spPr>
        </p:pic>
        <p:pic>
          <p:nvPicPr>
            <p:cNvPr id="15" name="Picture 2" descr="Azure AI Foundry">
              <a:extLst>
                <a:ext uri="{FF2B5EF4-FFF2-40B4-BE49-F238E27FC236}">
                  <a16:creationId xmlns:a16="http://schemas.microsoft.com/office/drawing/2014/main" id="{5F5750E4-792E-7B89-6BB3-BF58EC9288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228" y="2889091"/>
              <a:ext cx="237781" cy="2377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8C95AB5D-C57F-F4F5-8BC1-BA6F8FA98F53}"/>
              </a:ext>
            </a:extLst>
          </p:cNvPr>
          <p:cNvGrpSpPr/>
          <p:nvPr/>
        </p:nvGrpSpPr>
        <p:grpSpPr>
          <a:xfrm>
            <a:off x="3500292" y="2065011"/>
            <a:ext cx="1706881" cy="1545405"/>
            <a:chOff x="5125380" y="338091"/>
            <a:chExt cx="1706881" cy="1545405"/>
          </a:xfrm>
        </p:grpSpPr>
        <p:grpSp>
          <p:nvGrpSpPr>
            <p:cNvPr id="22" name="Group 21">
              <a:extLst>
                <a:ext uri="{FF2B5EF4-FFF2-40B4-BE49-F238E27FC236}">
                  <a16:creationId xmlns:a16="http://schemas.microsoft.com/office/drawing/2014/main" id="{03DBC6CE-F618-3717-FF63-E3D5815244D5}"/>
                </a:ext>
              </a:extLst>
            </p:cNvPr>
            <p:cNvGrpSpPr/>
            <p:nvPr/>
          </p:nvGrpSpPr>
          <p:grpSpPr>
            <a:xfrm>
              <a:off x="5125380" y="338091"/>
              <a:ext cx="1706881" cy="1545405"/>
              <a:chOff x="2685746" y="2461649"/>
              <a:chExt cx="1962244" cy="1776609"/>
            </a:xfrm>
          </p:grpSpPr>
          <p:sp>
            <p:nvSpPr>
              <p:cNvPr id="24" name="Rounded Rectangle 7">
                <a:extLst>
                  <a:ext uri="{FF2B5EF4-FFF2-40B4-BE49-F238E27FC236}">
                    <a16:creationId xmlns:a16="http://schemas.microsoft.com/office/drawing/2014/main" id="{121F799E-E726-B2C3-E905-472A3DB29FB3}"/>
                  </a:ext>
                  <a:ext uri="{C183D7F6-B498-43B3-948B-1728B52AA6E4}">
                    <adec:decorative xmlns:adec="http://schemas.microsoft.com/office/drawing/2017/decorative" val="1"/>
                  </a:ext>
                </a:extLst>
              </p:cNvPr>
              <p:cNvSpPr/>
              <p:nvPr/>
            </p:nvSpPr>
            <p:spPr bwMode="auto">
              <a:xfrm>
                <a:off x="2685746" y="2596138"/>
                <a:ext cx="1962244" cy="1642120"/>
              </a:xfrm>
              <a:prstGeom prst="roundRect">
                <a:avLst>
                  <a:gd name="adj" fmla="val 7119"/>
                </a:avLst>
              </a:prstGeom>
              <a:solidFill>
                <a:srgbClr val="FFFFF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TextBox 24">
                <a:extLst>
                  <a:ext uri="{FF2B5EF4-FFF2-40B4-BE49-F238E27FC236}">
                    <a16:creationId xmlns:a16="http://schemas.microsoft.com/office/drawing/2014/main" id="{56C2E9BC-D3D2-CD6C-FF16-279B64490BB3}"/>
                  </a:ext>
                  <a:ext uri="{C183D7F6-B498-43B3-948B-1728B52AA6E4}">
                    <adec:decorative xmlns:adec="http://schemas.microsoft.com/office/drawing/2017/decorative" val="0"/>
                  </a:ext>
                </a:extLst>
              </p:cNvPr>
              <p:cNvSpPr txBox="1"/>
              <p:nvPr/>
            </p:nvSpPr>
            <p:spPr>
              <a:xfrm>
                <a:off x="3126920" y="2946064"/>
                <a:ext cx="1117244" cy="123838"/>
              </a:xfrm>
              <a:prstGeom prst="rect">
                <a:avLst/>
              </a:prstGeom>
              <a:noFill/>
            </p:spPr>
            <p:txBody>
              <a:bodyPr wrap="square" lIns="0" tIns="0" rIns="0" bIns="0">
                <a:spAutoFit/>
              </a:bodyPr>
              <a:lstStyle/>
              <a:p>
                <a:pPr marL="0" marR="0" lvl="0" indent="0" algn="ctr" defTabSz="93278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gradFill>
                      <a:gsLst>
                        <a:gs pos="0">
                          <a:srgbClr val="000000"/>
                        </a:gs>
                        <a:gs pos="99000">
                          <a:srgbClr val="000000"/>
                        </a:gs>
                      </a:gsLst>
                      <a:path path="circle">
                        <a:fillToRect r="100000" b="100000"/>
                      </a:path>
                    </a:gradFill>
                    <a:effectLst/>
                    <a:uLnTx/>
                    <a:uFillTx/>
                    <a:latin typeface="Segoe UI Variable Display Semibold"/>
                    <a:ea typeface="+mn-ea"/>
                    <a:cs typeface="Segoe Sans Display Semibold"/>
                  </a:rPr>
                  <a:t>Foundry Agent Service</a:t>
                </a:r>
              </a:p>
            </p:txBody>
          </p:sp>
          <p:sp>
            <p:nvSpPr>
              <p:cNvPr id="26" name="!! Purple box">
                <a:extLst>
                  <a:ext uri="{FF2B5EF4-FFF2-40B4-BE49-F238E27FC236}">
                    <a16:creationId xmlns:a16="http://schemas.microsoft.com/office/drawing/2014/main" id="{BC07C7B2-E6CF-297A-9DDF-9B977CF6D745}"/>
                  </a:ext>
                  <a:ext uri="{C183D7F6-B498-43B3-948B-1728B52AA6E4}">
                    <adec:decorative xmlns:adec="http://schemas.microsoft.com/office/drawing/2017/decorative" val="0"/>
                  </a:ext>
                </a:extLst>
              </p:cNvPr>
              <p:cNvSpPr txBox="1"/>
              <p:nvPr/>
            </p:nvSpPr>
            <p:spPr>
              <a:xfrm>
                <a:off x="2846397" y="2461649"/>
                <a:ext cx="1653582" cy="365684"/>
              </a:xfrm>
              <a:prstGeom prst="roundRect">
                <a:avLst>
                  <a:gd name="adj" fmla="val 16667"/>
                </a:avLst>
              </a:prstGeom>
              <a:solidFill>
                <a:srgbClr val="8661C5"/>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gradFill>
                      <a:gsLst>
                        <a:gs pos="0">
                          <a:srgbClr val="FFFFFF"/>
                        </a:gs>
                        <a:gs pos="100000">
                          <a:srgbClr val="FFFFFF"/>
                        </a:gs>
                      </a:gsLst>
                      <a:lin ang="5400000" scaled="0"/>
                    </a:gradFill>
                    <a:effectLst/>
                    <a:uLnTx/>
                    <a:uFillTx/>
                    <a:latin typeface="Segoe Sans Text Semibold"/>
                    <a:ea typeface="+mn-ea"/>
                    <a:cs typeface="Segoe UI" pitchFamily="34" charset="0"/>
                  </a:rPr>
                  <a:t>Clause extraction &amp; risk agent</a:t>
                </a:r>
              </a:p>
            </p:txBody>
          </p:sp>
          <p:sp>
            <p:nvSpPr>
              <p:cNvPr id="27" name="!! Purple box">
                <a:extLst>
                  <a:ext uri="{FF2B5EF4-FFF2-40B4-BE49-F238E27FC236}">
                    <a16:creationId xmlns:a16="http://schemas.microsoft.com/office/drawing/2014/main" id="{CA9D5119-E7C0-28FC-43B2-42846AF1568B}"/>
                  </a:ext>
                  <a:ext uri="{C183D7F6-B498-43B3-948B-1728B52AA6E4}">
                    <adec:decorative xmlns:adec="http://schemas.microsoft.com/office/drawing/2017/decorative" val="0"/>
                  </a:ext>
                </a:extLst>
              </p:cNvPr>
              <p:cNvSpPr txBox="1"/>
              <p:nvPr/>
            </p:nvSpPr>
            <p:spPr>
              <a:xfrm>
                <a:off x="2778481" y="3200513"/>
                <a:ext cx="1631731" cy="245562"/>
              </a:xfrm>
              <a:prstGeom prst="roundRect">
                <a:avLst>
                  <a:gd name="adj" fmla="val 16667"/>
                </a:avLst>
              </a:prstGeom>
              <a:solidFill>
                <a:srgbClr val="D4EC8E">
                  <a:lumMod val="75000"/>
                </a:srgb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Model (Grok 4)</a:t>
                </a:r>
              </a:p>
            </p:txBody>
          </p:sp>
          <p:sp>
            <p:nvSpPr>
              <p:cNvPr id="29" name="!! Purple box">
                <a:extLst>
                  <a:ext uri="{FF2B5EF4-FFF2-40B4-BE49-F238E27FC236}">
                    <a16:creationId xmlns:a16="http://schemas.microsoft.com/office/drawing/2014/main" id="{6B120959-AA4B-41A9-0546-1A82A343792D}"/>
                  </a:ext>
                  <a:ext uri="{C183D7F6-B498-43B3-948B-1728B52AA6E4}">
                    <adec:decorative xmlns:adec="http://schemas.microsoft.com/office/drawing/2017/decorative" val="0"/>
                  </a:ext>
                </a:extLst>
              </p:cNvPr>
              <p:cNvSpPr txBox="1"/>
              <p:nvPr/>
            </p:nvSpPr>
            <p:spPr>
              <a:xfrm>
                <a:off x="2778481" y="3470810"/>
                <a:ext cx="1631731" cy="245562"/>
              </a:xfrm>
              <a:prstGeom prst="roundRect">
                <a:avLst>
                  <a:gd name="adj" fmla="val 16667"/>
                </a:avLst>
              </a:prstGeom>
              <a:solidFill>
                <a:srgbClr val="E5F4BB"/>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marR="0" lvl="0" indent="0" algn="ctr" defTabSz="914102" fontAlgn="base">
                  <a:lnSpc>
                    <a:spcPct val="100000"/>
                  </a:lnSpc>
                  <a:spcBef>
                    <a:spcPct val="0"/>
                  </a:spcBef>
                  <a:spcAft>
                    <a:spcPct val="0"/>
                  </a:spcAft>
                  <a:buClrTx/>
                  <a:buSzTx/>
                  <a:buFontTx/>
                  <a:buNone/>
                  <a:tabLst/>
                  <a:defRPr kumimoji="0" sz="800" b="1" i="0" u="none" strike="noStrike" kern="0" cap="none" spc="0" normalizeH="0" baseline="0">
                    <a:ln>
                      <a:noFill/>
                    </a:ln>
                    <a:solidFill>
                      <a:srgbClr val="000000"/>
                    </a:solidFill>
                    <a:effectLst/>
                    <a:uLnTx/>
                    <a:uFillTx/>
                    <a:latin typeface="Segoe Sans Text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Memory</a:t>
                </a:r>
              </a:p>
            </p:txBody>
          </p:sp>
          <p:sp>
            <p:nvSpPr>
              <p:cNvPr id="32" name="!! Purple box">
                <a:extLst>
                  <a:ext uri="{FF2B5EF4-FFF2-40B4-BE49-F238E27FC236}">
                    <a16:creationId xmlns:a16="http://schemas.microsoft.com/office/drawing/2014/main" id="{75BEAB85-2C18-AC4A-17E5-966F56F89DBB}"/>
                  </a:ext>
                  <a:ext uri="{C183D7F6-B498-43B3-948B-1728B52AA6E4}">
                    <adec:decorative xmlns:adec="http://schemas.microsoft.com/office/drawing/2017/decorative" val="0"/>
                  </a:ext>
                </a:extLst>
              </p:cNvPr>
              <p:cNvSpPr txBox="1"/>
              <p:nvPr/>
            </p:nvSpPr>
            <p:spPr>
              <a:xfrm>
                <a:off x="2778481" y="3863149"/>
                <a:ext cx="1631731" cy="245562"/>
              </a:xfrm>
              <a:prstGeom prst="roundRect">
                <a:avLst>
                  <a:gd name="adj" fmla="val 16667"/>
                </a:avLst>
              </a:prstGeom>
              <a:solidFill>
                <a:schemeClr val="bg1">
                  <a:lumMod val="85000"/>
                </a:scheme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Azure MCP</a:t>
                </a:r>
              </a:p>
            </p:txBody>
          </p:sp>
          <p:pic>
            <p:nvPicPr>
              <p:cNvPr id="48" name="Picture 47">
                <a:extLst>
                  <a:ext uri="{FF2B5EF4-FFF2-40B4-BE49-F238E27FC236}">
                    <a16:creationId xmlns:a16="http://schemas.microsoft.com/office/drawing/2014/main" id="{77C7A931-D786-1DB2-8D52-858A3E32D72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9708" y="3855963"/>
                <a:ext cx="217528" cy="217528"/>
              </a:xfrm>
              <a:prstGeom prst="rect">
                <a:avLst/>
              </a:prstGeom>
              <a:noFill/>
            </p:spPr>
          </p:pic>
          <p:pic>
            <p:nvPicPr>
              <p:cNvPr id="49" name="Picture 2" descr="Azure AI Foundry">
                <a:extLst>
                  <a:ext uri="{FF2B5EF4-FFF2-40B4-BE49-F238E27FC236}">
                    <a16:creationId xmlns:a16="http://schemas.microsoft.com/office/drawing/2014/main" id="{1DA46B84-FF44-5890-E5F5-3DEC0F09B4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228" y="2889091"/>
                <a:ext cx="237781" cy="237781"/>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
              <a:extLst>
                <a:ext uri="{FF2B5EF4-FFF2-40B4-BE49-F238E27FC236}">
                  <a16:creationId xmlns:a16="http://schemas.microsoft.com/office/drawing/2014/main" id="{613E5781-9266-BD2A-35EB-ECF1EA1D9582}"/>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9485" y="1221098"/>
              <a:ext cx="216179" cy="1640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054E517C-C122-9143-333C-8CD4FB137D64}"/>
              </a:ext>
            </a:extLst>
          </p:cNvPr>
          <p:cNvGrpSpPr/>
          <p:nvPr/>
        </p:nvGrpSpPr>
        <p:grpSpPr>
          <a:xfrm>
            <a:off x="1399760" y="1745609"/>
            <a:ext cx="196055" cy="103632"/>
            <a:chOff x="6805928" y="4500118"/>
            <a:chExt cx="344680" cy="103632"/>
          </a:xfrm>
        </p:grpSpPr>
        <p:cxnSp>
          <p:nvCxnSpPr>
            <p:cNvPr id="51" name="Straight Arrow Connector 50" descr="Arrow pointing right">
              <a:extLst>
                <a:ext uri="{FF2B5EF4-FFF2-40B4-BE49-F238E27FC236}">
                  <a16:creationId xmlns:a16="http://schemas.microsoft.com/office/drawing/2014/main" id="{13F6598F-5641-5911-93C2-BC28070F39A3}"/>
                </a:ext>
              </a:extLst>
            </p:cNvPr>
            <p:cNvCxnSpPr>
              <a:cxnSpLocks/>
            </p:cNvCxnSpPr>
            <p:nvPr/>
          </p:nvCxnSpPr>
          <p:spPr>
            <a:xfrm>
              <a:off x="6805928" y="4603750"/>
              <a:ext cx="344679" cy="0"/>
            </a:xfrm>
            <a:prstGeom prst="straightConnector1">
              <a:avLst/>
            </a:prstGeom>
            <a:solidFill>
              <a:srgbClr val="8DC8E8">
                <a:lumMod val="75000"/>
              </a:srgbClr>
            </a:solidFill>
            <a:ln w="9525" cap="flat">
              <a:solidFill>
                <a:srgbClr val="0078D4"/>
              </a:solidFill>
              <a:prstDash val="solid"/>
              <a:miter/>
              <a:tailEnd type="triangle"/>
            </a:ln>
            <a:effectLst/>
          </p:spPr>
        </p:cxnSp>
        <p:cxnSp>
          <p:nvCxnSpPr>
            <p:cNvPr id="52" name="Straight Arrow Connector 51" descr="Arrow pointing right">
              <a:extLst>
                <a:ext uri="{FF2B5EF4-FFF2-40B4-BE49-F238E27FC236}">
                  <a16:creationId xmlns:a16="http://schemas.microsoft.com/office/drawing/2014/main" id="{1D7A4B90-7617-F96E-B537-F00199013164}"/>
                </a:ext>
              </a:extLst>
            </p:cNvPr>
            <p:cNvCxnSpPr>
              <a:cxnSpLocks/>
            </p:cNvCxnSpPr>
            <p:nvPr/>
          </p:nvCxnSpPr>
          <p:spPr>
            <a:xfrm flipH="1">
              <a:off x="6805929" y="4500118"/>
              <a:ext cx="344679" cy="0"/>
            </a:xfrm>
            <a:prstGeom prst="straightConnector1">
              <a:avLst/>
            </a:prstGeom>
            <a:solidFill>
              <a:srgbClr val="8DC8E8">
                <a:lumMod val="75000"/>
              </a:srgbClr>
            </a:solidFill>
            <a:ln w="9525" cap="flat">
              <a:solidFill>
                <a:srgbClr val="0078D4"/>
              </a:solidFill>
              <a:prstDash val="solid"/>
              <a:miter/>
              <a:tailEnd type="triangle"/>
            </a:ln>
            <a:effectLst/>
          </p:spPr>
        </p:cxnSp>
      </p:grpSp>
      <p:sp>
        <p:nvSpPr>
          <p:cNvPr id="71" name="!! Purple box">
            <a:extLst>
              <a:ext uri="{FF2B5EF4-FFF2-40B4-BE49-F238E27FC236}">
                <a16:creationId xmlns:a16="http://schemas.microsoft.com/office/drawing/2014/main" id="{F30AFECA-8026-3C07-5F7F-751829B19CA5}"/>
              </a:ext>
              <a:ext uri="{C183D7F6-B498-43B3-948B-1728B52AA6E4}">
                <adec:decorative xmlns:adec="http://schemas.microsoft.com/office/drawing/2017/decorative" val="0"/>
              </a:ext>
            </a:extLst>
          </p:cNvPr>
          <p:cNvSpPr txBox="1"/>
          <p:nvPr/>
        </p:nvSpPr>
        <p:spPr>
          <a:xfrm>
            <a:off x="1679051"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Capture request </a:t>
            </a:r>
          </a:p>
        </p:txBody>
      </p:sp>
      <p:sp>
        <p:nvSpPr>
          <p:cNvPr id="81" name="!! Purple box">
            <a:extLst>
              <a:ext uri="{FF2B5EF4-FFF2-40B4-BE49-F238E27FC236}">
                <a16:creationId xmlns:a16="http://schemas.microsoft.com/office/drawing/2014/main" id="{CFF43B78-D76A-F488-0BE7-CCFF107E89F5}"/>
              </a:ext>
              <a:ext uri="{C183D7F6-B498-43B3-948B-1728B52AA6E4}">
                <adec:decorative xmlns:adec="http://schemas.microsoft.com/office/drawing/2017/decorative" val="0"/>
              </a:ext>
            </a:extLst>
          </p:cNvPr>
          <p:cNvSpPr txBox="1"/>
          <p:nvPr/>
        </p:nvSpPr>
        <p:spPr>
          <a:xfrm>
            <a:off x="4542542"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Flag deviations</a:t>
            </a:r>
          </a:p>
        </p:txBody>
      </p:sp>
      <p:sp>
        <p:nvSpPr>
          <p:cNvPr id="82" name="!! Purple box">
            <a:extLst>
              <a:ext uri="{FF2B5EF4-FFF2-40B4-BE49-F238E27FC236}">
                <a16:creationId xmlns:a16="http://schemas.microsoft.com/office/drawing/2014/main" id="{9B94FA24-3053-D6D4-6E26-AD1B83FB2F2B}"/>
              </a:ext>
              <a:ext uri="{C183D7F6-B498-43B3-948B-1728B52AA6E4}">
                <adec:decorative xmlns:adec="http://schemas.microsoft.com/office/drawing/2017/decorative" val="0"/>
              </a:ext>
            </a:extLst>
          </p:cNvPr>
          <p:cNvSpPr txBox="1"/>
          <p:nvPr/>
        </p:nvSpPr>
        <p:spPr>
          <a:xfrm>
            <a:off x="3588045"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Extract clauses </a:t>
            </a:r>
          </a:p>
        </p:txBody>
      </p:sp>
      <p:sp>
        <p:nvSpPr>
          <p:cNvPr id="110" name="!! Purple box">
            <a:extLst>
              <a:ext uri="{FF2B5EF4-FFF2-40B4-BE49-F238E27FC236}">
                <a16:creationId xmlns:a16="http://schemas.microsoft.com/office/drawing/2014/main" id="{86560735-DF8F-C0F3-0991-AEE55F7D4064}"/>
              </a:ext>
              <a:ext uri="{C183D7F6-B498-43B3-948B-1728B52AA6E4}">
                <adec:decorative xmlns:adec="http://schemas.microsoft.com/office/drawing/2017/decorative" val="0"/>
              </a:ext>
            </a:extLst>
          </p:cNvPr>
          <p:cNvSpPr txBox="1"/>
          <p:nvPr/>
        </p:nvSpPr>
        <p:spPr>
          <a:xfrm>
            <a:off x="5497039"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Track </a:t>
            </a:r>
            <a:b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b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redlines</a:t>
            </a:r>
          </a:p>
        </p:txBody>
      </p:sp>
      <p:sp>
        <p:nvSpPr>
          <p:cNvPr id="126" name="!! Purple box">
            <a:extLst>
              <a:ext uri="{FF2B5EF4-FFF2-40B4-BE49-F238E27FC236}">
                <a16:creationId xmlns:a16="http://schemas.microsoft.com/office/drawing/2014/main" id="{9D3DAB50-97E8-06FE-25F8-1DDEA719DC44}"/>
              </a:ext>
              <a:ext uri="{C183D7F6-B498-43B3-948B-1728B52AA6E4}">
                <adec:decorative xmlns:adec="http://schemas.microsoft.com/office/drawing/2017/decorative" val="0"/>
              </a:ext>
            </a:extLst>
          </p:cNvPr>
          <p:cNvSpPr txBox="1"/>
          <p:nvPr/>
        </p:nvSpPr>
        <p:spPr>
          <a:xfrm>
            <a:off x="6451536" y="4030255"/>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Route reviewers</a:t>
            </a:r>
          </a:p>
        </p:txBody>
      </p:sp>
      <p:cxnSp>
        <p:nvCxnSpPr>
          <p:cNvPr id="256" name="Elbow Connector 7">
            <a:extLst>
              <a:ext uri="{FF2B5EF4-FFF2-40B4-BE49-F238E27FC236}">
                <a16:creationId xmlns:a16="http://schemas.microsoft.com/office/drawing/2014/main" id="{5406FB0E-FF86-A8A4-B386-9FC3B7ACBB67}"/>
              </a:ext>
            </a:extLst>
          </p:cNvPr>
          <p:cNvCxnSpPr>
            <a:cxnSpLocks/>
            <a:stCxn id="114" idx="2"/>
            <a:endCxn id="110" idx="0"/>
          </p:cNvCxnSpPr>
          <p:nvPr/>
        </p:nvCxnSpPr>
        <p:spPr>
          <a:xfrm rot="5400000">
            <a:off x="5835155" y="3673795"/>
            <a:ext cx="419839" cy="293081"/>
          </a:xfrm>
          <a:prstGeom prst="bentConnector3">
            <a:avLst>
              <a:gd name="adj1" fmla="val 50000"/>
            </a:avLst>
          </a:prstGeom>
          <a:noFill/>
          <a:ln w="9525" cap="flat" cmpd="sng" algn="ctr">
            <a:solidFill>
              <a:srgbClr val="454142"/>
            </a:solidFill>
            <a:prstDash val="solid"/>
            <a:headEnd type="none" w="lg" len="med"/>
            <a:tailEnd type="triangle"/>
          </a:ln>
          <a:effectLst/>
        </p:spPr>
      </p:cxnSp>
      <p:sp>
        <p:nvSpPr>
          <p:cNvPr id="261" name="!! Purple box">
            <a:extLst>
              <a:ext uri="{FF2B5EF4-FFF2-40B4-BE49-F238E27FC236}">
                <a16:creationId xmlns:a16="http://schemas.microsoft.com/office/drawing/2014/main" id="{00B81881-AF71-1213-676C-7833408C3CA4}"/>
              </a:ext>
              <a:ext uri="{C183D7F6-B498-43B3-948B-1728B52AA6E4}">
                <adec:decorative xmlns:adec="http://schemas.microsoft.com/office/drawing/2017/decorative" val="0"/>
              </a:ext>
            </a:extLst>
          </p:cNvPr>
          <p:cNvSpPr txBox="1"/>
          <p:nvPr/>
        </p:nvSpPr>
        <p:spPr>
          <a:xfrm>
            <a:off x="9315027" y="3975391"/>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Create obligations</a:t>
            </a:r>
          </a:p>
        </p:txBody>
      </p:sp>
      <p:sp>
        <p:nvSpPr>
          <p:cNvPr id="263" name="!! Purple box">
            <a:extLst>
              <a:ext uri="{FF2B5EF4-FFF2-40B4-BE49-F238E27FC236}">
                <a16:creationId xmlns:a16="http://schemas.microsoft.com/office/drawing/2014/main" id="{3CBC8413-9C01-9760-4691-F4F0B3162DDD}"/>
              </a:ext>
              <a:ext uri="{C183D7F6-B498-43B3-948B-1728B52AA6E4}">
                <adec:decorative xmlns:adec="http://schemas.microsoft.com/office/drawing/2017/decorative" val="0"/>
              </a:ext>
            </a:extLst>
          </p:cNvPr>
          <p:cNvSpPr txBox="1"/>
          <p:nvPr/>
        </p:nvSpPr>
        <p:spPr>
          <a:xfrm>
            <a:off x="10269520" y="3975391"/>
            <a:ext cx="802987" cy="361782"/>
          </a:xfrm>
          <a:prstGeom prst="roundRect">
            <a:avLst>
              <a:gd name="adj" fmla="val 16667"/>
            </a:avLst>
          </a:prstGeom>
          <a:gradFill flip="none" rotWithShape="1">
            <a:gsLst>
              <a:gs pos="100000">
                <a:srgbClr val="2A446F"/>
              </a:gs>
              <a:gs pos="0">
                <a:srgbClr val="0078D4"/>
              </a:gs>
            </a:gsLst>
            <a:lin ang="8100000" scaled="1"/>
            <a:tileRect/>
          </a:gradFill>
          <a:ln w="6350" cap="flat" cmpd="sng" algn="ctr">
            <a:noFill/>
            <a:prstDash val="solid"/>
          </a:ln>
          <a:effectLst/>
        </p:spPr>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000" kern="0">
                <a:solidFill>
                  <a:schemeClr val="bg1"/>
                </a:solidFill>
                <a:latin typeface="Segoe Sans Text Semibold" pitchFamily="2" charset="0"/>
                <a:cs typeface="Segoe Sans Text Light"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FFFF"/>
                </a:solidFill>
                <a:effectLst/>
                <a:uLnTx/>
                <a:uFillTx/>
                <a:latin typeface="Segoe Sans Text Semibold" pitchFamily="2" charset="0"/>
                <a:ea typeface="+mn-ea"/>
                <a:cs typeface="Segoe Sans Text Light" pitchFamily="2" charset="0"/>
              </a:rPr>
              <a:t>Trigger renewals</a:t>
            </a:r>
          </a:p>
        </p:txBody>
      </p:sp>
      <p:grpSp>
        <p:nvGrpSpPr>
          <p:cNvPr id="281" name="Group 280">
            <a:extLst>
              <a:ext uri="{FF2B5EF4-FFF2-40B4-BE49-F238E27FC236}">
                <a16:creationId xmlns:a16="http://schemas.microsoft.com/office/drawing/2014/main" id="{C906CF66-7F6E-6A2D-81F8-A010C01D5EB7}"/>
              </a:ext>
            </a:extLst>
          </p:cNvPr>
          <p:cNvGrpSpPr/>
          <p:nvPr/>
        </p:nvGrpSpPr>
        <p:grpSpPr>
          <a:xfrm>
            <a:off x="10890878" y="4211146"/>
            <a:ext cx="217291" cy="217291"/>
            <a:chOff x="10652471" y="4275125"/>
            <a:chExt cx="333135" cy="323504"/>
          </a:xfrm>
        </p:grpSpPr>
        <p:sp>
          <p:nvSpPr>
            <p:cNvPr id="271" name="Oval 270">
              <a:extLst>
                <a:ext uri="{FF2B5EF4-FFF2-40B4-BE49-F238E27FC236}">
                  <a16:creationId xmlns:a16="http://schemas.microsoft.com/office/drawing/2014/main" id="{EEA07E16-D706-EDC0-4B43-C6EAEC068EE9}"/>
                </a:ext>
                <a:ext uri="{C183D7F6-B498-43B3-948B-1728B52AA6E4}">
                  <adec:decorative xmlns:adec="http://schemas.microsoft.com/office/drawing/2017/decorative" val="1"/>
                </a:ext>
              </a:extLst>
            </p:cNvPr>
            <p:cNvSpPr/>
            <p:nvPr/>
          </p:nvSpPr>
          <p:spPr bwMode="auto">
            <a:xfrm>
              <a:off x="10671013" y="4288851"/>
              <a:ext cx="296051" cy="296051"/>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6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7F7F8"/>
                </a:solidFill>
                <a:effectLst/>
                <a:uLnTx/>
                <a:uFillTx/>
                <a:latin typeface="Segoe Sans Text Semibold" pitchFamily="2" charset="0"/>
                <a:ea typeface="+mn-ea"/>
                <a:cs typeface="Segoe Sans Text Semibold" pitchFamily="2" charset="0"/>
              </a:endParaRPr>
            </a:p>
          </p:txBody>
        </p:sp>
        <p:pic>
          <p:nvPicPr>
            <p:cNvPr id="276" name="Picture 275" descr="A group of people in a circle&#10;&#10;Description automatically generated">
              <a:extLst>
                <a:ext uri="{FF2B5EF4-FFF2-40B4-BE49-F238E27FC236}">
                  <a16:creationId xmlns:a16="http://schemas.microsoft.com/office/drawing/2014/main" id="{EA91BFE9-557D-5696-DF26-4072CC4E27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52471" y="4275125"/>
              <a:ext cx="333135" cy="323504"/>
            </a:xfrm>
            <a:prstGeom prst="rect">
              <a:avLst/>
            </a:prstGeom>
          </p:spPr>
        </p:pic>
      </p:grpSp>
      <p:cxnSp>
        <p:nvCxnSpPr>
          <p:cNvPr id="283" name="Elbow Connector 7">
            <a:extLst>
              <a:ext uri="{FF2B5EF4-FFF2-40B4-BE49-F238E27FC236}">
                <a16:creationId xmlns:a16="http://schemas.microsoft.com/office/drawing/2014/main" id="{6C83A2C9-67D1-0B0F-965F-A6A2F3F7DE3D}"/>
              </a:ext>
            </a:extLst>
          </p:cNvPr>
          <p:cNvCxnSpPr>
            <a:cxnSpLocks/>
            <a:stCxn id="327" idx="2"/>
            <a:endCxn id="263" idx="0"/>
          </p:cNvCxnSpPr>
          <p:nvPr/>
        </p:nvCxnSpPr>
        <p:spPr>
          <a:xfrm rot="5400000">
            <a:off x="10559902" y="3721529"/>
            <a:ext cx="364975" cy="142749"/>
          </a:xfrm>
          <a:prstGeom prst="bentConnector3">
            <a:avLst>
              <a:gd name="adj1" fmla="val 50000"/>
            </a:avLst>
          </a:prstGeom>
          <a:noFill/>
          <a:ln w="9525" cap="flat" cmpd="sng" algn="ctr">
            <a:solidFill>
              <a:srgbClr val="454142"/>
            </a:solidFill>
            <a:prstDash val="solid"/>
            <a:headEnd type="none" w="lg" len="med"/>
            <a:tailEnd type="triangle"/>
          </a:ln>
          <a:effectLst/>
        </p:spPr>
      </p:cxnSp>
      <p:cxnSp>
        <p:nvCxnSpPr>
          <p:cNvPr id="290" name="Elbow Connector 7">
            <a:extLst>
              <a:ext uri="{FF2B5EF4-FFF2-40B4-BE49-F238E27FC236}">
                <a16:creationId xmlns:a16="http://schemas.microsoft.com/office/drawing/2014/main" id="{3215FABB-9887-4810-8C52-04AA108F584C}"/>
              </a:ext>
            </a:extLst>
          </p:cNvPr>
          <p:cNvCxnSpPr>
            <a:cxnSpLocks/>
            <a:stCxn id="24" idx="2"/>
            <a:endCxn id="82" idx="0"/>
          </p:cNvCxnSpPr>
          <p:nvPr/>
        </p:nvCxnSpPr>
        <p:spPr>
          <a:xfrm rot="5400000">
            <a:off x="3961717" y="3638238"/>
            <a:ext cx="419839" cy="364194"/>
          </a:xfrm>
          <a:prstGeom prst="bentConnector3">
            <a:avLst>
              <a:gd name="adj1" fmla="val 50000"/>
            </a:avLst>
          </a:prstGeom>
          <a:noFill/>
          <a:ln w="9525" cap="flat" cmpd="sng" algn="ctr">
            <a:solidFill>
              <a:srgbClr val="454142"/>
            </a:solidFill>
            <a:prstDash val="solid"/>
            <a:headEnd type="none" w="lg" len="med"/>
            <a:tailEnd type="triangle"/>
          </a:ln>
          <a:effectLst/>
        </p:spPr>
      </p:cxnSp>
      <p:cxnSp>
        <p:nvCxnSpPr>
          <p:cNvPr id="293" name="Elbow Connector 7">
            <a:extLst>
              <a:ext uri="{FF2B5EF4-FFF2-40B4-BE49-F238E27FC236}">
                <a16:creationId xmlns:a16="http://schemas.microsoft.com/office/drawing/2014/main" id="{29C18153-2A3A-FAF1-F36A-88AB0D200F74}"/>
              </a:ext>
            </a:extLst>
          </p:cNvPr>
          <p:cNvCxnSpPr>
            <a:cxnSpLocks/>
            <a:stCxn id="24" idx="2"/>
            <a:endCxn id="81" idx="0"/>
          </p:cNvCxnSpPr>
          <p:nvPr/>
        </p:nvCxnSpPr>
        <p:spPr>
          <a:xfrm rot="16200000" flipH="1">
            <a:off x="4438965" y="3525183"/>
            <a:ext cx="419839" cy="590303"/>
          </a:xfrm>
          <a:prstGeom prst="bentConnector3">
            <a:avLst>
              <a:gd name="adj1" fmla="val 50000"/>
            </a:avLst>
          </a:prstGeom>
          <a:noFill/>
          <a:ln w="9525" cap="flat" cmpd="sng" algn="ctr">
            <a:solidFill>
              <a:srgbClr val="454142"/>
            </a:solidFill>
            <a:prstDash val="solid"/>
            <a:headEnd type="none" w="lg" len="med"/>
            <a:tailEnd type="triangle"/>
          </a:ln>
          <a:effectLst/>
        </p:spPr>
      </p:cxnSp>
      <p:grpSp>
        <p:nvGrpSpPr>
          <p:cNvPr id="300" name="Group 299">
            <a:extLst>
              <a:ext uri="{FF2B5EF4-FFF2-40B4-BE49-F238E27FC236}">
                <a16:creationId xmlns:a16="http://schemas.microsoft.com/office/drawing/2014/main" id="{F1783A4E-4A89-0A26-2E7F-809CF515B773}"/>
              </a:ext>
              <a:ext uri="{C183D7F6-B498-43B3-948B-1728B52AA6E4}">
                <adec:decorative xmlns:adec="http://schemas.microsoft.com/office/drawing/2017/decorative" val="1"/>
              </a:ext>
            </a:extLst>
          </p:cNvPr>
          <p:cNvGrpSpPr/>
          <p:nvPr/>
        </p:nvGrpSpPr>
        <p:grpSpPr>
          <a:xfrm>
            <a:off x="3311564" y="4211146"/>
            <a:ext cx="217291" cy="217291"/>
            <a:chOff x="5741889" y="2541574"/>
            <a:chExt cx="710790" cy="710790"/>
          </a:xfrm>
          <a:effectLst>
            <a:outerShdw blurRad="50800" dist="38100" dir="2700000" algn="tl" rotWithShape="0">
              <a:prstClr val="black">
                <a:alpha val="20000"/>
              </a:prstClr>
            </a:outerShdw>
          </a:effectLst>
        </p:grpSpPr>
        <p:sp>
          <p:nvSpPr>
            <p:cNvPr id="301" name="Oval 300">
              <a:extLst>
                <a:ext uri="{FF2B5EF4-FFF2-40B4-BE49-F238E27FC236}">
                  <a16:creationId xmlns:a16="http://schemas.microsoft.com/office/drawing/2014/main" id="{46B3A1C3-4282-3107-BAE8-197DD9461D21}"/>
                </a:ext>
                <a:ext uri="{C183D7F6-B498-43B3-948B-1728B52AA6E4}">
                  <adec:decorative xmlns:adec="http://schemas.microsoft.com/office/drawing/2017/decorative" val="1"/>
                </a:ext>
              </a:extLst>
            </p:cNvPr>
            <p:cNvSpPr/>
            <p:nvPr/>
          </p:nvSpPr>
          <p:spPr bwMode="auto">
            <a:xfrm>
              <a:off x="5741889" y="2541574"/>
              <a:ext cx="710790" cy="710790"/>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6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7F7F8"/>
                </a:solidFill>
                <a:effectLst/>
                <a:uLnTx/>
                <a:uFillTx/>
                <a:latin typeface="Segoe Sans Text Semibold" pitchFamily="2" charset="0"/>
                <a:ea typeface="+mn-ea"/>
                <a:cs typeface="Segoe Sans Text Semibold" pitchFamily="2" charset="0"/>
              </a:endParaRPr>
            </a:p>
          </p:txBody>
        </p:sp>
        <p:pic>
          <p:nvPicPr>
            <p:cNvPr id="302" name="Picture 301" descr="A white icon with a magnifying glass&#10;&#10;Description automatically generated">
              <a:extLst>
                <a:ext uri="{FF2B5EF4-FFF2-40B4-BE49-F238E27FC236}">
                  <a16:creationId xmlns:a16="http://schemas.microsoft.com/office/drawing/2014/main" id="{898D9043-3026-4EB5-844F-20062102B4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69474" y="2581432"/>
              <a:ext cx="648286" cy="629543"/>
            </a:xfrm>
            <a:prstGeom prst="rect">
              <a:avLst/>
            </a:prstGeom>
          </p:spPr>
        </p:pic>
      </p:grpSp>
      <p:grpSp>
        <p:nvGrpSpPr>
          <p:cNvPr id="311" name="Group 310">
            <a:extLst>
              <a:ext uri="{FF2B5EF4-FFF2-40B4-BE49-F238E27FC236}">
                <a16:creationId xmlns:a16="http://schemas.microsoft.com/office/drawing/2014/main" id="{E748F6C3-77C8-9E08-DDE9-E33BEBA48979}"/>
              </a:ext>
              <a:ext uri="{C183D7F6-B498-43B3-948B-1728B52AA6E4}">
                <adec:decorative xmlns:adec="http://schemas.microsoft.com/office/drawing/2017/decorative" val="1"/>
              </a:ext>
            </a:extLst>
          </p:cNvPr>
          <p:cNvGrpSpPr/>
          <p:nvPr/>
        </p:nvGrpSpPr>
        <p:grpSpPr>
          <a:xfrm>
            <a:off x="6112325" y="4211146"/>
            <a:ext cx="217291" cy="217291"/>
            <a:chOff x="5741889" y="2541574"/>
            <a:chExt cx="710790" cy="710790"/>
          </a:xfrm>
          <a:effectLst>
            <a:outerShdw blurRad="50800" dist="38100" dir="2700000" algn="tl" rotWithShape="0">
              <a:prstClr val="black">
                <a:alpha val="20000"/>
              </a:prstClr>
            </a:outerShdw>
          </a:effectLst>
        </p:grpSpPr>
        <p:sp>
          <p:nvSpPr>
            <p:cNvPr id="312" name="Oval 311">
              <a:extLst>
                <a:ext uri="{FF2B5EF4-FFF2-40B4-BE49-F238E27FC236}">
                  <a16:creationId xmlns:a16="http://schemas.microsoft.com/office/drawing/2014/main" id="{A687583C-5E4A-D124-05CE-E8F26AFC4201}"/>
                </a:ext>
                <a:ext uri="{C183D7F6-B498-43B3-948B-1728B52AA6E4}">
                  <adec:decorative xmlns:adec="http://schemas.microsoft.com/office/drawing/2017/decorative" val="1"/>
                </a:ext>
              </a:extLst>
            </p:cNvPr>
            <p:cNvSpPr/>
            <p:nvPr/>
          </p:nvSpPr>
          <p:spPr bwMode="auto">
            <a:xfrm>
              <a:off x="5741889" y="2541574"/>
              <a:ext cx="710790" cy="710790"/>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6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7F7F8"/>
                </a:solidFill>
                <a:effectLst/>
                <a:uLnTx/>
                <a:uFillTx/>
                <a:latin typeface="Segoe Sans Text Semibold" pitchFamily="2" charset="0"/>
                <a:ea typeface="+mn-ea"/>
                <a:cs typeface="Segoe Sans Text Semibold" pitchFamily="2" charset="0"/>
              </a:endParaRPr>
            </a:p>
          </p:txBody>
        </p:sp>
        <p:pic>
          <p:nvPicPr>
            <p:cNvPr id="313" name="Picture 312" descr="A white icon with a magnifying glass&#10;&#10;Description automatically generated">
              <a:extLst>
                <a:ext uri="{FF2B5EF4-FFF2-40B4-BE49-F238E27FC236}">
                  <a16:creationId xmlns:a16="http://schemas.microsoft.com/office/drawing/2014/main" id="{0B96F624-94D4-EFA4-738C-883B86DFEC0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69474" y="2581432"/>
              <a:ext cx="648286" cy="629543"/>
            </a:xfrm>
            <a:prstGeom prst="rect">
              <a:avLst/>
            </a:prstGeom>
          </p:spPr>
        </p:pic>
      </p:grpSp>
      <p:grpSp>
        <p:nvGrpSpPr>
          <p:cNvPr id="323" name="Group 322">
            <a:extLst>
              <a:ext uri="{FF2B5EF4-FFF2-40B4-BE49-F238E27FC236}">
                <a16:creationId xmlns:a16="http://schemas.microsoft.com/office/drawing/2014/main" id="{F394FCA1-BD9D-3986-93D6-472F3E6F30F5}"/>
              </a:ext>
            </a:extLst>
          </p:cNvPr>
          <p:cNvGrpSpPr/>
          <p:nvPr/>
        </p:nvGrpSpPr>
        <p:grpSpPr>
          <a:xfrm>
            <a:off x="9960322" y="2065011"/>
            <a:ext cx="1706881" cy="1545405"/>
            <a:chOff x="5125380" y="338091"/>
            <a:chExt cx="1706881" cy="1545405"/>
          </a:xfrm>
        </p:grpSpPr>
        <p:grpSp>
          <p:nvGrpSpPr>
            <p:cNvPr id="325" name="Group 324">
              <a:extLst>
                <a:ext uri="{FF2B5EF4-FFF2-40B4-BE49-F238E27FC236}">
                  <a16:creationId xmlns:a16="http://schemas.microsoft.com/office/drawing/2014/main" id="{8A74304C-AEA3-659F-728E-EDD22E10497E}"/>
                </a:ext>
              </a:extLst>
            </p:cNvPr>
            <p:cNvGrpSpPr/>
            <p:nvPr/>
          </p:nvGrpSpPr>
          <p:grpSpPr>
            <a:xfrm>
              <a:off x="5125380" y="338091"/>
              <a:ext cx="1706881" cy="1545405"/>
              <a:chOff x="2685746" y="2461649"/>
              <a:chExt cx="1962244" cy="1776609"/>
            </a:xfrm>
          </p:grpSpPr>
          <p:sp>
            <p:nvSpPr>
              <p:cNvPr id="327" name="Rounded Rectangle 7">
                <a:extLst>
                  <a:ext uri="{FF2B5EF4-FFF2-40B4-BE49-F238E27FC236}">
                    <a16:creationId xmlns:a16="http://schemas.microsoft.com/office/drawing/2014/main" id="{947EAD1E-63F5-E8D0-96E8-8BBA5BE60CA6}"/>
                  </a:ext>
                  <a:ext uri="{C183D7F6-B498-43B3-948B-1728B52AA6E4}">
                    <adec:decorative xmlns:adec="http://schemas.microsoft.com/office/drawing/2017/decorative" val="1"/>
                  </a:ext>
                </a:extLst>
              </p:cNvPr>
              <p:cNvSpPr/>
              <p:nvPr/>
            </p:nvSpPr>
            <p:spPr bwMode="auto">
              <a:xfrm>
                <a:off x="2685746" y="2596138"/>
                <a:ext cx="1962244" cy="1642120"/>
              </a:xfrm>
              <a:prstGeom prst="roundRect">
                <a:avLst>
                  <a:gd name="adj" fmla="val 7119"/>
                </a:avLst>
              </a:prstGeom>
              <a:solidFill>
                <a:srgbClr val="FFFFFF"/>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28" name="TextBox 327">
                <a:extLst>
                  <a:ext uri="{FF2B5EF4-FFF2-40B4-BE49-F238E27FC236}">
                    <a16:creationId xmlns:a16="http://schemas.microsoft.com/office/drawing/2014/main" id="{554B927A-60C6-E139-58E8-D2A0E57F8A6A}"/>
                  </a:ext>
                  <a:ext uri="{C183D7F6-B498-43B3-948B-1728B52AA6E4}">
                    <adec:decorative xmlns:adec="http://schemas.microsoft.com/office/drawing/2017/decorative" val="0"/>
                  </a:ext>
                </a:extLst>
              </p:cNvPr>
              <p:cNvSpPr txBox="1"/>
              <p:nvPr/>
            </p:nvSpPr>
            <p:spPr>
              <a:xfrm>
                <a:off x="3126920" y="2946064"/>
                <a:ext cx="1117244" cy="123838"/>
              </a:xfrm>
              <a:prstGeom prst="rect">
                <a:avLst/>
              </a:prstGeom>
              <a:noFill/>
            </p:spPr>
            <p:txBody>
              <a:bodyPr wrap="square" lIns="0" tIns="0" rIns="0" bIns="0">
                <a:spAutoFit/>
              </a:bodyPr>
              <a:lstStyle/>
              <a:p>
                <a:pPr marL="0" marR="0" lvl="0" indent="0" algn="ctr" defTabSz="93278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gradFill>
                      <a:gsLst>
                        <a:gs pos="0">
                          <a:srgbClr val="000000"/>
                        </a:gs>
                        <a:gs pos="99000">
                          <a:srgbClr val="000000"/>
                        </a:gs>
                      </a:gsLst>
                      <a:path path="circle">
                        <a:fillToRect r="100000" b="100000"/>
                      </a:path>
                    </a:gradFill>
                    <a:effectLst/>
                    <a:uLnTx/>
                    <a:uFillTx/>
                    <a:latin typeface="Segoe UI Variable Display Semibold"/>
                    <a:ea typeface="+mn-ea"/>
                    <a:cs typeface="Segoe Sans Display Semibold"/>
                  </a:rPr>
                  <a:t>Foundry Agent Service</a:t>
                </a:r>
              </a:p>
            </p:txBody>
          </p:sp>
          <p:sp>
            <p:nvSpPr>
              <p:cNvPr id="330" name="!! Purple box">
                <a:extLst>
                  <a:ext uri="{FF2B5EF4-FFF2-40B4-BE49-F238E27FC236}">
                    <a16:creationId xmlns:a16="http://schemas.microsoft.com/office/drawing/2014/main" id="{266DF1AF-8829-AA47-FF35-044A08BB854C}"/>
                  </a:ext>
                  <a:ext uri="{C183D7F6-B498-43B3-948B-1728B52AA6E4}">
                    <adec:decorative xmlns:adec="http://schemas.microsoft.com/office/drawing/2017/decorative" val="0"/>
                  </a:ext>
                </a:extLst>
              </p:cNvPr>
              <p:cNvSpPr txBox="1"/>
              <p:nvPr/>
            </p:nvSpPr>
            <p:spPr>
              <a:xfrm>
                <a:off x="2846397" y="2461649"/>
                <a:ext cx="1653582" cy="365684"/>
              </a:xfrm>
              <a:prstGeom prst="roundRect">
                <a:avLst>
                  <a:gd name="adj" fmla="val 16667"/>
                </a:avLst>
              </a:prstGeom>
              <a:solidFill>
                <a:srgbClr val="8661C5"/>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Segoe Sans Text Semibold"/>
                    <a:ea typeface="+mn-ea"/>
                    <a:cs typeface="Segoe UI" pitchFamily="34" charset="0"/>
                  </a:rPr>
                  <a:t>Obligation &amp; renewal agent</a:t>
                </a:r>
                <a:endParaRPr kumimoji="0" lang="en-US" sz="1000" b="1" i="0" u="none" strike="noStrike" kern="0" cap="none" spc="0" normalizeH="0" baseline="0" noProof="0">
                  <a:ln>
                    <a:noFill/>
                  </a:ln>
                  <a:gradFill>
                    <a:gsLst>
                      <a:gs pos="0">
                        <a:srgbClr val="FFFFFF"/>
                      </a:gs>
                      <a:gs pos="100000">
                        <a:srgbClr val="FFFFFF"/>
                      </a:gs>
                    </a:gsLst>
                    <a:lin ang="5400000" scaled="0"/>
                  </a:gradFill>
                  <a:effectLst/>
                  <a:uLnTx/>
                  <a:uFillTx/>
                  <a:latin typeface="Segoe Sans Text Semibold"/>
                  <a:ea typeface="+mn-ea"/>
                  <a:cs typeface="Segoe UI" pitchFamily="34" charset="0"/>
                </a:endParaRPr>
              </a:p>
            </p:txBody>
          </p:sp>
          <p:sp>
            <p:nvSpPr>
              <p:cNvPr id="331" name="!! Purple box">
                <a:extLst>
                  <a:ext uri="{FF2B5EF4-FFF2-40B4-BE49-F238E27FC236}">
                    <a16:creationId xmlns:a16="http://schemas.microsoft.com/office/drawing/2014/main" id="{8ABD6F86-2FCE-7295-E466-3E7535A527F2}"/>
                  </a:ext>
                  <a:ext uri="{C183D7F6-B498-43B3-948B-1728B52AA6E4}">
                    <adec:decorative xmlns:adec="http://schemas.microsoft.com/office/drawing/2017/decorative" val="0"/>
                  </a:ext>
                </a:extLst>
              </p:cNvPr>
              <p:cNvSpPr txBox="1"/>
              <p:nvPr/>
            </p:nvSpPr>
            <p:spPr>
              <a:xfrm>
                <a:off x="2778481" y="3200513"/>
                <a:ext cx="1631731" cy="245562"/>
              </a:xfrm>
              <a:prstGeom prst="roundRect">
                <a:avLst>
                  <a:gd name="adj" fmla="val 16667"/>
                </a:avLst>
              </a:prstGeom>
              <a:solidFill>
                <a:srgbClr val="D4EC8E">
                  <a:lumMod val="75000"/>
                </a:srgb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Model (Phi4)</a:t>
                </a:r>
              </a:p>
            </p:txBody>
          </p:sp>
          <p:sp>
            <p:nvSpPr>
              <p:cNvPr id="333" name="!! Purple box">
                <a:extLst>
                  <a:ext uri="{FF2B5EF4-FFF2-40B4-BE49-F238E27FC236}">
                    <a16:creationId xmlns:a16="http://schemas.microsoft.com/office/drawing/2014/main" id="{1533CDAD-2819-289B-A1DF-251F438D0318}"/>
                  </a:ext>
                  <a:ext uri="{C183D7F6-B498-43B3-948B-1728B52AA6E4}">
                    <adec:decorative xmlns:adec="http://schemas.microsoft.com/office/drawing/2017/decorative" val="0"/>
                  </a:ext>
                </a:extLst>
              </p:cNvPr>
              <p:cNvSpPr txBox="1"/>
              <p:nvPr/>
            </p:nvSpPr>
            <p:spPr>
              <a:xfrm>
                <a:off x="2778481" y="3470810"/>
                <a:ext cx="1631731" cy="245562"/>
              </a:xfrm>
              <a:prstGeom prst="roundRect">
                <a:avLst>
                  <a:gd name="adj" fmla="val 16667"/>
                </a:avLst>
              </a:prstGeom>
              <a:solidFill>
                <a:srgbClr val="E5F4BB"/>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marR="0" lvl="0" indent="0" algn="ctr" defTabSz="914102" fontAlgn="base">
                  <a:lnSpc>
                    <a:spcPct val="100000"/>
                  </a:lnSpc>
                  <a:spcBef>
                    <a:spcPct val="0"/>
                  </a:spcBef>
                  <a:spcAft>
                    <a:spcPct val="0"/>
                  </a:spcAft>
                  <a:buClrTx/>
                  <a:buSzTx/>
                  <a:buFontTx/>
                  <a:buNone/>
                  <a:tabLst/>
                  <a:defRPr kumimoji="0" sz="800" b="1" i="0" u="none" strike="noStrike" kern="0" cap="none" spc="0" normalizeH="0" baseline="0">
                    <a:ln>
                      <a:noFill/>
                    </a:ln>
                    <a:solidFill>
                      <a:srgbClr val="000000"/>
                    </a:solidFill>
                    <a:effectLst/>
                    <a:uLnTx/>
                    <a:uFillTx/>
                    <a:latin typeface="Segoe Sans Text Semibold"/>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Memory</a:t>
                </a:r>
              </a:p>
            </p:txBody>
          </p:sp>
          <p:sp>
            <p:nvSpPr>
              <p:cNvPr id="356" name="!! Purple box">
                <a:extLst>
                  <a:ext uri="{FF2B5EF4-FFF2-40B4-BE49-F238E27FC236}">
                    <a16:creationId xmlns:a16="http://schemas.microsoft.com/office/drawing/2014/main" id="{0A5D6F20-BE38-43F0-B122-728C00852126}"/>
                  </a:ext>
                  <a:ext uri="{C183D7F6-B498-43B3-948B-1728B52AA6E4}">
                    <adec:decorative xmlns:adec="http://schemas.microsoft.com/office/drawing/2017/decorative" val="0"/>
                  </a:ext>
                </a:extLst>
              </p:cNvPr>
              <p:cNvSpPr txBox="1"/>
              <p:nvPr/>
            </p:nvSpPr>
            <p:spPr>
              <a:xfrm>
                <a:off x="2778481" y="3863149"/>
                <a:ext cx="1631731" cy="245562"/>
              </a:xfrm>
              <a:prstGeom prst="roundRect">
                <a:avLst>
                  <a:gd name="adj" fmla="val 16667"/>
                </a:avLst>
              </a:prstGeom>
              <a:solidFill>
                <a:schemeClr val="bg1">
                  <a:lumMod val="85000"/>
                </a:scheme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Azure MCP</a:t>
                </a:r>
              </a:p>
            </p:txBody>
          </p:sp>
          <p:pic>
            <p:nvPicPr>
              <p:cNvPr id="358" name="Picture 357">
                <a:extLst>
                  <a:ext uri="{FF2B5EF4-FFF2-40B4-BE49-F238E27FC236}">
                    <a16:creationId xmlns:a16="http://schemas.microsoft.com/office/drawing/2014/main" id="{4D4F7B2B-0E32-542F-E01E-94E34606EA9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9708" y="3855963"/>
                <a:ext cx="217528" cy="217528"/>
              </a:xfrm>
              <a:prstGeom prst="rect">
                <a:avLst/>
              </a:prstGeom>
              <a:noFill/>
            </p:spPr>
          </p:pic>
          <p:pic>
            <p:nvPicPr>
              <p:cNvPr id="359" name="Picture 2" descr="Azure AI Foundry">
                <a:extLst>
                  <a:ext uri="{FF2B5EF4-FFF2-40B4-BE49-F238E27FC236}">
                    <a16:creationId xmlns:a16="http://schemas.microsoft.com/office/drawing/2014/main" id="{A1785D9A-D5D2-8489-4437-602BC402EE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228" y="2889091"/>
                <a:ext cx="237781" cy="237781"/>
              </a:xfrm>
              <a:prstGeom prst="rect">
                <a:avLst/>
              </a:prstGeom>
              <a:noFill/>
              <a:extLst>
                <a:ext uri="{909E8E84-426E-40DD-AFC4-6F175D3DCCD1}">
                  <a14:hiddenFill xmlns:a14="http://schemas.microsoft.com/office/drawing/2010/main">
                    <a:solidFill>
                      <a:srgbClr val="FFFFFF"/>
                    </a:solidFill>
                  </a14:hiddenFill>
                </a:ext>
              </a:extLst>
            </p:spPr>
          </p:pic>
        </p:grpSp>
        <p:pic>
          <p:nvPicPr>
            <p:cNvPr id="326" name="Picture 2">
              <a:extLst>
                <a:ext uri="{FF2B5EF4-FFF2-40B4-BE49-F238E27FC236}">
                  <a16:creationId xmlns:a16="http://schemas.microsoft.com/office/drawing/2014/main" id="{42271FFE-A33A-F563-0951-4EFE215BCF1A}"/>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9485" y="1221098"/>
              <a:ext cx="216179" cy="1640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2" name="Group 371">
            <a:extLst>
              <a:ext uri="{FF2B5EF4-FFF2-40B4-BE49-F238E27FC236}">
                <a16:creationId xmlns:a16="http://schemas.microsoft.com/office/drawing/2014/main" id="{F8E36F2D-2F70-C9B7-9928-4EC1E9BA80B7}"/>
              </a:ext>
            </a:extLst>
          </p:cNvPr>
          <p:cNvGrpSpPr/>
          <p:nvPr/>
        </p:nvGrpSpPr>
        <p:grpSpPr>
          <a:xfrm>
            <a:off x="1213712" y="4544364"/>
            <a:ext cx="9905467" cy="521230"/>
            <a:chOff x="1213712" y="5244823"/>
            <a:chExt cx="9905467" cy="521230"/>
          </a:xfrm>
        </p:grpSpPr>
        <p:grpSp>
          <p:nvGrpSpPr>
            <p:cNvPr id="373" name="Group 372">
              <a:extLst>
                <a:ext uri="{FF2B5EF4-FFF2-40B4-BE49-F238E27FC236}">
                  <a16:creationId xmlns:a16="http://schemas.microsoft.com/office/drawing/2014/main" id="{E0FCEF13-7A73-BE71-86D0-CC35FE41F93D}"/>
                </a:ext>
              </a:extLst>
            </p:cNvPr>
            <p:cNvGrpSpPr/>
            <p:nvPr/>
          </p:nvGrpSpPr>
          <p:grpSpPr>
            <a:xfrm>
              <a:off x="1213712" y="5244823"/>
              <a:ext cx="9905467" cy="521230"/>
              <a:chOff x="673633" y="6056541"/>
              <a:chExt cx="10844734" cy="570652"/>
            </a:xfrm>
          </p:grpSpPr>
          <p:sp>
            <p:nvSpPr>
              <p:cNvPr id="377" name="Rectangle: Rounded Corners 36">
                <a:extLst>
                  <a:ext uri="{FF2B5EF4-FFF2-40B4-BE49-F238E27FC236}">
                    <a16:creationId xmlns:a16="http://schemas.microsoft.com/office/drawing/2014/main" id="{9C6763AA-7615-F168-C6E1-2FB9523E2960}"/>
                  </a:ext>
                  <a:ext uri="{C183D7F6-B498-43B3-948B-1728B52AA6E4}">
                    <adec:decorative xmlns:adec="http://schemas.microsoft.com/office/drawing/2017/decorative" val="1"/>
                  </a:ext>
                </a:extLst>
              </p:cNvPr>
              <p:cNvSpPr>
                <a:spLocks/>
              </p:cNvSpPr>
              <p:nvPr/>
            </p:nvSpPr>
            <p:spPr>
              <a:xfrm>
                <a:off x="673633" y="6056541"/>
                <a:ext cx="10844734" cy="570652"/>
              </a:xfrm>
              <a:prstGeom prst="roundRect">
                <a:avLst>
                  <a:gd name="adj" fmla="val 21148"/>
                </a:avLst>
              </a:prstGeom>
              <a:solidFill>
                <a:srgbClr val="FFFFFF">
                  <a:alpha val="94000"/>
                </a:srgbClr>
              </a:solidFill>
              <a:effectLst>
                <a:outerShdw blurRad="50800" dist="38100" dir="2700000" algn="tl" rotWithShape="0">
                  <a:prstClr val="black">
                    <a:alpha val="10000"/>
                  </a:prstClr>
                </a:outerShdw>
              </a:effectLst>
            </p:spPr>
            <p:txBody>
              <a:bodyPr wrap="square" lIns="0" tIns="404132" rIns="0" bIns="0" rtlCol="0" anchor="ctr">
                <a:normAutofit fontScale="25000" lnSpcReduction="20000"/>
              </a:bodyPr>
              <a:lstStyle/>
              <a:p>
                <a:pPr marL="0" marR="0" lvl="0" indent="0" algn="ctr" defTabSz="1740645"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454142"/>
                  </a:solidFill>
                  <a:effectLst/>
                  <a:uLnTx/>
                  <a:uFillTx/>
                  <a:latin typeface="Segoe UI Variable Display Semib" pitchFamily="2" charset="0"/>
                  <a:ea typeface="+mn-ea"/>
                  <a:cs typeface="Segoe Sans Display Semibold" pitchFamily="2" charset="0"/>
                </a:endParaRPr>
              </a:p>
            </p:txBody>
          </p:sp>
          <p:sp>
            <p:nvSpPr>
              <p:cNvPr id="378" name="TextBox 377">
                <a:extLst>
                  <a:ext uri="{FF2B5EF4-FFF2-40B4-BE49-F238E27FC236}">
                    <a16:creationId xmlns:a16="http://schemas.microsoft.com/office/drawing/2014/main" id="{C52C74AA-A9D4-5D6A-D240-65674A20CAEC}"/>
                  </a:ext>
                </a:extLst>
              </p:cNvPr>
              <p:cNvSpPr txBox="1"/>
              <p:nvPr/>
            </p:nvSpPr>
            <p:spPr>
              <a:xfrm>
                <a:off x="760809" y="6150473"/>
                <a:ext cx="929980" cy="33696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80808"/>
                    </a:solidFill>
                    <a:effectLst/>
                    <a:uLnTx/>
                    <a:uFillTx/>
                    <a:latin typeface="Segoe UI"/>
                    <a:ea typeface="+mn-ea"/>
                    <a:cs typeface="+mn-cs"/>
                  </a:rPr>
                  <a:t>Data / systems of record </a:t>
                </a:r>
              </a:p>
            </p:txBody>
          </p:sp>
          <p:grpSp>
            <p:nvGrpSpPr>
              <p:cNvPr id="380" name="Group 379">
                <a:extLst>
                  <a:ext uri="{FF2B5EF4-FFF2-40B4-BE49-F238E27FC236}">
                    <a16:creationId xmlns:a16="http://schemas.microsoft.com/office/drawing/2014/main" id="{70441AD9-0087-C7B8-87F1-69013BA206A8}"/>
                  </a:ext>
                </a:extLst>
              </p:cNvPr>
              <p:cNvGrpSpPr/>
              <p:nvPr/>
            </p:nvGrpSpPr>
            <p:grpSpPr>
              <a:xfrm>
                <a:off x="2415959" y="6253181"/>
                <a:ext cx="1174754" cy="304604"/>
                <a:chOff x="2415959" y="6130153"/>
                <a:chExt cx="1174754" cy="444580"/>
              </a:xfrm>
            </p:grpSpPr>
            <p:sp>
              <p:nvSpPr>
                <p:cNvPr id="405" name="Rounded Rectangle 7">
                  <a:extLst>
                    <a:ext uri="{FF2B5EF4-FFF2-40B4-BE49-F238E27FC236}">
                      <a16:creationId xmlns:a16="http://schemas.microsoft.com/office/drawing/2014/main" id="{06C8E6D5-F62D-B9FC-3E39-E97AD5CB1C1B}"/>
                    </a:ext>
                    <a:ext uri="{C183D7F6-B498-43B3-948B-1728B52AA6E4}">
                      <adec:decorative xmlns:adec="http://schemas.microsoft.com/office/drawing/2017/decorative" val="1"/>
                    </a:ext>
                  </a:extLst>
                </p:cNvPr>
                <p:cNvSpPr/>
                <p:nvPr/>
              </p:nvSpPr>
              <p:spPr bwMode="auto">
                <a:xfrm>
                  <a:off x="2415959" y="6130153"/>
                  <a:ext cx="1174754" cy="418571"/>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06" name="TextBox 405">
                  <a:extLst>
                    <a:ext uri="{FF2B5EF4-FFF2-40B4-BE49-F238E27FC236}">
                      <a16:creationId xmlns:a16="http://schemas.microsoft.com/office/drawing/2014/main" id="{D2ED9017-BA34-D831-2A01-B40133C79483}"/>
                    </a:ext>
                  </a:extLst>
                </p:cNvPr>
                <p:cNvSpPr txBox="1"/>
                <p:nvPr/>
              </p:nvSpPr>
              <p:spPr>
                <a:xfrm>
                  <a:off x="2499620" y="6132110"/>
                  <a:ext cx="1007431" cy="44262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Contract repository</a:t>
                  </a:r>
                </a:p>
              </p:txBody>
            </p:sp>
          </p:grpSp>
          <p:grpSp>
            <p:nvGrpSpPr>
              <p:cNvPr id="381" name="Group 380">
                <a:extLst>
                  <a:ext uri="{FF2B5EF4-FFF2-40B4-BE49-F238E27FC236}">
                    <a16:creationId xmlns:a16="http://schemas.microsoft.com/office/drawing/2014/main" id="{65DDDAF4-540B-46C4-EA75-AF215EEBC6CC}"/>
                  </a:ext>
                </a:extLst>
              </p:cNvPr>
              <p:cNvGrpSpPr/>
              <p:nvPr/>
            </p:nvGrpSpPr>
            <p:grpSpPr>
              <a:xfrm>
                <a:off x="3859875" y="6253196"/>
                <a:ext cx="1174754" cy="286785"/>
                <a:chOff x="3859875" y="6130153"/>
                <a:chExt cx="1174754" cy="418571"/>
              </a:xfrm>
            </p:grpSpPr>
            <p:sp>
              <p:nvSpPr>
                <p:cNvPr id="403" name="Rounded Rectangle 7">
                  <a:extLst>
                    <a:ext uri="{FF2B5EF4-FFF2-40B4-BE49-F238E27FC236}">
                      <a16:creationId xmlns:a16="http://schemas.microsoft.com/office/drawing/2014/main" id="{016AD63A-3BE5-B0C7-4832-30D31437B547}"/>
                    </a:ext>
                    <a:ext uri="{C183D7F6-B498-43B3-948B-1728B52AA6E4}">
                      <adec:decorative xmlns:adec="http://schemas.microsoft.com/office/drawing/2017/decorative" val="1"/>
                    </a:ext>
                  </a:extLst>
                </p:cNvPr>
                <p:cNvSpPr/>
                <p:nvPr/>
              </p:nvSpPr>
              <p:spPr bwMode="auto">
                <a:xfrm>
                  <a:off x="3859875" y="6130153"/>
                  <a:ext cx="1174754" cy="418571"/>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04" name="TextBox 403">
                  <a:extLst>
                    <a:ext uri="{FF2B5EF4-FFF2-40B4-BE49-F238E27FC236}">
                      <a16:creationId xmlns:a16="http://schemas.microsoft.com/office/drawing/2014/main" id="{49DA82EB-59A4-DD0B-6FCD-D1E054EE1999}"/>
                    </a:ext>
                  </a:extLst>
                </p:cNvPr>
                <p:cNvSpPr txBox="1"/>
                <p:nvPr/>
              </p:nvSpPr>
              <p:spPr>
                <a:xfrm>
                  <a:off x="3943536" y="6238371"/>
                  <a:ext cx="1007431" cy="2213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Nego history </a:t>
                  </a:r>
                </a:p>
              </p:txBody>
            </p:sp>
          </p:grpSp>
          <p:grpSp>
            <p:nvGrpSpPr>
              <p:cNvPr id="382" name="Group 381">
                <a:extLst>
                  <a:ext uri="{FF2B5EF4-FFF2-40B4-BE49-F238E27FC236}">
                    <a16:creationId xmlns:a16="http://schemas.microsoft.com/office/drawing/2014/main" id="{160734FC-34D0-1B76-CAA6-C302CF8A39EE}"/>
                  </a:ext>
                </a:extLst>
              </p:cNvPr>
              <p:cNvGrpSpPr/>
              <p:nvPr/>
            </p:nvGrpSpPr>
            <p:grpSpPr>
              <a:xfrm>
                <a:off x="5303791" y="6251517"/>
                <a:ext cx="1174754" cy="303263"/>
                <a:chOff x="5303791" y="6127700"/>
                <a:chExt cx="1174754" cy="442621"/>
              </a:xfrm>
            </p:grpSpPr>
            <p:sp>
              <p:nvSpPr>
                <p:cNvPr id="401" name="Rounded Rectangle 7">
                  <a:extLst>
                    <a:ext uri="{FF2B5EF4-FFF2-40B4-BE49-F238E27FC236}">
                      <a16:creationId xmlns:a16="http://schemas.microsoft.com/office/drawing/2014/main" id="{76E8D81C-67AA-C551-CD1A-957AD8807FE4}"/>
                    </a:ext>
                    <a:ext uri="{C183D7F6-B498-43B3-948B-1728B52AA6E4}">
                      <adec:decorative xmlns:adec="http://schemas.microsoft.com/office/drawing/2017/decorative" val="1"/>
                    </a:ext>
                  </a:extLst>
                </p:cNvPr>
                <p:cNvSpPr/>
                <p:nvPr/>
              </p:nvSpPr>
              <p:spPr bwMode="auto">
                <a:xfrm>
                  <a:off x="5303791" y="6130153"/>
                  <a:ext cx="1174754" cy="418571"/>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02" name="TextBox 401">
                  <a:extLst>
                    <a:ext uri="{FF2B5EF4-FFF2-40B4-BE49-F238E27FC236}">
                      <a16:creationId xmlns:a16="http://schemas.microsoft.com/office/drawing/2014/main" id="{CDBCDD64-0C78-C5DC-B7AE-6D2DAF311F41}"/>
                    </a:ext>
                  </a:extLst>
                </p:cNvPr>
                <p:cNvSpPr txBox="1"/>
                <p:nvPr/>
              </p:nvSpPr>
              <p:spPr>
                <a:xfrm>
                  <a:off x="5378514" y="6127700"/>
                  <a:ext cx="1007431" cy="4426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Active </a:t>
                  </a:r>
                  <a:br>
                    <a:rPr kumimoji="0" lang="en-US" sz="900" b="0" i="0" u="none" strike="noStrike" kern="1200" cap="none" spc="0" normalizeH="0" baseline="0" noProof="0">
                      <a:ln>
                        <a:noFill/>
                      </a:ln>
                      <a:solidFill>
                        <a:srgbClr val="080808"/>
                      </a:solidFill>
                      <a:effectLst/>
                      <a:uLnTx/>
                      <a:uFillTx/>
                      <a:latin typeface="Segoe UI"/>
                      <a:ea typeface="+mn-ea"/>
                      <a:cs typeface="+mn-cs"/>
                    </a:rPr>
                  </a:br>
                  <a:r>
                    <a:rPr kumimoji="0" lang="en-US" sz="900" b="0" i="0" u="none" strike="noStrike" kern="1200" cap="none" spc="0" normalizeH="0" baseline="0" noProof="0">
                      <a:ln>
                        <a:noFill/>
                      </a:ln>
                      <a:solidFill>
                        <a:srgbClr val="080808"/>
                      </a:solidFill>
                      <a:effectLst/>
                      <a:uLnTx/>
                      <a:uFillTx/>
                      <a:latin typeface="Segoe UI"/>
                      <a:ea typeface="+mn-ea"/>
                      <a:cs typeface="+mn-cs"/>
                    </a:rPr>
                    <a:t>contracts</a:t>
                  </a:r>
                </a:p>
              </p:txBody>
            </p:sp>
          </p:grpSp>
          <p:grpSp>
            <p:nvGrpSpPr>
              <p:cNvPr id="386" name="Group 385">
                <a:extLst>
                  <a:ext uri="{FF2B5EF4-FFF2-40B4-BE49-F238E27FC236}">
                    <a16:creationId xmlns:a16="http://schemas.microsoft.com/office/drawing/2014/main" id="{BAA950D5-574C-52BA-845E-83CE13C0C412}"/>
                  </a:ext>
                </a:extLst>
              </p:cNvPr>
              <p:cNvGrpSpPr/>
              <p:nvPr/>
            </p:nvGrpSpPr>
            <p:grpSpPr>
              <a:xfrm>
                <a:off x="6747707" y="6253197"/>
                <a:ext cx="1174754" cy="286785"/>
                <a:chOff x="6747707" y="6130153"/>
                <a:chExt cx="1174754" cy="418571"/>
              </a:xfrm>
            </p:grpSpPr>
            <p:sp>
              <p:nvSpPr>
                <p:cNvPr id="398" name="Rounded Rectangle 7">
                  <a:extLst>
                    <a:ext uri="{FF2B5EF4-FFF2-40B4-BE49-F238E27FC236}">
                      <a16:creationId xmlns:a16="http://schemas.microsoft.com/office/drawing/2014/main" id="{0091F869-1A0D-E303-68C9-DCE69C2135E7}"/>
                    </a:ext>
                    <a:ext uri="{C183D7F6-B498-43B3-948B-1728B52AA6E4}">
                      <adec:decorative xmlns:adec="http://schemas.microsoft.com/office/drawing/2017/decorative" val="1"/>
                    </a:ext>
                  </a:extLst>
                </p:cNvPr>
                <p:cNvSpPr/>
                <p:nvPr/>
              </p:nvSpPr>
              <p:spPr bwMode="auto">
                <a:xfrm>
                  <a:off x="6747707" y="6130153"/>
                  <a:ext cx="1174754" cy="418571"/>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99" name="TextBox 398">
                  <a:extLst>
                    <a:ext uri="{FF2B5EF4-FFF2-40B4-BE49-F238E27FC236}">
                      <a16:creationId xmlns:a16="http://schemas.microsoft.com/office/drawing/2014/main" id="{5C988826-3B6C-8146-B192-41823241E4FA}"/>
                    </a:ext>
                  </a:extLst>
                </p:cNvPr>
                <p:cNvSpPr txBox="1"/>
                <p:nvPr/>
              </p:nvSpPr>
              <p:spPr>
                <a:xfrm>
                  <a:off x="6795032" y="6233950"/>
                  <a:ext cx="1080103" cy="22131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ERP</a:t>
                  </a:r>
                </a:p>
              </p:txBody>
            </p:sp>
          </p:grpSp>
          <p:grpSp>
            <p:nvGrpSpPr>
              <p:cNvPr id="387" name="Group 386">
                <a:extLst>
                  <a:ext uri="{FF2B5EF4-FFF2-40B4-BE49-F238E27FC236}">
                    <a16:creationId xmlns:a16="http://schemas.microsoft.com/office/drawing/2014/main" id="{9A9F8111-5912-E4B5-2249-B2245EF5523E}"/>
                  </a:ext>
                </a:extLst>
              </p:cNvPr>
              <p:cNvGrpSpPr/>
              <p:nvPr/>
            </p:nvGrpSpPr>
            <p:grpSpPr>
              <a:xfrm>
                <a:off x="8191623" y="6253196"/>
                <a:ext cx="1174754" cy="286785"/>
                <a:chOff x="8191623" y="6130153"/>
                <a:chExt cx="1174754" cy="418571"/>
              </a:xfrm>
            </p:grpSpPr>
            <p:sp>
              <p:nvSpPr>
                <p:cNvPr id="395" name="Rounded Rectangle 7">
                  <a:extLst>
                    <a:ext uri="{FF2B5EF4-FFF2-40B4-BE49-F238E27FC236}">
                      <a16:creationId xmlns:a16="http://schemas.microsoft.com/office/drawing/2014/main" id="{999C7E33-8EA2-D7DE-EE70-CC40F3630D18}"/>
                    </a:ext>
                    <a:ext uri="{C183D7F6-B498-43B3-948B-1728B52AA6E4}">
                      <adec:decorative xmlns:adec="http://schemas.microsoft.com/office/drawing/2017/decorative" val="1"/>
                    </a:ext>
                  </a:extLst>
                </p:cNvPr>
                <p:cNvSpPr/>
                <p:nvPr/>
              </p:nvSpPr>
              <p:spPr bwMode="auto">
                <a:xfrm>
                  <a:off x="8191623" y="6130153"/>
                  <a:ext cx="1174754" cy="418571"/>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96" name="TextBox 395">
                  <a:extLst>
                    <a:ext uri="{FF2B5EF4-FFF2-40B4-BE49-F238E27FC236}">
                      <a16:creationId xmlns:a16="http://schemas.microsoft.com/office/drawing/2014/main" id="{941813DE-2B0A-50E2-9BE4-D7C6857F8B26}"/>
                    </a:ext>
                  </a:extLst>
                </p:cNvPr>
                <p:cNvSpPr txBox="1"/>
                <p:nvPr/>
              </p:nvSpPr>
              <p:spPr>
                <a:xfrm>
                  <a:off x="8275284" y="6270190"/>
                  <a:ext cx="1007431" cy="2021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a:t>
                  </a:r>
                </a:p>
              </p:txBody>
            </p:sp>
          </p:grpSp>
          <p:pic>
            <p:nvPicPr>
              <p:cNvPr id="388" name="Picture 2">
                <a:extLst>
                  <a:ext uri="{FF2B5EF4-FFF2-40B4-BE49-F238E27FC236}">
                    <a16:creationId xmlns:a16="http://schemas.microsoft.com/office/drawing/2014/main" id="{D3C6F027-CDEF-F282-3FD4-FD6AF1BFFE87}"/>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180" y="6293552"/>
                <a:ext cx="260277" cy="197474"/>
              </a:xfrm>
              <a:prstGeom prst="rect">
                <a:avLst/>
              </a:prstGeom>
              <a:noFill/>
              <a:extLst>
                <a:ext uri="{909E8E84-426E-40DD-AFC4-6F175D3DCCD1}">
                  <a14:hiddenFill xmlns:a14="http://schemas.microsoft.com/office/drawing/2010/main">
                    <a:solidFill>
                      <a:srgbClr val="FFFFFF"/>
                    </a:solidFill>
                  </a14:hiddenFill>
                </a:ext>
              </a:extLst>
            </p:spPr>
          </p:pic>
          <p:pic>
            <p:nvPicPr>
              <p:cNvPr id="389" name="Picture 6" descr="Bringing Azure SQL Data Warehouse and SQL Server Stretch Database to ...">
                <a:extLst>
                  <a:ext uri="{FF2B5EF4-FFF2-40B4-BE49-F238E27FC236}">
                    <a16:creationId xmlns:a16="http://schemas.microsoft.com/office/drawing/2014/main" id="{BCFDA772-B615-5E58-5344-EA6DF8D1B6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82579" y="6312639"/>
                <a:ext cx="172755" cy="172755"/>
              </a:xfrm>
              <a:prstGeom prst="rect">
                <a:avLst/>
              </a:prstGeom>
              <a:noFill/>
              <a:extLst>
                <a:ext uri="{909E8E84-426E-40DD-AFC4-6F175D3DCCD1}">
                  <a14:hiddenFill xmlns:a14="http://schemas.microsoft.com/office/drawing/2010/main">
                    <a:solidFill>
                      <a:srgbClr val="FFFFFF"/>
                    </a:solidFill>
                  </a14:hiddenFill>
                </a:ext>
              </a:extLst>
            </p:spPr>
          </p:pic>
          <p:pic>
            <p:nvPicPr>
              <p:cNvPr id="390" name="Picture 8" descr="Microsoft Fabric | Azure Player">
                <a:extLst>
                  <a:ext uri="{FF2B5EF4-FFF2-40B4-BE49-F238E27FC236}">
                    <a16:creationId xmlns:a16="http://schemas.microsoft.com/office/drawing/2014/main" id="{98757A03-DCBC-FA75-9D2B-19123C7749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87398" y="6072366"/>
                <a:ext cx="218697" cy="218697"/>
              </a:xfrm>
              <a:prstGeom prst="rect">
                <a:avLst/>
              </a:prstGeom>
              <a:noFill/>
              <a:extLst>
                <a:ext uri="{909E8E84-426E-40DD-AFC4-6F175D3DCCD1}">
                  <a14:hiddenFill xmlns:a14="http://schemas.microsoft.com/office/drawing/2010/main">
                    <a:solidFill>
                      <a:srgbClr val="FFFFFF"/>
                    </a:solidFill>
                  </a14:hiddenFill>
                </a:ext>
              </a:extLst>
            </p:spPr>
          </p:pic>
          <p:cxnSp>
            <p:nvCxnSpPr>
              <p:cNvPr id="392" name="Straight Connector 391">
                <a:extLst>
                  <a:ext uri="{FF2B5EF4-FFF2-40B4-BE49-F238E27FC236}">
                    <a16:creationId xmlns:a16="http://schemas.microsoft.com/office/drawing/2014/main" id="{BFFF3E21-21D1-3E71-1751-3BC0A389010D}"/>
                  </a:ext>
                </a:extLst>
              </p:cNvPr>
              <p:cNvCxnSpPr>
                <a:cxnSpLocks/>
              </p:cNvCxnSpPr>
              <p:nvPr/>
            </p:nvCxnSpPr>
            <p:spPr>
              <a:xfrm>
                <a:off x="2121694" y="6150473"/>
                <a:ext cx="0" cy="369332"/>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F63B61E0-F85F-947E-52BA-CDA23E403717}"/>
                  </a:ext>
                </a:extLst>
              </p:cNvPr>
              <p:cNvCxnSpPr>
                <a:cxnSpLocks/>
              </p:cNvCxnSpPr>
              <p:nvPr/>
            </p:nvCxnSpPr>
            <p:spPr>
              <a:xfrm>
                <a:off x="2458296" y="6169523"/>
                <a:ext cx="6946264" cy="0"/>
              </a:xfrm>
              <a:prstGeom prst="line">
                <a:avLst/>
              </a:prstGeom>
              <a:ln>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374" name="Group 373">
              <a:extLst>
                <a:ext uri="{FF2B5EF4-FFF2-40B4-BE49-F238E27FC236}">
                  <a16:creationId xmlns:a16="http://schemas.microsoft.com/office/drawing/2014/main" id="{C4B5001C-D7AF-1919-78CF-13DCD1354E81}"/>
                </a:ext>
              </a:extLst>
            </p:cNvPr>
            <p:cNvGrpSpPr/>
            <p:nvPr/>
          </p:nvGrpSpPr>
          <p:grpSpPr>
            <a:xfrm>
              <a:off x="2417440" y="5383659"/>
              <a:ext cx="237831" cy="237831"/>
              <a:chOff x="4072668" y="5163807"/>
              <a:chExt cx="237831" cy="237831"/>
            </a:xfrm>
          </p:grpSpPr>
          <p:sp>
            <p:nvSpPr>
              <p:cNvPr id="375" name="Oval 374">
                <a:extLst>
                  <a:ext uri="{FF2B5EF4-FFF2-40B4-BE49-F238E27FC236}">
                    <a16:creationId xmlns:a16="http://schemas.microsoft.com/office/drawing/2014/main" id="{9DF9F638-464D-68EC-44FA-D2D4F1611DE9}"/>
                  </a:ext>
                </a:extLst>
              </p:cNvPr>
              <p:cNvSpPr/>
              <p:nvPr/>
            </p:nvSpPr>
            <p:spPr bwMode="auto">
              <a:xfrm>
                <a:off x="4072668" y="5163807"/>
                <a:ext cx="237831" cy="237831"/>
              </a:xfrm>
              <a:prstGeom prst="ellipse">
                <a:avLst/>
              </a:prstGeom>
              <a:solidFill>
                <a:schemeClr val="bg1"/>
              </a:solidFill>
              <a:ln w="3175" cap="flat">
                <a:noFill/>
                <a:prstDash val="solid"/>
                <a:miter/>
              </a:ln>
              <a:effectLst>
                <a:innerShdw blurRad="508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pic>
            <p:nvPicPr>
              <p:cNvPr id="376" name="Picture 375">
                <a:extLst>
                  <a:ext uri="{FF2B5EF4-FFF2-40B4-BE49-F238E27FC236}">
                    <a16:creationId xmlns:a16="http://schemas.microsoft.com/office/drawing/2014/main" id="{A4C2590E-5F34-6F1E-A309-DA1125AF1049}"/>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122338" y="5202033"/>
                <a:ext cx="146125" cy="146125"/>
              </a:xfrm>
              <a:prstGeom prst="rect">
                <a:avLst/>
              </a:prstGeom>
            </p:spPr>
          </p:pic>
        </p:grpSp>
      </p:grpSp>
      <p:grpSp>
        <p:nvGrpSpPr>
          <p:cNvPr id="407" name="Group 406">
            <a:extLst>
              <a:ext uri="{FF2B5EF4-FFF2-40B4-BE49-F238E27FC236}">
                <a16:creationId xmlns:a16="http://schemas.microsoft.com/office/drawing/2014/main" id="{087FD52D-F7EE-7249-60EE-E201D386D4EF}"/>
              </a:ext>
            </a:extLst>
          </p:cNvPr>
          <p:cNvGrpSpPr/>
          <p:nvPr/>
        </p:nvGrpSpPr>
        <p:grpSpPr>
          <a:xfrm>
            <a:off x="1213712" y="5284381"/>
            <a:ext cx="9905467" cy="521228"/>
            <a:chOff x="1213712" y="4558432"/>
            <a:chExt cx="9905467" cy="521228"/>
          </a:xfrm>
        </p:grpSpPr>
        <p:grpSp>
          <p:nvGrpSpPr>
            <p:cNvPr id="408" name="Group 407">
              <a:extLst>
                <a:ext uri="{FF2B5EF4-FFF2-40B4-BE49-F238E27FC236}">
                  <a16:creationId xmlns:a16="http://schemas.microsoft.com/office/drawing/2014/main" id="{DE1C65CD-EE86-82CE-5201-5FB7765907D2}"/>
                </a:ext>
              </a:extLst>
            </p:cNvPr>
            <p:cNvGrpSpPr/>
            <p:nvPr/>
          </p:nvGrpSpPr>
          <p:grpSpPr>
            <a:xfrm>
              <a:off x="1213712" y="4558432"/>
              <a:ext cx="9905467" cy="521228"/>
              <a:chOff x="1213712" y="4558432"/>
              <a:chExt cx="9905467" cy="521228"/>
            </a:xfrm>
          </p:grpSpPr>
          <p:sp>
            <p:nvSpPr>
              <p:cNvPr id="412" name="Rectangle: Rounded Corners 36">
                <a:extLst>
                  <a:ext uri="{FF2B5EF4-FFF2-40B4-BE49-F238E27FC236}">
                    <a16:creationId xmlns:a16="http://schemas.microsoft.com/office/drawing/2014/main" id="{491CA16F-47CD-8A2E-C537-160C4F68F3E5}"/>
                  </a:ext>
                  <a:ext uri="{C183D7F6-B498-43B3-948B-1728B52AA6E4}">
                    <adec:decorative xmlns:adec="http://schemas.microsoft.com/office/drawing/2017/decorative" val="1"/>
                  </a:ext>
                </a:extLst>
              </p:cNvPr>
              <p:cNvSpPr>
                <a:spLocks/>
              </p:cNvSpPr>
              <p:nvPr/>
            </p:nvSpPr>
            <p:spPr>
              <a:xfrm>
                <a:off x="1213712" y="4558432"/>
                <a:ext cx="9905467" cy="521228"/>
              </a:xfrm>
              <a:prstGeom prst="roundRect">
                <a:avLst>
                  <a:gd name="adj" fmla="val 21148"/>
                </a:avLst>
              </a:prstGeom>
              <a:solidFill>
                <a:srgbClr val="FFFFFF">
                  <a:alpha val="94000"/>
                </a:srgbClr>
              </a:solidFill>
              <a:effectLst>
                <a:outerShdw blurRad="50800" dist="38100" dir="2700000" algn="tl" rotWithShape="0">
                  <a:prstClr val="black">
                    <a:alpha val="10000"/>
                  </a:prstClr>
                </a:outerShdw>
              </a:effectLst>
            </p:spPr>
            <p:txBody>
              <a:bodyPr wrap="square" lIns="0" tIns="404132" rIns="0" bIns="0" rtlCol="0" anchor="ctr">
                <a:normAutofit fontScale="25000" lnSpcReduction="20000"/>
              </a:bodyPr>
              <a:lstStyle/>
              <a:p>
                <a:pPr marL="0" marR="0" lvl="0" indent="0" algn="ctr" defTabSz="1740645"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454142"/>
                  </a:solidFill>
                  <a:effectLst/>
                  <a:uLnTx/>
                  <a:uFillTx/>
                  <a:latin typeface="Segoe UI Variable Display Semib" pitchFamily="2" charset="0"/>
                  <a:ea typeface="+mn-ea"/>
                  <a:cs typeface="Segoe Sans Display Semibold" pitchFamily="2" charset="0"/>
                </a:endParaRPr>
              </a:p>
            </p:txBody>
          </p:sp>
          <p:sp>
            <p:nvSpPr>
              <p:cNvPr id="413" name="TextBox 412">
                <a:extLst>
                  <a:ext uri="{FF2B5EF4-FFF2-40B4-BE49-F238E27FC236}">
                    <a16:creationId xmlns:a16="http://schemas.microsoft.com/office/drawing/2014/main" id="{4EB8EECB-338D-E226-4F62-2086BC12291E}"/>
                  </a:ext>
                </a:extLst>
              </p:cNvPr>
              <p:cNvSpPr txBox="1"/>
              <p:nvPr/>
            </p:nvSpPr>
            <p:spPr>
              <a:xfrm>
                <a:off x="1293338" y="4634704"/>
                <a:ext cx="76406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80808"/>
                    </a:solidFill>
                    <a:effectLst/>
                    <a:uLnTx/>
                    <a:uFillTx/>
                    <a:latin typeface="Segoe UI"/>
                    <a:ea typeface="+mn-ea"/>
                    <a:cs typeface="+mn-cs"/>
                  </a:rPr>
                  <a:t>Governance and resp. AI</a:t>
                </a:r>
              </a:p>
            </p:txBody>
          </p:sp>
          <p:grpSp>
            <p:nvGrpSpPr>
              <p:cNvPr id="414" name="Group 413">
                <a:extLst>
                  <a:ext uri="{FF2B5EF4-FFF2-40B4-BE49-F238E27FC236}">
                    <a16:creationId xmlns:a16="http://schemas.microsoft.com/office/drawing/2014/main" id="{4E8038FF-2AFC-A353-7828-48F6691146DA}"/>
                  </a:ext>
                </a:extLst>
              </p:cNvPr>
              <p:cNvGrpSpPr/>
              <p:nvPr/>
            </p:nvGrpSpPr>
            <p:grpSpPr>
              <a:xfrm>
                <a:off x="2805134" y="4635252"/>
                <a:ext cx="7729516" cy="371385"/>
                <a:chOff x="2805134" y="4635252"/>
                <a:chExt cx="6325366" cy="371385"/>
              </a:xfrm>
            </p:grpSpPr>
            <p:grpSp>
              <p:nvGrpSpPr>
                <p:cNvPr id="421" name="Group 420">
                  <a:extLst>
                    <a:ext uri="{FF2B5EF4-FFF2-40B4-BE49-F238E27FC236}">
                      <a16:creationId xmlns:a16="http://schemas.microsoft.com/office/drawing/2014/main" id="{DAD1C189-5ACF-4B52-1F5E-7042F3464D98}"/>
                    </a:ext>
                  </a:extLst>
                </p:cNvPr>
                <p:cNvGrpSpPr/>
                <p:nvPr/>
              </p:nvGrpSpPr>
              <p:grpSpPr>
                <a:xfrm>
                  <a:off x="2805134" y="4650863"/>
                  <a:ext cx="1073008" cy="355773"/>
                  <a:chOff x="2805134" y="4650863"/>
                  <a:chExt cx="1073008" cy="355773"/>
                </a:xfrm>
              </p:grpSpPr>
              <p:sp>
                <p:nvSpPr>
                  <p:cNvPr id="434" name="Rounded Rectangle 7">
                    <a:extLst>
                      <a:ext uri="{FF2B5EF4-FFF2-40B4-BE49-F238E27FC236}">
                        <a16:creationId xmlns:a16="http://schemas.microsoft.com/office/drawing/2014/main" id="{C79FFC36-8BAB-B17F-8B13-7F9DBDD9A19C}"/>
                      </a:ext>
                      <a:ext uri="{C183D7F6-B498-43B3-948B-1728B52AA6E4}">
                        <adec:decorative xmlns:adec="http://schemas.microsoft.com/office/drawing/2017/decorative" val="1"/>
                      </a:ext>
                    </a:extLst>
                  </p:cNvPr>
                  <p:cNvSpPr/>
                  <p:nvPr/>
                </p:nvSpPr>
                <p:spPr bwMode="auto">
                  <a:xfrm>
                    <a:off x="2805134" y="4650863"/>
                    <a:ext cx="1073008" cy="355773"/>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35" name="TextBox 434">
                    <a:extLst>
                      <a:ext uri="{FF2B5EF4-FFF2-40B4-BE49-F238E27FC236}">
                        <a16:creationId xmlns:a16="http://schemas.microsoft.com/office/drawing/2014/main" id="{4C9D2EAB-D045-7C8D-50F7-844E0EC97AA4}"/>
                      </a:ext>
                    </a:extLst>
                  </p:cNvPr>
                  <p:cNvSpPr txBox="1"/>
                  <p:nvPr/>
                </p:nvSpPr>
                <p:spPr>
                  <a:xfrm>
                    <a:off x="2881549" y="4759501"/>
                    <a:ext cx="920177"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App insights </a:t>
                    </a:r>
                  </a:p>
                </p:txBody>
              </p:sp>
            </p:grpSp>
            <p:grpSp>
              <p:nvGrpSpPr>
                <p:cNvPr id="422" name="Group 421">
                  <a:extLst>
                    <a:ext uri="{FF2B5EF4-FFF2-40B4-BE49-F238E27FC236}">
                      <a16:creationId xmlns:a16="http://schemas.microsoft.com/office/drawing/2014/main" id="{F812722E-F380-25E1-51A3-F8049091A52A}"/>
                    </a:ext>
                  </a:extLst>
                </p:cNvPr>
                <p:cNvGrpSpPr/>
                <p:nvPr/>
              </p:nvGrpSpPr>
              <p:grpSpPr>
                <a:xfrm>
                  <a:off x="4118223" y="4650864"/>
                  <a:ext cx="1073008" cy="355773"/>
                  <a:chOff x="4123991" y="4650864"/>
                  <a:chExt cx="1073008" cy="355773"/>
                </a:xfrm>
              </p:grpSpPr>
              <p:sp>
                <p:nvSpPr>
                  <p:cNvPr id="432" name="Rounded Rectangle 7">
                    <a:extLst>
                      <a:ext uri="{FF2B5EF4-FFF2-40B4-BE49-F238E27FC236}">
                        <a16:creationId xmlns:a16="http://schemas.microsoft.com/office/drawing/2014/main" id="{8FFA0EEE-A2EB-A456-1A57-D14A9E6E35D4}"/>
                      </a:ext>
                      <a:ext uri="{C183D7F6-B498-43B3-948B-1728B52AA6E4}">
                        <adec:decorative xmlns:adec="http://schemas.microsoft.com/office/drawing/2017/decorative" val="1"/>
                      </a:ext>
                    </a:extLst>
                  </p:cNvPr>
                  <p:cNvSpPr/>
                  <p:nvPr/>
                </p:nvSpPr>
                <p:spPr bwMode="auto">
                  <a:xfrm>
                    <a:off x="4123991" y="4650864"/>
                    <a:ext cx="1073008" cy="355773"/>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33" name="TextBox 432">
                    <a:extLst>
                      <a:ext uri="{FF2B5EF4-FFF2-40B4-BE49-F238E27FC236}">
                        <a16:creationId xmlns:a16="http://schemas.microsoft.com/office/drawing/2014/main" id="{6006A0D1-81E9-CD2D-27C6-7FD498E40C80}"/>
                      </a:ext>
                    </a:extLst>
                  </p:cNvPr>
                  <p:cNvSpPr txBox="1"/>
                  <p:nvPr/>
                </p:nvSpPr>
                <p:spPr>
                  <a:xfrm>
                    <a:off x="4200407" y="4690251"/>
                    <a:ext cx="920177"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Tracing &amp; </a:t>
                    </a:r>
                    <a:br>
                      <a:rPr kumimoji="0" lang="en-US" sz="900" b="0" i="0" u="none" strike="noStrike" kern="1200" cap="none" spc="0" normalizeH="0" baseline="0" noProof="0">
                        <a:ln>
                          <a:noFill/>
                        </a:ln>
                        <a:solidFill>
                          <a:srgbClr val="080808"/>
                        </a:solidFill>
                        <a:effectLst/>
                        <a:uLnTx/>
                        <a:uFillTx/>
                        <a:latin typeface="Segoe UI"/>
                        <a:ea typeface="+mn-ea"/>
                        <a:cs typeface="+mn-cs"/>
                      </a:rPr>
                    </a:br>
                    <a:r>
                      <a:rPr kumimoji="0" lang="en-US" sz="900" b="0" i="0" u="none" strike="noStrike" kern="1200" cap="none" spc="0" normalizeH="0" baseline="0" noProof="0">
                        <a:ln>
                          <a:noFill/>
                        </a:ln>
                        <a:solidFill>
                          <a:srgbClr val="080808"/>
                        </a:solidFill>
                        <a:effectLst/>
                        <a:uLnTx/>
                        <a:uFillTx/>
                        <a:latin typeface="Segoe UI"/>
                        <a:ea typeface="+mn-ea"/>
                        <a:cs typeface="+mn-cs"/>
                      </a:rPr>
                      <a:t>monitoring</a:t>
                    </a:r>
                  </a:p>
                </p:txBody>
              </p:sp>
            </p:grpSp>
            <p:grpSp>
              <p:nvGrpSpPr>
                <p:cNvPr id="423" name="Group 422">
                  <a:extLst>
                    <a:ext uri="{FF2B5EF4-FFF2-40B4-BE49-F238E27FC236}">
                      <a16:creationId xmlns:a16="http://schemas.microsoft.com/office/drawing/2014/main" id="{232638BB-4DD5-31F5-0D32-5A6C3447884D}"/>
                    </a:ext>
                  </a:extLst>
                </p:cNvPr>
                <p:cNvGrpSpPr/>
                <p:nvPr/>
              </p:nvGrpSpPr>
              <p:grpSpPr>
                <a:xfrm>
                  <a:off x="5431312" y="4650864"/>
                  <a:ext cx="1073008" cy="355772"/>
                  <a:chOff x="5442850" y="4650864"/>
                  <a:chExt cx="1073008" cy="355772"/>
                </a:xfrm>
              </p:grpSpPr>
              <p:sp>
                <p:nvSpPr>
                  <p:cNvPr id="430" name="Rounded Rectangle 7">
                    <a:extLst>
                      <a:ext uri="{FF2B5EF4-FFF2-40B4-BE49-F238E27FC236}">
                        <a16:creationId xmlns:a16="http://schemas.microsoft.com/office/drawing/2014/main" id="{E830C923-45EB-DE99-7FC1-F04787EFADDC}"/>
                      </a:ext>
                      <a:ext uri="{C183D7F6-B498-43B3-948B-1728B52AA6E4}">
                        <adec:decorative xmlns:adec="http://schemas.microsoft.com/office/drawing/2017/decorative" val="1"/>
                      </a:ext>
                    </a:extLst>
                  </p:cNvPr>
                  <p:cNvSpPr/>
                  <p:nvPr/>
                </p:nvSpPr>
                <p:spPr bwMode="auto">
                  <a:xfrm>
                    <a:off x="5442850" y="4650864"/>
                    <a:ext cx="1073008" cy="355772"/>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31" name="TextBox 430">
                    <a:extLst>
                      <a:ext uri="{FF2B5EF4-FFF2-40B4-BE49-F238E27FC236}">
                        <a16:creationId xmlns:a16="http://schemas.microsoft.com/office/drawing/2014/main" id="{99441CCA-7F7D-4168-FE40-5287D380D47F}"/>
                      </a:ext>
                    </a:extLst>
                  </p:cNvPr>
                  <p:cNvSpPr txBox="1"/>
                  <p:nvPr/>
                </p:nvSpPr>
                <p:spPr>
                  <a:xfrm>
                    <a:off x="5519265" y="4759501"/>
                    <a:ext cx="920177"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Evaluations</a:t>
                    </a:r>
                  </a:p>
                </p:txBody>
              </p:sp>
            </p:grpSp>
            <p:grpSp>
              <p:nvGrpSpPr>
                <p:cNvPr id="424" name="Group 423">
                  <a:extLst>
                    <a:ext uri="{FF2B5EF4-FFF2-40B4-BE49-F238E27FC236}">
                      <a16:creationId xmlns:a16="http://schemas.microsoft.com/office/drawing/2014/main" id="{FACBEE2E-2079-1811-1BEA-4F21EE924CEF}"/>
                    </a:ext>
                  </a:extLst>
                </p:cNvPr>
                <p:cNvGrpSpPr/>
                <p:nvPr/>
              </p:nvGrpSpPr>
              <p:grpSpPr>
                <a:xfrm>
                  <a:off x="6744401" y="4650863"/>
                  <a:ext cx="1073008" cy="355773"/>
                  <a:chOff x="6761708" y="4650863"/>
                  <a:chExt cx="1073008" cy="355773"/>
                </a:xfrm>
              </p:grpSpPr>
              <p:sp>
                <p:nvSpPr>
                  <p:cNvPr id="428" name="Rounded Rectangle 7">
                    <a:extLst>
                      <a:ext uri="{FF2B5EF4-FFF2-40B4-BE49-F238E27FC236}">
                        <a16:creationId xmlns:a16="http://schemas.microsoft.com/office/drawing/2014/main" id="{F6449E62-ECA0-E122-9C0B-649F9A144275}"/>
                      </a:ext>
                      <a:ext uri="{C183D7F6-B498-43B3-948B-1728B52AA6E4}">
                        <adec:decorative xmlns:adec="http://schemas.microsoft.com/office/drawing/2017/decorative" val="1"/>
                      </a:ext>
                    </a:extLst>
                  </p:cNvPr>
                  <p:cNvSpPr/>
                  <p:nvPr/>
                </p:nvSpPr>
                <p:spPr bwMode="auto">
                  <a:xfrm>
                    <a:off x="6761708" y="4650863"/>
                    <a:ext cx="1073008" cy="355773"/>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29" name="TextBox 428">
                    <a:extLst>
                      <a:ext uri="{FF2B5EF4-FFF2-40B4-BE49-F238E27FC236}">
                        <a16:creationId xmlns:a16="http://schemas.microsoft.com/office/drawing/2014/main" id="{4B43BF13-BA9B-D11A-892A-631C81C5F39F}"/>
                      </a:ext>
                    </a:extLst>
                  </p:cNvPr>
                  <p:cNvSpPr txBox="1"/>
                  <p:nvPr/>
                </p:nvSpPr>
                <p:spPr>
                  <a:xfrm>
                    <a:off x="6838124" y="4690250"/>
                    <a:ext cx="920177"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Safety &amp;</a:t>
                    </a:r>
                    <a:br>
                      <a:rPr kumimoji="0" lang="en-US" sz="900" b="0" i="0" u="none" strike="noStrike" kern="1200" cap="none" spc="0" normalizeH="0" baseline="0" noProof="0">
                        <a:ln>
                          <a:noFill/>
                        </a:ln>
                        <a:solidFill>
                          <a:srgbClr val="080808"/>
                        </a:solidFill>
                        <a:effectLst/>
                        <a:uLnTx/>
                        <a:uFillTx/>
                        <a:latin typeface="Segoe UI"/>
                        <a:ea typeface="+mn-ea"/>
                        <a:cs typeface="+mn-cs"/>
                      </a:rPr>
                    </a:br>
                    <a:r>
                      <a:rPr kumimoji="0" lang="en-US" sz="900" b="0" i="0" u="none" strike="noStrike" kern="1200" cap="none" spc="0" normalizeH="0" baseline="0" noProof="0">
                        <a:ln>
                          <a:noFill/>
                        </a:ln>
                        <a:solidFill>
                          <a:srgbClr val="080808"/>
                        </a:solidFill>
                        <a:effectLst/>
                        <a:uLnTx/>
                        <a:uFillTx/>
                        <a:latin typeface="Segoe UI"/>
                        <a:ea typeface="+mn-ea"/>
                        <a:cs typeface="+mn-cs"/>
                      </a:rPr>
                      <a:t>compliance</a:t>
                    </a:r>
                  </a:p>
                </p:txBody>
              </p:sp>
            </p:grpSp>
            <p:grpSp>
              <p:nvGrpSpPr>
                <p:cNvPr id="425" name="Group 424">
                  <a:extLst>
                    <a:ext uri="{FF2B5EF4-FFF2-40B4-BE49-F238E27FC236}">
                      <a16:creationId xmlns:a16="http://schemas.microsoft.com/office/drawing/2014/main" id="{68EEAF76-40A5-2F0B-409A-6B045E01AF1E}"/>
                    </a:ext>
                  </a:extLst>
                </p:cNvPr>
                <p:cNvGrpSpPr/>
                <p:nvPr/>
              </p:nvGrpSpPr>
              <p:grpSpPr>
                <a:xfrm>
                  <a:off x="8057492" y="4635252"/>
                  <a:ext cx="1073008" cy="355773"/>
                  <a:chOff x="9451343" y="4635252"/>
                  <a:chExt cx="1073008" cy="355773"/>
                </a:xfrm>
              </p:grpSpPr>
              <p:sp>
                <p:nvSpPr>
                  <p:cNvPr id="426" name="Rounded Rectangle 7">
                    <a:extLst>
                      <a:ext uri="{FF2B5EF4-FFF2-40B4-BE49-F238E27FC236}">
                        <a16:creationId xmlns:a16="http://schemas.microsoft.com/office/drawing/2014/main" id="{457D7187-B956-11F9-3B14-1270E6A754E9}"/>
                      </a:ext>
                      <a:ext uri="{C183D7F6-B498-43B3-948B-1728B52AA6E4}">
                        <adec:decorative xmlns:adec="http://schemas.microsoft.com/office/drawing/2017/decorative" val="1"/>
                      </a:ext>
                    </a:extLst>
                  </p:cNvPr>
                  <p:cNvSpPr/>
                  <p:nvPr/>
                </p:nvSpPr>
                <p:spPr bwMode="auto">
                  <a:xfrm>
                    <a:off x="9451343" y="4635252"/>
                    <a:ext cx="1073008" cy="355773"/>
                  </a:xfrm>
                  <a:prstGeom prst="roundRect">
                    <a:avLst>
                      <a:gd name="adj" fmla="val 12580"/>
                    </a:avLst>
                  </a:prstGeom>
                  <a:solidFill>
                    <a:schemeClr val="bg1">
                      <a:lumMod val="85000"/>
                    </a:schemeClr>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427" name="TextBox 426">
                    <a:extLst>
                      <a:ext uri="{FF2B5EF4-FFF2-40B4-BE49-F238E27FC236}">
                        <a16:creationId xmlns:a16="http://schemas.microsoft.com/office/drawing/2014/main" id="{CF0483F6-4399-532B-0980-B80A11607221}"/>
                      </a:ext>
                    </a:extLst>
                  </p:cNvPr>
                  <p:cNvSpPr txBox="1"/>
                  <p:nvPr/>
                </p:nvSpPr>
                <p:spPr>
                  <a:xfrm>
                    <a:off x="9527757" y="4674639"/>
                    <a:ext cx="920177"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80808"/>
                        </a:solidFill>
                        <a:effectLst/>
                        <a:uLnTx/>
                        <a:uFillTx/>
                        <a:latin typeface="Segoe UI"/>
                        <a:ea typeface="+mn-ea"/>
                        <a:cs typeface="+mn-cs"/>
                      </a:rPr>
                      <a:t>Identity </a:t>
                    </a:r>
                    <a:br>
                      <a:rPr kumimoji="0" lang="en-US" sz="900" b="0" i="0" u="none" strike="noStrike" kern="1200" cap="none" spc="0" normalizeH="0" baseline="0" noProof="0">
                        <a:ln>
                          <a:noFill/>
                        </a:ln>
                        <a:solidFill>
                          <a:srgbClr val="080808"/>
                        </a:solidFill>
                        <a:effectLst/>
                        <a:uLnTx/>
                        <a:uFillTx/>
                        <a:latin typeface="Segoe UI"/>
                        <a:ea typeface="+mn-ea"/>
                        <a:cs typeface="+mn-cs"/>
                      </a:rPr>
                    </a:br>
                    <a:r>
                      <a:rPr kumimoji="0" lang="en-US" sz="900" b="0" i="0" u="none" strike="noStrike" kern="1200" cap="none" spc="0" normalizeH="0" baseline="0" noProof="0">
                        <a:ln>
                          <a:noFill/>
                        </a:ln>
                        <a:solidFill>
                          <a:srgbClr val="080808"/>
                        </a:solidFill>
                        <a:effectLst/>
                        <a:uLnTx/>
                        <a:uFillTx/>
                        <a:latin typeface="Segoe UI"/>
                        <a:ea typeface="+mn-ea"/>
                        <a:cs typeface="+mn-cs"/>
                      </a:rPr>
                      <a:t>management</a:t>
                    </a:r>
                  </a:p>
                </p:txBody>
              </p:sp>
            </p:grpSp>
          </p:grpSp>
          <p:cxnSp>
            <p:nvCxnSpPr>
              <p:cNvPr id="415" name="Straight Connector 414">
                <a:extLst>
                  <a:ext uri="{FF2B5EF4-FFF2-40B4-BE49-F238E27FC236}">
                    <a16:creationId xmlns:a16="http://schemas.microsoft.com/office/drawing/2014/main" id="{3D395057-0300-1A92-E6F1-6D5883734BF5}"/>
                  </a:ext>
                </a:extLst>
              </p:cNvPr>
              <p:cNvCxnSpPr>
                <a:cxnSpLocks/>
              </p:cNvCxnSpPr>
              <p:nvPr/>
            </p:nvCxnSpPr>
            <p:spPr>
              <a:xfrm>
                <a:off x="2536356" y="4644229"/>
                <a:ext cx="0" cy="337344"/>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16" name="Picture 415">
                <a:extLst>
                  <a:ext uri="{FF2B5EF4-FFF2-40B4-BE49-F238E27FC236}">
                    <a16:creationId xmlns:a16="http://schemas.microsoft.com/office/drawing/2014/main" id="{13D1AF67-C1B4-6C05-C7F6-C5B85C015D7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7928" y="4732281"/>
                <a:ext cx="226472" cy="226472"/>
              </a:xfrm>
              <a:prstGeom prst="rect">
                <a:avLst/>
              </a:prstGeom>
            </p:spPr>
          </p:pic>
          <p:pic>
            <p:nvPicPr>
              <p:cNvPr id="417" name="Picture 416">
                <a:extLst>
                  <a:ext uri="{FF2B5EF4-FFF2-40B4-BE49-F238E27FC236}">
                    <a16:creationId xmlns:a16="http://schemas.microsoft.com/office/drawing/2014/main" id="{69A8F832-BE53-938D-791D-B19695BDF54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0010" y="4732281"/>
                <a:ext cx="226472" cy="226472"/>
              </a:xfrm>
              <a:prstGeom prst="rect">
                <a:avLst/>
              </a:prstGeom>
            </p:spPr>
          </p:pic>
          <p:pic>
            <p:nvPicPr>
              <p:cNvPr id="418" name="Picture 417">
                <a:extLst>
                  <a:ext uri="{FF2B5EF4-FFF2-40B4-BE49-F238E27FC236}">
                    <a16:creationId xmlns:a16="http://schemas.microsoft.com/office/drawing/2014/main" id="{D3BF2F37-5D5F-F383-2AAE-3B3E5E5329B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1457" y="4732281"/>
                <a:ext cx="226472" cy="226472"/>
              </a:xfrm>
              <a:prstGeom prst="rect">
                <a:avLst/>
              </a:prstGeom>
            </p:spPr>
          </p:pic>
          <p:pic>
            <p:nvPicPr>
              <p:cNvPr id="419" name="Picture 4" descr="Integrations | Pathlock">
                <a:extLst>
                  <a:ext uri="{FF2B5EF4-FFF2-40B4-BE49-F238E27FC236}">
                    <a16:creationId xmlns:a16="http://schemas.microsoft.com/office/drawing/2014/main" id="{7F16722F-CCE2-38A1-D9DF-A6CB7DCB62B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6611" t="19928" r="56845" b="22289"/>
              <a:stretch>
                <a:fillRect/>
              </a:stretch>
            </p:blipFill>
            <p:spPr bwMode="auto">
              <a:xfrm>
                <a:off x="10273001" y="4715746"/>
                <a:ext cx="304845" cy="259541"/>
              </a:xfrm>
              <a:prstGeom prst="rect">
                <a:avLst/>
              </a:prstGeom>
              <a:noFill/>
              <a:extLst>
                <a:ext uri="{909E8E84-426E-40DD-AFC4-6F175D3DCCD1}">
                  <a14:hiddenFill xmlns:a14="http://schemas.microsoft.com/office/drawing/2010/main">
                    <a:solidFill>
                      <a:srgbClr val="FFFFFF"/>
                    </a:solidFill>
                  </a14:hiddenFill>
                </a:ext>
              </a:extLst>
            </p:spPr>
          </p:pic>
          <p:pic>
            <p:nvPicPr>
              <p:cNvPr id="420" name="Picture 14" descr="Microsoft Azure App Insights - Save Mak">
                <a:extLst>
                  <a:ext uri="{FF2B5EF4-FFF2-40B4-BE49-F238E27FC236}">
                    <a16:creationId xmlns:a16="http://schemas.microsoft.com/office/drawing/2014/main" id="{DE6DA9C0-3E7E-12D7-BB05-8DDD7090FFE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92610" y="4732281"/>
                <a:ext cx="226472" cy="2264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9" name="Group 408">
              <a:extLst>
                <a:ext uri="{FF2B5EF4-FFF2-40B4-BE49-F238E27FC236}">
                  <a16:creationId xmlns:a16="http://schemas.microsoft.com/office/drawing/2014/main" id="{80403A15-577E-A09B-35FA-B867E5EC897F}"/>
                </a:ext>
              </a:extLst>
            </p:cNvPr>
            <p:cNvGrpSpPr/>
            <p:nvPr/>
          </p:nvGrpSpPr>
          <p:grpSpPr>
            <a:xfrm>
              <a:off x="2421929" y="4691187"/>
              <a:ext cx="237831" cy="237831"/>
              <a:chOff x="2421929" y="4681661"/>
              <a:chExt cx="237831" cy="237831"/>
            </a:xfrm>
          </p:grpSpPr>
          <p:sp>
            <p:nvSpPr>
              <p:cNvPr id="410" name="Oval 409">
                <a:extLst>
                  <a:ext uri="{FF2B5EF4-FFF2-40B4-BE49-F238E27FC236}">
                    <a16:creationId xmlns:a16="http://schemas.microsoft.com/office/drawing/2014/main" id="{781262E5-1F0D-F9DF-3B00-8AC07F8FF0FE}"/>
                  </a:ext>
                </a:extLst>
              </p:cNvPr>
              <p:cNvSpPr/>
              <p:nvPr/>
            </p:nvSpPr>
            <p:spPr bwMode="auto">
              <a:xfrm>
                <a:off x="2421929" y="4681661"/>
                <a:ext cx="237831" cy="237831"/>
              </a:xfrm>
              <a:prstGeom prst="ellipse">
                <a:avLst/>
              </a:prstGeom>
              <a:solidFill>
                <a:schemeClr val="bg1"/>
              </a:solidFill>
              <a:ln w="3175" cap="flat">
                <a:noFill/>
                <a:prstDash val="solid"/>
                <a:miter/>
              </a:ln>
              <a:effectLst>
                <a:innerShdw blurRad="508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pic>
            <p:nvPicPr>
              <p:cNvPr id="411" name="Graphic 410" descr="Back with solid fill">
                <a:extLst>
                  <a:ext uri="{FF2B5EF4-FFF2-40B4-BE49-F238E27FC236}">
                    <a16:creationId xmlns:a16="http://schemas.microsoft.com/office/drawing/2014/main" id="{0827E4CB-1701-AE0F-6C33-0E44CB8FA9F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451877" y="4711609"/>
                <a:ext cx="177934" cy="177934"/>
              </a:xfrm>
              <a:prstGeom prst="rect">
                <a:avLst/>
              </a:prstGeom>
            </p:spPr>
          </p:pic>
        </p:grpSp>
      </p:grpSp>
      <p:cxnSp>
        <p:nvCxnSpPr>
          <p:cNvPr id="436" name="Straight Connector 435">
            <a:extLst>
              <a:ext uri="{FF2B5EF4-FFF2-40B4-BE49-F238E27FC236}">
                <a16:creationId xmlns:a16="http://schemas.microsoft.com/office/drawing/2014/main" id="{E7C59AA8-6700-0A36-842E-8F43A039E24F}"/>
              </a:ext>
            </a:extLst>
          </p:cNvPr>
          <p:cNvCxnSpPr>
            <a:cxnSpLocks/>
          </p:cNvCxnSpPr>
          <p:nvPr/>
        </p:nvCxnSpPr>
        <p:spPr>
          <a:xfrm>
            <a:off x="3982125" y="4428437"/>
            <a:ext cx="0" cy="167376"/>
          </a:xfrm>
          <a:prstGeom prst="line">
            <a:avLst/>
          </a:prstGeom>
          <a:ln>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437" name="Group 436">
            <a:extLst>
              <a:ext uri="{FF2B5EF4-FFF2-40B4-BE49-F238E27FC236}">
                <a16:creationId xmlns:a16="http://schemas.microsoft.com/office/drawing/2014/main" id="{25F03CED-C22F-A0E0-FE4A-B5B5133ABDC1}"/>
              </a:ext>
            </a:extLst>
          </p:cNvPr>
          <p:cNvGrpSpPr/>
          <p:nvPr/>
        </p:nvGrpSpPr>
        <p:grpSpPr>
          <a:xfrm>
            <a:off x="10086600" y="4687852"/>
            <a:ext cx="1228287" cy="265499"/>
            <a:chOff x="9878745" y="4285266"/>
            <a:chExt cx="1228287" cy="265499"/>
          </a:xfrm>
        </p:grpSpPr>
        <p:sp>
          <p:nvSpPr>
            <p:cNvPr id="438" name="!! Purple box">
              <a:extLst>
                <a:ext uri="{FF2B5EF4-FFF2-40B4-BE49-F238E27FC236}">
                  <a16:creationId xmlns:a16="http://schemas.microsoft.com/office/drawing/2014/main" id="{33989B09-C1AB-48AE-68C0-42F0F9A19AE8}"/>
                </a:ext>
                <a:ext uri="{C183D7F6-B498-43B3-948B-1728B52AA6E4}">
                  <adec:decorative xmlns:adec="http://schemas.microsoft.com/office/drawing/2017/decorative" val="0"/>
                </a:ext>
              </a:extLst>
            </p:cNvPr>
            <p:cNvSpPr txBox="1"/>
            <p:nvPr/>
          </p:nvSpPr>
          <p:spPr>
            <a:xfrm>
              <a:off x="9878745" y="4285266"/>
              <a:ext cx="1102367" cy="265499"/>
            </a:xfrm>
            <a:prstGeom prst="roundRect">
              <a:avLst>
                <a:gd name="adj" fmla="val 16667"/>
              </a:avLst>
            </a:prstGeom>
            <a:solidFill>
              <a:schemeClr val="bg1">
                <a:lumMod val="85000"/>
                <a:alpha val="99000"/>
              </a:schemeClr>
            </a:solidFill>
            <a:ln w="15875" cap="flat" cmpd="sng" algn="ctr">
              <a:noFill/>
              <a:prstDash val="solid"/>
              <a:headEnd type="none" w="med" len="med"/>
              <a:tailEnd type="none" w="med" len="med"/>
            </a:ln>
            <a:effectLst/>
          </p:spPr>
          <p:txBody>
            <a:bodyPr rot="0" spcFirstLastPara="0" vertOverflow="overflow" horzOverflow="overflow" vert="horz" wrap="square" lIns="179285" tIns="72000" rIns="179285" bIns="72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solidFill>
                    <a:srgbClr val="080808"/>
                  </a:solidFill>
                  <a:effectLst/>
                  <a:uLnTx/>
                  <a:uFillTx/>
                  <a:latin typeface="Segoe Sans Text Semibold"/>
                  <a:ea typeface="+mn-ea"/>
                  <a:cs typeface="Segoe UI" pitchFamily="34" charset="0"/>
                </a:rPr>
                <a:t>Data Entry</a:t>
              </a:r>
            </a:p>
          </p:txBody>
        </p:sp>
        <p:pic>
          <p:nvPicPr>
            <p:cNvPr id="439" name="Picture 4">
              <a:extLst>
                <a:ext uri="{FF2B5EF4-FFF2-40B4-BE49-F238E27FC236}">
                  <a16:creationId xmlns:a16="http://schemas.microsoft.com/office/drawing/2014/main" id="{16E9E62A-24EE-409D-5D05-EEDFFE6633DE}"/>
                </a:ext>
                <a:ext uri="{C183D7F6-B498-43B3-948B-1728B52AA6E4}">
                  <adec:decorative xmlns:adec="http://schemas.microsoft.com/office/drawing/2017/decorative" val="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23414" y="4337258"/>
              <a:ext cx="149779" cy="149779"/>
            </a:xfrm>
            <a:prstGeom prst="rect">
              <a:avLst/>
            </a:prstGeom>
            <a:noFill/>
            <a:extLst>
              <a:ext uri="{909E8E84-426E-40DD-AFC4-6F175D3DCCD1}">
                <a14:hiddenFill xmlns:a14="http://schemas.microsoft.com/office/drawing/2010/main">
                  <a:solidFill>
                    <a:srgbClr val="FFFFFF"/>
                  </a:solidFill>
                </a14:hiddenFill>
              </a:ext>
            </a:extLst>
          </p:spPr>
        </p:pic>
        <p:grpSp>
          <p:nvGrpSpPr>
            <p:cNvPr id="440" name="Group 439">
              <a:extLst>
                <a:ext uri="{FF2B5EF4-FFF2-40B4-BE49-F238E27FC236}">
                  <a16:creationId xmlns:a16="http://schemas.microsoft.com/office/drawing/2014/main" id="{0F4A7AD6-AB79-B360-6271-4CD8C4D9FC05}"/>
                </a:ext>
              </a:extLst>
            </p:cNvPr>
            <p:cNvGrpSpPr/>
            <p:nvPr/>
          </p:nvGrpSpPr>
          <p:grpSpPr>
            <a:xfrm>
              <a:off x="10855191" y="4294364"/>
              <a:ext cx="251841" cy="251841"/>
              <a:chOff x="3806599" y="5976136"/>
              <a:chExt cx="251841" cy="251841"/>
            </a:xfrm>
          </p:grpSpPr>
          <p:sp>
            <p:nvSpPr>
              <p:cNvPr id="441" name="Oval 440">
                <a:extLst>
                  <a:ext uri="{FF2B5EF4-FFF2-40B4-BE49-F238E27FC236}">
                    <a16:creationId xmlns:a16="http://schemas.microsoft.com/office/drawing/2014/main" id="{A5348F0D-3CBE-57E1-C632-5B78BAD935EB}"/>
                  </a:ext>
                  <a:ext uri="{C183D7F6-B498-43B3-948B-1728B52AA6E4}">
                    <adec:decorative xmlns:adec="http://schemas.microsoft.com/office/drawing/2017/decorative" val="1"/>
                  </a:ext>
                </a:extLst>
              </p:cNvPr>
              <p:cNvSpPr/>
              <p:nvPr/>
            </p:nvSpPr>
            <p:spPr bwMode="auto">
              <a:xfrm>
                <a:off x="3806599" y="5976136"/>
                <a:ext cx="251841" cy="251841"/>
              </a:xfrm>
              <a:prstGeom prst="ellipse">
                <a:avLst/>
              </a:prstGeom>
              <a:gradFill>
                <a:gsLst>
                  <a:gs pos="100000">
                    <a:srgbClr val="575299"/>
                  </a:gs>
                  <a:gs pos="0">
                    <a:srgbClr val="8661C5"/>
                  </a:gs>
                </a:gsLst>
                <a:lin ang="0" scaled="0"/>
              </a:gra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6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7F7F8"/>
                  </a:solidFill>
                  <a:effectLst/>
                  <a:uLnTx/>
                  <a:uFillTx/>
                  <a:latin typeface="Segoe Sans Text Semibold" pitchFamily="2" charset="0"/>
                  <a:ea typeface="+mn-ea"/>
                  <a:cs typeface="Segoe Sans Text Semibold" pitchFamily="2" charset="0"/>
                </a:endParaRPr>
              </a:p>
            </p:txBody>
          </p:sp>
          <p:pic>
            <p:nvPicPr>
              <p:cNvPr id="442" name="Graphic 441" descr="Database with solid fill">
                <a:extLst>
                  <a:ext uri="{FF2B5EF4-FFF2-40B4-BE49-F238E27FC236}">
                    <a16:creationId xmlns:a16="http://schemas.microsoft.com/office/drawing/2014/main" id="{97A6CF1D-7D63-9E1A-343D-835EE1E3405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835296" y="6004832"/>
                <a:ext cx="194448" cy="194448"/>
              </a:xfrm>
              <a:prstGeom prst="rect">
                <a:avLst/>
              </a:prstGeom>
            </p:spPr>
          </p:pic>
        </p:grpSp>
      </p:grpSp>
      <p:grpSp>
        <p:nvGrpSpPr>
          <p:cNvPr id="54" name="Group 53">
            <a:extLst>
              <a:ext uri="{FF2B5EF4-FFF2-40B4-BE49-F238E27FC236}">
                <a16:creationId xmlns:a16="http://schemas.microsoft.com/office/drawing/2014/main" id="{2312E7D3-0548-12ED-DBC2-6D61155E66A5}"/>
              </a:ext>
            </a:extLst>
          </p:cNvPr>
          <p:cNvGrpSpPr/>
          <p:nvPr/>
        </p:nvGrpSpPr>
        <p:grpSpPr>
          <a:xfrm>
            <a:off x="1677830" y="1682009"/>
            <a:ext cx="9144107" cy="261947"/>
            <a:chOff x="1677831" y="1682009"/>
            <a:chExt cx="1073008" cy="261947"/>
          </a:xfrm>
        </p:grpSpPr>
        <p:sp>
          <p:nvSpPr>
            <p:cNvPr id="3" name="Rounded Rectangle 7">
              <a:extLst>
                <a:ext uri="{FF2B5EF4-FFF2-40B4-BE49-F238E27FC236}">
                  <a16:creationId xmlns:a16="http://schemas.microsoft.com/office/drawing/2014/main" id="{376D4871-6621-7459-3CB6-4872E5655F08}"/>
                </a:ext>
                <a:ext uri="{C183D7F6-B498-43B3-948B-1728B52AA6E4}">
                  <adec:decorative xmlns:adec="http://schemas.microsoft.com/office/drawing/2017/decorative" val="1"/>
                </a:ext>
              </a:extLst>
            </p:cNvPr>
            <p:cNvSpPr/>
            <p:nvPr/>
          </p:nvSpPr>
          <p:spPr bwMode="auto">
            <a:xfrm>
              <a:off x="1677831" y="1682009"/>
              <a:ext cx="1073008" cy="261947"/>
            </a:xfrm>
            <a:prstGeom prst="roundRect">
              <a:avLst>
                <a:gd name="adj" fmla="val 12580"/>
              </a:avLst>
            </a:prstGeom>
            <a:solidFill>
              <a:schemeClr val="bg1"/>
            </a:solidFill>
            <a:ln w="9525" cap="flat" cmpd="sng" algn="ctr">
              <a:noFill/>
              <a:prstDash val="solid"/>
              <a:headEnd type="none" w="med" len="med"/>
              <a:tailEnd type="none" w="med" len="med"/>
            </a:ln>
            <a:effectLst>
              <a:outerShdw blurRad="190500" dist="38100" dir="2700000" algn="tl" rotWithShape="0">
                <a:srgbClr val="454142">
                  <a:alpha val="20000"/>
                </a:srgb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3" name="TextBox 52">
              <a:extLst>
                <a:ext uri="{FF2B5EF4-FFF2-40B4-BE49-F238E27FC236}">
                  <a16:creationId xmlns:a16="http://schemas.microsoft.com/office/drawing/2014/main" id="{9C7E3D1B-2182-E671-B048-B477C87E4DBA}"/>
                </a:ext>
              </a:extLst>
            </p:cNvPr>
            <p:cNvSpPr txBox="1"/>
            <p:nvPr/>
          </p:nvSpPr>
          <p:spPr>
            <a:xfrm>
              <a:off x="1754246" y="1749733"/>
              <a:ext cx="920177"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80808"/>
                  </a:solidFill>
                  <a:effectLst/>
                  <a:uLnTx/>
                  <a:uFillTx/>
                  <a:latin typeface="Segoe UI"/>
                  <a:ea typeface="+mn-ea"/>
                  <a:cs typeface="+mn-cs"/>
                </a:rPr>
                <a:t>Orchestrator</a:t>
              </a:r>
            </a:p>
          </p:txBody>
        </p:sp>
      </p:grpSp>
      <p:cxnSp>
        <p:nvCxnSpPr>
          <p:cNvPr id="57" name="Straight Connector 56">
            <a:extLst>
              <a:ext uri="{FF2B5EF4-FFF2-40B4-BE49-F238E27FC236}">
                <a16:creationId xmlns:a16="http://schemas.microsoft.com/office/drawing/2014/main" id="{B51FB976-E5D9-8E25-5933-A28C929C25D2}"/>
              </a:ext>
            </a:extLst>
          </p:cNvPr>
          <p:cNvCxnSpPr>
            <a:cxnSpLocks/>
          </p:cNvCxnSpPr>
          <p:nvPr/>
        </p:nvCxnSpPr>
        <p:spPr>
          <a:xfrm>
            <a:off x="5898532" y="4428437"/>
            <a:ext cx="0" cy="167376"/>
          </a:xfrm>
          <a:prstGeom prst="line">
            <a:avLst/>
          </a:prstGeom>
          <a:ln>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6" name="!! Purple box">
            <a:extLst>
              <a:ext uri="{FF2B5EF4-FFF2-40B4-BE49-F238E27FC236}">
                <a16:creationId xmlns:a16="http://schemas.microsoft.com/office/drawing/2014/main" id="{66B0F357-5711-B677-35A4-A5EB46DCD298}"/>
              </a:ext>
              <a:ext uri="{C183D7F6-B498-43B3-948B-1728B52AA6E4}">
                <adec:decorative xmlns:adec="http://schemas.microsoft.com/office/drawing/2017/decorative" val="0"/>
              </a:ext>
            </a:extLst>
          </p:cNvPr>
          <p:cNvSpPr txBox="1"/>
          <p:nvPr/>
        </p:nvSpPr>
        <p:spPr>
          <a:xfrm>
            <a:off x="1754246" y="2946981"/>
            <a:ext cx="1419380" cy="318579"/>
          </a:xfrm>
          <a:prstGeom prst="roundRect">
            <a:avLst>
              <a:gd name="adj" fmla="val 16667"/>
            </a:avLst>
          </a:prstGeom>
          <a:solidFill>
            <a:schemeClr val="accent2">
              <a:lumMod val="20000"/>
              <a:lumOff val="80000"/>
            </a:schemeClr>
          </a:solidFill>
          <a:ln w="15875" cap="flat" cmpd="sng" algn="ctr">
            <a:noFill/>
            <a:prstDash val="soli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Legal solution</a:t>
            </a:r>
          </a:p>
        </p:txBody>
      </p:sp>
      <p:grpSp>
        <p:nvGrpSpPr>
          <p:cNvPr id="58" name="Group 57">
            <a:extLst>
              <a:ext uri="{FF2B5EF4-FFF2-40B4-BE49-F238E27FC236}">
                <a16:creationId xmlns:a16="http://schemas.microsoft.com/office/drawing/2014/main" id="{1BAD5760-A856-BE69-7316-546F4EF3834F}"/>
              </a:ext>
            </a:extLst>
          </p:cNvPr>
          <p:cNvGrpSpPr/>
          <p:nvPr/>
        </p:nvGrpSpPr>
        <p:grpSpPr>
          <a:xfrm>
            <a:off x="5172067" y="4211146"/>
            <a:ext cx="217291" cy="217291"/>
            <a:chOff x="10652471" y="4275125"/>
            <a:chExt cx="333135" cy="323504"/>
          </a:xfrm>
        </p:grpSpPr>
        <p:sp>
          <p:nvSpPr>
            <p:cNvPr id="59" name="Oval 58">
              <a:extLst>
                <a:ext uri="{FF2B5EF4-FFF2-40B4-BE49-F238E27FC236}">
                  <a16:creationId xmlns:a16="http://schemas.microsoft.com/office/drawing/2014/main" id="{221DE8EE-A1FF-5D89-47ED-80AB0F3A6C00}"/>
                </a:ext>
                <a:ext uri="{C183D7F6-B498-43B3-948B-1728B52AA6E4}">
                  <adec:decorative xmlns:adec="http://schemas.microsoft.com/office/drawing/2017/decorative" val="1"/>
                </a:ext>
              </a:extLst>
            </p:cNvPr>
            <p:cNvSpPr/>
            <p:nvPr/>
          </p:nvSpPr>
          <p:spPr bwMode="auto">
            <a:xfrm>
              <a:off x="10671013" y="4288851"/>
              <a:ext cx="296051" cy="296051"/>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6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7F7F8"/>
                </a:solidFill>
                <a:effectLst/>
                <a:uLnTx/>
                <a:uFillTx/>
                <a:latin typeface="Segoe Sans Text Semibold" pitchFamily="2" charset="0"/>
                <a:ea typeface="+mn-ea"/>
                <a:cs typeface="Segoe Sans Text Semibold" pitchFamily="2" charset="0"/>
              </a:endParaRPr>
            </a:p>
          </p:txBody>
        </p:sp>
        <p:pic>
          <p:nvPicPr>
            <p:cNvPr id="60" name="Picture 59" descr="A group of people in a circle&#10;&#10;Description automatically generated">
              <a:extLst>
                <a:ext uri="{FF2B5EF4-FFF2-40B4-BE49-F238E27FC236}">
                  <a16:creationId xmlns:a16="http://schemas.microsoft.com/office/drawing/2014/main" id="{8BB495A2-5A46-D18B-25B5-20F9B83F9A2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52471" y="4275125"/>
              <a:ext cx="333135" cy="323504"/>
            </a:xfrm>
            <a:prstGeom prst="rect">
              <a:avLst/>
            </a:prstGeom>
          </p:spPr>
        </p:pic>
      </p:grpSp>
      <p:grpSp>
        <p:nvGrpSpPr>
          <p:cNvPr id="61" name="Group 60">
            <a:extLst>
              <a:ext uri="{FF2B5EF4-FFF2-40B4-BE49-F238E27FC236}">
                <a16:creationId xmlns:a16="http://schemas.microsoft.com/office/drawing/2014/main" id="{41899797-7884-8E22-4BEF-8450D35416A3}"/>
              </a:ext>
            </a:extLst>
          </p:cNvPr>
          <p:cNvGrpSpPr/>
          <p:nvPr/>
        </p:nvGrpSpPr>
        <p:grpSpPr>
          <a:xfrm>
            <a:off x="8872932" y="1924284"/>
            <a:ext cx="1085845" cy="1294768"/>
            <a:chOff x="5996780" y="1924324"/>
            <a:chExt cx="1085845" cy="1294768"/>
          </a:xfrm>
        </p:grpSpPr>
        <p:grpSp>
          <p:nvGrpSpPr>
            <p:cNvPr id="62" name="Group 61">
              <a:extLst>
                <a:ext uri="{FF2B5EF4-FFF2-40B4-BE49-F238E27FC236}">
                  <a16:creationId xmlns:a16="http://schemas.microsoft.com/office/drawing/2014/main" id="{1AB489B7-EDAA-C821-BC8A-EFFE2EDB3B00}"/>
                </a:ext>
              </a:extLst>
            </p:cNvPr>
            <p:cNvGrpSpPr/>
            <p:nvPr/>
          </p:nvGrpSpPr>
          <p:grpSpPr>
            <a:xfrm>
              <a:off x="6232109" y="1924324"/>
              <a:ext cx="600728" cy="1005837"/>
              <a:chOff x="8451179" y="1677033"/>
              <a:chExt cx="600728" cy="1005837"/>
            </a:xfrm>
          </p:grpSpPr>
          <p:grpSp>
            <p:nvGrpSpPr>
              <p:cNvPr id="66" name="Group 65">
                <a:extLst>
                  <a:ext uri="{FF2B5EF4-FFF2-40B4-BE49-F238E27FC236}">
                    <a16:creationId xmlns:a16="http://schemas.microsoft.com/office/drawing/2014/main" id="{88C634CE-0F1A-90D5-AAFB-B44E9F80F6FF}"/>
                  </a:ext>
                </a:extLst>
              </p:cNvPr>
              <p:cNvGrpSpPr/>
              <p:nvPr/>
            </p:nvGrpSpPr>
            <p:grpSpPr>
              <a:xfrm rot="16200000">
                <a:off x="8445491" y="1798074"/>
                <a:ext cx="625097" cy="383015"/>
                <a:chOff x="8977157" y="2567757"/>
                <a:chExt cx="625097" cy="383015"/>
              </a:xfrm>
            </p:grpSpPr>
            <p:grpSp>
              <p:nvGrpSpPr>
                <p:cNvPr id="70" name="Group 69">
                  <a:extLst>
                    <a:ext uri="{FF2B5EF4-FFF2-40B4-BE49-F238E27FC236}">
                      <a16:creationId xmlns:a16="http://schemas.microsoft.com/office/drawing/2014/main" id="{762AE49A-929F-0044-C7A1-59816C036D27}"/>
                    </a:ext>
                  </a:extLst>
                </p:cNvPr>
                <p:cNvGrpSpPr/>
                <p:nvPr/>
              </p:nvGrpSpPr>
              <p:grpSpPr>
                <a:xfrm rot="5400000">
                  <a:off x="9095870" y="2449044"/>
                  <a:ext cx="383015" cy="620441"/>
                  <a:chOff x="10804983" y="1063925"/>
                  <a:chExt cx="383015" cy="620441"/>
                </a:xfrm>
              </p:grpSpPr>
              <p:grpSp>
                <p:nvGrpSpPr>
                  <p:cNvPr id="73" name="Group 72">
                    <a:extLst>
                      <a:ext uri="{FF2B5EF4-FFF2-40B4-BE49-F238E27FC236}">
                        <a16:creationId xmlns:a16="http://schemas.microsoft.com/office/drawing/2014/main" id="{D4ACB3A3-AFE3-71E3-1726-CD539B073E49}"/>
                      </a:ext>
                    </a:extLst>
                  </p:cNvPr>
                  <p:cNvGrpSpPr/>
                  <p:nvPr/>
                </p:nvGrpSpPr>
                <p:grpSpPr>
                  <a:xfrm rot="10800000">
                    <a:off x="10804983" y="1288732"/>
                    <a:ext cx="383015" cy="395634"/>
                    <a:chOff x="6297062" y="1153709"/>
                    <a:chExt cx="383015" cy="395634"/>
                  </a:xfrm>
                </p:grpSpPr>
                <p:pic>
                  <p:nvPicPr>
                    <p:cNvPr id="75" name="Graphic 74" descr="Envelope outline">
                      <a:extLst>
                        <a:ext uri="{FF2B5EF4-FFF2-40B4-BE49-F238E27FC236}">
                          <a16:creationId xmlns:a16="http://schemas.microsoft.com/office/drawing/2014/main" id="{55EBBAE3-FCFE-8E47-6FA0-7C7D84340D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7062" y="1166328"/>
                      <a:ext cx="383015" cy="383015"/>
                    </a:xfrm>
                    <a:prstGeom prst="rect">
                      <a:avLst/>
                    </a:prstGeom>
                  </p:spPr>
                </p:pic>
                <p:sp>
                  <p:nvSpPr>
                    <p:cNvPr id="76" name="Rectangle 75">
                      <a:extLst>
                        <a:ext uri="{FF2B5EF4-FFF2-40B4-BE49-F238E27FC236}">
                          <a16:creationId xmlns:a16="http://schemas.microsoft.com/office/drawing/2014/main" id="{90F4949D-BCCE-ED4A-677F-1CD4DE0F17B9}"/>
                        </a:ext>
                      </a:extLst>
                    </p:cNvPr>
                    <p:cNvSpPr/>
                    <p:nvPr/>
                  </p:nvSpPr>
                  <p:spPr bwMode="auto">
                    <a:xfrm>
                      <a:off x="6402705" y="1228725"/>
                      <a:ext cx="180975" cy="45719"/>
                    </a:xfrm>
                    <a:prstGeom prst="rect">
                      <a:avLst/>
                    </a:prstGeom>
                    <a:solidFill>
                      <a:srgbClr val="EDEDED"/>
                    </a:solidFill>
                    <a:ln w="762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ts val="400"/>
                        </a:spcAft>
                        <a:buClrTx/>
                        <a:buSzTx/>
                        <a:buFontTx/>
                        <a:buNone/>
                        <a:tabLst/>
                        <a:defRPr/>
                      </a:pPr>
                      <a:endParaRPr kumimoji="0" lang="en-US" sz="14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cxnSp>
                  <p:nvCxnSpPr>
                    <p:cNvPr id="77" name="Straight Arrow Connector 76">
                      <a:extLst>
                        <a:ext uri="{FF2B5EF4-FFF2-40B4-BE49-F238E27FC236}">
                          <a16:creationId xmlns:a16="http://schemas.microsoft.com/office/drawing/2014/main" id="{9B16E061-CE02-8406-EAF7-366C4525EB78}"/>
                        </a:ext>
                      </a:extLst>
                    </p:cNvPr>
                    <p:cNvCxnSpPr>
                      <a:cxnSpLocks/>
                    </p:cNvCxnSpPr>
                    <p:nvPr/>
                  </p:nvCxnSpPr>
                  <p:spPr>
                    <a:xfrm>
                      <a:off x="6492531" y="1153709"/>
                      <a:ext cx="0" cy="182705"/>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
                <p:nvSpPr>
                  <p:cNvPr id="74" name="Oval 73">
                    <a:extLst>
                      <a:ext uri="{FF2B5EF4-FFF2-40B4-BE49-F238E27FC236}">
                        <a16:creationId xmlns:a16="http://schemas.microsoft.com/office/drawing/2014/main" id="{6C7587D5-2D95-DA84-80A5-77A5A0FEF531}"/>
                      </a:ext>
                      <a:ext uri="{C183D7F6-B498-43B3-948B-1728B52AA6E4}">
                        <adec:decorative xmlns:adec="http://schemas.microsoft.com/office/drawing/2017/decorative" val="1"/>
                      </a:ext>
                    </a:extLst>
                  </p:cNvPr>
                  <p:cNvSpPr/>
                  <p:nvPr/>
                </p:nvSpPr>
                <p:spPr bwMode="auto">
                  <a:xfrm>
                    <a:off x="10854467" y="1063925"/>
                    <a:ext cx="273042" cy="273042"/>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Sans Text Semibold" pitchFamily="2" charset="0"/>
                      <a:ea typeface="+mn-ea"/>
                      <a:cs typeface="Segoe Sans Text Semibold" pitchFamily="2" charset="0"/>
                    </a:endParaRPr>
                  </a:p>
                </p:txBody>
              </p:sp>
            </p:grpSp>
            <p:pic>
              <p:nvPicPr>
                <p:cNvPr id="72" name="Picture 71" descr="A group of people in a circle&#10;&#10;Description automatically generated">
                  <a:extLst>
                    <a:ext uri="{FF2B5EF4-FFF2-40B4-BE49-F238E27FC236}">
                      <a16:creationId xmlns:a16="http://schemas.microsoft.com/office/drawing/2014/main" id="{69EF1D32-B7FC-9EE4-1F71-02E4B97ED8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5400000">
                  <a:off x="9305860" y="2608796"/>
                  <a:ext cx="300741" cy="292047"/>
                </a:xfrm>
                <a:prstGeom prst="rect">
                  <a:avLst/>
                </a:prstGeom>
              </p:spPr>
            </p:pic>
          </p:grpSp>
          <p:grpSp>
            <p:nvGrpSpPr>
              <p:cNvPr id="67" name="Group 66">
                <a:extLst>
                  <a:ext uri="{FF2B5EF4-FFF2-40B4-BE49-F238E27FC236}">
                    <a16:creationId xmlns:a16="http://schemas.microsoft.com/office/drawing/2014/main" id="{9CE820BA-BE2F-4EA8-BB0E-F1959B07ABF5}"/>
                  </a:ext>
                </a:extLst>
              </p:cNvPr>
              <p:cNvGrpSpPr/>
              <p:nvPr/>
            </p:nvGrpSpPr>
            <p:grpSpPr>
              <a:xfrm>
                <a:off x="8451179" y="2247496"/>
                <a:ext cx="600728" cy="435374"/>
                <a:chOff x="10780505" y="2192669"/>
                <a:chExt cx="600728" cy="435374"/>
              </a:xfrm>
            </p:grpSpPr>
            <p:sp>
              <p:nvSpPr>
                <p:cNvPr id="68" name="!! Purple box">
                  <a:extLst>
                    <a:ext uri="{FF2B5EF4-FFF2-40B4-BE49-F238E27FC236}">
                      <a16:creationId xmlns:a16="http://schemas.microsoft.com/office/drawing/2014/main" id="{ACCECD10-7250-06B6-2E1D-75FC0FD3A551}"/>
                    </a:ext>
                    <a:ext uri="{C183D7F6-B498-43B3-948B-1728B52AA6E4}">
                      <adec:decorative xmlns:adec="http://schemas.microsoft.com/office/drawing/2017/decorative" val="0"/>
                    </a:ext>
                  </a:extLst>
                </p:cNvPr>
                <p:cNvSpPr txBox="1"/>
                <p:nvPr/>
              </p:nvSpPr>
              <p:spPr>
                <a:xfrm>
                  <a:off x="10780505" y="2192669"/>
                  <a:ext cx="600728" cy="201770"/>
                </a:xfrm>
                <a:prstGeom prst="roundRect">
                  <a:avLst>
                    <a:gd name="adj" fmla="val 16667"/>
                  </a:avLst>
                </a:prstGeom>
                <a:solidFill>
                  <a:srgbClr val="8DC8E8"/>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gradFill>
                        <a:gsLst>
                          <a:gs pos="0">
                            <a:srgbClr val="FFFFFF"/>
                          </a:gs>
                          <a:gs pos="100000">
                            <a:srgbClr val="FFFFFF"/>
                          </a:gs>
                        </a:gsLst>
                        <a:lin ang="5400000" scaled="0"/>
                      </a:gradFill>
                      <a:effectLst/>
                      <a:uLnTx/>
                      <a:uFillTx/>
                      <a:latin typeface="Segoe Sans Text Semibold"/>
                      <a:ea typeface="+mn-ea"/>
                      <a:cs typeface="Segoe UI" pitchFamily="34" charset="0"/>
                    </a:rPr>
                    <a:t>Approved</a:t>
                  </a:r>
                </a:p>
              </p:txBody>
            </p:sp>
            <p:sp>
              <p:nvSpPr>
                <p:cNvPr id="69" name="!! Purple box">
                  <a:extLst>
                    <a:ext uri="{FF2B5EF4-FFF2-40B4-BE49-F238E27FC236}">
                      <a16:creationId xmlns:a16="http://schemas.microsoft.com/office/drawing/2014/main" id="{64F43318-776D-EB44-574D-FA18E89CDAFD}"/>
                    </a:ext>
                    <a:ext uri="{C183D7F6-B498-43B3-948B-1728B52AA6E4}">
                      <adec:decorative xmlns:adec="http://schemas.microsoft.com/office/drawing/2017/decorative" val="0"/>
                    </a:ext>
                  </a:extLst>
                </p:cNvPr>
                <p:cNvSpPr txBox="1"/>
                <p:nvPr/>
              </p:nvSpPr>
              <p:spPr>
                <a:xfrm>
                  <a:off x="10780505" y="2426273"/>
                  <a:ext cx="600728" cy="201770"/>
                </a:xfrm>
                <a:prstGeom prst="roundRect">
                  <a:avLst>
                    <a:gd name="adj" fmla="val 16667"/>
                  </a:avLst>
                </a:prstGeom>
                <a:solidFill>
                  <a:srgbClr val="FFB3BB"/>
                </a:solidFill>
                <a:ln w="15875" cap="flat" cmpd="sng" algn="ctr">
                  <a:noFill/>
                  <a:prstDash val="solid"/>
                  <a:headEnd type="none" w="med" len="med"/>
                  <a:tailEnd type="none" w="med" len="med"/>
                </a:ln>
                <a:effectLst>
                  <a:outerShdw blurRad="101600" dist="127000" dir="2700000" algn="tl" rotWithShape="0">
                    <a:prstClr val="black">
                      <a:alpha val="20000"/>
                    </a:prstClr>
                  </a:outerShdw>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defTabSz="914102" fontAlgn="base">
                    <a:spcBef>
                      <a:spcPct val="0"/>
                    </a:spcBef>
                    <a:spcAft>
                      <a:spcPct val="0"/>
                    </a:spcAft>
                    <a:defRPr sz="1961">
                      <a:gradFill>
                        <a:gsLst>
                          <a:gs pos="0">
                            <a:srgbClr val="FFFFFF"/>
                          </a:gs>
                          <a:gs pos="100000">
                            <a:srgbClr val="FFFFFF"/>
                          </a:gs>
                        </a:gsLst>
                        <a:lin ang="5400000" scaled="0"/>
                      </a:gra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Sans Text Semibold"/>
                      <a:ea typeface="+mn-ea"/>
                      <a:cs typeface="Segoe UI" pitchFamily="34" charset="0"/>
                    </a:rPr>
                    <a:t>Denied</a:t>
                  </a:r>
                </a:p>
              </p:txBody>
            </p:sp>
          </p:grpSp>
        </p:grpSp>
        <p:cxnSp>
          <p:nvCxnSpPr>
            <p:cNvPr id="63" name="Straight Arrow Connector 62" descr="Arrow pointing right">
              <a:extLst>
                <a:ext uri="{FF2B5EF4-FFF2-40B4-BE49-F238E27FC236}">
                  <a16:creationId xmlns:a16="http://schemas.microsoft.com/office/drawing/2014/main" id="{64F82236-3C15-5FB7-9FEC-B5FC5894F8F4}"/>
                </a:ext>
              </a:extLst>
            </p:cNvPr>
            <p:cNvCxnSpPr>
              <a:cxnSpLocks/>
            </p:cNvCxnSpPr>
            <p:nvPr/>
          </p:nvCxnSpPr>
          <p:spPr>
            <a:xfrm>
              <a:off x="5996780" y="2723259"/>
              <a:ext cx="196054" cy="0"/>
            </a:xfrm>
            <a:prstGeom prst="straightConnector1">
              <a:avLst/>
            </a:prstGeom>
            <a:solidFill>
              <a:srgbClr val="8DC8E8">
                <a:lumMod val="75000"/>
              </a:srgbClr>
            </a:solidFill>
            <a:ln w="9525" cap="flat">
              <a:solidFill>
                <a:srgbClr val="0078D4"/>
              </a:solidFill>
              <a:prstDash val="solid"/>
              <a:miter/>
              <a:tailEnd type="triangle"/>
            </a:ln>
            <a:effectLst/>
          </p:spPr>
        </p:cxnSp>
        <p:cxnSp>
          <p:nvCxnSpPr>
            <p:cNvPr id="64" name="Straight Arrow Connector 63" descr="Arrow pointing right">
              <a:extLst>
                <a:ext uri="{FF2B5EF4-FFF2-40B4-BE49-F238E27FC236}">
                  <a16:creationId xmlns:a16="http://schemas.microsoft.com/office/drawing/2014/main" id="{F4BB4F20-3633-6921-A514-7006DB74208C}"/>
                </a:ext>
              </a:extLst>
            </p:cNvPr>
            <p:cNvCxnSpPr>
              <a:cxnSpLocks/>
            </p:cNvCxnSpPr>
            <p:nvPr/>
          </p:nvCxnSpPr>
          <p:spPr>
            <a:xfrm>
              <a:off x="6886571" y="2723259"/>
              <a:ext cx="196054" cy="0"/>
            </a:xfrm>
            <a:prstGeom prst="straightConnector1">
              <a:avLst/>
            </a:prstGeom>
            <a:solidFill>
              <a:srgbClr val="8DC8E8">
                <a:lumMod val="75000"/>
              </a:srgbClr>
            </a:solidFill>
            <a:ln w="9525" cap="flat">
              <a:solidFill>
                <a:srgbClr val="0078D4"/>
              </a:solidFill>
              <a:prstDash val="solid"/>
              <a:miter/>
              <a:tailEnd type="triangle"/>
            </a:ln>
            <a:effectLst/>
          </p:spPr>
        </p:cxnSp>
        <p:cxnSp>
          <p:nvCxnSpPr>
            <p:cNvPr id="65" name="Connector: Elbow 64">
              <a:extLst>
                <a:ext uri="{FF2B5EF4-FFF2-40B4-BE49-F238E27FC236}">
                  <a16:creationId xmlns:a16="http://schemas.microsoft.com/office/drawing/2014/main" id="{1D2540F7-53DE-9BD5-666F-F4AC3E976641}"/>
                </a:ext>
              </a:extLst>
            </p:cNvPr>
            <p:cNvCxnSpPr>
              <a:stCxn id="69" idx="2"/>
            </p:cNvCxnSpPr>
            <p:nvPr/>
          </p:nvCxnSpPr>
          <p:spPr>
            <a:xfrm rot="5400000">
              <a:off x="6120162" y="2806780"/>
              <a:ext cx="288930" cy="535693"/>
            </a:xfrm>
            <a:prstGeom prst="bentConnector2">
              <a:avLst/>
            </a:prstGeom>
            <a:solidFill>
              <a:srgbClr val="8DC8E8">
                <a:lumMod val="75000"/>
              </a:srgbClr>
            </a:solidFill>
            <a:ln w="9525" cap="flat">
              <a:solidFill>
                <a:srgbClr val="0078D4"/>
              </a:solidFill>
              <a:prstDash val="solid"/>
              <a:miter/>
              <a:tailEnd type="triangle"/>
            </a:ln>
            <a:effectLst/>
          </p:spPr>
        </p:cxnSp>
      </p:grpSp>
      <p:cxnSp>
        <p:nvCxnSpPr>
          <p:cNvPr id="78" name="Straight Connector 77">
            <a:extLst>
              <a:ext uri="{FF2B5EF4-FFF2-40B4-BE49-F238E27FC236}">
                <a16:creationId xmlns:a16="http://schemas.microsoft.com/office/drawing/2014/main" id="{AF46829A-B4F1-62D7-E730-DCDE463DBDC4}"/>
              </a:ext>
            </a:extLst>
          </p:cNvPr>
          <p:cNvCxnSpPr>
            <a:cxnSpLocks/>
          </p:cNvCxnSpPr>
          <p:nvPr/>
        </p:nvCxnSpPr>
        <p:spPr>
          <a:xfrm>
            <a:off x="3083732" y="4428437"/>
            <a:ext cx="0" cy="167376"/>
          </a:xfrm>
          <a:prstGeom prst="line">
            <a:avLst/>
          </a:prstGeom>
          <a:ln>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4138652-27E8-9137-4B2A-BFF06F38F9B8}"/>
              </a:ext>
            </a:extLst>
          </p:cNvPr>
          <p:cNvCxnSpPr>
            <a:cxnSpLocks/>
          </p:cNvCxnSpPr>
          <p:nvPr/>
        </p:nvCxnSpPr>
        <p:spPr>
          <a:xfrm>
            <a:off x="4935525" y="4428437"/>
            <a:ext cx="0" cy="167376"/>
          </a:xfrm>
          <a:prstGeom prst="line">
            <a:avLst/>
          </a:prstGeom>
          <a:ln>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CB84428-CF16-B795-3E1E-57B24CBBA6C0}"/>
              </a:ext>
            </a:extLst>
          </p:cNvPr>
          <p:cNvGrpSpPr/>
          <p:nvPr/>
        </p:nvGrpSpPr>
        <p:grpSpPr>
          <a:xfrm>
            <a:off x="7062620" y="4211146"/>
            <a:ext cx="217291" cy="217291"/>
            <a:chOff x="10652471" y="4275125"/>
            <a:chExt cx="333135" cy="323504"/>
          </a:xfrm>
        </p:grpSpPr>
        <p:sp>
          <p:nvSpPr>
            <p:cNvPr id="6" name="Oval 5">
              <a:extLst>
                <a:ext uri="{FF2B5EF4-FFF2-40B4-BE49-F238E27FC236}">
                  <a16:creationId xmlns:a16="http://schemas.microsoft.com/office/drawing/2014/main" id="{E6255124-3258-F00E-0099-CCFB8BAECCBB}"/>
                </a:ext>
                <a:ext uri="{C183D7F6-B498-43B3-948B-1728B52AA6E4}">
                  <adec:decorative xmlns:adec="http://schemas.microsoft.com/office/drawing/2017/decorative" val="1"/>
                </a:ext>
              </a:extLst>
            </p:cNvPr>
            <p:cNvSpPr/>
            <p:nvPr/>
          </p:nvSpPr>
          <p:spPr bwMode="auto">
            <a:xfrm>
              <a:off x="10671013" y="4288851"/>
              <a:ext cx="296051" cy="296051"/>
            </a:xfrm>
            <a:prstGeom prst="ellipse">
              <a:avLst/>
            </a:prstGeom>
            <a:solidFill>
              <a:srgbClr val="C03BC4"/>
            </a:solidFill>
            <a:ln w="12700" cap="flat" cmpd="sng" algn="ctr">
              <a:no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6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7F7F8"/>
                </a:solidFill>
                <a:effectLst/>
                <a:uLnTx/>
                <a:uFillTx/>
                <a:latin typeface="Segoe Sans Text Semibold" pitchFamily="2" charset="0"/>
                <a:ea typeface="+mn-ea"/>
                <a:cs typeface="Segoe Sans Text Semibold" pitchFamily="2" charset="0"/>
              </a:endParaRPr>
            </a:p>
          </p:txBody>
        </p:sp>
        <p:pic>
          <p:nvPicPr>
            <p:cNvPr id="11" name="Picture 10" descr="A group of people in a circle&#10;&#10;Description automatically generated">
              <a:extLst>
                <a:ext uri="{FF2B5EF4-FFF2-40B4-BE49-F238E27FC236}">
                  <a16:creationId xmlns:a16="http://schemas.microsoft.com/office/drawing/2014/main" id="{2A8E048C-D263-CF0D-A597-19909026D2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52471" y="4275125"/>
              <a:ext cx="333135" cy="323504"/>
            </a:xfrm>
            <a:prstGeom prst="rect">
              <a:avLst/>
            </a:prstGeom>
          </p:spPr>
        </p:pic>
      </p:grpSp>
      <p:cxnSp>
        <p:nvCxnSpPr>
          <p:cNvPr id="83" name="Straight Connector 82">
            <a:extLst>
              <a:ext uri="{FF2B5EF4-FFF2-40B4-BE49-F238E27FC236}">
                <a16:creationId xmlns:a16="http://schemas.microsoft.com/office/drawing/2014/main" id="{EC52A3A9-A050-AE8E-8507-50617CFDFACC}"/>
              </a:ext>
            </a:extLst>
          </p:cNvPr>
          <p:cNvCxnSpPr>
            <a:cxnSpLocks/>
          </p:cNvCxnSpPr>
          <p:nvPr/>
        </p:nvCxnSpPr>
        <p:spPr>
          <a:xfrm>
            <a:off x="10545347" y="4428437"/>
            <a:ext cx="0" cy="167376"/>
          </a:xfrm>
          <a:prstGeom prst="line">
            <a:avLst/>
          </a:prstGeom>
          <a:ln>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5" name="Picture 10" descr="Download xAI Logo in SVG Vector or PNG File Format - Logo.wine">
            <a:extLst>
              <a:ext uri="{FF2B5EF4-FFF2-40B4-BE49-F238E27FC236}">
                <a16:creationId xmlns:a16="http://schemas.microsoft.com/office/drawing/2014/main" id="{3B681E03-29B3-B970-FAA9-7E8541AF4051}"/>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28756" t="12556" r="27170" b="13929"/>
          <a:stretch>
            <a:fillRect/>
          </a:stretch>
        </p:blipFill>
        <p:spPr bwMode="auto">
          <a:xfrm>
            <a:off x="4904397" y="2744653"/>
            <a:ext cx="125664" cy="139739"/>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18" descr="Download Microsoft Logo Icon PNG Image for Free">
            <a:extLst>
              <a:ext uri="{FF2B5EF4-FFF2-40B4-BE49-F238E27FC236}">
                <a16:creationId xmlns:a16="http://schemas.microsoft.com/office/drawing/2014/main" id="{956AE78F-D75F-142B-B772-2F08EA07B67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364427" y="2710752"/>
            <a:ext cx="190500" cy="19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030836"/>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C135BA-2FDB-BC46-A895-0E8CC5A5CF18}"/>
              </a:ext>
            </a:extLst>
          </p:cNvPr>
          <p:cNvSpPr>
            <a:spLocks noGrp="1"/>
          </p:cNvSpPr>
          <p:nvPr>
            <p:ph type="title"/>
          </p:nvPr>
        </p:nvSpPr>
        <p:spPr>
          <a:xfrm>
            <a:off x="584199" y="2059622"/>
            <a:ext cx="6316221" cy="1477328"/>
          </a:xfrm>
        </p:spPr>
        <p:txBody>
          <a:bodyPr/>
          <a:lstStyle/>
          <a:p>
            <a:r>
              <a:rPr lang="en-US">
                <a:solidFill>
                  <a:schemeClr val="tx1"/>
                </a:solidFill>
              </a:rPr>
              <a:t>Let’s get started…!</a:t>
            </a:r>
          </a:p>
        </p:txBody>
      </p:sp>
    </p:spTree>
    <p:extLst>
      <p:ext uri="{BB962C8B-B14F-4D97-AF65-F5344CB8AC3E}">
        <p14:creationId xmlns:p14="http://schemas.microsoft.com/office/powerpoint/2010/main" val="9848903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7.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SMARTNOTES-DATA-SMARTSLIDE" val="{&quot;Animations&quot;:[{&quot;Id&quot;:1,&quot;Index&quot;:1,&quot;Label&quot;:&quot;Early Access Program&quot;,&quot;TriggerType&quot;:2,&quot;EffectType&quot;:1,&quot;IsVideo&quot;:false},{&quot;Id&quot;:2,&quot;Index&quot;:2,&quot;Label&quot;:&quot;Early Access Program&quot;,&quot;TriggerType&quot;:2,&quot;EffectType&quot;:3,&quot;IsVideo&quot;:false},{&quot;Id&quot;:3,&quot;Index&quot;:3,&quot;Label&quot;:&quot;Picture 2&quot;,&quot;TriggerType&quot;:2,&quot;EffectType&quot;:1,&quot;IsVideo&quot;:false},{&quot;Id&quot;:4,&quot;Index&quot;:4,&quot;Label&quot;:&quot;Picture 2&quot;,&quot;TriggerType&quot;:2,&quot;EffectType&quot;:3,&quot;IsVideo&quot;:false},{&quot;Id&quot;:5,&quot;Index&quot;:5,&quot;Label&quot;:&quot;Copilot Tuning Fine-tune agents with your company’s knowledge&quot;,&quot;TriggerType&quot;:2,&quot;EffectType&quot;:1,&quot;IsVideo&quot;:false},{&quot;Id&quot;:6,&quot;Index&quot;:6,&quot;Label&quot;:&quot;Copilot Tuning Fine-tune agents with your company’s knowledge&quot;,&quot;TriggerType&quot;:2,&quot;EffectType&quot;:3,&quot;IsVideo&quot;:false},{&quot;Id&quot;:7,&quot;Index&quot;:7,&quot;Label&quot;:&quot;Talks like you&quot;,&quot;TriggerType&quot;:2,&quot;EffectType&quot;:1,&quot;IsVideo&quot;:false},{&quot;Id&quot;:8,&quot;Index&quot;:8,&quot;Label&quot;:&quot;Talks like you&quot;,&quot;TriggerType&quot;:2,&quot;EffectType&quot;:3,&quot;IsVideo&quot;:false},{&quot;Id&quot;:9,&quot;Index&quot;:9,&quot;Label&quot;:&quot;Thinks like you&quot;,&quot;TriggerType&quot;:2,&quot;EffectType&quot;:1,&quot;IsVideo&quot;:false},{&quot;Id&quot;:10,&quot;Index&quot;:10,&quot;Label&quot;:&quot;Thinks like you&quot;,&quot;TriggerType&quot;:2,&quot;EffectType&quot;:3,&quot;IsVideo&quot;:false},{&quot;Id&quot;:11,&quot;Index&quot;:11,&quot;Label&quot;:&quot;Works like you&quot;,&quot;TriggerType&quot;:2,&quot;EffectType&quot;:1,&quot;IsVideo&quot;:false},{&quot;Id&quot;:12,&quot;Index&quot;:12,&quot;Label&quot;:&quot;Works like you&quot;,&quot;TriggerType&quot;:2,&quot;EffectType&quot;:3,&quot;IsVideo&quot;:false}],&quot;HasNotesSynced&quot;:true,&quot;Id&quot;:388,&quot;Index&quot;:57,&quot;IsHidden&quot;:false,&quot;Name&quot;:&quot;Slide133&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lt;/Run&gt;&lt;/Paragraph&gt;&lt;/Section&gt;&quot;,&quot;ParentSlideId&quot;:388,&quot;PagesHistory&quot;:[],&quot;Pages&quot;:[{&quot;Id&quot;:1,&quot;Index&quot;:0,&quot;TriggerType&quot;:2,&quot;HasChildren&quot;:false}]}}"/>
</p:tagLst>
</file>

<file path=ppt/tags/tag12.xml><?xml version="1.0" encoding="utf-8"?>
<p:tagLst xmlns:a="http://schemas.openxmlformats.org/drawingml/2006/main" xmlns:r="http://schemas.openxmlformats.org/officeDocument/2006/relationships" xmlns:p="http://schemas.openxmlformats.org/presentationml/2006/main">
  <p:tag name="SMARTNOTES-DATA-SMARTSLIDE" val="{&quot;Animations&quot;:[{&quot;Id&quot;:1,&quot;Index&quot;:1,&quot;Label&quot;:&quot;!! Box 1&quot;,&quot;TriggerType&quot;:2,&quot;EffectType&quot;:1,&quot;IsVideo&quot;:false},{&quot;Id&quot;:2,&quot;Index&quot;:2,&quot;Label&quot;:&quot;!! Box 1&quot;,&quot;TriggerType&quot;:2,&quot;EffectType&quot;:3,&quot;IsVideo&quot;:false},{&quot;Id&quot;:3,&quot;Index&quot;:3,&quot;Label&quot;:&quot;Graphic 24&quot;,&quot;TriggerType&quot;:2,&quot;EffectType&quot;:1,&quot;IsVideo&quot;:false},{&quot;Id&quot;:4,&quot;Index&quot;:4,&quot;Label&quot;:&quot;Graphic 24&quot;,&quot;TriggerType&quot;:2,&quot;EffectType&quot;:3,&quot;IsVideo&quot;:false},{&quot;Id&quot;:5,&quot;Index&quot;:5,&quot;Label&quot;:&quot;Data  Factory&quot;,&quot;TriggerType&quot;:2,&quot;EffectType&quot;:1,&quot;IsVideo&quot;:false},{&quot;Id&quot;:6,&quot;Index&quot;:6,&quot;Label&quot;:&quot;Data  Factory&quot;,&quot;TriggerType&quot;:2,&quot;EffectType&quot;:3,&quot;IsVideo&quot;:false},{&quot;Id&quot;:7,&quot;Index&quot;:7,&quot;Label&quot;:&quot;!!Box 2&quot;,&quot;TriggerType&quot;:2,&quot;EffectType&quot;:1,&quot;IsVideo&quot;:false},{&quot;Id&quot;:8,&quot;Index&quot;:8,&quot;Label&quot;:&quot;!!Box 2&quot;,&quot;TriggerType&quot;:2,&quot;EffectType&quot;:3,&quot;IsVideo&quot;:false},{&quot;Id&quot;:9,&quot;Index&quot;:9,&quot;Label&quot;:&quot;!! ICOn&quot;,&quot;TriggerType&quot;:2,&quot;EffectType&quot;:1,&quot;IsVideo&quot;:false},{&quot;Id&quot;:10,&quot;Index&quot;:10,&quot;Label&quot;:&quot;!! ICOn&quot;,&quot;TriggerType&quot;:2,&quot;EffectType&quot;:3,&quot;IsVideo&quot;:false},{&quot;Id&quot;:11,&quot;Index&quot;:11,&quot;Label&quot;:&quot;Analytics&quot;,&quot;TriggerType&quot;:2,&quot;EffectType&quot;:1,&quot;IsVideo&quot;:false},{&quot;Id&quot;:12,&quot;Index&quot;:12,&quot;Label&quot;:&quot;Analytics&quot;,&quot;TriggerType&quot;:2,&quot;EffectType&quot;:3,&quot;IsVideo&quot;:false},{&quot;Id&quot;:13,&quot;Index&quot;:13,&quot;Label&quot;:&quot;!!Box 3&quot;,&quot;TriggerType&quot;:2,&quot;EffectType&quot;:1,&quot;IsVideo&quot;:false},{&quot;Id&quot;:14,&quot;Index&quot;:14,&quot;Label&quot;:&quot;!!Box 3&quot;,&quot;TriggerType&quot;:2,&quot;EffectType&quot;:3,&quot;IsVideo&quot;:false},{&quot;Id&quot;:15,&quot;Index&quot;:15,&quot;Label&quot;:&quot;Picture 45&quot;,&quot;TriggerType&quot;:2,&quot;EffectType&quot;:1,&quot;IsVideo&quot;:false},{&quot;Id&quot;:16,&quot;Index&quot;:16,&quot;Label&quot;:&quot;Picture 45&quot;,&quot;TriggerType&quot;:2,&quot;EffectType&quot;:3,&quot;IsVideo&quot;:false},{&quot;Id&quot;:17,&quot;Index&quot;:17,&quot;Label&quot;:&quot;Databases&quot;,&quot;TriggerType&quot;:2,&quot;EffectType&quot;:1,&quot;IsVideo&quot;:false},{&quot;Id&quot;:18,&quot;Index&quot;:18,&quot;Label&quot;:&quot;Databases&quot;,&quot;TriggerType&quot;:2,&quot;EffectType&quot;:3,&quot;IsVideo&quot;:false},{&quot;Id&quot;:19,&quot;Index&quot;:19,&quot;Label&quot;:&quot;!! Box 1&quot;,&quot;TriggerType&quot;:2,&quot;EffectType&quot;:1,&quot;IsVideo&quot;:false},{&quot;Id&quot;:20,&quot;Index&quot;:20,&quot;Label&quot;:&quot;!! Box 1&quot;,&quot;TriggerType&quot;:2,&quot;EffectType&quot;:3,&quot;IsVideo&quot;:false},{&quot;Id&quot;:21,&quot;Index&quot;:21,&quot;Label&quot;:&quot;Picture 16&quot;,&quot;TriggerType&quot;:2,&quot;EffectType&quot;:1,&quot;IsVideo&quot;:false},{&quot;Id&quot;:22,&quot;Index&quot;:22,&quot;Label&quot;:&quot;Picture 16&quot;,&quot;TriggerType&quot;:2,&quot;EffectType&quot;:3,&quot;IsVideo&quot;:false},{&quot;Id&quot;:23,&quot;Index&quot;:23,&quot;Label&quot;:&quot;Real-Time Intelligence&quot;,&quot;TriggerType&quot;:2,&quot;EffectType&quot;:1,&quot;IsVideo&quot;:false},{&quot;Id&quot;:24,&quot;Index&quot;:24,&quot;Label&quot;:&quot;Real-Time Intelligence&quot;,&quot;TriggerType&quot;:2,&quot;EffectType&quot;:3,&quot;IsVideo&quot;:false},{&quot;Id&quot;:25,&quot;Index&quot;:25,&quot;Label&quot;:&quot;!! Box 1&quot;,&quot;TriggerType&quot;:2,&quot;EffectType&quot;:1,&quot;IsVideo&quot;:false},{&quot;Id&quot;:26,&quot;Index&quot;:26,&quot;Label&quot;:&quot;!! Box 1&quot;,&quot;TriggerType&quot;:2,&quot;EffectType&quot;:3,&quot;IsVideo&quot;:false},{&quot;Id&quot;:27,&quot;Index&quot;:27,&quot;Label&quot;:&quot;Graphic 18&quot;,&quot;TriggerType&quot;:2,&quot;EffectType&quot;:1,&quot;IsVideo&quot;:false},{&quot;Id&quot;:28,&quot;Index&quot;:28,&quot;Label&quot;:&quot;Graphic 18&quot;,&quot;TriggerType&quot;:2,&quot;EffectType&quot;:3,&quot;IsVideo&quot;:false},{&quot;Id&quot;:29,&quot;Index&quot;:29,&quot;Label&quot;:&quot;Power BI&quot;,&quot;TriggerType&quot;:2,&quot;EffectType&quot;:1,&quot;IsVideo&quot;:false},{&quot;Id&quot;:30,&quot;Index&quot;:30,&quot;Label&quot;:&quot;Power BI&quot;,&quot;TriggerType&quot;:2,&quot;EffectType&quot;:3,&quot;IsVideo&quot;:false},{&quot;Id&quot;:31,&quot;Index&quot;:31,&quot;Label&quot;:&quot;Group 56&quot;,&quot;TriggerType&quot;:2,&quot;EffectType&quot;:1,&quot;IsVideo&quot;:false},{&quot;Id&quot;:32,&quot;Index&quot;:32,&quot;Label&quot;:&quot;Group 56&quot;,&quot;TriggerType&quot;:2,&quot;EffectType&quot;:3,&quot;IsVideo&quot;:false},{&quot;Id&quot;:33,&quot;Index&quot;:33,&quot;Label&quot;:&quot;Microsoft Fabric&quot;,&quot;TriggerType&quot;:2,&quot;EffectType&quot;:1,&quot;IsVideo&quot;:false},{&quot;Id&quot;:34,&quot;Index&quot;:34,&quot;Label&quot;:&quot;Microsoft Fabric&quot;,&quot;TriggerType&quot;:2,&quot;EffectType&quot;:3,&quot;IsVideo&quot;:false},{&quot;Id&quot;:35,&quot;Index&quot;:35,&quot;Label&quot;:&quot;The unified data platform for AI transformation&quot;,&quot;TriggerType&quot;:2,&quot;EffectType&quot;:1,&quot;IsVideo&quot;:false},{&quot;Id&quot;:36,&quot;Index&quot;:36,&quot;Label&quot;:&quot;The unified data platform for AI transformation&quot;,&quot;TriggerType&quot;:2,&quot;EffectType&quot;:3,&quot;IsVideo&quot;:false},{&quot;Id&quot;:37,&quot;Index&quot;:37,&quot;Label&quot;:&quot;Group 2&quot;,&quot;TriggerType&quot;:2,&quot;EffectType&quot;:1,&quot;IsVideo&quot;:false},{&quot;Id&quot;:38,&quot;Index&quot;:38,&quot;Label&quot;:&quot;Group 2&quot;,&quot;TriggerType&quot;:2,&quot;EffectType&quot;:3,&quot;IsVideo&quot;:false},{&quot;Id&quot;:39,&quot;Index&quot;:39,&quot;Label&quot;:&quot;Rectangle: Rounded Corners 1&quot;,&quot;TriggerType&quot;:2,&quot;EffectType&quot;:1,&quot;IsVideo&quot;:false}],&quot;HasNotesSynced&quot;:true,&quot;Id&quot;:338,&quot;Index&quot;:65,&quot;IsHidden&quot;:false,&quot;Name&quot;:&quot;Slide83&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Databases + announcements\rOneLake (brings data from everywhere)\rFabric Knowledge (now we introduce the knowledge….benefit and point to tie to Foundry)&lt;/Run&gt;&lt;/Paragraph&gt;&lt;/Section&gt;&quot;,&quot;ParentSlideId&quot;:338,&quot;PagesHistory&quot;:[{&quot;Id&quot;:1,&quot;Index&quot;:0,&quot;TriggerType&quot;:2,&quot;HasChildren&quot;:false}],&quot;Pages&quot;:[{&quot;Id&quot;:1,&quot;Index&quot;:0,&quot;TriggerType&quot;:2,&quot;HasChildren&quot;:false}]}}"/>
</p:tagLst>
</file>

<file path=ppt/tags/tag13.xml><?xml version="1.0" encoding="utf-8"?>
<p:tagLst xmlns:a="http://schemas.openxmlformats.org/drawingml/2006/main" xmlns:r="http://schemas.openxmlformats.org/officeDocument/2006/relationships" xmlns:p="http://schemas.openxmlformats.org/presentationml/2006/main">
  <p:tag name="SMARTNOTES-DATA-SMARTSLIDE" val="{&quot;Animations&quot;:[],&quot;HasNotesSynced&quot;:false,&quot;Id&quot;:2147483557,&quot;Index&quot;:47,&quot;IsHidden&quot;:false,&quot;Name&quot;:&quot;Slide2147483302&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lt;/Run&gt;&lt;/Paragraph&gt;&lt;/Section&gt;&quot;,&quot;ParentSlideId&quot;:2147483638,&quot;PagesHistory&quot;:[{&quot;Id&quot;:1,&quot;Index&quot;:0,&quot;TriggerType&quot;:2,&quot;HasChildren&quot;:false}],&quot;Pages&quot;:[{&quot;Id&quot;:1,&quot;Index&quot;:0,&quot;TriggerType&quot;:2,&quot;HasChildren&quot;:false}]}}"/>
</p:tagLst>
</file>

<file path=ppt/tags/tag14.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5-50201_Microsoft_Ready_Template">
  <a:themeElements>
    <a:clrScheme name="Microsoft Ready + Microsoft Inspire">
      <a:dk1>
        <a:srgbClr val="1A1A1A"/>
      </a:dk1>
      <a:lt1>
        <a:srgbClr val="FFFFFF"/>
      </a:lt1>
      <a:dk2>
        <a:srgbClr val="0D0D0D"/>
      </a:dk2>
      <a:lt2>
        <a:srgbClr val="E6E6E6"/>
      </a:lt2>
      <a:accent1>
        <a:srgbClr val="0078D4"/>
      </a:accent1>
      <a:accent2>
        <a:srgbClr val="002050"/>
      </a:accent2>
      <a:accent3>
        <a:srgbClr val="737373"/>
      </a:accent3>
      <a:accent4>
        <a:srgbClr val="5C2D91"/>
      </a:accent4>
      <a:accent5>
        <a:srgbClr val="BAD80A"/>
      </a:accent5>
      <a:accent6>
        <a:srgbClr val="D2D2D2"/>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Ready_Breakout_Template_CONFIDENTIAL.potx" id="{F1420D30-492E-40F3-986D-43082B8AE099}" vid="{5EC74E89-855D-4AD3-A4B7-DB708AB8706B}"/>
    </a:ext>
  </a:extLst>
</a:theme>
</file>

<file path=ppt/theme/theme2.xml><?xml version="1.0" encoding="utf-8"?>
<a:theme xmlns:a="http://schemas.openxmlformats.org/drawingml/2006/main" name="Collaboration [Ligh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Segoe UI">
      <a:majorFont>
        <a:latin typeface="Segoe UI Semibold"/>
        <a:ea typeface=""/>
        <a:cs typeface=""/>
      </a:majorFont>
      <a:minorFont>
        <a:latin typeface="Segoe UI Semi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Azure 2025 Template - LIGHT MOD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zure PowerPoint Template - V4" id="{3B5CF8C7-8945-A342-BD6C-1080D81862B6}" vid="{8AAC9D8C-28CC-DC4B-8D5D-EC6191E4BD50}"/>
    </a:ext>
  </a:extLst>
</a:theme>
</file>

<file path=ppt/theme/theme4.xml><?xml version="1.0" encoding="utf-8"?>
<a:theme xmlns:a="http://schemas.openxmlformats.org/drawingml/2006/main" name="CAIP light white cloud">
  <a:themeElements>
    <a:clrScheme name="Custom 4">
      <a:dk1>
        <a:srgbClr val="FFFFFF"/>
      </a:dk1>
      <a:lt1>
        <a:srgbClr val="080808"/>
      </a:lt1>
      <a:dk2>
        <a:srgbClr val="0078D4"/>
      </a:dk2>
      <a:lt2>
        <a:srgbClr val="FFFFFF"/>
      </a:lt2>
      <a:accent1>
        <a:srgbClr val="8661C5"/>
      </a:accent1>
      <a:accent2>
        <a:srgbClr val="C03BC4"/>
      </a:accent2>
      <a:accent3>
        <a:srgbClr val="35B884"/>
      </a:accent3>
      <a:accent4>
        <a:srgbClr val="D4EC8E"/>
      </a:accent4>
      <a:accent5>
        <a:srgbClr val="F4364C"/>
      </a:accent5>
      <a:accent6>
        <a:srgbClr val="FA930A"/>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76200">
          <a:noFill/>
          <a:headEnd type="none" w="med" len="med"/>
          <a:tailEnd type="none" w="med" len="med"/>
        </a:ln>
        <a:effectLst/>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fontAlgn="base">
          <a:spcBef>
            <a:spcPct val="0"/>
          </a:spcBef>
          <a:spcAft>
            <a:spcPts val="400"/>
          </a:spcAft>
          <a:defRPr sz="1400" dirty="0" err="1" smtClean="0">
            <a:solidFill>
              <a:schemeClr val="tx1"/>
            </a:solidFill>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7" id="{A6FBE587-646F-446D-B057-700985BF9623}" vid="{534B7253-517E-45D5-ADFB-BCF24CCA894E}"/>
    </a:ext>
  </a:extLst>
</a:theme>
</file>

<file path=ppt/theme/theme5.xml><?xml version="1.0" encoding="utf-8"?>
<a:theme xmlns:a="http://schemas.openxmlformats.org/drawingml/2006/main" name="1_Azure 2025 Template - LIGHT MOD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Azure PowerPoint Template - V4" id="{3B5CF8C7-8945-A342-BD6C-1080D81862B6}" vid="{8AAC9D8C-28CC-DC4B-8D5D-EC6191E4BD50}"/>
    </a:ext>
  </a:extLst>
</a:theme>
</file>

<file path=ppt/theme/theme6.xml><?xml version="1.0" encoding="utf-8"?>
<a:theme xmlns:a="http://schemas.openxmlformats.org/drawingml/2006/main" name="2_Microsoft Ignite 16:9 Template Light">
  <a:themeElements>
    <a:clrScheme name="Custom 58">
      <a:dk1>
        <a:srgbClr val="000000"/>
      </a:dk1>
      <a:lt1>
        <a:srgbClr val="F4F3F5"/>
      </a:lt1>
      <a:dk2>
        <a:srgbClr val="2A446F"/>
      </a:dk2>
      <a:lt2>
        <a:srgbClr val="F4F3F5"/>
      </a:lt2>
      <a:accent1>
        <a:srgbClr val="0078D4"/>
      </a:accent1>
      <a:accent2>
        <a:srgbClr val="C03BC4"/>
      </a:accent2>
      <a:accent3>
        <a:srgbClr val="2A446F"/>
      </a:accent3>
      <a:accent4>
        <a:srgbClr val="B1B3B3"/>
      </a:accent4>
      <a:accent5>
        <a:srgbClr val="8661C5"/>
      </a:accent5>
      <a:accent6>
        <a:srgbClr val="8C8279"/>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gnite_2025_16-9 Event-template.potx" id="{1862E5A4-93FD-4D41-8601-95AE562FD9DF}" vid="{41B775BF-E29A-4701-9FC9-C12DAAC44CF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1_Microsoft Foundry">
  <a:themeElements>
    <a:clrScheme name="Microsoft Foundry">
      <a:dk1>
        <a:srgbClr val="000000"/>
      </a:dk1>
      <a:lt1>
        <a:srgbClr val="FFFFFF"/>
      </a:lt1>
      <a:dk2>
        <a:srgbClr val="0A0B7E"/>
      </a:dk2>
      <a:lt2>
        <a:srgbClr val="0408AC"/>
      </a:lt2>
      <a:accent1>
        <a:srgbClr val="4F42FD"/>
      </a:accent1>
      <a:accent2>
        <a:srgbClr val="7274FF"/>
      </a:accent2>
      <a:accent3>
        <a:srgbClr val="6189DE"/>
      </a:accent3>
      <a:accent4>
        <a:srgbClr val="CAA3FF"/>
      </a:accent4>
      <a:accent5>
        <a:srgbClr val="AAC0F9"/>
      </a:accent5>
      <a:accent6>
        <a:srgbClr val="8590B0"/>
      </a:accent6>
      <a:hlink>
        <a:srgbClr val="4F42FD"/>
      </a:hlink>
      <a:folHlink>
        <a:srgbClr val="CAA3FF"/>
      </a:folHlink>
    </a:clrScheme>
    <a:fontScheme name="Custom 52">
      <a:majorFont>
        <a:latin typeface="Segoe Sans Display Semilight"/>
        <a:ea typeface=""/>
        <a:cs typeface=""/>
      </a:majorFont>
      <a:minorFont>
        <a:latin typeface="Segoe San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9" id="{01099D4C-AF97-BA49-9311-A9B4978D8F91}" vid="{0B546764-EF41-0445-AA22-77866C094EA4}"/>
    </a:ext>
  </a:extLst>
</a:theme>
</file>

<file path=ppt/theme/theme9.xml><?xml version="1.0" encoding="utf-8"?>
<a:theme xmlns:a="http://schemas.openxmlformats.org/drawingml/2006/main" name="2_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Custom 3">
      <a:majorFont>
        <a:latin typeface="Segoe UI"/>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uild.potx" id="{74397D6C-638D-4814-8A82-4D70632EE79F}" vid="{D4BD2D50-7CD0-4375-AF66-6051FB42003B}"/>
    </a:ext>
  </a:extLst>
</a:theme>
</file>

<file path=ppt/theme/theme10.xml><?xml version="1.0" encoding="utf-8"?>
<a:theme xmlns:a="http://schemas.openxmlformats.org/drawingml/2006/main" name="3_Black Template">
  <a:themeElements>
    <a:clrScheme name="A123123">
      <a:dk1>
        <a:srgbClr val="000000"/>
      </a:dk1>
      <a:lt1>
        <a:srgbClr val="FFFFFF"/>
      </a:lt1>
      <a:dk2>
        <a:srgbClr val="463668"/>
      </a:dk2>
      <a:lt2>
        <a:srgbClr val="E8E6DF"/>
      </a:lt2>
      <a:accent1>
        <a:srgbClr val="463668"/>
      </a:accent1>
      <a:accent2>
        <a:srgbClr val="C5B4E3"/>
      </a:accent2>
      <a:accent3>
        <a:srgbClr val="C03BC4"/>
      </a:accent3>
      <a:accent4>
        <a:srgbClr val="8C8279"/>
      </a:accent4>
      <a:accent5>
        <a:srgbClr val="D59ED7"/>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CIO_Connections_16-9_Template" id="{6C8FA419-2AAC-A34A-97C0-3DCAB34170DC}" vid="{0D390DF1-26D7-B749-9D7B-A332EB6ADBBD}"/>
    </a:ext>
  </a:extLst>
</a:theme>
</file>

<file path=ppt/theme/theme11.xml><?xml version="1.0" encoding="utf-8"?>
<a:theme xmlns:a="http://schemas.openxmlformats.org/drawingml/2006/main" name="SAS Interim Theme">
  <a:themeElements>
    <a:clrScheme name="SAS Brand 2026">
      <a:dk1>
        <a:srgbClr val="000000"/>
      </a:dk1>
      <a:lt1>
        <a:srgbClr val="FFFFFF"/>
      </a:lt1>
      <a:dk2>
        <a:srgbClr val="454142"/>
      </a:dk2>
      <a:lt2>
        <a:srgbClr val="F5F5F4"/>
      </a:lt2>
      <a:accent1>
        <a:srgbClr val="0078D4"/>
      </a:accent1>
      <a:accent2>
        <a:srgbClr val="00CC6A"/>
      </a:accent2>
      <a:accent3>
        <a:srgbClr val="7160E8"/>
      </a:accent3>
      <a:accent4>
        <a:srgbClr val="FFB900"/>
      </a:accent4>
      <a:accent5>
        <a:srgbClr val="152237"/>
      </a:accent5>
      <a:accent6>
        <a:srgbClr val="A9D5ED"/>
      </a:accent6>
      <a:hlink>
        <a:srgbClr val="0078D4"/>
      </a:hlink>
      <a:folHlink>
        <a:srgbClr val="7160E8"/>
      </a:folHlink>
    </a:clrScheme>
    <a:fontScheme name="GSA Brand 2026">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SAS Interim Theme" id="{21880A0B-F9FA-4DA9-950B-7494045B2FDB}" vid="{1A20C9BD-2CF5-4620-BE87-81235563485F}"/>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19">
    <a:dk1>
      <a:srgbClr val="281933"/>
    </a:dk1>
    <a:lt1>
      <a:srgbClr val="FFFFFF"/>
    </a:lt1>
    <a:dk2>
      <a:srgbClr val="301E3C"/>
    </a:dk2>
    <a:lt2>
      <a:srgbClr val="F8F6FA"/>
    </a:lt2>
    <a:accent1>
      <a:srgbClr val="C495E6"/>
    </a:accent1>
    <a:accent2>
      <a:srgbClr val="24ADF2"/>
    </a:accent2>
    <a:accent3>
      <a:srgbClr val="79D4F2"/>
    </a:accent3>
    <a:accent4>
      <a:srgbClr val="78D84A"/>
    </a:accent4>
    <a:accent5>
      <a:srgbClr val="FFDE3F"/>
    </a:accent5>
    <a:accent6>
      <a:srgbClr val="FE7731"/>
    </a:accent6>
    <a:hlink>
      <a:srgbClr val="23ADF1"/>
    </a:hlink>
    <a:folHlink>
      <a:srgbClr val="859BA6"/>
    </a:folHlink>
  </a:clrScheme>
  <a:fontScheme name="Segoe UI">
    <a:majorFont>
      <a:latin typeface="Segoe UI Semibold"/>
      <a:ea typeface=""/>
      <a:cs typeface=""/>
    </a:majorFont>
    <a:minorFont>
      <a:latin typeface="Segoe UI Semi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22097</Words>
  <Application>Microsoft Office PowerPoint</Application>
  <PresentationFormat>Widescreen</PresentationFormat>
  <Paragraphs>2708</Paragraphs>
  <Slides>128</Slides>
  <Notes>110</Notes>
  <HiddenSlides>23</HiddenSlides>
  <MMClips>5</MMClips>
  <ScaleCrop>false</ScaleCrop>
  <HeadingPairs>
    <vt:vector size="6" baseType="variant">
      <vt:variant>
        <vt:lpstr>Fonts Used</vt:lpstr>
      </vt:variant>
      <vt:variant>
        <vt:i4>32</vt:i4>
      </vt:variant>
      <vt:variant>
        <vt:lpstr>Theme</vt:lpstr>
      </vt:variant>
      <vt:variant>
        <vt:i4>11</vt:i4>
      </vt:variant>
      <vt:variant>
        <vt:lpstr>Slide Titles</vt:lpstr>
      </vt:variant>
      <vt:variant>
        <vt:i4>128</vt:i4>
      </vt:variant>
    </vt:vector>
  </HeadingPairs>
  <TitlesOfParts>
    <vt:vector size="171" baseType="lpstr">
      <vt:lpstr>MS Mincho</vt:lpstr>
      <vt:lpstr>__tiemposText_34e0db</vt:lpstr>
      <vt:lpstr>Aptos</vt:lpstr>
      <vt:lpstr>Aptos Display</vt:lpstr>
      <vt:lpstr>Arial</vt:lpstr>
      <vt:lpstr>Arial,Sans-Serif</vt:lpstr>
      <vt:lpstr>Calibri</vt:lpstr>
      <vt:lpstr>Consolas</vt:lpstr>
      <vt:lpstr>Courier New</vt:lpstr>
      <vt:lpstr>Menlo</vt:lpstr>
      <vt:lpstr>Segoe Pro Display</vt:lpstr>
      <vt:lpstr>Segoe Pro Display Semibold</vt:lpstr>
      <vt:lpstr>Segoe Pro Light</vt:lpstr>
      <vt:lpstr>Segoe Sans</vt:lpstr>
      <vt:lpstr>Segoe Sans Display</vt:lpstr>
      <vt:lpstr>Segoe Sans Display Semibold</vt:lpstr>
      <vt:lpstr>Segoe Sans Display Semilight</vt:lpstr>
      <vt:lpstr>Segoe Sans Text</vt:lpstr>
      <vt:lpstr>Segoe Sans Text Light</vt:lpstr>
      <vt:lpstr>Segoe Sans Text Semibold</vt:lpstr>
      <vt:lpstr>Segoe UI</vt:lpstr>
      <vt:lpstr>Segoe UI Light</vt:lpstr>
      <vt:lpstr>Segoe UI Semibold</vt:lpstr>
      <vt:lpstr>Segoe UI Semilight</vt:lpstr>
      <vt:lpstr>Segoe UI Variable Display</vt:lpstr>
      <vt:lpstr>Segoe UI Variable Display Semib</vt:lpstr>
      <vt:lpstr>Segoe UI Variable Display Semibold</vt:lpstr>
      <vt:lpstr>Segoe UI Variable Small Semibol</vt:lpstr>
      <vt:lpstr>Segoe UI Variable Text</vt:lpstr>
      <vt:lpstr>Segoe UI Variable Text Semibold</vt:lpstr>
      <vt:lpstr>Times New Roman</vt:lpstr>
      <vt:lpstr>Wingdings</vt:lpstr>
      <vt:lpstr>2_5-50201_Microsoft_Ready_Template</vt:lpstr>
      <vt:lpstr>Collaboration [Light]</vt:lpstr>
      <vt:lpstr>Azure 2025 Template - LIGHT MODE</vt:lpstr>
      <vt:lpstr>CAIP light white cloud</vt:lpstr>
      <vt:lpstr>1_Azure 2025 Template - LIGHT MODE</vt:lpstr>
      <vt:lpstr>2_Microsoft Ignite 16:9 Template Light</vt:lpstr>
      <vt:lpstr>Office Theme</vt:lpstr>
      <vt:lpstr>1_Microsoft Foundry</vt:lpstr>
      <vt:lpstr>2_Microsoft Build 16:9 Template Dark</vt:lpstr>
      <vt:lpstr>3_Black Template</vt:lpstr>
      <vt:lpstr>SAS Interim Theme</vt:lpstr>
      <vt:lpstr>PowerPoint Presentation</vt:lpstr>
      <vt:lpstr>Contents</vt:lpstr>
      <vt:lpstr>Your business processes today</vt:lpstr>
      <vt:lpstr>Today, many customers use generative AI for knowledge retrieval (aka RAG)…</vt:lpstr>
      <vt:lpstr>But most downstream processes are still brittle and require meaningful human involvement</vt:lpstr>
      <vt:lpstr>But most downstream processes are still brittle and require meaningful human involvement</vt:lpstr>
      <vt:lpstr>With AI Agents, you can make your automation more resilient while removing the drudgery from work</vt:lpstr>
      <vt:lpstr>And when combined with system events, you can fully automate business processes with AI Agents</vt:lpstr>
      <vt:lpstr>The new wave: multi-models and agentic AI</vt:lpstr>
      <vt:lpstr>Agentic AI</vt:lpstr>
      <vt:lpstr>AI adoption is accelerating and  AI agents are at the forefront</vt:lpstr>
      <vt:lpstr>AI apps and agents are transforming industries and business functions</vt:lpstr>
      <vt:lpstr>Functional impact of AI at Microsoft</vt:lpstr>
      <vt:lpstr>We started with automation</vt:lpstr>
      <vt:lpstr>Agentic AI changes how business operate</vt:lpstr>
      <vt:lpstr>PowerPoint Presentation</vt:lpstr>
      <vt:lpstr>What is an agent?</vt:lpstr>
      <vt:lpstr>PowerPoint Presentation</vt:lpstr>
      <vt:lpstr>PowerPoint Presentation</vt:lpstr>
      <vt:lpstr>Evolution of agents</vt:lpstr>
      <vt:lpstr>PowerPoint Presentation</vt:lpstr>
      <vt:lpstr>What are main Agent Patterns</vt:lpstr>
      <vt:lpstr>Evolving into Multi-Agent Systems</vt:lpstr>
      <vt:lpstr>The spectrum of agentic architectures</vt:lpstr>
      <vt:lpstr>Multi-Agent Orchestration Patterns</vt:lpstr>
      <vt:lpstr>Components of an agent harness</vt:lpstr>
      <vt:lpstr>The emergent agent architecture stack</vt:lpstr>
      <vt:lpstr>How to build AI Agents today</vt:lpstr>
      <vt:lpstr>Build agents, your way</vt:lpstr>
      <vt:lpstr>PowerPoint Presentation</vt:lpstr>
      <vt:lpstr>PowerPoint Presentation</vt:lpstr>
      <vt:lpstr>Build AI apps  and agents your way</vt:lpstr>
      <vt:lpstr>PowerPoint Presentation</vt:lpstr>
      <vt:lpstr>Foundry Agent Service</vt:lpstr>
      <vt:lpstr>Build AI apps and agents that scale</vt:lpstr>
      <vt:lpstr>Build</vt:lpstr>
      <vt:lpstr>PowerPoint Presentation</vt:lpstr>
      <vt:lpstr>PowerPoint Presentation</vt:lpstr>
      <vt:lpstr>Frameworks</vt:lpstr>
      <vt:lpstr>Why Build Agents in Code? </vt:lpstr>
      <vt:lpstr>PowerPoint Presentation</vt:lpstr>
      <vt:lpstr>Microsoft Agent Framework AI and Agent Orchestration</vt:lpstr>
      <vt:lpstr>Microsoft Foundry API and SDK </vt:lpstr>
      <vt:lpstr>Unified SDK &amp; Simple Agent Primitives</vt:lpstr>
      <vt:lpstr>Leverage the widest selection of models on any cloud</vt:lpstr>
      <vt:lpstr>Foundry Models</vt:lpstr>
      <vt:lpstr>Benchmarking in Foundry Models</vt:lpstr>
      <vt:lpstr>Leaderboard in Foundry Models</vt:lpstr>
      <vt:lpstr>New Microsoft AI models</vt:lpstr>
      <vt:lpstr>Simplifying model selection with model router</vt:lpstr>
      <vt:lpstr>PowerPoint Presentation</vt:lpstr>
      <vt:lpstr>Empower agents  to act on your business context</vt:lpstr>
      <vt:lpstr>Tools &amp; Toolboxes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Real-time, web data grounding with Bing Search</vt:lpstr>
      <vt:lpstr>Voice Live API integration </vt:lpstr>
      <vt:lpstr>Knowledge</vt:lpstr>
      <vt:lpstr>Microsoft IQ Platform</vt:lpstr>
      <vt:lpstr>PowerPoint Presentation</vt:lpstr>
      <vt:lpstr>PowerPoint Presentation</vt:lpstr>
      <vt:lpstr>PowerPoint Presentation</vt:lpstr>
      <vt:lpstr>Work IQ vs Microsoft Graph</vt:lpstr>
      <vt:lpstr>Work IQ MCP Servers</vt:lpstr>
      <vt:lpstr>Sources</vt:lpstr>
      <vt:lpstr>Fuel agents  with enterprise knowledge from everywhere</vt:lpstr>
      <vt:lpstr>Empower agents to understand business context</vt:lpstr>
      <vt:lpstr>Point-and-click  data transformation </vt:lpstr>
      <vt:lpstr>Context without blind spots</vt:lpstr>
      <vt:lpstr>Streamlined RAG data pipeline with Foundry IQ</vt:lpstr>
      <vt:lpstr>PowerPoint Presentation</vt:lpstr>
      <vt:lpstr>PowerPoint Presentation</vt:lpstr>
      <vt:lpstr>PowerPoint Presentation</vt:lpstr>
      <vt:lpstr>Accelerator architecture</vt:lpstr>
      <vt:lpstr>PowerPoint Presentation</vt:lpstr>
      <vt:lpstr>Microsoft Web IQ</vt:lpstr>
      <vt:lpstr>Memory</vt:lpstr>
      <vt:lpstr>PowerPoint Presentation</vt:lpstr>
      <vt:lpstr>Memory &amp; Conversation State</vt:lpstr>
      <vt:lpstr>Agent systems with Agent Framework</vt:lpstr>
      <vt:lpstr>Multi-agent workflows</vt:lpstr>
      <vt:lpstr>Deploy</vt:lpstr>
      <vt:lpstr>PowerPoint Presentation</vt:lpstr>
      <vt:lpstr>PowerPoint Presentation</vt:lpstr>
      <vt:lpstr>Hosted agents</vt:lpstr>
      <vt:lpstr>Agent distribution</vt:lpstr>
      <vt:lpstr>Operate</vt:lpstr>
      <vt:lpstr>Govern the AI lifecycle with organization-wide observability and controls</vt:lpstr>
      <vt:lpstr>Foundry Observability 2</vt:lpstr>
      <vt:lpstr>PowerPoint Presentation</vt:lpstr>
      <vt:lpstr>Evaluate, monitor, and optimize AI apps  and agents in real-time</vt:lpstr>
      <vt:lpstr>PowerPoint Presentation</vt:lpstr>
      <vt:lpstr>Observability </vt:lpstr>
      <vt:lpstr>Tracing Agents</vt:lpstr>
      <vt:lpstr>Tracing and debugging </vt:lpstr>
      <vt:lpstr>Tracing &amp; Evals for Any Agent Framework</vt:lpstr>
      <vt:lpstr>Observability</vt:lpstr>
      <vt:lpstr>Enterprise-ready Foundations</vt:lpstr>
      <vt:lpstr>Security</vt:lpstr>
      <vt:lpstr>Management</vt:lpstr>
      <vt:lpstr>Model Deployment Costs</vt:lpstr>
      <vt:lpstr>Click to edit Master title style</vt:lpstr>
      <vt:lpstr>PowerPoint Presentation</vt:lpstr>
      <vt:lpstr>Foundry Evaluators</vt:lpstr>
      <vt:lpstr>Rubric evaluator (out of the box + context specific)</vt:lpstr>
      <vt:lpstr>Optimization</vt:lpstr>
      <vt:lpstr>Agent optimizer </vt:lpstr>
      <vt:lpstr>Agent optimizer</vt:lpstr>
      <vt:lpstr>Foundry Agent Service</vt:lpstr>
      <vt:lpstr>PowerPoint Presentation</vt:lpstr>
      <vt:lpstr>The AI App and Agent Factory</vt:lpstr>
      <vt:lpstr>AI transformation with Microsoft</vt:lpstr>
      <vt:lpstr>Microsoft runs on   Foundry</vt:lpstr>
      <vt:lpstr>Today’s Use Case Contract Lifecycle Management</vt:lpstr>
      <vt:lpstr>PowerPoint Presentation</vt:lpstr>
      <vt:lpstr>PowerPoint Presentation</vt:lpstr>
      <vt:lpstr>PowerPoint Presentation</vt:lpstr>
      <vt:lpstr>PowerPoint Presentation</vt:lpstr>
      <vt:lpstr>What does the contract lifecycle process look like? </vt:lpstr>
      <vt:lpstr>PowerPoint Presentation</vt:lpstr>
      <vt:lpstr>PowerPoint Presentation</vt:lpstr>
      <vt:lpstr>Example agentic contract lifecycle management</vt:lpstr>
      <vt:lpstr>Let’s get started…!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Glejdis Shkembi</dc:creator>
  <cp:lastModifiedBy>Glejdis Shkembi</cp:lastModifiedBy>
  <cp:revision>1</cp:revision>
  <dcterms:created xsi:type="dcterms:W3CDTF">2026-07-30T11:35:32Z</dcterms:created>
  <dcterms:modified xsi:type="dcterms:W3CDTF">2026-08-04T09:19:26Z</dcterms:modified>
</cp:coreProperties>
</file>